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14" r:id="rId25"/>
    <p:sldId id="315" r:id="rId26"/>
    <p:sldId id="296" r:id="rId12"/>
    <p:sldId id="297" r:id="rId11"/>
    <p:sldId id="298" r:id="rId10"/>
    <p:sldId id="300" r:id="rId17"/>
    <p:sldId id="301" r:id="rId9"/>
    <p:sldId id="302" r:id="rId13"/>
    <p:sldId id="303" r:id="rId14"/>
    <p:sldId id="304" r:id="rId15"/>
    <p:sldId id="305" r:id="rId16"/>
    <p:sldId id="306" r:id="rId7"/>
    <p:sldId id="307" r:id="rId18"/>
    <p:sldId id="308" r:id="rId19"/>
    <p:sldId id="309" r:id="rId20"/>
    <p:sldId id="310" r:id="rId21"/>
    <p:sldId id="311" r:id="rId22"/>
    <p:sldId id="312" r:id="rId23"/>
    <p:sldId id="31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2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7.xml"/><Relationship Id="rId10" Type="http://schemas.openxmlformats.org/officeDocument/2006/relationships/slide" Target="slides/slide5.xml"/><Relationship Id="rId11" Type="http://schemas.openxmlformats.org/officeDocument/2006/relationships/slide" Target="slides/slide4.xml"/><Relationship Id="rId12" Type="http://schemas.openxmlformats.org/officeDocument/2006/relationships/slide" Target="slides/slide3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6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1.xml"/><Relationship Id="rId26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9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0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1.xlsx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2.xlsx"/></Relationships>
</file>

<file path=ppt/charts/_rels/chart2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3.xlsx"/></Relationships>
</file>

<file path=ppt/charts/_rels/chart2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2025년</c:v>
                </c:pt>
              </c:strCache>
            </c:strRef>
          </c:tx>
          <c:spPr>
            <a:ln w="26670">
              <a:solidFill>
                <a:srgbClr val="8B8A81"/>
              </a:solidFill>
            </a:ln>
          </c:spPr>
          <c:marker>
            <c:symbol val="circle"/>
            <c:size val="4"/>
            <c:spPr>
              <a:solidFill>
                <a:srgbClr val="8B8A81"/>
              </a:solidFill>
              <a:ln>
                <a:solidFill>
                  <a:srgbClr val="8B8A81"/>
                </a:solidFill>
              </a:ln>
            </c:spPr>
          </c:marker>
          <c:dLbls>
            <c:dLbl>
              <c:idx val="0"/>
              <c:spPr/>
              <c:txPr>
                <a:bodyPr/>
                <a:lstStyle/>
                <a:p>
                  <a:pPr>
                    <a:defRPr sz="930">
                      <a:latin typeface="맑은 고딕"/>
                    </a:defRPr>
                  </a:pPr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spPr/>
              <c:txPr>
                <a:bodyPr/>
                <a:lstStyle/>
                <a:p>
                  <a:pPr>
                    <a:defRPr sz="930">
                      <a:latin typeface="맑은 고딕"/>
                    </a:defRPr>
                  </a:pPr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spPr/>
              <c:txPr>
                <a:bodyPr/>
                <a:lstStyle/>
                <a:p>
                  <a:pPr>
                    <a:defRPr sz="930">
                      <a:latin typeface="맑은 고딕"/>
                    </a:defRPr>
                  </a:pPr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spPr/>
              <c:txPr>
                <a:bodyPr/>
                <a:lstStyle/>
                <a:p>
                  <a:pPr>
                    <a:defRPr sz="930">
                      <a:latin typeface="맑은 고딕"/>
                    </a:defRPr>
                  </a:pPr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spPr/>
              <c:txPr>
                <a:bodyPr/>
                <a:lstStyle/>
                <a:p>
                  <a:pPr>
                    <a:defRPr sz="930">
                      <a:latin typeface="맑은 고딕"/>
                    </a:defRPr>
                  </a:pPr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spPr/>
              <c:txPr>
                <a:bodyPr/>
                <a:lstStyle/>
                <a:p>
                  <a:pPr>
                    <a:defRPr sz="930">
                      <a:latin typeface="맑은 고딕"/>
                    </a:defRPr>
                  </a:pPr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spPr/>
              <c:txPr>
                <a:bodyPr/>
                <a:lstStyle/>
                <a:p>
                  <a:pPr>
                    <a:defRPr sz="930">
                      <a:latin typeface="맑은 고딕"/>
                    </a:defRPr>
                  </a:pPr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spPr/>
              <c:txPr>
                <a:bodyPr/>
                <a:lstStyle/>
                <a:p>
                  <a:pPr>
                    <a:defRPr sz="930">
                      <a:latin typeface="맑은 고딕"/>
                    </a:defRPr>
                  </a:pPr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3.442943</c:v>
                </c:pt>
                <c:pt idx="1">
                  <c:v>3.102506</c:v>
                </c:pt>
                <c:pt idx="2">
                  <c:v>3.383354</c:v>
                </c:pt>
                <c:pt idx="3">
                  <c:v>3.214391</c:v>
                </c:pt>
                <c:pt idx="4">
                  <c:v>3.483328</c:v>
                </c:pt>
                <c:pt idx="5">
                  <c:v>3.450321</c:v>
                </c:pt>
                <c:pt idx="6">
                  <c:v>3.576551</c:v>
                </c:pt>
                <c:pt idx="7">
                  <c:v>3.686368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2026년</c:v>
                </c:pt>
              </c:strCache>
            </c:strRef>
          </c:tx>
          <c:spPr>
            <a:ln w="26670">
              <a:solidFill>
                <a:srgbClr val="BD432D"/>
              </a:solidFill>
            </a:ln>
          </c:spPr>
          <c:marker>
            <c:symbol val="circle"/>
            <c:size val="4"/>
            <c:spPr>
              <a:solidFill>
                <a:srgbClr val="BD432D"/>
              </a:solidFill>
              <a:ln>
                <a:solidFill>
                  <a:srgbClr val="BD432D"/>
                </a:solidFill>
              </a:ln>
            </c:spPr>
          </c:marker>
          <c:dLbls>
            <c:dLbl>
              <c:idx val="0"/>
              <c:spPr/>
              <c:txPr>
                <a:bodyPr/>
                <a:lstStyle/>
                <a:p>
                  <a:pPr>
                    <a:defRPr sz="930">
                      <a:latin typeface="맑은 고딕"/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spPr/>
              <c:txPr>
                <a:bodyPr/>
                <a:lstStyle/>
                <a:p>
                  <a:pPr>
                    <a:defRPr sz="930">
                      <a:latin typeface="맑은 고딕"/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spPr/>
              <c:txPr>
                <a:bodyPr/>
                <a:lstStyle/>
                <a:p>
                  <a:pPr>
                    <a:defRPr sz="930">
                      <a:latin typeface="맑은 고딕"/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spPr/>
              <c:txPr>
                <a:bodyPr/>
                <a:lstStyle/>
                <a:p>
                  <a:pPr>
                    <a:defRPr sz="930">
                      <a:latin typeface="맑은 고딕"/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spPr/>
              <c:txPr>
                <a:bodyPr/>
                <a:lstStyle/>
                <a:p>
                  <a:pPr>
                    <a:defRPr sz="930">
                      <a:latin typeface="맑은 고딕"/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spPr/>
              <c:txPr>
                <a:bodyPr/>
                <a:lstStyle/>
                <a:p>
                  <a:pPr>
                    <a:defRPr sz="930">
                      <a:latin typeface="맑은 고딕"/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spPr/>
              <c:txPr>
                <a:bodyPr/>
                <a:lstStyle/>
                <a:p>
                  <a:pPr>
                    <a:defRPr sz="930">
                      <a:latin typeface="맑은 고딕"/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spPr/>
              <c:txPr>
                <a:bodyPr/>
                <a:lstStyle/>
                <a:p>
                  <a:pPr>
                    <a:defRPr sz="930">
                      <a:latin typeface="맑은 고딕"/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3.816134</c:v>
                </c:pt>
                <c:pt idx="1">
                  <c:v>3.40669</c:v>
                </c:pt>
                <c:pt idx="2">
                  <c:v>3.630668</c:v>
                </c:pt>
                <c:pt idx="3">
                  <c:v>3.466198</c:v>
                </c:pt>
                <c:pt idx="4">
                  <c:v>3.834176</c:v>
                </c:pt>
                <c:pt idx="5">
                  <c:v>3.610889</c:v>
                </c:pt>
                <c:pt idx="6">
                  <c:v>3.893929</c:v>
                </c:pt>
                <c:pt idx="7">
                  <c:v>3.967691</c:v>
                </c:pt>
              </c:numCache>
            </c:numRef>
          </c:val>
          <c:smooth val="0"/>
        </c:ser>
        <c:dLbls>
          <c:numFmt formatCode="0.00" sourceLinked="0"/>
          <c:txPr>
            <a:bodyPr/>
            <a:lstStyle/>
            <a:p>
              <a:pPr>
                <a:defRPr sz="930">
                  <a:solidFill>
                    <a:srgbClr val="292925"/>
                  </a:solidFill>
                  <a:latin typeface="맑은 고딕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low"/>
        <c:txPr>
          <a:bodyPr/>
          <a:lstStyle/>
          <a:p>
            <a:pPr>
              <a:defRPr sz="1090">
                <a:latin typeface="맑은 고딕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4.5"/>
          <c:min val="0.0"/>
        </c:scaling>
        <c:delete val="0"/>
        <c:axPos val="l"/>
        <c:majorGridlines>
          <c:spPr>
            <a:ln w="7620">
              <a:solidFill>
                <a:srgbClr val="DFDCD3"/>
              </a:solidFill>
            </a:ln>
          </c:spPr>
        </c:majorGridlines>
        <c:numFmt formatCode="0.0" sourceLinked="0"/>
        <c:majorTickMark val="out"/>
        <c:minorTickMark val="none"/>
        <c:tickLblPos val="nextTo"/>
        <c:txPr>
          <a:bodyPr/>
          <a:lstStyle/>
          <a:p>
            <a:pPr>
              <a:defRPr sz="1010">
                <a:latin typeface="맑은 고딕"/>
              </a:defRPr>
            </a:pPr>
          </a:p>
        </c:txPr>
        <c:crossAx val="2118791784"/>
        <c:crosses val="autoZero"/>
        <c:majorUnit val="1.5"/>
      </c:valAx>
    </c:plotArea>
    <c:legend>
      <c:legendPos val="b"/>
      <c:layout/>
      <c:overlay val="0"/>
      <c:txPr>
        <a:bodyPr/>
        <a:lstStyle/>
        <a:p>
          <a:pPr>
            <a:defRPr sz="1030">
              <a:latin typeface="맑은 고딕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8개월 누적액</c:v>
                </c:pt>
              </c:strCache>
            </c:strRef>
          </c:tx>
          <c:spPr>
            <a:solidFill>
              <a:srgbClr val="2F7770"/>
            </a:solidFill>
            <a:ln>
              <a:noFill/>
            </a:ln>
          </c:spPr>
          <c:dPt>
            <c:idx val="0"/>
            <c:spPr>
              <a:solidFill>
                <a:srgbClr val="ABA79B"/>
              </a:solidFill>
            </c:spPr>
          </c:dPt>
          <c:dPt>
            <c:idx val="1"/>
            <c:spPr>
              <a:solidFill>
                <a:srgbClr val="2F7770"/>
              </a:solidFill>
            </c:spPr>
          </c:dPt>
          <c:dLbls>
            <c:dLbl>
              <c:idx val="0"/>
              <c:spPr/>
              <c:txPr>
                <a:bodyPr/>
                <a:lstStyle/>
                <a:p>
                  <a:pPr>
                    <a:defRPr sz="1100" b="0">
                      <a:latin typeface="맑은 고딕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spPr/>
              <c:txPr>
                <a:bodyPr/>
                <a:lstStyle/>
                <a:p>
                  <a:pPr>
                    <a:defRPr sz="1100" b="1">
                      <a:latin typeface="맑은 고딕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2025년1~8월</c:v>
                </c:pt>
                <c:pt idx="1">
                  <c:v>2026년1~8월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27.339762</c:v>
                </c:pt>
                <c:pt idx="1">
                  <c:v>29.626375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100">
                  <a:solidFill>
                    <a:srgbClr val="292925"/>
                  </a:solidFill>
                  <a:latin typeface="맑은 고딕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txPr>
          <a:bodyPr/>
          <a:lstStyle/>
          <a:p>
            <a:pPr>
              <a:defRPr sz="1090">
                <a:latin typeface="맑은 고딕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5.0"/>
          <c:min val="0.0"/>
        </c:scaling>
        <c:delete val="0"/>
        <c:axPos val="l"/>
        <c:majorGridlines>
          <c:spPr>
            <a:ln w="7620">
              <a:solidFill>
                <a:srgbClr val="DFDCD3"/>
              </a:solidFill>
            </a:ln>
          </c:spPr>
        </c:majorGridlines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1010">
                <a:latin typeface="맑은 고딕"/>
              </a:defRPr>
            </a:pPr>
          </a:p>
        </c:txPr>
        <c:crossAx val="-2068027336"/>
        <c:crosses val="autoZero"/>
        <c:majorUnit val="1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2025년</c:v>
                </c:pt>
              </c:strCache>
            </c:strRef>
          </c:tx>
          <c:spPr>
            <a:ln w="26670">
              <a:solidFill>
                <a:srgbClr val="92918A"/>
              </a:solidFill>
            </a:ln>
          </c:spPr>
          <c:marker>
            <c:symbol val="circle"/>
            <c:size val="4"/>
            <c:spPr>
              <a:solidFill>
                <a:srgbClr val="92918A"/>
              </a:solidFill>
              <a:ln>
                <a:solidFill>
                  <a:srgbClr val="92918A"/>
                </a:solidFill>
              </a:ln>
            </c:spPr>
          </c:marker>
          <c:dLbls>
            <c:dLbl>
              <c:idx val="0"/>
              <c:spPr/>
              <c:txPr>
                <a:bodyPr/>
                <a:lstStyle/>
                <a:p>
                  <a:pPr>
                    <a:defRPr sz="930">
                      <a:latin typeface="맑은 고딕"/>
                    </a:defRPr>
                  </a:pPr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spPr/>
              <c:txPr>
                <a:bodyPr/>
                <a:lstStyle/>
                <a:p>
                  <a:pPr>
                    <a:defRPr sz="930">
                      <a:latin typeface="맑은 고딕"/>
                    </a:defRPr>
                  </a:pPr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spPr/>
              <c:txPr>
                <a:bodyPr/>
                <a:lstStyle/>
                <a:p>
                  <a:pPr>
                    <a:defRPr sz="930">
                      <a:latin typeface="맑은 고딕"/>
                    </a:defRPr>
                  </a:pPr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spPr/>
              <c:txPr>
                <a:bodyPr/>
                <a:lstStyle/>
                <a:p>
                  <a:pPr>
                    <a:defRPr sz="930">
                      <a:latin typeface="맑은 고딕"/>
                    </a:defRPr>
                  </a:pPr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spPr/>
              <c:txPr>
                <a:bodyPr/>
                <a:lstStyle/>
                <a:p>
                  <a:pPr>
                    <a:defRPr sz="930">
                      <a:latin typeface="맑은 고딕"/>
                    </a:defRPr>
                  </a:pPr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spPr/>
              <c:txPr>
                <a:bodyPr/>
                <a:lstStyle/>
                <a:p>
                  <a:pPr>
                    <a:defRPr sz="930">
                      <a:latin typeface="맑은 고딕"/>
                    </a:defRPr>
                  </a:pPr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spPr/>
              <c:txPr>
                <a:bodyPr/>
                <a:lstStyle/>
                <a:p>
                  <a:pPr>
                    <a:defRPr sz="930">
                      <a:latin typeface="맑은 고딕"/>
                    </a:defRPr>
                  </a:pPr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spPr/>
              <c:txPr>
                <a:bodyPr/>
                <a:lstStyle/>
                <a:p>
                  <a:pPr>
                    <a:defRPr sz="930">
                      <a:latin typeface="맑은 고딕"/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132.3</c:v>
                </c:pt>
                <c:pt idx="1">
                  <c:v>125.5</c:v>
                </c:pt>
                <c:pt idx="2">
                  <c:v>139.5</c:v>
                </c:pt>
                <c:pt idx="3">
                  <c:v>139.6</c:v>
                </c:pt>
                <c:pt idx="4">
                  <c:v>147.2</c:v>
                </c:pt>
                <c:pt idx="5">
                  <c:v>140.3</c:v>
                </c:pt>
                <c:pt idx="6">
                  <c:v>147</c:v>
                </c:pt>
                <c:pt idx="7">
                  <c:v>148.8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2026년</c:v>
                </c:pt>
              </c:strCache>
            </c:strRef>
          </c:tx>
          <c:spPr>
            <a:ln w="26670">
              <a:solidFill>
                <a:srgbClr val="A99F8D"/>
              </a:solidFill>
            </a:ln>
          </c:spPr>
          <c:marker>
            <c:symbol val="circle"/>
            <c:size val="4"/>
            <c:spPr>
              <a:solidFill>
                <a:srgbClr val="A99F8D"/>
              </a:solidFill>
              <a:ln>
                <a:solidFill>
                  <a:srgbClr val="A99F8D"/>
                </a:solidFill>
              </a:ln>
            </c:spPr>
          </c:marker>
          <c:dLbls>
            <c:dLbl>
              <c:idx val="0"/>
              <c:spPr/>
              <c:txPr>
                <a:bodyPr/>
                <a:lstStyle/>
                <a:p>
                  <a:pPr>
                    <a:defRPr sz="930">
                      <a:latin typeface="맑은 고딕"/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spPr/>
              <c:txPr>
                <a:bodyPr/>
                <a:lstStyle/>
                <a:p>
                  <a:pPr>
                    <a:defRPr sz="930">
                      <a:latin typeface="맑은 고딕"/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spPr/>
              <c:txPr>
                <a:bodyPr/>
                <a:lstStyle/>
                <a:p>
                  <a:pPr>
                    <a:defRPr sz="930">
                      <a:latin typeface="맑은 고딕"/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spPr/>
              <c:txPr>
                <a:bodyPr/>
                <a:lstStyle/>
                <a:p>
                  <a:pPr>
                    <a:defRPr sz="930">
                      <a:latin typeface="맑은 고딕"/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spPr/>
              <c:txPr>
                <a:bodyPr/>
                <a:lstStyle/>
                <a:p>
                  <a:pPr>
                    <a:defRPr sz="930">
                      <a:latin typeface="맑은 고딕"/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spPr/>
              <c:txPr>
                <a:bodyPr/>
                <a:lstStyle/>
                <a:p>
                  <a:pPr>
                    <a:defRPr sz="930">
                      <a:latin typeface="맑은 고딕"/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spPr/>
              <c:txPr>
                <a:bodyPr/>
                <a:lstStyle/>
                <a:p>
                  <a:pPr>
                    <a:defRPr sz="930">
                      <a:latin typeface="맑은 고딕"/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spPr/>
              <c:txPr>
                <a:bodyPr/>
                <a:lstStyle/>
                <a:p>
                  <a:pPr>
                    <a:defRPr sz="930">
                      <a:latin typeface="맑은 고딕"/>
                    </a:defRPr>
                  </a:pPr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139.6</c:v>
                </c:pt>
                <c:pt idx="1">
                  <c:v>126.9</c:v>
                </c:pt>
                <c:pt idx="2">
                  <c:v>141.8</c:v>
                </c:pt>
                <c:pt idx="3">
                  <c:v>143.7</c:v>
                </c:pt>
                <c:pt idx="4">
                  <c:v>153.6</c:v>
                </c:pt>
                <c:pt idx="5">
                  <c:v>144.8</c:v>
                </c:pt>
                <c:pt idx="6">
                  <c:v>148.5</c:v>
                </c:pt>
                <c:pt idx="7">
                  <c:v>147.5</c:v>
                </c:pt>
              </c:numCache>
            </c:numRef>
          </c:val>
          <c:smooth val="0"/>
        </c:ser>
        <c:dLbls>
          <c:numFmt formatCode="0.0" sourceLinked="0"/>
          <c:txPr>
            <a:bodyPr/>
            <a:lstStyle/>
            <a:p>
              <a:pPr>
                <a:defRPr sz="930">
                  <a:solidFill>
                    <a:srgbClr val="292925"/>
                  </a:solidFill>
                  <a:latin typeface="맑은 고딕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low"/>
        <c:txPr>
          <a:bodyPr/>
          <a:lstStyle/>
          <a:p>
            <a:pPr>
              <a:defRPr sz="1090">
                <a:latin typeface="맑은 고딕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70.0"/>
          <c:min val="100.0"/>
        </c:scaling>
        <c:delete val="0"/>
        <c:axPos val="l"/>
        <c:majorGridlines>
          <c:spPr>
            <a:ln w="7620">
              <a:solidFill>
                <a:srgbClr val="DFDCD3"/>
              </a:solidFill>
            </a:ln>
          </c:spPr>
        </c:majorGridlines>
        <c:numFmt formatCode="0.0" sourceLinked="0"/>
        <c:majorTickMark val="out"/>
        <c:minorTickMark val="none"/>
        <c:tickLblPos val="nextTo"/>
        <c:txPr>
          <a:bodyPr/>
          <a:lstStyle/>
          <a:p>
            <a:pPr>
              <a:defRPr sz="1010">
                <a:latin typeface="맑은 고딕"/>
              </a:defRPr>
            </a:pPr>
          </a:p>
        </c:txPr>
        <c:crossAx val="2118791784"/>
        <c:crosses val="autoZero"/>
        <c:majorUnit val="20.0"/>
      </c:valAx>
    </c:plotArea>
    <c:legend>
      <c:legendPos val="b"/>
      <c:layout/>
      <c:overlay val="0"/>
      <c:txPr>
        <a:bodyPr/>
        <a:lstStyle/>
        <a:p>
          <a:pPr>
            <a:defRPr sz="1030">
              <a:latin typeface="맑은 고딕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2025년</c:v>
                </c:pt>
              </c:strCache>
            </c:strRef>
          </c:tx>
          <c:spPr>
            <a:ln w="26670">
              <a:solidFill>
                <a:srgbClr val="92918A"/>
              </a:solidFill>
            </a:ln>
          </c:spPr>
          <c:marker>
            <c:symbol val="circle"/>
            <c:size val="4"/>
            <c:spPr>
              <a:solidFill>
                <a:srgbClr val="92918A"/>
              </a:solidFill>
              <a:ln>
                <a:solidFill>
                  <a:srgbClr val="92918A"/>
                </a:solidFill>
              </a:ln>
            </c:spPr>
          </c:marker>
          <c:dLbls>
            <c:dLbl>
              <c:idx val="0"/>
              <c:spPr/>
              <c:txPr>
                <a:bodyPr/>
                <a:lstStyle/>
                <a:p>
                  <a:pPr>
                    <a:defRPr sz="930">
                      <a:latin typeface="맑은 고딕"/>
                    </a:defRPr>
                  </a:pPr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spPr/>
              <c:txPr>
                <a:bodyPr/>
                <a:lstStyle/>
                <a:p>
                  <a:pPr>
                    <a:defRPr sz="930">
                      <a:latin typeface="맑은 고딕"/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spPr/>
              <c:txPr>
                <a:bodyPr/>
                <a:lstStyle/>
                <a:p>
                  <a:pPr>
                    <a:defRPr sz="930">
                      <a:latin typeface="맑은 고딕"/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spPr/>
              <c:txPr>
                <a:bodyPr/>
                <a:lstStyle/>
                <a:p>
                  <a:pPr>
                    <a:defRPr sz="930">
                      <a:latin typeface="맑은 고딕"/>
                    </a:defRPr>
                  </a:pPr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spPr/>
              <c:txPr>
                <a:bodyPr/>
                <a:lstStyle/>
                <a:p>
                  <a:pPr>
                    <a:defRPr sz="930">
                      <a:latin typeface="맑은 고딕"/>
                    </a:defRPr>
                  </a:pPr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spPr/>
              <c:txPr>
                <a:bodyPr/>
                <a:lstStyle/>
                <a:p>
                  <a:pPr>
                    <a:defRPr sz="930">
                      <a:latin typeface="맑은 고딕"/>
                    </a:defRPr>
                  </a:pPr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spPr/>
              <c:txPr>
                <a:bodyPr/>
                <a:lstStyle/>
                <a:p>
                  <a:pPr>
                    <a:defRPr sz="930">
                      <a:latin typeface="맑은 고딕"/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spPr/>
              <c:txPr>
                <a:bodyPr/>
                <a:lstStyle/>
                <a:p>
                  <a:pPr>
                    <a:defRPr sz="930">
                      <a:latin typeface="맑은 고딕"/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108.7</c:v>
                </c:pt>
                <c:pt idx="1">
                  <c:v>102.6</c:v>
                </c:pt>
                <c:pt idx="2">
                  <c:v>113.8</c:v>
                </c:pt>
                <c:pt idx="3">
                  <c:v>113.2</c:v>
                </c:pt>
                <c:pt idx="4">
                  <c:v>119.2</c:v>
                </c:pt>
                <c:pt idx="5">
                  <c:v>113.4</c:v>
                </c:pt>
                <c:pt idx="6">
                  <c:v>118.6</c:v>
                </c:pt>
                <c:pt idx="7">
                  <c:v>120.1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2026년</c:v>
                </c:pt>
              </c:strCache>
            </c:strRef>
          </c:tx>
          <c:spPr>
            <a:ln w="26670">
              <a:solidFill>
                <a:srgbClr val="BD432D"/>
              </a:solidFill>
            </a:ln>
          </c:spPr>
          <c:marker>
            <c:symbol val="circle"/>
            <c:size val="4"/>
            <c:spPr>
              <a:solidFill>
                <a:srgbClr val="BD432D"/>
              </a:solidFill>
              <a:ln>
                <a:solidFill>
                  <a:srgbClr val="BD432D"/>
                </a:solidFill>
              </a:ln>
            </c:spPr>
          </c:marker>
          <c:dLbls>
            <c:dLbl>
              <c:idx val="0"/>
              <c:spPr/>
              <c:txPr>
                <a:bodyPr/>
                <a:lstStyle/>
                <a:p>
                  <a:pPr>
                    <a:defRPr sz="930">
                      <a:latin typeface="맑은 고딕"/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spPr/>
              <c:txPr>
                <a:bodyPr/>
                <a:lstStyle/>
                <a:p>
                  <a:pPr>
                    <a:defRPr sz="930">
                      <a:latin typeface="맑은 고딕"/>
                    </a:defRPr>
                  </a:pPr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spPr/>
              <c:txPr>
                <a:bodyPr/>
                <a:lstStyle/>
                <a:p>
                  <a:pPr>
                    <a:defRPr sz="930">
                      <a:latin typeface="맑은 고딕"/>
                    </a:defRPr>
                  </a:pPr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spPr/>
              <c:txPr>
                <a:bodyPr/>
                <a:lstStyle/>
                <a:p>
                  <a:pPr>
                    <a:defRPr sz="930">
                      <a:latin typeface="맑은 고딕"/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spPr/>
              <c:txPr>
                <a:bodyPr/>
                <a:lstStyle/>
                <a:p>
                  <a:pPr>
                    <a:defRPr sz="930">
                      <a:latin typeface="맑은 고딕"/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spPr/>
              <c:txPr>
                <a:bodyPr/>
                <a:lstStyle/>
                <a:p>
                  <a:pPr>
                    <a:defRPr sz="930">
                      <a:latin typeface="맑은 고딕"/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spPr/>
              <c:txPr>
                <a:bodyPr/>
                <a:lstStyle/>
                <a:p>
                  <a:pPr>
                    <a:defRPr sz="930">
                      <a:latin typeface="맑은 고딕"/>
                    </a:defRPr>
                  </a:pPr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spPr/>
              <c:txPr>
                <a:bodyPr/>
                <a:lstStyle/>
                <a:p>
                  <a:pPr>
                    <a:defRPr sz="930">
                      <a:latin typeface="맑은 고딕"/>
                    </a:defRPr>
                  </a:pPr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111.6</c:v>
                </c:pt>
                <c:pt idx="1">
                  <c:v>101.1</c:v>
                </c:pt>
                <c:pt idx="2">
                  <c:v>112.7</c:v>
                </c:pt>
                <c:pt idx="3">
                  <c:v>114</c:v>
                </c:pt>
                <c:pt idx="4">
                  <c:v>121.6</c:v>
                </c:pt>
                <c:pt idx="5">
                  <c:v>114.5</c:v>
                </c:pt>
                <c:pt idx="6">
                  <c:v>117.1</c:v>
                </c:pt>
                <c:pt idx="7">
                  <c:v>116.1</c:v>
                </c:pt>
              </c:numCache>
            </c:numRef>
          </c:val>
          <c:smooth val="0"/>
        </c:ser>
        <c:dLbls>
          <c:numFmt formatCode="0.0" sourceLinked="0"/>
          <c:txPr>
            <a:bodyPr/>
            <a:lstStyle/>
            <a:p>
              <a:pPr>
                <a:defRPr sz="930">
                  <a:solidFill>
                    <a:srgbClr val="292925"/>
                  </a:solidFill>
                  <a:latin typeface="맑은 고딕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low"/>
        <c:txPr>
          <a:bodyPr/>
          <a:lstStyle/>
          <a:p>
            <a:pPr>
              <a:defRPr sz="1090">
                <a:latin typeface="맑은 고딕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35.0"/>
          <c:min val="90.0"/>
        </c:scaling>
        <c:delete val="0"/>
        <c:axPos val="l"/>
        <c:majorGridlines>
          <c:spPr>
            <a:ln w="7620">
              <a:solidFill>
                <a:srgbClr val="DFDCD3"/>
              </a:solidFill>
            </a:ln>
          </c:spPr>
        </c:majorGridlines>
        <c:numFmt formatCode="0.0" sourceLinked="0"/>
        <c:majorTickMark val="out"/>
        <c:minorTickMark val="none"/>
        <c:tickLblPos val="nextTo"/>
        <c:txPr>
          <a:bodyPr/>
          <a:lstStyle/>
          <a:p>
            <a:pPr>
              <a:defRPr sz="1010">
                <a:latin typeface="맑은 고딕"/>
              </a:defRPr>
            </a:pPr>
          </a:p>
        </c:txPr>
        <c:crossAx val="2118791784"/>
        <c:crosses val="autoZero"/>
        <c:majorUnit val="15.0"/>
      </c:valAx>
    </c:plotArea>
    <c:legend>
      <c:legendPos val="b"/>
      <c:layout/>
      <c:overlay val="0"/>
      <c:txPr>
        <a:bodyPr/>
        <a:lstStyle/>
        <a:p>
          <a:pPr>
            <a:defRPr sz="1030">
              <a:latin typeface="맑은 고딕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외식</c:v>
                </c:pt>
              </c:strCache>
            </c:strRef>
          </c:tx>
          <c:spPr>
            <a:solidFill>
              <a:srgbClr val="8B8A81"/>
            </a:solidFill>
            <a:ln>
              <a:noFill/>
            </a:ln>
          </c:spPr>
          <c:dPt>
            <c:idx val="0"/>
            <c:spPr>
              <a:solidFill>
                <a:srgbClr val="ABA79B"/>
              </a:solidFill>
            </c:spPr>
          </c:dPt>
          <c:dPt>
            <c:idx val="1"/>
            <c:spPr>
              <a:solidFill>
                <a:srgbClr val="8B8A81"/>
              </a:solidFill>
            </c:spPr>
          </c:dPt>
          <c:dLbls>
            <c:dLbl>
              <c:idx val="0"/>
              <c:spPr/>
              <c:txPr>
                <a:bodyPr/>
                <a:lstStyle/>
                <a:p>
                  <a:pPr>
                    <a:defRPr sz="1100" b="0">
                      <a:latin typeface="맑은 고딕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spPr/>
              <c:txPr>
                <a:bodyPr/>
                <a:lstStyle/>
                <a:p>
                  <a:pPr>
                    <a:defRPr sz="1100" b="1">
                      <a:latin typeface="맑은 고딕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2025.9</c:v>
                </c:pt>
                <c:pt idx="1">
                  <c:v>2026.9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125.42</c:v>
                </c:pt>
                <c:pt idx="1">
                  <c:v>128.59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100">
                  <a:solidFill>
                    <a:srgbClr val="292925"/>
                  </a:solidFill>
                  <a:latin typeface="맑은 고딕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txPr>
          <a:bodyPr/>
          <a:lstStyle/>
          <a:p>
            <a:pPr>
              <a:defRPr sz="1000">
                <a:latin typeface="맑은 고딕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60.0"/>
          <c:min val="0.0"/>
        </c:scaling>
        <c:delete val="0"/>
        <c:axPos val="l"/>
        <c:majorGridlines>
          <c:spPr>
            <a:ln w="7620">
              <a:solidFill>
                <a:srgbClr val="DFDCD3"/>
              </a:solidFill>
            </a:ln>
          </c:spPr>
        </c:majorGridlines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960">
                <a:latin typeface="맑은 고딕"/>
              </a:defRPr>
            </a:pPr>
          </a:p>
        </c:txPr>
        <c:crossAx val="-2068027336"/>
        <c:crosses val="autoZero"/>
        <c:majorUnit val="4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햄버거</c:v>
                </c:pt>
              </c:strCache>
            </c:strRef>
          </c:tx>
          <c:spPr>
            <a:solidFill>
              <a:srgbClr val="BD432D"/>
            </a:solidFill>
            <a:ln>
              <a:noFill/>
            </a:ln>
          </c:spPr>
          <c:dPt>
            <c:idx val="0"/>
            <c:spPr>
              <a:solidFill>
                <a:srgbClr val="ABA79B"/>
              </a:solidFill>
            </c:spPr>
          </c:dPt>
          <c:dPt>
            <c:idx val="1"/>
            <c:spPr>
              <a:solidFill>
                <a:srgbClr val="BD432D"/>
              </a:solidFill>
            </c:spPr>
          </c:dPt>
          <c:dLbls>
            <c:dLbl>
              <c:idx val="0"/>
              <c:spPr/>
              <c:txPr>
                <a:bodyPr/>
                <a:lstStyle/>
                <a:p>
                  <a:pPr>
                    <a:defRPr sz="1100" b="0">
                      <a:latin typeface="맑은 고딕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spPr/>
              <c:txPr>
                <a:bodyPr/>
                <a:lstStyle/>
                <a:p>
                  <a:pPr>
                    <a:defRPr sz="1100" b="1">
                      <a:latin typeface="맑은 고딕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2025.9</c:v>
                </c:pt>
                <c:pt idx="1">
                  <c:v>2026.9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137.2</c:v>
                </c:pt>
                <c:pt idx="1">
                  <c:v>134.99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100">
                  <a:solidFill>
                    <a:srgbClr val="292925"/>
                  </a:solidFill>
                  <a:latin typeface="맑은 고딕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txPr>
          <a:bodyPr/>
          <a:lstStyle/>
          <a:p>
            <a:pPr>
              <a:defRPr sz="1000">
                <a:latin typeface="맑은 고딕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60.0"/>
          <c:min val="0.0"/>
        </c:scaling>
        <c:delete val="0"/>
        <c:axPos val="l"/>
        <c:majorGridlines>
          <c:spPr>
            <a:ln w="7620">
              <a:solidFill>
                <a:srgbClr val="DFDCD3"/>
              </a:solidFill>
            </a:ln>
          </c:spPr>
        </c:majorGridlines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960">
                <a:latin typeface="맑은 고딕"/>
              </a:defRPr>
            </a:pPr>
          </a:p>
        </c:txPr>
        <c:crossAx val="-2068027336"/>
        <c:crosses val="autoZero"/>
        <c:majorUnit val="4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치킨</c:v>
                </c:pt>
              </c:strCache>
            </c:strRef>
          </c:tx>
          <c:spPr>
            <a:solidFill>
              <a:srgbClr val="2F7770"/>
            </a:solidFill>
            <a:ln>
              <a:noFill/>
            </a:ln>
          </c:spPr>
          <c:dPt>
            <c:idx val="0"/>
            <c:spPr>
              <a:solidFill>
                <a:srgbClr val="ABA79B"/>
              </a:solidFill>
            </c:spPr>
          </c:dPt>
          <c:dPt>
            <c:idx val="1"/>
            <c:spPr>
              <a:solidFill>
                <a:srgbClr val="2F7770"/>
              </a:solidFill>
            </c:spPr>
          </c:dPt>
          <c:dLbls>
            <c:dLbl>
              <c:idx val="0"/>
              <c:spPr/>
              <c:txPr>
                <a:bodyPr/>
                <a:lstStyle/>
                <a:p>
                  <a:pPr>
                    <a:defRPr sz="1100" b="0">
                      <a:latin typeface="맑은 고딕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spPr/>
              <c:txPr>
                <a:bodyPr/>
                <a:lstStyle/>
                <a:p>
                  <a:pPr>
                    <a:defRPr sz="1100" b="1">
                      <a:latin typeface="맑은 고딕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2025.9</c:v>
                </c:pt>
                <c:pt idx="1">
                  <c:v>2026.9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130.01</c:v>
                </c:pt>
                <c:pt idx="1">
                  <c:v>132.21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100">
                  <a:solidFill>
                    <a:srgbClr val="292925"/>
                  </a:solidFill>
                  <a:latin typeface="맑은 고딕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txPr>
          <a:bodyPr/>
          <a:lstStyle/>
          <a:p>
            <a:pPr>
              <a:defRPr sz="1000">
                <a:latin typeface="맑은 고딕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60.0"/>
          <c:min val="0.0"/>
        </c:scaling>
        <c:delete val="0"/>
        <c:axPos val="l"/>
        <c:majorGridlines>
          <c:spPr>
            <a:ln w="7620">
              <a:solidFill>
                <a:srgbClr val="DFDCD3"/>
              </a:solidFill>
            </a:ln>
          </c:spPr>
        </c:majorGridlines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960">
                <a:latin typeface="맑은 고딕"/>
              </a:defRPr>
            </a:pPr>
          </a:p>
        </c:txPr>
        <c:crossAx val="-2068027336"/>
        <c:crosses val="autoZero"/>
        <c:majorUnit val="4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피자</c:v>
                </c:pt>
              </c:strCache>
            </c:strRef>
          </c:tx>
          <c:spPr>
            <a:solidFill>
              <a:srgbClr val="B39136"/>
            </a:solidFill>
            <a:ln>
              <a:noFill/>
            </a:ln>
          </c:spPr>
          <c:dPt>
            <c:idx val="0"/>
            <c:spPr>
              <a:solidFill>
                <a:srgbClr val="ABA79B"/>
              </a:solidFill>
            </c:spPr>
          </c:dPt>
          <c:dPt>
            <c:idx val="1"/>
            <c:spPr>
              <a:solidFill>
                <a:srgbClr val="B39136"/>
              </a:solidFill>
            </c:spPr>
          </c:dPt>
          <c:dLbls>
            <c:dLbl>
              <c:idx val="0"/>
              <c:spPr/>
              <c:txPr>
                <a:bodyPr/>
                <a:lstStyle/>
                <a:p>
                  <a:pPr>
                    <a:defRPr sz="1100" b="0">
                      <a:latin typeface="맑은 고딕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spPr/>
              <c:txPr>
                <a:bodyPr/>
                <a:lstStyle/>
                <a:p>
                  <a:pPr>
                    <a:defRPr sz="1100" b="1">
                      <a:latin typeface="맑은 고딕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2025.9</c:v>
                </c:pt>
                <c:pt idx="1">
                  <c:v>2026.9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119.68</c:v>
                </c:pt>
                <c:pt idx="1">
                  <c:v>119.68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100">
                  <a:solidFill>
                    <a:srgbClr val="292925"/>
                  </a:solidFill>
                  <a:latin typeface="맑은 고딕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txPr>
          <a:bodyPr/>
          <a:lstStyle/>
          <a:p>
            <a:pPr>
              <a:defRPr sz="1000">
                <a:latin typeface="맑은 고딕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60.0"/>
          <c:min val="0.0"/>
        </c:scaling>
        <c:delete val="0"/>
        <c:axPos val="l"/>
        <c:majorGridlines>
          <c:spPr>
            <a:ln w="7620">
              <a:solidFill>
                <a:srgbClr val="DFDCD3"/>
              </a:solidFill>
            </a:ln>
          </c:spPr>
        </c:majorGridlines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960">
                <a:latin typeface="맑은 고딕"/>
              </a:defRPr>
            </a:pPr>
          </a:p>
        </c:txPr>
        <c:crossAx val="-2068027336"/>
        <c:crosses val="autoZero"/>
        <c:majorUnit val="4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3"/>
  <c:chart>
    <c:autoTitleDeleted val="0"/>
    <c:plotArea>
      <c:layout>
        <c:manualLayout>
          <c:layoutTarget val="inner"/>
          <c:xMode val="edge"/>
          <c:yMode val="edge"/>
          <c:wMode val="factor"/>
          <c:hMode val="factor"/>
          <c:x val="0.10743801652892562"/>
          <c:y val=".06"/>
          <c:w val="0.8677685950413223"/>
          <c:h val=".76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맘스터치</c:v>
                </c:pt>
              </c:strCache>
            </c:strRef>
          </c:tx>
          <c:spPr>
            <a:ln w="27940">
              <a:solidFill>
                <a:srgbClr val="B65346"/>
              </a:solidFill>
            </a:ln>
          </c:spPr>
          <c:marker>
            <c:symbol val="circle"/>
            <c:size val="4"/>
            <c:spPr>
              <a:solidFill>
                <a:srgbClr val="B65346"/>
              </a:solidFill>
              <a:ln>
                <a:solidFill>
                  <a:srgbClr val="B65346"/>
                </a:solidFill>
              </a:ln>
            </c:spPr>
          </c:marker>
          <c:cat>
            <c:strRef>
              <c:f>Sheet1!$A$2:$A$10</c:f>
              <c:strCache>
                <c:ptCount val="9"/>
                <c:pt idx="0">
                  <c:v>26.01</c:v>
                </c:pt>
                <c:pt idx="1">
                  <c:v>26.02</c:v>
                </c:pt>
                <c:pt idx="2">
                  <c:v>26.03</c:v>
                </c:pt>
                <c:pt idx="3">
                  <c:v>26.04</c:v>
                </c:pt>
                <c:pt idx="4">
                  <c:v>26.05</c:v>
                </c:pt>
                <c:pt idx="5">
                  <c:v>26.06</c:v>
                </c:pt>
                <c:pt idx="6">
                  <c:v>26.07</c:v>
                </c:pt>
                <c:pt idx="7">
                  <c:v>26.08</c:v>
                </c:pt>
                <c:pt idx="8">
                  <c:v>26.09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205.09677419354838</c:v>
                </c:pt>
                <c:pt idx="1">
                  <c:v>187.35714285714286</c:v>
                </c:pt>
                <c:pt idx="2">
                  <c:v>291.7741935483871</c:v>
                </c:pt>
                <c:pt idx="3">
                  <c:v>338.5</c:v>
                </c:pt>
                <c:pt idx="4">
                  <c:v>260.0967741935484</c:v>
                </c:pt>
                <c:pt idx="5">
                  <c:v>338.6</c:v>
                </c:pt>
                <c:pt idx="6">
                  <c:v>256.4193548387097</c:v>
                </c:pt>
                <c:pt idx="7">
                  <c:v>246</c:v>
                </c:pt>
                <c:pt idx="8">
                  <c:v>399.3666666666667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롯데리아</c:v>
                </c:pt>
              </c:strCache>
            </c:strRef>
          </c:tx>
          <c:spPr>
            <a:ln w="15875">
              <a:solidFill>
                <a:srgbClr val="A68B46"/>
              </a:solidFill>
            </a:ln>
          </c:spPr>
          <c:marker>
            <c:symbol val="circle"/>
            <c:size val="4"/>
            <c:spPr>
              <a:solidFill>
                <a:srgbClr val="A68B46"/>
              </a:solidFill>
              <a:ln>
                <a:solidFill>
                  <a:srgbClr val="A68B46"/>
                </a:solidFill>
              </a:ln>
            </c:spPr>
          </c:marker>
          <c:cat>
            <c:strRef>
              <c:f>Sheet1!$A$2:$A$10</c:f>
              <c:strCache>
                <c:ptCount val="9"/>
                <c:pt idx="0">
                  <c:v>26.01</c:v>
                </c:pt>
                <c:pt idx="1">
                  <c:v>26.02</c:v>
                </c:pt>
                <c:pt idx="2">
                  <c:v>26.03</c:v>
                </c:pt>
                <c:pt idx="3">
                  <c:v>26.04</c:v>
                </c:pt>
                <c:pt idx="4">
                  <c:v>26.05</c:v>
                </c:pt>
                <c:pt idx="5">
                  <c:v>26.06</c:v>
                </c:pt>
                <c:pt idx="6">
                  <c:v>26.07</c:v>
                </c:pt>
                <c:pt idx="7">
                  <c:v>26.08</c:v>
                </c:pt>
                <c:pt idx="8">
                  <c:v>26.09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457.258064516129</c:v>
                </c:pt>
                <c:pt idx="1">
                  <c:v>415.5</c:v>
                </c:pt>
                <c:pt idx="2">
                  <c:v>536.1290322580645</c:v>
                </c:pt>
                <c:pt idx="3">
                  <c:v>549.4666666666667</c:v>
                </c:pt>
                <c:pt idx="4">
                  <c:v>475.5483870967742</c:v>
                </c:pt>
                <c:pt idx="5">
                  <c:v>457.2</c:v>
                </c:pt>
                <c:pt idx="6">
                  <c:v>515.8709677419355</c:v>
                </c:pt>
                <c:pt idx="7">
                  <c:v>504.80645161290323</c:v>
                </c:pt>
                <c:pt idx="8">
                  <c:v>472.4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맥도날드</c:v>
                </c:pt>
              </c:strCache>
            </c:strRef>
          </c:tx>
          <c:spPr>
            <a:ln w="15875">
              <a:solidFill>
                <a:srgbClr val="7C6C91"/>
              </a:solidFill>
            </a:ln>
          </c:spPr>
          <c:marker>
            <c:symbol val="circle"/>
            <c:size val="4"/>
            <c:spPr>
              <a:solidFill>
                <a:srgbClr val="7C6C91"/>
              </a:solidFill>
              <a:ln>
                <a:solidFill>
                  <a:srgbClr val="7C6C91"/>
                </a:solidFill>
              </a:ln>
            </c:spPr>
          </c:marker>
          <c:cat>
            <c:strRef>
              <c:f>Sheet1!$A$2:$A$10</c:f>
              <c:strCache>
                <c:ptCount val="9"/>
                <c:pt idx="0">
                  <c:v>26.01</c:v>
                </c:pt>
                <c:pt idx="1">
                  <c:v>26.02</c:v>
                </c:pt>
                <c:pt idx="2">
                  <c:v>26.03</c:v>
                </c:pt>
                <c:pt idx="3">
                  <c:v>26.04</c:v>
                </c:pt>
                <c:pt idx="4">
                  <c:v>26.05</c:v>
                </c:pt>
                <c:pt idx="5">
                  <c:v>26.06</c:v>
                </c:pt>
                <c:pt idx="6">
                  <c:v>26.07</c:v>
                </c:pt>
                <c:pt idx="7">
                  <c:v>26.08</c:v>
                </c:pt>
                <c:pt idx="8">
                  <c:v>26.09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746.2903225806451</c:v>
                </c:pt>
                <c:pt idx="1">
                  <c:v>728.6428571428571</c:v>
                </c:pt>
                <c:pt idx="2">
                  <c:v>779.258064516129</c:v>
                </c:pt>
                <c:pt idx="3">
                  <c:v>731.3333333333334</c:v>
                </c:pt>
                <c:pt idx="4">
                  <c:v>693.0967741935484</c:v>
                </c:pt>
                <c:pt idx="5">
                  <c:v>716.3333333333334</c:v>
                </c:pt>
                <c:pt idx="6">
                  <c:v>809.516129032258</c:v>
                </c:pt>
                <c:pt idx="7">
                  <c:v>847.1935483870968</c:v>
                </c:pt>
                <c:pt idx="8">
                  <c:v>976.1333333333333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버거킹</c:v>
                </c:pt>
              </c:strCache>
            </c:strRef>
          </c:tx>
          <c:spPr>
            <a:ln w="15875">
              <a:solidFill>
                <a:srgbClr val="637E64"/>
              </a:solidFill>
            </a:ln>
          </c:spPr>
          <c:marker>
            <c:symbol val="circle"/>
            <c:size val="4"/>
            <c:spPr>
              <a:solidFill>
                <a:srgbClr val="637E64"/>
              </a:solidFill>
              <a:ln>
                <a:solidFill>
                  <a:srgbClr val="637E64"/>
                </a:solidFill>
              </a:ln>
            </c:spPr>
          </c:marker>
          <c:cat>
            <c:strRef>
              <c:f>Sheet1!$A$2:$A$10</c:f>
              <c:strCache>
                <c:ptCount val="9"/>
                <c:pt idx="0">
                  <c:v>26.01</c:v>
                </c:pt>
                <c:pt idx="1">
                  <c:v>26.02</c:v>
                </c:pt>
                <c:pt idx="2">
                  <c:v>26.03</c:v>
                </c:pt>
                <c:pt idx="3">
                  <c:v>26.04</c:v>
                </c:pt>
                <c:pt idx="4">
                  <c:v>26.05</c:v>
                </c:pt>
                <c:pt idx="5">
                  <c:v>26.06</c:v>
                </c:pt>
                <c:pt idx="6">
                  <c:v>26.07</c:v>
                </c:pt>
                <c:pt idx="7">
                  <c:v>26.08</c:v>
                </c:pt>
                <c:pt idx="8">
                  <c:v>26.09</c:v>
                </c:pt>
              </c:strCache>
            </c:strRef>
          </c:cat>
          <c:val>
            <c:numRef>
              <c:f>Sheet1!$E$2:$E$10</c:f>
              <c:numCache>
                <c:formatCode>General</c:formatCode>
                <c:ptCount val="9"/>
                <c:pt idx="0">
                  <c:v>376.1290322580645</c:v>
                </c:pt>
                <c:pt idx="1">
                  <c:v>362.35714285714283</c:v>
                </c:pt>
                <c:pt idx="2">
                  <c:v>421.7096774193548</c:v>
                </c:pt>
                <c:pt idx="3">
                  <c:v>427.8</c:v>
                </c:pt>
                <c:pt idx="4">
                  <c:v>345.96774193548384</c:v>
                </c:pt>
                <c:pt idx="5">
                  <c:v>428.1666666666667</c:v>
                </c:pt>
                <c:pt idx="6">
                  <c:v>433.38709677419354</c:v>
                </c:pt>
                <c:pt idx="7">
                  <c:v>504.38709677419354</c:v>
                </c:pt>
                <c:pt idx="8">
                  <c:v>485.46666666666664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KFC</c:v>
                </c:pt>
              </c:strCache>
            </c:strRef>
          </c:tx>
          <c:spPr>
            <a:ln w="15875">
              <a:solidFill>
                <a:srgbClr val="AC7858"/>
              </a:solidFill>
            </a:ln>
          </c:spPr>
          <c:marker>
            <c:symbol val="circle"/>
            <c:size val="4"/>
            <c:spPr>
              <a:solidFill>
                <a:srgbClr val="AC7858"/>
              </a:solidFill>
              <a:ln>
                <a:solidFill>
                  <a:srgbClr val="AC7858"/>
                </a:solidFill>
              </a:ln>
            </c:spPr>
          </c:marker>
          <c:cat>
            <c:strRef>
              <c:f>Sheet1!$A$2:$A$10</c:f>
              <c:strCache>
                <c:ptCount val="9"/>
                <c:pt idx="0">
                  <c:v>26.01</c:v>
                </c:pt>
                <c:pt idx="1">
                  <c:v>26.02</c:v>
                </c:pt>
                <c:pt idx="2">
                  <c:v>26.03</c:v>
                </c:pt>
                <c:pt idx="3">
                  <c:v>26.04</c:v>
                </c:pt>
                <c:pt idx="4">
                  <c:v>26.05</c:v>
                </c:pt>
                <c:pt idx="5">
                  <c:v>26.06</c:v>
                </c:pt>
                <c:pt idx="6">
                  <c:v>26.07</c:v>
                </c:pt>
                <c:pt idx="7">
                  <c:v>26.08</c:v>
                </c:pt>
                <c:pt idx="8">
                  <c:v>26.09</c:v>
                </c:pt>
              </c:strCache>
            </c:strRef>
          </c:cat>
          <c:val>
            <c:numRef>
              <c:f>Sheet1!$F$2:$F$10</c:f>
              <c:numCache>
                <c:formatCode>General</c:formatCode>
                <c:ptCount val="9"/>
                <c:pt idx="0">
                  <c:v>254.06451612903226</c:v>
                </c:pt>
                <c:pt idx="1">
                  <c:v>257.2142857142857</c:v>
                </c:pt>
                <c:pt idx="2">
                  <c:v>278.5483870967742</c:v>
                </c:pt>
                <c:pt idx="3">
                  <c:v>266.56666666666666</c:v>
                </c:pt>
                <c:pt idx="4">
                  <c:v>233.09677419354838</c:v>
                </c:pt>
                <c:pt idx="5">
                  <c:v>247.1</c:v>
                </c:pt>
                <c:pt idx="6">
                  <c:v>253.5483870967742</c:v>
                </c:pt>
                <c:pt idx="7">
                  <c:v>259.9032258064516</c:v>
                </c:pt>
                <c:pt idx="8">
                  <c:v>257.8333333333333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노브랜드버거</c:v>
                </c:pt>
              </c:strCache>
            </c:strRef>
          </c:tx>
          <c:spPr>
            <a:ln w="15875">
              <a:solidFill>
                <a:srgbClr val="58718C"/>
              </a:solidFill>
            </a:ln>
          </c:spPr>
          <c:marker>
            <c:symbol val="circle"/>
            <c:size val="4"/>
            <c:spPr>
              <a:solidFill>
                <a:srgbClr val="58718C"/>
              </a:solidFill>
              <a:ln>
                <a:solidFill>
                  <a:srgbClr val="58718C"/>
                </a:solidFill>
              </a:ln>
            </c:spPr>
          </c:marker>
          <c:cat>
            <c:strRef>
              <c:f>Sheet1!$A$2:$A$10</c:f>
              <c:strCache>
                <c:ptCount val="9"/>
                <c:pt idx="0">
                  <c:v>26.01</c:v>
                </c:pt>
                <c:pt idx="1">
                  <c:v>26.02</c:v>
                </c:pt>
                <c:pt idx="2">
                  <c:v>26.03</c:v>
                </c:pt>
                <c:pt idx="3">
                  <c:v>26.04</c:v>
                </c:pt>
                <c:pt idx="4">
                  <c:v>26.05</c:v>
                </c:pt>
                <c:pt idx="5">
                  <c:v>26.06</c:v>
                </c:pt>
                <c:pt idx="6">
                  <c:v>26.07</c:v>
                </c:pt>
                <c:pt idx="7">
                  <c:v>26.08</c:v>
                </c:pt>
                <c:pt idx="8">
                  <c:v>26.09</c:v>
                </c:pt>
              </c:strCache>
            </c:strRef>
          </c:cat>
          <c:val>
            <c:numRef>
              <c:f>Sheet1!$G$2:$G$10</c:f>
              <c:numCache>
                <c:formatCode>General</c:formatCode>
                <c:ptCount val="9"/>
                <c:pt idx="0">
                  <c:v>34.58064516129032</c:v>
                </c:pt>
                <c:pt idx="1">
                  <c:v>37</c:v>
                </c:pt>
                <c:pt idx="2">
                  <c:v>45.645161290322584</c:v>
                </c:pt>
                <c:pt idx="3">
                  <c:v>40.7</c:v>
                </c:pt>
                <c:pt idx="4">
                  <c:v>40.774193548387096</c:v>
                </c:pt>
                <c:pt idx="5">
                  <c:v>42.333333333333336</c:v>
                </c:pt>
                <c:pt idx="6">
                  <c:v>41.806451612903224</c:v>
                </c:pt>
                <c:pt idx="7">
                  <c:v>46.87096774193548</c:v>
                </c:pt>
                <c:pt idx="8">
                  <c:v>40.3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4E2DD"/>
            </a:solidFill>
          </a:ln>
        </c:spPr>
        <c:txPr>
          <a:bodyPr/>
          <a:lstStyle/>
          <a:p>
            <a:pPr>
              <a:defRPr sz="900">
                <a:solidFill>
                  <a:srgbClr val="686E73"/>
                </a:solidFill>
                <a:latin typeface="맑은 고딕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100.0"/>
          <c:min val="0.0"/>
        </c:scaling>
        <c:delete val="0"/>
        <c:axPos val="l"/>
        <c:majorGridlines>
          <c:spPr>
            <a:ln w="5080">
              <a:solidFill>
                <a:srgbClr val="E4E2DD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60">
                <a:solidFill>
                  <a:srgbClr val="686E73"/>
                </a:solidFill>
                <a:latin typeface="맑은 고딕"/>
              </a:defRPr>
            </a:pPr>
          </a:p>
        </c:txPr>
        <c:crossAx val="2118791784"/>
        <c:crosses val="autoZero"/>
        <c:majorUnit val="275.0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3"/>
  <c:chart>
    <c:autoTitleDeleted val="0"/>
    <c:plotArea>
      <c:layout>
        <c:manualLayout>
          <c:layoutTarget val="inner"/>
          <c:xMode val="edge"/>
          <c:yMode val="edge"/>
          <c:wMode val="factor"/>
          <c:hMode val="factor"/>
          <c:x val="0.10743801652892562"/>
          <c:y val=".06"/>
          <c:w val="0.8677685950413223"/>
          <c:h val=".76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치킨 치즈</c:v>
                </c:pt>
              </c:strCache>
            </c:strRef>
          </c:tx>
          <c:spPr>
            <a:ln w="15875">
              <a:solidFill>
                <a:srgbClr val="B58F38"/>
              </a:solidFill>
            </a:ln>
          </c:spPr>
          <c:marker>
            <c:symbol val="circle"/>
            <c:size val="3"/>
            <c:spPr>
              <a:solidFill>
                <a:srgbClr val="B58F38"/>
              </a:solidFill>
              <a:ln>
                <a:solidFill>
                  <a:srgbClr val="B58F38"/>
                </a:solidFill>
              </a:ln>
            </c:spPr>
          </c:marker>
          <c:cat>
            <c:strRef>
              <c:f>Sheet1!$A$2:$A$23</c:f>
              <c:strCache>
                <c:ptCount val="22"/>
                <c:pt idx="0">
                  <c:v>25.01</c:v>
                </c:pt>
                <c:pt idx="1">
                  <c:v>25.02</c:v>
                </c:pt>
                <c:pt idx="2">
                  <c:v>25.03</c:v>
                </c:pt>
                <c:pt idx="3">
                  <c:v>25.04</c:v>
                </c:pt>
                <c:pt idx="4">
                  <c:v>25.05</c:v>
                </c:pt>
                <c:pt idx="5">
                  <c:v>25.06</c:v>
                </c:pt>
                <c:pt idx="6">
                  <c:v>25.07</c:v>
                </c:pt>
                <c:pt idx="7">
                  <c:v>25.08</c:v>
                </c:pt>
                <c:pt idx="8">
                  <c:v>25.09</c:v>
                </c:pt>
                <c:pt idx="9">
                  <c:v>25.10</c:v>
                </c:pt>
                <c:pt idx="10">
                  <c:v>25.11</c:v>
                </c:pt>
                <c:pt idx="11">
                  <c:v>25.12</c:v>
                </c:pt>
                <c:pt idx="12">
                  <c:v>26.01</c:v>
                </c:pt>
                <c:pt idx="13">
                  <c:v>26.02</c:v>
                </c:pt>
                <c:pt idx="14">
                  <c:v>26.03</c:v>
                </c:pt>
                <c:pt idx="15">
                  <c:v>26.04</c:v>
                </c:pt>
                <c:pt idx="16">
                  <c:v>26.05</c:v>
                </c:pt>
                <c:pt idx="17">
                  <c:v>26.06</c:v>
                </c:pt>
                <c:pt idx="18">
                  <c:v>26.07</c:v>
                </c:pt>
                <c:pt idx="19">
                  <c:v>26.08</c:v>
                </c:pt>
                <c:pt idx="20">
                  <c:v>26.09</c:v>
                </c:pt>
                <c:pt idx="21">
                  <c:v>26.10*</c:v>
                </c:pt>
              </c:strCache>
            </c: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5.018032800126539</c:v>
                </c:pt>
                <c:pt idx="1">
                  <c:v>3.9660455055893378</c:v>
                </c:pt>
                <c:pt idx="2">
                  <c:v>9.461758424269012</c:v>
                </c:pt>
                <c:pt idx="3">
                  <c:v>16.17595338224209</c:v>
                </c:pt>
                <c:pt idx="4">
                  <c:v>30.1875989018331</c:v>
                </c:pt>
                <c:pt idx="5">
                  <c:v>29.684786794767906</c:v>
                </c:pt>
                <c:pt idx="6">
                  <c:v>21.387300993500535</c:v>
                </c:pt>
                <c:pt idx="7">
                  <c:v>14.582602066882554</c:v>
                </c:pt>
                <c:pt idx="8">
                  <c:v>6.879101332865408</c:v>
                </c:pt>
                <c:pt idx="9">
                  <c:v>6.291821312494782</c:v>
                </c:pt>
                <c:pt idx="10">
                  <c:v>5.2938336984074095</c:v>
                </c:pt>
                <c:pt idx="11">
                  <c:v>4.470528215686117</c:v>
                </c:pt>
                <c:pt idx="12">
                  <c:v>3.787822945231638</c:v>
                </c:pt>
                <c:pt idx="13">
                  <c:v>3.4365757258082916</c:v>
                </c:pt>
                <c:pt idx="14">
                  <c:v>3.1218794307273927</c:v>
                </c:pt>
                <c:pt idx="15">
                  <c:v>2.411950113333978</c:v>
                </c:pt>
                <c:pt idx="16">
                  <c:v>2.1520150072888677</c:v>
                </c:pt>
                <c:pt idx="17">
                  <c:v>2.1971930699673834</c:v>
                </c:pt>
                <c:pt idx="18">
                  <c:v>1.8939051126249444</c:v>
                </c:pt>
                <c:pt idx="19">
                  <c:v>1.9542439360508006</c:v>
                </c:pt>
                <c:pt idx="20">
                  <c:v>2.6024597974906825</c:v>
                </c:pt>
                <c:pt idx="21">
                  <c:v>4.342499842012806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버거 치즈</c:v>
                </c:pt>
              </c:strCache>
            </c:strRef>
          </c:tx>
          <c:spPr>
            <a:ln w="15875">
              <a:solidFill>
                <a:srgbClr val="7D6A2F"/>
              </a:solidFill>
            </a:ln>
          </c:spPr>
          <c:marker>
            <c:symbol val="circle"/>
            <c:size val="3"/>
            <c:spPr>
              <a:solidFill>
                <a:srgbClr val="7D6A2F"/>
              </a:solidFill>
              <a:ln>
                <a:solidFill>
                  <a:srgbClr val="7D6A2F"/>
                </a:solidFill>
              </a:ln>
            </c:spPr>
          </c:marker>
          <c:cat>
            <c:strRef>
              <c:f>Sheet1!$A$2:$A$23</c:f>
              <c:strCache>
                <c:ptCount val="22"/>
                <c:pt idx="0">
                  <c:v>25.01</c:v>
                </c:pt>
                <c:pt idx="1">
                  <c:v>25.02</c:v>
                </c:pt>
                <c:pt idx="2">
                  <c:v>25.03</c:v>
                </c:pt>
                <c:pt idx="3">
                  <c:v>25.04</c:v>
                </c:pt>
                <c:pt idx="4">
                  <c:v>25.05</c:v>
                </c:pt>
                <c:pt idx="5">
                  <c:v>25.06</c:v>
                </c:pt>
                <c:pt idx="6">
                  <c:v>25.07</c:v>
                </c:pt>
                <c:pt idx="7">
                  <c:v>25.08</c:v>
                </c:pt>
                <c:pt idx="8">
                  <c:v>25.09</c:v>
                </c:pt>
                <c:pt idx="9">
                  <c:v>25.10</c:v>
                </c:pt>
                <c:pt idx="10">
                  <c:v>25.11</c:v>
                </c:pt>
                <c:pt idx="11">
                  <c:v>25.12</c:v>
                </c:pt>
                <c:pt idx="12">
                  <c:v>26.01</c:v>
                </c:pt>
                <c:pt idx="13">
                  <c:v>26.02</c:v>
                </c:pt>
                <c:pt idx="14">
                  <c:v>26.03</c:v>
                </c:pt>
                <c:pt idx="15">
                  <c:v>26.04</c:v>
                </c:pt>
                <c:pt idx="16">
                  <c:v>26.05</c:v>
                </c:pt>
                <c:pt idx="17">
                  <c:v>26.06</c:v>
                </c:pt>
                <c:pt idx="18">
                  <c:v>26.07</c:v>
                </c:pt>
                <c:pt idx="19">
                  <c:v>26.08</c:v>
                </c:pt>
                <c:pt idx="20">
                  <c:v>26.09</c:v>
                </c:pt>
                <c:pt idx="21">
                  <c:v>26.10*</c:v>
                </c:pt>
              </c:strCache>
            </c:strRef>
          </c:cat>
          <c:val>
            <c:numRef>
              <c:f>Sheet1!$C$2:$C$23</c:f>
              <c:numCache>
                <c:formatCode>General</c:formatCode>
                <c:ptCount val="22"/>
                <c:pt idx="0">
                  <c:v>26.994882934443286</c:v>
                </c:pt>
                <c:pt idx="1">
                  <c:v>30.00442828341014</c:v>
                </c:pt>
                <c:pt idx="2">
                  <c:v>23.924257284079083</c:v>
                </c:pt>
                <c:pt idx="3">
                  <c:v>23.567233870967744</c:v>
                </c:pt>
                <c:pt idx="4">
                  <c:v>23.71613683662851</c:v>
                </c:pt>
                <c:pt idx="5">
                  <c:v>25.955458333333333</c:v>
                </c:pt>
                <c:pt idx="6">
                  <c:v>30.781145941727367</c:v>
                </c:pt>
                <c:pt idx="7">
                  <c:v>35.88000650364204</c:v>
                </c:pt>
                <c:pt idx="8">
                  <c:v>28.32293682795699</c:v>
                </c:pt>
                <c:pt idx="9">
                  <c:v>34.120141779396455</c:v>
                </c:pt>
                <c:pt idx="10">
                  <c:v>24.93678494623656</c:v>
                </c:pt>
                <c:pt idx="11">
                  <c:v>26.848841050988554</c:v>
                </c:pt>
                <c:pt idx="12">
                  <c:v>21.852219042663894</c:v>
                </c:pt>
                <c:pt idx="13">
                  <c:v>16.622177419354838</c:v>
                </c:pt>
                <c:pt idx="14">
                  <c:v>17.781169354838706</c:v>
                </c:pt>
                <c:pt idx="15">
                  <c:v>15.851708333333333</c:v>
                </c:pt>
                <c:pt idx="16">
                  <c:v>15.794932362122788</c:v>
                </c:pt>
                <c:pt idx="17">
                  <c:v>17.47215994623656</c:v>
                </c:pt>
                <c:pt idx="18">
                  <c:v>15.469977887617064</c:v>
                </c:pt>
                <c:pt idx="19">
                  <c:v>16.008526274713837</c:v>
                </c:pt>
                <c:pt idx="20">
                  <c:v>13.84265188172043</c:v>
                </c:pt>
                <c:pt idx="21">
                  <c:v>14.642695246179965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치킨 매운맛</c:v>
                </c:pt>
              </c:strCache>
            </c:strRef>
          </c:tx>
          <c:spPr>
            <a:ln w="15875">
              <a:solidFill>
                <a:srgbClr val="B65346"/>
              </a:solidFill>
            </a:ln>
          </c:spPr>
          <c:marker>
            <c:symbol val="circle"/>
            <c:size val="3"/>
            <c:spPr>
              <a:solidFill>
                <a:srgbClr val="B65346"/>
              </a:solidFill>
              <a:ln>
                <a:solidFill>
                  <a:srgbClr val="B65346"/>
                </a:solidFill>
              </a:ln>
            </c:spPr>
          </c:marker>
          <c:cat>
            <c:strRef>
              <c:f>Sheet1!$A$2:$A$23</c:f>
              <c:strCache>
                <c:ptCount val="22"/>
                <c:pt idx="0">
                  <c:v>25.01</c:v>
                </c:pt>
                <c:pt idx="1">
                  <c:v>25.02</c:v>
                </c:pt>
                <c:pt idx="2">
                  <c:v>25.03</c:v>
                </c:pt>
                <c:pt idx="3">
                  <c:v>25.04</c:v>
                </c:pt>
                <c:pt idx="4">
                  <c:v>25.05</c:v>
                </c:pt>
                <c:pt idx="5">
                  <c:v>25.06</c:v>
                </c:pt>
                <c:pt idx="6">
                  <c:v>25.07</c:v>
                </c:pt>
                <c:pt idx="7">
                  <c:v>25.08</c:v>
                </c:pt>
                <c:pt idx="8">
                  <c:v>25.09</c:v>
                </c:pt>
                <c:pt idx="9">
                  <c:v>25.10</c:v>
                </c:pt>
                <c:pt idx="10">
                  <c:v>25.11</c:v>
                </c:pt>
                <c:pt idx="11">
                  <c:v>25.12</c:v>
                </c:pt>
                <c:pt idx="12">
                  <c:v>26.01</c:v>
                </c:pt>
                <c:pt idx="13">
                  <c:v>26.02</c:v>
                </c:pt>
                <c:pt idx="14">
                  <c:v>26.03</c:v>
                </c:pt>
                <c:pt idx="15">
                  <c:v>26.04</c:v>
                </c:pt>
                <c:pt idx="16">
                  <c:v>26.05</c:v>
                </c:pt>
                <c:pt idx="17">
                  <c:v>26.06</c:v>
                </c:pt>
                <c:pt idx="18">
                  <c:v>26.07</c:v>
                </c:pt>
                <c:pt idx="19">
                  <c:v>26.08</c:v>
                </c:pt>
                <c:pt idx="20">
                  <c:v>26.09</c:v>
                </c:pt>
                <c:pt idx="21">
                  <c:v>26.10*</c:v>
                </c:pt>
              </c:strCache>
            </c:strRef>
          </c:cat>
          <c:val>
            <c:numRef>
              <c:f>Sheet1!$D$2:$D$23</c:f>
              <c:numCache>
                <c:formatCode>General</c:formatCode>
                <c:ptCount val="22"/>
                <c:pt idx="0">
                  <c:v>8.445135646955404</c:v>
                </c:pt>
                <c:pt idx="1">
                  <c:v>7.8924918742195915</c:v>
                </c:pt>
                <c:pt idx="2">
                  <c:v>8.0653401604955</c:v>
                </c:pt>
                <c:pt idx="3">
                  <c:v>6.851324430718786</c:v>
                </c:pt>
                <c:pt idx="4">
                  <c:v>6.522033771146169</c:v>
                </c:pt>
                <c:pt idx="5">
                  <c:v>6.346960497428027</c:v>
                </c:pt>
                <c:pt idx="6">
                  <c:v>6.59078197818592</c:v>
                </c:pt>
                <c:pt idx="7">
                  <c:v>6.766066999292501</c:v>
                </c:pt>
                <c:pt idx="8">
                  <c:v>6.089455072297999</c:v>
                </c:pt>
                <c:pt idx="9">
                  <c:v>6.40001561970087</c:v>
                </c:pt>
                <c:pt idx="10">
                  <c:v>5.54781263205386</c:v>
                </c:pt>
                <c:pt idx="11">
                  <c:v>5.686801014542618</c:v>
                </c:pt>
                <c:pt idx="12">
                  <c:v>5.2279292550540335</c:v>
                </c:pt>
                <c:pt idx="13">
                  <c:v>35.21194772267089</c:v>
                </c:pt>
                <c:pt idx="14">
                  <c:v>12.518221703205388</c:v>
                </c:pt>
                <c:pt idx="15">
                  <c:v>7.76056986900257</c:v>
                </c:pt>
                <c:pt idx="16">
                  <c:v>6.095812721016461</c:v>
                </c:pt>
                <c:pt idx="17">
                  <c:v>5.302746084851257</c:v>
                </c:pt>
                <c:pt idx="18">
                  <c:v>4.977008599752236</c:v>
                </c:pt>
                <c:pt idx="19">
                  <c:v>4.538765299543123</c:v>
                </c:pt>
                <c:pt idx="20">
                  <c:v>3.977940452247735</c:v>
                </c:pt>
                <c:pt idx="21">
                  <c:v>3.919974796159424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버거 매운·고추</c:v>
                </c:pt>
              </c:strCache>
            </c:strRef>
          </c:tx>
          <c:spPr>
            <a:ln w="15875">
              <a:solidFill>
                <a:srgbClr val="7B4147"/>
              </a:solidFill>
            </a:ln>
          </c:spPr>
          <c:marker>
            <c:symbol val="circle"/>
            <c:size val="3"/>
            <c:spPr>
              <a:solidFill>
                <a:srgbClr val="7B4147"/>
              </a:solidFill>
              <a:ln>
                <a:solidFill>
                  <a:srgbClr val="7B4147"/>
                </a:solidFill>
              </a:ln>
            </c:spPr>
          </c:marker>
          <c:cat>
            <c:strRef>
              <c:f>Sheet1!$A$2:$A$23</c:f>
              <c:strCache>
                <c:ptCount val="22"/>
                <c:pt idx="0">
                  <c:v>25.01</c:v>
                </c:pt>
                <c:pt idx="1">
                  <c:v>25.02</c:v>
                </c:pt>
                <c:pt idx="2">
                  <c:v>25.03</c:v>
                </c:pt>
                <c:pt idx="3">
                  <c:v>25.04</c:v>
                </c:pt>
                <c:pt idx="4">
                  <c:v>25.05</c:v>
                </c:pt>
                <c:pt idx="5">
                  <c:v>25.06</c:v>
                </c:pt>
                <c:pt idx="6">
                  <c:v>25.07</c:v>
                </c:pt>
                <c:pt idx="7">
                  <c:v>25.08</c:v>
                </c:pt>
                <c:pt idx="8">
                  <c:v>25.09</c:v>
                </c:pt>
                <c:pt idx="9">
                  <c:v>25.10</c:v>
                </c:pt>
                <c:pt idx="10">
                  <c:v>25.11</c:v>
                </c:pt>
                <c:pt idx="11">
                  <c:v>25.12</c:v>
                </c:pt>
                <c:pt idx="12">
                  <c:v>26.01</c:v>
                </c:pt>
                <c:pt idx="13">
                  <c:v>26.02</c:v>
                </c:pt>
                <c:pt idx="14">
                  <c:v>26.03</c:v>
                </c:pt>
                <c:pt idx="15">
                  <c:v>26.04</c:v>
                </c:pt>
                <c:pt idx="16">
                  <c:v>26.05</c:v>
                </c:pt>
                <c:pt idx="17">
                  <c:v>26.06</c:v>
                </c:pt>
                <c:pt idx="18">
                  <c:v>26.07</c:v>
                </c:pt>
                <c:pt idx="19">
                  <c:v>26.08</c:v>
                </c:pt>
                <c:pt idx="20">
                  <c:v>26.09</c:v>
                </c:pt>
                <c:pt idx="21">
                  <c:v>26.10*</c:v>
                </c:pt>
              </c:strCache>
            </c:strRef>
          </c:cat>
          <c:val>
            <c:numRef>
              <c:f>Sheet1!$E$2:$E$23</c:f>
              <c:numCache>
                <c:formatCode>General</c:formatCode>
                <c:ptCount val="22"/>
                <c:pt idx="0">
                  <c:v>33.85084307322125</c:v>
                </c:pt>
                <c:pt idx="1">
                  <c:v>37.42979539500926</c:v>
                </c:pt>
                <c:pt idx="2">
                  <c:v>28.64563965474464</c:v>
                </c:pt>
                <c:pt idx="3">
                  <c:v>28.408414562695818</c:v>
                </c:pt>
                <c:pt idx="4">
                  <c:v>29.131203342363154</c:v>
                </c:pt>
                <c:pt idx="5">
                  <c:v>42.05495429090734</c:v>
                </c:pt>
                <c:pt idx="6">
                  <c:v>31.722994033291897</c:v>
                </c:pt>
                <c:pt idx="7">
                  <c:v>30.66833578564514</c:v>
                </c:pt>
                <c:pt idx="8">
                  <c:v>30.188533640648906</c:v>
                </c:pt>
                <c:pt idx="9">
                  <c:v>30.22915855041477</c:v>
                </c:pt>
                <c:pt idx="10">
                  <c:v>26.615509644940758</c:v>
                </c:pt>
                <c:pt idx="11">
                  <c:v>26.75902220355305</c:v>
                </c:pt>
                <c:pt idx="12">
                  <c:v>23.762076150953106</c:v>
                </c:pt>
                <c:pt idx="13">
                  <c:v>20.617017856813494</c:v>
                </c:pt>
                <c:pt idx="14">
                  <c:v>24.26312035296719</c:v>
                </c:pt>
                <c:pt idx="15">
                  <c:v>21.58514128296054</c:v>
                </c:pt>
                <c:pt idx="16">
                  <c:v>21.66204796429693</c:v>
                </c:pt>
                <c:pt idx="17">
                  <c:v>24.03640878891569</c:v>
                </c:pt>
                <c:pt idx="18">
                  <c:v>24.693013686824102</c:v>
                </c:pt>
                <c:pt idx="19">
                  <c:v>23.155887854437946</c:v>
                </c:pt>
                <c:pt idx="20">
                  <c:v>47.177997789859994</c:v>
                </c:pt>
                <c:pt idx="21">
                  <c:v>64.90386387155996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4E2DD"/>
            </a:solidFill>
          </a:ln>
        </c:spPr>
        <c:txPr>
          <a:bodyPr/>
          <a:lstStyle/>
          <a:p>
            <a:pPr>
              <a:defRPr sz="770">
                <a:solidFill>
                  <a:srgbClr val="686E73"/>
                </a:solidFill>
                <a:latin typeface="맑은 고딕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80.0"/>
          <c:min val="0.0"/>
        </c:scaling>
        <c:delete val="0"/>
        <c:axPos val="l"/>
        <c:majorGridlines>
          <c:spPr>
            <a:ln w="5080">
              <a:solidFill>
                <a:srgbClr val="E4E2DD"/>
              </a:solidFill>
            </a:ln>
          </c:spPr>
        </c:majorGridlines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60">
                <a:solidFill>
                  <a:srgbClr val="686E73"/>
                </a:solidFill>
                <a:latin typeface="맑은 고딕"/>
              </a:defRPr>
            </a:pPr>
          </a:p>
        </c:txPr>
        <c:crossAx val="2118791784"/>
        <c:crosses val="autoZero"/>
        <c:majorUnit val="20.0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2026.9 MAU</c:v>
                </c:pt>
              </c:strCache>
            </c:strRef>
          </c:tx>
          <c:spPr>
            <a:solidFill>
              <a:srgbClr val="2F7770"/>
            </a:solidFill>
            <a:ln>
              <a:noFill/>
            </a:ln>
          </c:spPr>
          <c:dLbls>
            <c:dLbl>
              <c:idx val="0"/>
              <c:tx>
                <c:rich>
                  <a:bodyPr lIns="0" rIns="0" tIns="0" bIns="0"/>
                  <a:lstStyle/>
                  <a:p>
                    <a:pPr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sz="980" b="1">
                        <a:solidFill>
                          <a:srgbClr val="292925"/>
                        </a:solidFill>
                        <a:latin typeface="맑은 고딕"/>
                      </a:rPr>
                      <a:t>2,406만</a:t>
                    </a:r>
                  </a:p>
                  <a:p>
                    <a:pPr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</a:pPr>
                    <a:r>
                      <a:rPr sz="980" b="0">
                        <a:solidFill>
                          <a:srgbClr val="292925"/>
                        </a:solidFill>
                        <a:latin typeface="맑은 고딕"/>
                      </a:rPr>
                      <a:t>작년대비+8.4%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lIns="0" rIns="0" tIns="0" bIns="0"/>
                  <a:lstStyle/>
                  <a:p>
                    <a:pPr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sz="980" b="1">
                        <a:solidFill>
                          <a:srgbClr val="292925"/>
                        </a:solidFill>
                        <a:latin typeface="맑은 고딕"/>
                      </a:rPr>
                      <a:t>1,401만</a:t>
                    </a:r>
                  </a:p>
                  <a:p>
                    <a:pPr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</a:pPr>
                    <a:r>
                      <a:rPr sz="980" b="0">
                        <a:solidFill>
                          <a:srgbClr val="292925"/>
                        </a:solidFill>
                        <a:latin typeface="맑은 고딕"/>
                      </a:rPr>
                      <a:t>작년대비+16.1%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lIns="0" rIns="0" tIns="0" bIns="0"/>
                  <a:lstStyle/>
                  <a:p>
                    <a:pPr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sz="980" b="1">
                        <a:solidFill>
                          <a:srgbClr val="292925"/>
                        </a:solidFill>
                        <a:latin typeface="맑은 고딕"/>
                      </a:rPr>
                      <a:t>374만</a:t>
                    </a:r>
                  </a:p>
                  <a:p>
                    <a:pPr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</a:pPr>
                    <a:r>
                      <a:rPr sz="980" b="0">
                        <a:solidFill>
                          <a:srgbClr val="292925"/>
                        </a:solidFill>
                        <a:latin typeface="맑은 고딕"/>
                      </a:rPr>
                      <a:t>작년대비-16.7%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 lIns="0" rIns="0" tIns="0" bIns="0"/>
                  <a:lstStyle/>
                  <a:p>
                    <a:pPr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sz="980" b="1">
                        <a:solidFill>
                          <a:srgbClr val="292925"/>
                        </a:solidFill>
                        <a:latin typeface="맑은 고딕"/>
                      </a:rPr>
                      <a:t>205만</a:t>
                    </a:r>
                  </a:p>
                  <a:p>
                    <a:pPr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</a:pPr>
                    <a:r>
                      <a:rPr sz="980" b="0">
                        <a:solidFill>
                          <a:srgbClr val="292925"/>
                        </a:solidFill>
                        <a:latin typeface="맑은 고딕"/>
                      </a:rPr>
                      <a:t>작년대비-6.0%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배달의민족</c:v>
                </c:pt>
                <c:pt idx="1">
                  <c:v>쿠팡이츠</c:v>
                </c:pt>
                <c:pt idx="2">
                  <c:v>요기요</c:v>
                </c:pt>
                <c:pt idx="3">
                  <c:v>땡겨요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2406</c:v>
                </c:pt>
                <c:pt idx="1">
                  <c:v>1401</c:v>
                </c:pt>
                <c:pt idx="2">
                  <c:v>374</c:v>
                </c:pt>
                <c:pt idx="3">
                  <c:v>205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100">
                  <a:solidFill>
                    <a:srgbClr val="292925"/>
                  </a:solidFill>
                  <a:latin typeface="맑은 고딕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gapWidth val="8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txPr>
          <a:bodyPr/>
          <a:lstStyle/>
          <a:p>
            <a:pPr>
              <a:defRPr sz="1090">
                <a:latin typeface="맑은 고딕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800.0"/>
          <c:min val="0.0"/>
        </c:scaling>
        <c:delete val="0"/>
        <c:axPos val="l"/>
        <c:majorGridlines>
          <c:spPr>
            <a:ln w="7620">
              <a:solidFill>
                <a:srgbClr val="DFDCD3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010">
                <a:latin typeface="맑은 고딕"/>
              </a:defRPr>
            </a:pPr>
          </a:p>
        </c:txPr>
        <c:crossAx val="-2068027336"/>
        <c:crosses val="autoZero"/>
        <c:majorUnit val="70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카드결제 추정액</c:v>
                </c:pt>
              </c:strCache>
            </c:strRef>
          </c:tx>
          <c:spPr>
            <a:solidFill>
              <a:srgbClr val="BD432D"/>
            </a:solidFill>
            <a:ln>
              <a:noFill/>
            </a:ln>
          </c:spPr>
          <c:dLbls>
            <c:dLbl>
              <c:idx val="0"/>
              <c:tx>
                <c:rich>
                  <a:bodyPr lIns="0" rIns="0" tIns="0" bIns="0"/>
                  <a:lstStyle/>
                  <a:p>
                    <a:pPr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sz="980" b="1">
                        <a:solidFill>
                          <a:srgbClr val="292925"/>
                        </a:solidFill>
                        <a:latin typeface="맑은 고딕"/>
                      </a:rPr>
                      <a:t>8,975억</a:t>
                    </a:r>
                  </a:p>
                  <a:p>
                    <a:pPr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</a:pPr>
                    <a:r>
                      <a:rPr sz="980" b="0">
                        <a:solidFill>
                          <a:srgbClr val="292925"/>
                        </a:solidFill>
                        <a:latin typeface="맑은 고딕"/>
                      </a:rPr>
                      <a:t>4개사중53.5%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lIns="0" rIns="0" tIns="0" bIns="0"/>
                  <a:lstStyle/>
                  <a:p>
                    <a:pPr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sz="980" b="1">
                        <a:solidFill>
                          <a:srgbClr val="292925"/>
                        </a:solidFill>
                        <a:latin typeface="맑은 고딕"/>
                      </a:rPr>
                      <a:t>7,148억</a:t>
                    </a:r>
                  </a:p>
                  <a:p>
                    <a:pPr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</a:pPr>
                    <a:r>
                      <a:rPr sz="980" b="0">
                        <a:solidFill>
                          <a:srgbClr val="292925"/>
                        </a:solidFill>
                        <a:latin typeface="맑은 고딕"/>
                      </a:rPr>
                      <a:t>4개사중42.6%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lIns="0" rIns="0" tIns="0" bIns="0"/>
                  <a:lstStyle/>
                  <a:p>
                    <a:pPr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sz="980" b="1">
                        <a:solidFill>
                          <a:srgbClr val="292925"/>
                        </a:solidFill>
                        <a:latin typeface="맑은 고딕"/>
                      </a:rPr>
                      <a:t>466억</a:t>
                    </a:r>
                  </a:p>
                  <a:p>
                    <a:pPr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</a:pPr>
                    <a:r>
                      <a:rPr sz="980" b="0">
                        <a:solidFill>
                          <a:srgbClr val="292925"/>
                        </a:solidFill>
                        <a:latin typeface="맑은 고딕"/>
                      </a:rPr>
                      <a:t>4개사중2.8%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 lIns="0" rIns="0" tIns="0" bIns="0"/>
                  <a:lstStyle/>
                  <a:p>
                    <a:pPr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sz="980" b="1">
                        <a:solidFill>
                          <a:srgbClr val="292925"/>
                        </a:solidFill>
                        <a:latin typeface="맑은 고딕"/>
                      </a:rPr>
                      <a:t>194억</a:t>
                    </a:r>
                  </a:p>
                  <a:p>
                    <a:pPr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</a:pPr>
                    <a:r>
                      <a:rPr sz="980" b="0">
                        <a:solidFill>
                          <a:srgbClr val="292925"/>
                        </a:solidFill>
                        <a:latin typeface="맑은 고딕"/>
                      </a:rPr>
                      <a:t>4개사중1.2%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배달의민족</c:v>
                </c:pt>
                <c:pt idx="1">
                  <c:v>쿠팡이츠</c:v>
                </c:pt>
                <c:pt idx="2">
                  <c:v>요기요</c:v>
                </c:pt>
                <c:pt idx="3">
                  <c:v>땡겨요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8975</c:v>
                </c:pt>
                <c:pt idx="1">
                  <c:v>7148</c:v>
                </c:pt>
                <c:pt idx="2">
                  <c:v>466</c:v>
                </c:pt>
                <c:pt idx="3">
                  <c:v>194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100">
                  <a:solidFill>
                    <a:srgbClr val="292925"/>
                  </a:solidFill>
                  <a:latin typeface="맑은 고딕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gapWidth val="8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txPr>
          <a:bodyPr/>
          <a:lstStyle/>
          <a:p>
            <a:pPr>
              <a:defRPr sz="1090">
                <a:latin typeface="맑은 고딕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000.0"/>
          <c:min val="0.0"/>
        </c:scaling>
        <c:delete val="0"/>
        <c:axPos val="l"/>
        <c:majorGridlines>
          <c:spPr>
            <a:ln w="7620">
              <a:solidFill>
                <a:srgbClr val="DFDCD3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010">
                <a:latin typeface="맑은 고딕"/>
              </a:defRPr>
            </a:pPr>
          </a:p>
        </c:txPr>
        <c:crossAx val="-2068027336"/>
        <c:crosses val="autoZero"/>
        <c:majorUnit val="250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3"/>
  <c:chart>
    <c:autoTitleDeleted val="0"/>
    <c:plotArea>
      <c:layout>
        <c:manualLayout>
          <c:layoutTarget val="inner"/>
          <c:xMode val="edge"/>
          <c:yMode val="edge"/>
          <c:wMode val="factor"/>
          <c:hMode val="factor"/>
          <c:x val="0.10743801652892562"/>
          <c:y val=".06"/>
          <c:w val="0.8677685950413223"/>
          <c:h val=".76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치킨버거</c:v>
                </c:pt>
              </c:strCache>
            </c:strRef>
          </c:tx>
          <c:spPr>
            <a:ln w="15875">
              <a:solidFill>
                <a:srgbClr val="7D8F51"/>
              </a:solidFill>
            </a:ln>
          </c:spPr>
          <c:marker>
            <c:symbol val="circle"/>
            <c:size val="3"/>
            <c:spPr>
              <a:solidFill>
                <a:srgbClr val="7D8F51"/>
              </a:solidFill>
              <a:ln>
                <a:solidFill>
                  <a:srgbClr val="7D8F51"/>
                </a:solidFill>
              </a:ln>
            </c:spPr>
          </c:marker>
          <c:cat>
            <c:strRef>
              <c:f>Sheet1!$A$2:$A$23</c:f>
              <c:strCache>
                <c:ptCount val="22"/>
                <c:pt idx="0">
                  <c:v>25.01</c:v>
                </c:pt>
                <c:pt idx="1">
                  <c:v>25.02</c:v>
                </c:pt>
                <c:pt idx="2">
                  <c:v>25.03</c:v>
                </c:pt>
                <c:pt idx="3">
                  <c:v>25.04</c:v>
                </c:pt>
                <c:pt idx="4">
                  <c:v>25.05</c:v>
                </c:pt>
                <c:pt idx="5">
                  <c:v>25.06</c:v>
                </c:pt>
                <c:pt idx="6">
                  <c:v>25.07</c:v>
                </c:pt>
                <c:pt idx="7">
                  <c:v>25.08</c:v>
                </c:pt>
                <c:pt idx="8">
                  <c:v>25.09</c:v>
                </c:pt>
                <c:pt idx="9">
                  <c:v>25.10</c:v>
                </c:pt>
                <c:pt idx="10">
                  <c:v>25.11</c:v>
                </c:pt>
                <c:pt idx="11">
                  <c:v>25.12</c:v>
                </c:pt>
                <c:pt idx="12">
                  <c:v>26.01</c:v>
                </c:pt>
                <c:pt idx="13">
                  <c:v>26.02</c:v>
                </c:pt>
                <c:pt idx="14">
                  <c:v>26.03</c:v>
                </c:pt>
                <c:pt idx="15">
                  <c:v>26.04</c:v>
                </c:pt>
                <c:pt idx="16">
                  <c:v>26.05</c:v>
                </c:pt>
                <c:pt idx="17">
                  <c:v>26.06</c:v>
                </c:pt>
                <c:pt idx="18">
                  <c:v>26.07</c:v>
                </c:pt>
                <c:pt idx="19">
                  <c:v>26.08</c:v>
                </c:pt>
                <c:pt idx="20">
                  <c:v>26.09</c:v>
                </c:pt>
                <c:pt idx="21">
                  <c:v>26.10*</c:v>
                </c:pt>
              </c:strCache>
            </c: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15.562834838709678</c:v>
                </c:pt>
                <c:pt idx="1">
                  <c:v>16.72714714285714</c:v>
                </c:pt>
                <c:pt idx="2">
                  <c:v>15.868280967741937</c:v>
                </c:pt>
                <c:pt idx="3">
                  <c:v>14.495759999999999</c:v>
                </c:pt>
                <c:pt idx="4">
                  <c:v>14.832745161290324</c:v>
                </c:pt>
                <c:pt idx="5">
                  <c:v>15.011541666666666</c:v>
                </c:pt>
                <c:pt idx="6">
                  <c:v>15.36913741935484</c:v>
                </c:pt>
                <c:pt idx="7">
                  <c:v>14.177153225806453</c:v>
                </c:pt>
                <c:pt idx="8">
                  <c:v>13.702842666666667</c:v>
                </c:pt>
                <c:pt idx="9">
                  <c:v>13.394914193548388</c:v>
                </c:pt>
                <c:pt idx="10">
                  <c:v>13.648956</c:v>
                </c:pt>
                <c:pt idx="11">
                  <c:v>13.558810967741936</c:v>
                </c:pt>
                <c:pt idx="12">
                  <c:v>15.197789354838712</c:v>
                </c:pt>
                <c:pt idx="13">
                  <c:v>14.491910714285714</c:v>
                </c:pt>
                <c:pt idx="14">
                  <c:v>15.22758935483871</c:v>
                </c:pt>
                <c:pt idx="15">
                  <c:v>18.65280466666667</c:v>
                </c:pt>
                <c:pt idx="16">
                  <c:v>33.74803935483871</c:v>
                </c:pt>
                <c:pt idx="17">
                  <c:v>18.837562333333334</c:v>
                </c:pt>
                <c:pt idx="18">
                  <c:v>15.808680967741937</c:v>
                </c:pt>
                <c:pt idx="19">
                  <c:v>14.974292258064516</c:v>
                </c:pt>
                <c:pt idx="20">
                  <c:v>12.678979</c:v>
                </c:pt>
                <c:pt idx="21">
                  <c:v>15.376195789473684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비프버거</c:v>
                </c:pt>
              </c:strCache>
            </c:strRef>
          </c:tx>
          <c:spPr>
            <a:ln w="15875">
              <a:solidFill>
                <a:srgbClr val="778189"/>
              </a:solidFill>
            </a:ln>
          </c:spPr>
          <c:marker>
            <c:symbol val="circle"/>
            <c:size val="3"/>
            <c:spPr>
              <a:solidFill>
                <a:srgbClr val="778189"/>
              </a:solidFill>
              <a:ln>
                <a:solidFill>
                  <a:srgbClr val="778189"/>
                </a:solidFill>
              </a:ln>
            </c:spPr>
          </c:marker>
          <c:cat>
            <c:strRef>
              <c:f>Sheet1!$A$2:$A$23</c:f>
              <c:strCache>
                <c:ptCount val="22"/>
                <c:pt idx="0">
                  <c:v>25.01</c:v>
                </c:pt>
                <c:pt idx="1">
                  <c:v>25.02</c:v>
                </c:pt>
                <c:pt idx="2">
                  <c:v>25.03</c:v>
                </c:pt>
                <c:pt idx="3">
                  <c:v>25.04</c:v>
                </c:pt>
                <c:pt idx="4">
                  <c:v>25.05</c:v>
                </c:pt>
                <c:pt idx="5">
                  <c:v>25.06</c:v>
                </c:pt>
                <c:pt idx="6">
                  <c:v>25.07</c:v>
                </c:pt>
                <c:pt idx="7">
                  <c:v>25.08</c:v>
                </c:pt>
                <c:pt idx="8">
                  <c:v>25.09</c:v>
                </c:pt>
                <c:pt idx="9">
                  <c:v>25.10</c:v>
                </c:pt>
                <c:pt idx="10">
                  <c:v>25.11</c:v>
                </c:pt>
                <c:pt idx="11">
                  <c:v>25.12</c:v>
                </c:pt>
                <c:pt idx="12">
                  <c:v>26.01</c:v>
                </c:pt>
                <c:pt idx="13">
                  <c:v>26.02</c:v>
                </c:pt>
                <c:pt idx="14">
                  <c:v>26.03</c:v>
                </c:pt>
                <c:pt idx="15">
                  <c:v>26.04</c:v>
                </c:pt>
                <c:pt idx="16">
                  <c:v>26.05</c:v>
                </c:pt>
                <c:pt idx="17">
                  <c:v>26.06</c:v>
                </c:pt>
                <c:pt idx="18">
                  <c:v>26.07</c:v>
                </c:pt>
                <c:pt idx="19">
                  <c:v>26.08</c:v>
                </c:pt>
                <c:pt idx="20">
                  <c:v>26.09</c:v>
                </c:pt>
                <c:pt idx="21">
                  <c:v>26.10*</c:v>
                </c:pt>
              </c:strCache>
            </c:strRef>
          </c:cat>
          <c:val>
            <c:numRef>
              <c:f>Sheet1!$C$2:$C$23</c:f>
              <c:numCache>
                <c:formatCode>General</c:formatCode>
                <c:ptCount val="22"/>
                <c:pt idx="0">
                  <c:v>16.89148354965867</c:v>
                </c:pt>
                <c:pt idx="1">
                  <c:v>30.77920145524087</c:v>
                </c:pt>
                <c:pt idx="2">
                  <c:v>16.304954815975258</c:v>
                </c:pt>
                <c:pt idx="3">
                  <c:v>12.060590649135666</c:v>
                </c:pt>
                <c:pt idx="4">
                  <c:v>8.387081028728439</c:v>
                </c:pt>
                <c:pt idx="5">
                  <c:v>7.575744215968998</c:v>
                </c:pt>
                <c:pt idx="6">
                  <c:v>7.390014688233315</c:v>
                </c:pt>
                <c:pt idx="7">
                  <c:v>7.976523105187554</c:v>
                </c:pt>
                <c:pt idx="8">
                  <c:v>7.393923457620161</c:v>
                </c:pt>
                <c:pt idx="9">
                  <c:v>14.36948161129033</c:v>
                </c:pt>
                <c:pt idx="10">
                  <c:v>5.393929230957369</c:v>
                </c:pt>
                <c:pt idx="11">
                  <c:v>7.390019767415607</c:v>
                </c:pt>
                <c:pt idx="12">
                  <c:v>3.1671469753075803</c:v>
                </c:pt>
                <c:pt idx="13">
                  <c:v>3.8960944386005023</c:v>
                </c:pt>
                <c:pt idx="14">
                  <c:v>4.457470063870971</c:v>
                </c:pt>
                <c:pt idx="15">
                  <c:v>11.15149997861241</c:v>
                </c:pt>
                <c:pt idx="16">
                  <c:v>7.214064194819961</c:v>
                </c:pt>
                <c:pt idx="17">
                  <c:v>9.393925557015509</c:v>
                </c:pt>
                <c:pt idx="18">
                  <c:v>3.8123072497937023</c:v>
                </c:pt>
                <c:pt idx="19">
                  <c:v>3.1084976573668444</c:v>
                </c:pt>
                <c:pt idx="20">
                  <c:v>6.787867384344966</c:v>
                </c:pt>
                <c:pt idx="21">
                  <c:v>3.2535807570195874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가슴살버거</c:v>
                </c:pt>
              </c:strCache>
            </c:strRef>
          </c:tx>
          <c:spPr>
            <a:ln w="15875">
              <a:solidFill>
                <a:srgbClr val="B65346"/>
              </a:solidFill>
            </a:ln>
          </c:spPr>
          <c:marker>
            <c:symbol val="circle"/>
            <c:size val="3"/>
            <c:spPr>
              <a:solidFill>
                <a:srgbClr val="B65346"/>
              </a:solidFill>
              <a:ln>
                <a:solidFill>
                  <a:srgbClr val="B65346"/>
                </a:solidFill>
              </a:ln>
            </c:spPr>
          </c:marker>
          <c:cat>
            <c:strRef>
              <c:f>Sheet1!$A$2:$A$23</c:f>
              <c:strCache>
                <c:ptCount val="22"/>
                <c:pt idx="0">
                  <c:v>25.01</c:v>
                </c:pt>
                <c:pt idx="1">
                  <c:v>25.02</c:v>
                </c:pt>
                <c:pt idx="2">
                  <c:v>25.03</c:v>
                </c:pt>
                <c:pt idx="3">
                  <c:v>25.04</c:v>
                </c:pt>
                <c:pt idx="4">
                  <c:v>25.05</c:v>
                </c:pt>
                <c:pt idx="5">
                  <c:v>25.06</c:v>
                </c:pt>
                <c:pt idx="6">
                  <c:v>25.07</c:v>
                </c:pt>
                <c:pt idx="7">
                  <c:v>25.08</c:v>
                </c:pt>
                <c:pt idx="8">
                  <c:v>25.09</c:v>
                </c:pt>
                <c:pt idx="9">
                  <c:v>25.10</c:v>
                </c:pt>
                <c:pt idx="10">
                  <c:v>25.11</c:v>
                </c:pt>
                <c:pt idx="11">
                  <c:v>25.12</c:v>
                </c:pt>
                <c:pt idx="12">
                  <c:v>26.01</c:v>
                </c:pt>
                <c:pt idx="13">
                  <c:v>26.02</c:v>
                </c:pt>
                <c:pt idx="14">
                  <c:v>26.03</c:v>
                </c:pt>
                <c:pt idx="15">
                  <c:v>26.04</c:v>
                </c:pt>
                <c:pt idx="16">
                  <c:v>26.05</c:v>
                </c:pt>
                <c:pt idx="17">
                  <c:v>26.06</c:v>
                </c:pt>
                <c:pt idx="18">
                  <c:v>26.07</c:v>
                </c:pt>
                <c:pt idx="19">
                  <c:v>26.08</c:v>
                </c:pt>
                <c:pt idx="20">
                  <c:v>26.09</c:v>
                </c:pt>
                <c:pt idx="21">
                  <c:v>26.10*</c:v>
                </c:pt>
              </c:strCache>
            </c:strRef>
          </c:cat>
          <c:val>
            <c:numRef>
              <c:f>Sheet1!$D$2:$D$23</c:f>
              <c:numCache>
                <c:formatCode>General</c:formatCode>
                <c:ptCount val="22"/>
                <c:pt idx="0">
                  <c:v>10.228164193548386</c:v>
                </c:pt>
                <c:pt idx="1">
                  <c:v>11.672471071428571</c:v>
                </c:pt>
                <c:pt idx="2">
                  <c:v>12.745866129032258</c:v>
                </c:pt>
                <c:pt idx="3">
                  <c:v>11.869916666666667</c:v>
                </c:pt>
                <c:pt idx="4">
                  <c:v>9.520060645161289</c:v>
                </c:pt>
                <c:pt idx="5">
                  <c:v>8.617883666666668</c:v>
                </c:pt>
                <c:pt idx="6">
                  <c:v>9.834772580645161</c:v>
                </c:pt>
                <c:pt idx="7">
                  <c:v>6.687646451612903</c:v>
                </c:pt>
                <c:pt idx="8">
                  <c:v>3.577235</c:v>
                </c:pt>
                <c:pt idx="9">
                  <c:v>2.5963803225806448</c:v>
                </c:pt>
                <c:pt idx="10">
                  <c:v>1.3008126666666666</c:v>
                </c:pt>
                <c:pt idx="11">
                  <c:v>1.3375290322580644</c:v>
                </c:pt>
                <c:pt idx="12">
                  <c:v>2.596380322580645</c:v>
                </c:pt>
                <c:pt idx="13">
                  <c:v>1.5679439285714285</c:v>
                </c:pt>
                <c:pt idx="14">
                  <c:v>1.3375290322580644</c:v>
                </c:pt>
                <c:pt idx="15">
                  <c:v>0.0</c:v>
                </c:pt>
                <c:pt idx="16">
                  <c:v>0.8654599999999999</c:v>
                </c:pt>
                <c:pt idx="17">
                  <c:v>2.2764223333333335</c:v>
                </c:pt>
                <c:pt idx="18">
                  <c:v>1.2588509677419355</c:v>
                </c:pt>
                <c:pt idx="19">
                  <c:v>2.753736774193548</c:v>
                </c:pt>
                <c:pt idx="20">
                  <c:v>0.48780466666666666</c:v>
                </c:pt>
                <c:pt idx="21">
                  <c:v>0.6418484210526315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4E2DD"/>
            </a:solidFill>
          </a:ln>
        </c:spPr>
        <c:txPr>
          <a:bodyPr/>
          <a:lstStyle/>
          <a:p>
            <a:pPr>
              <a:defRPr sz="770">
                <a:solidFill>
                  <a:srgbClr val="686E73"/>
                </a:solidFill>
                <a:latin typeface="맑은 고딕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40.0"/>
          <c:min val="0.0"/>
        </c:scaling>
        <c:delete val="0"/>
        <c:axPos val="l"/>
        <c:majorGridlines>
          <c:spPr>
            <a:ln w="5080">
              <a:solidFill>
                <a:srgbClr val="E4E2DD"/>
              </a:solidFill>
            </a:ln>
          </c:spPr>
        </c:majorGridlines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60">
                <a:solidFill>
                  <a:srgbClr val="686E73"/>
                </a:solidFill>
                <a:latin typeface="맑은 고딕"/>
              </a:defRPr>
            </a:pPr>
          </a:p>
        </c:txPr>
        <c:crossAx val="2118791784"/>
        <c:crosses val="autoZero"/>
        <c:majorUnit val="10.0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3"/>
  <c:chart>
    <c:autoTitleDeleted val="0"/>
    <c:plotArea>
      <c:layout>
        <c:manualLayout>
          <c:layoutTarget val="inner"/>
          <c:xMode val="edge"/>
          <c:yMode val="edge"/>
          <c:wMode val="factor"/>
          <c:hMode val="factor"/>
          <c:x val="0.10743801652892562"/>
          <c:y val=".06"/>
          <c:w val="0.8677685950413223"/>
          <c:h val=".76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치즈</c:v>
                </c:pt>
              </c:strCache>
            </c:strRef>
          </c:tx>
          <c:spPr>
            <a:ln w="15875">
              <a:solidFill>
                <a:srgbClr val="7D6A2F"/>
              </a:solidFill>
            </a:ln>
          </c:spPr>
          <c:marker>
            <c:symbol val="circle"/>
            <c:size val="3"/>
            <c:spPr>
              <a:solidFill>
                <a:srgbClr val="7D6A2F"/>
              </a:solidFill>
              <a:ln>
                <a:solidFill>
                  <a:srgbClr val="7D6A2F"/>
                </a:solidFill>
              </a:ln>
            </c:spPr>
          </c:marker>
          <c:cat>
            <c:strRef>
              <c:f>Sheet1!$A$2:$A$23</c:f>
              <c:strCache>
                <c:ptCount val="22"/>
                <c:pt idx="0">
                  <c:v>25.01</c:v>
                </c:pt>
                <c:pt idx="1">
                  <c:v>25.02</c:v>
                </c:pt>
                <c:pt idx="2">
                  <c:v>25.03</c:v>
                </c:pt>
                <c:pt idx="3">
                  <c:v>25.04</c:v>
                </c:pt>
                <c:pt idx="4">
                  <c:v>25.05</c:v>
                </c:pt>
                <c:pt idx="5">
                  <c:v>25.06</c:v>
                </c:pt>
                <c:pt idx="6">
                  <c:v>25.07</c:v>
                </c:pt>
                <c:pt idx="7">
                  <c:v>25.08</c:v>
                </c:pt>
                <c:pt idx="8">
                  <c:v>25.09</c:v>
                </c:pt>
                <c:pt idx="9">
                  <c:v>25.10</c:v>
                </c:pt>
                <c:pt idx="10">
                  <c:v>25.11</c:v>
                </c:pt>
                <c:pt idx="11">
                  <c:v>25.12</c:v>
                </c:pt>
                <c:pt idx="12">
                  <c:v>26.01</c:v>
                </c:pt>
                <c:pt idx="13">
                  <c:v>26.02</c:v>
                </c:pt>
                <c:pt idx="14">
                  <c:v>26.03</c:v>
                </c:pt>
                <c:pt idx="15">
                  <c:v>26.04</c:v>
                </c:pt>
                <c:pt idx="16">
                  <c:v>26.05</c:v>
                </c:pt>
                <c:pt idx="17">
                  <c:v>26.06</c:v>
                </c:pt>
                <c:pt idx="18">
                  <c:v>26.07</c:v>
                </c:pt>
                <c:pt idx="19">
                  <c:v>26.08</c:v>
                </c:pt>
                <c:pt idx="20">
                  <c:v>26.09</c:v>
                </c:pt>
                <c:pt idx="21">
                  <c:v>26.10*</c:v>
                </c:pt>
              </c:strCache>
            </c: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26.994882934443286</c:v>
                </c:pt>
                <c:pt idx="1">
                  <c:v>30.00442828341014</c:v>
                </c:pt>
                <c:pt idx="2">
                  <c:v>23.924257284079083</c:v>
                </c:pt>
                <c:pt idx="3">
                  <c:v>23.567233870967744</c:v>
                </c:pt>
                <c:pt idx="4">
                  <c:v>23.71613683662851</c:v>
                </c:pt>
                <c:pt idx="5">
                  <c:v>25.955458333333333</c:v>
                </c:pt>
                <c:pt idx="6">
                  <c:v>30.781145941727367</c:v>
                </c:pt>
                <c:pt idx="7">
                  <c:v>35.88000650364204</c:v>
                </c:pt>
                <c:pt idx="8">
                  <c:v>28.32293682795699</c:v>
                </c:pt>
                <c:pt idx="9">
                  <c:v>34.120141779396455</c:v>
                </c:pt>
                <c:pt idx="10">
                  <c:v>24.93678494623656</c:v>
                </c:pt>
                <c:pt idx="11">
                  <c:v>26.848841050988554</c:v>
                </c:pt>
                <c:pt idx="12">
                  <c:v>21.852219042663894</c:v>
                </c:pt>
                <c:pt idx="13">
                  <c:v>16.622177419354838</c:v>
                </c:pt>
                <c:pt idx="14">
                  <c:v>17.781169354838706</c:v>
                </c:pt>
                <c:pt idx="15">
                  <c:v>15.851708333333333</c:v>
                </c:pt>
                <c:pt idx="16">
                  <c:v>15.794932362122788</c:v>
                </c:pt>
                <c:pt idx="17">
                  <c:v>17.47215994623656</c:v>
                </c:pt>
                <c:pt idx="18">
                  <c:v>15.469977887617064</c:v>
                </c:pt>
                <c:pt idx="19">
                  <c:v>16.008526274713837</c:v>
                </c:pt>
                <c:pt idx="20">
                  <c:v>13.84265188172043</c:v>
                </c:pt>
                <c:pt idx="21">
                  <c:v>14.642695246179965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마늘·갈릭</c:v>
                </c:pt>
              </c:strCache>
            </c:strRef>
          </c:tx>
          <c:spPr>
            <a:ln w="15875">
              <a:solidFill>
                <a:srgbClr val="9B696E"/>
              </a:solidFill>
            </a:ln>
          </c:spPr>
          <c:marker>
            <c:symbol val="circle"/>
            <c:size val="3"/>
            <c:spPr>
              <a:solidFill>
                <a:srgbClr val="9B696E"/>
              </a:solidFill>
              <a:ln>
                <a:solidFill>
                  <a:srgbClr val="9B696E"/>
                </a:solidFill>
              </a:ln>
            </c:spPr>
          </c:marker>
          <c:cat>
            <c:strRef>
              <c:f>Sheet1!$A$2:$A$23</c:f>
              <c:strCache>
                <c:ptCount val="22"/>
                <c:pt idx="0">
                  <c:v>25.01</c:v>
                </c:pt>
                <c:pt idx="1">
                  <c:v>25.02</c:v>
                </c:pt>
                <c:pt idx="2">
                  <c:v>25.03</c:v>
                </c:pt>
                <c:pt idx="3">
                  <c:v>25.04</c:v>
                </c:pt>
                <c:pt idx="4">
                  <c:v>25.05</c:v>
                </c:pt>
                <c:pt idx="5">
                  <c:v>25.06</c:v>
                </c:pt>
                <c:pt idx="6">
                  <c:v>25.07</c:v>
                </c:pt>
                <c:pt idx="7">
                  <c:v>25.08</c:v>
                </c:pt>
                <c:pt idx="8">
                  <c:v>25.09</c:v>
                </c:pt>
                <c:pt idx="9">
                  <c:v>25.10</c:v>
                </c:pt>
                <c:pt idx="10">
                  <c:v>25.11</c:v>
                </c:pt>
                <c:pt idx="11">
                  <c:v>25.12</c:v>
                </c:pt>
                <c:pt idx="12">
                  <c:v>26.01</c:v>
                </c:pt>
                <c:pt idx="13">
                  <c:v>26.02</c:v>
                </c:pt>
                <c:pt idx="14">
                  <c:v>26.03</c:v>
                </c:pt>
                <c:pt idx="15">
                  <c:v>26.04</c:v>
                </c:pt>
                <c:pt idx="16">
                  <c:v>26.05</c:v>
                </c:pt>
                <c:pt idx="17">
                  <c:v>26.06</c:v>
                </c:pt>
                <c:pt idx="18">
                  <c:v>26.07</c:v>
                </c:pt>
                <c:pt idx="19">
                  <c:v>26.08</c:v>
                </c:pt>
                <c:pt idx="20">
                  <c:v>26.09</c:v>
                </c:pt>
                <c:pt idx="21">
                  <c:v>26.10*</c:v>
                </c:pt>
              </c:strCache>
            </c:strRef>
          </c:cat>
          <c:val>
            <c:numRef>
              <c:f>Sheet1!$C$2:$C$23</c:f>
              <c:numCache>
                <c:formatCode>General</c:formatCode>
                <c:ptCount val="22"/>
                <c:pt idx="0">
                  <c:v>36.966779008184886</c:v>
                </c:pt>
                <c:pt idx="1">
                  <c:v>44.69361137106967</c:v>
                </c:pt>
                <c:pt idx="2">
                  <c:v>38.09809331680526</c:v>
                </c:pt>
                <c:pt idx="3">
                  <c:v>37.69349519371469</c:v>
                </c:pt>
                <c:pt idx="4">
                  <c:v>37.32604674772394</c:v>
                </c:pt>
                <c:pt idx="5">
                  <c:v>50.955747281691096</c:v>
                </c:pt>
                <c:pt idx="6">
                  <c:v>38.83960724766185</c:v>
                </c:pt>
                <c:pt idx="7">
                  <c:v>52.790060063134916</c:v>
                </c:pt>
                <c:pt idx="8">
                  <c:v>45.90834290088022</c:v>
                </c:pt>
                <c:pt idx="9">
                  <c:v>36.43934756229073</c:v>
                </c:pt>
                <c:pt idx="10">
                  <c:v>31.413863938227415</c:v>
                </c:pt>
                <c:pt idx="11">
                  <c:v>31.868166102780506</c:v>
                </c:pt>
                <c:pt idx="12">
                  <c:v>30.301132637789017</c:v>
                </c:pt>
                <c:pt idx="13">
                  <c:v>29.15532228965065</c:v>
                </c:pt>
                <c:pt idx="14">
                  <c:v>30.285855425833905</c:v>
                </c:pt>
                <c:pt idx="15">
                  <c:v>28.917803516354876</c:v>
                </c:pt>
                <c:pt idx="16">
                  <c:v>29.758413087096994</c:v>
                </c:pt>
                <c:pt idx="17">
                  <c:v>33.40438081087774</c:v>
                </c:pt>
                <c:pt idx="18">
                  <c:v>30.736857240581504</c:v>
                </c:pt>
                <c:pt idx="19">
                  <c:v>29.895995137434998</c:v>
                </c:pt>
                <c:pt idx="20">
                  <c:v>27.093142882870715</c:v>
                </c:pt>
                <c:pt idx="21">
                  <c:v>28.036863787753305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매운·고추</c:v>
                </c:pt>
              </c:strCache>
            </c:strRef>
          </c:tx>
          <c:spPr>
            <a:ln w="15875">
              <a:solidFill>
                <a:srgbClr val="7B4147"/>
              </a:solidFill>
            </a:ln>
          </c:spPr>
          <c:marker>
            <c:symbol val="circle"/>
            <c:size val="3"/>
            <c:spPr>
              <a:solidFill>
                <a:srgbClr val="7B4147"/>
              </a:solidFill>
              <a:ln>
                <a:solidFill>
                  <a:srgbClr val="7B4147"/>
                </a:solidFill>
              </a:ln>
            </c:spPr>
          </c:marker>
          <c:cat>
            <c:strRef>
              <c:f>Sheet1!$A$2:$A$23</c:f>
              <c:strCache>
                <c:ptCount val="22"/>
                <c:pt idx="0">
                  <c:v>25.01</c:v>
                </c:pt>
                <c:pt idx="1">
                  <c:v>25.02</c:v>
                </c:pt>
                <c:pt idx="2">
                  <c:v>25.03</c:v>
                </c:pt>
                <c:pt idx="3">
                  <c:v>25.04</c:v>
                </c:pt>
                <c:pt idx="4">
                  <c:v>25.05</c:v>
                </c:pt>
                <c:pt idx="5">
                  <c:v>25.06</c:v>
                </c:pt>
                <c:pt idx="6">
                  <c:v>25.07</c:v>
                </c:pt>
                <c:pt idx="7">
                  <c:v>25.08</c:v>
                </c:pt>
                <c:pt idx="8">
                  <c:v>25.09</c:v>
                </c:pt>
                <c:pt idx="9">
                  <c:v>25.10</c:v>
                </c:pt>
                <c:pt idx="10">
                  <c:v>25.11</c:v>
                </c:pt>
                <c:pt idx="11">
                  <c:v>25.12</c:v>
                </c:pt>
                <c:pt idx="12">
                  <c:v>26.01</c:v>
                </c:pt>
                <c:pt idx="13">
                  <c:v>26.02</c:v>
                </c:pt>
                <c:pt idx="14">
                  <c:v>26.03</c:v>
                </c:pt>
                <c:pt idx="15">
                  <c:v>26.04</c:v>
                </c:pt>
                <c:pt idx="16">
                  <c:v>26.05</c:v>
                </c:pt>
                <c:pt idx="17">
                  <c:v>26.06</c:v>
                </c:pt>
                <c:pt idx="18">
                  <c:v>26.07</c:v>
                </c:pt>
                <c:pt idx="19">
                  <c:v>26.08</c:v>
                </c:pt>
                <c:pt idx="20">
                  <c:v>26.09</c:v>
                </c:pt>
                <c:pt idx="21">
                  <c:v>26.10*</c:v>
                </c:pt>
              </c:strCache>
            </c:strRef>
          </c:cat>
          <c:val>
            <c:numRef>
              <c:f>Sheet1!$D$2:$D$23</c:f>
              <c:numCache>
                <c:formatCode>General</c:formatCode>
                <c:ptCount val="22"/>
                <c:pt idx="0">
                  <c:v>33.85084307322125</c:v>
                </c:pt>
                <c:pt idx="1">
                  <c:v>37.42979539500926</c:v>
                </c:pt>
                <c:pt idx="2">
                  <c:v>28.64563965474464</c:v>
                </c:pt>
                <c:pt idx="3">
                  <c:v>28.408414562695818</c:v>
                </c:pt>
                <c:pt idx="4">
                  <c:v>29.131203342363154</c:v>
                </c:pt>
                <c:pt idx="5">
                  <c:v>42.05495429090734</c:v>
                </c:pt>
                <c:pt idx="6">
                  <c:v>31.722994033291897</c:v>
                </c:pt>
                <c:pt idx="7">
                  <c:v>30.66833578564514</c:v>
                </c:pt>
                <c:pt idx="8">
                  <c:v>30.188533640648906</c:v>
                </c:pt>
                <c:pt idx="9">
                  <c:v>30.22915855041477</c:v>
                </c:pt>
                <c:pt idx="10">
                  <c:v>26.615509644940758</c:v>
                </c:pt>
                <c:pt idx="11">
                  <c:v>26.75902220355305</c:v>
                </c:pt>
                <c:pt idx="12">
                  <c:v>23.762076150953106</c:v>
                </c:pt>
                <c:pt idx="13">
                  <c:v>20.617017856813494</c:v>
                </c:pt>
                <c:pt idx="14">
                  <c:v>24.26312035296719</c:v>
                </c:pt>
                <c:pt idx="15">
                  <c:v>21.58514128296054</c:v>
                </c:pt>
                <c:pt idx="16">
                  <c:v>21.66204796429693</c:v>
                </c:pt>
                <c:pt idx="17">
                  <c:v>24.03640878891569</c:v>
                </c:pt>
                <c:pt idx="18">
                  <c:v>24.693013686824102</c:v>
                </c:pt>
                <c:pt idx="19">
                  <c:v>23.155887854437946</c:v>
                </c:pt>
                <c:pt idx="20">
                  <c:v>47.177997789859994</c:v>
                </c:pt>
                <c:pt idx="21">
                  <c:v>64.90386387155996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불고기·간장</c:v>
                </c:pt>
              </c:strCache>
            </c:strRef>
          </c:tx>
          <c:spPr>
            <a:ln w="15875">
              <a:solidFill>
                <a:srgbClr val="778189"/>
              </a:solidFill>
            </a:ln>
          </c:spPr>
          <c:marker>
            <c:symbol val="circle"/>
            <c:size val="3"/>
            <c:spPr>
              <a:solidFill>
                <a:srgbClr val="778189"/>
              </a:solidFill>
              <a:ln>
                <a:solidFill>
                  <a:srgbClr val="778189"/>
                </a:solidFill>
              </a:ln>
            </c:spPr>
          </c:marker>
          <c:cat>
            <c:strRef>
              <c:f>Sheet1!$A$2:$A$23</c:f>
              <c:strCache>
                <c:ptCount val="22"/>
                <c:pt idx="0">
                  <c:v>25.01</c:v>
                </c:pt>
                <c:pt idx="1">
                  <c:v>25.02</c:v>
                </c:pt>
                <c:pt idx="2">
                  <c:v>25.03</c:v>
                </c:pt>
                <c:pt idx="3">
                  <c:v>25.04</c:v>
                </c:pt>
                <c:pt idx="4">
                  <c:v>25.05</c:v>
                </c:pt>
                <c:pt idx="5">
                  <c:v>25.06</c:v>
                </c:pt>
                <c:pt idx="6">
                  <c:v>25.07</c:v>
                </c:pt>
                <c:pt idx="7">
                  <c:v>25.08</c:v>
                </c:pt>
                <c:pt idx="8">
                  <c:v>25.09</c:v>
                </c:pt>
                <c:pt idx="9">
                  <c:v>25.10</c:v>
                </c:pt>
                <c:pt idx="10">
                  <c:v>25.11</c:v>
                </c:pt>
                <c:pt idx="11">
                  <c:v>25.12</c:v>
                </c:pt>
                <c:pt idx="12">
                  <c:v>26.01</c:v>
                </c:pt>
                <c:pt idx="13">
                  <c:v>26.02</c:v>
                </c:pt>
                <c:pt idx="14">
                  <c:v>26.03</c:v>
                </c:pt>
                <c:pt idx="15">
                  <c:v>26.04</c:v>
                </c:pt>
                <c:pt idx="16">
                  <c:v>26.05</c:v>
                </c:pt>
                <c:pt idx="17">
                  <c:v>26.06</c:v>
                </c:pt>
                <c:pt idx="18">
                  <c:v>26.07</c:v>
                </c:pt>
                <c:pt idx="19">
                  <c:v>26.08</c:v>
                </c:pt>
                <c:pt idx="20">
                  <c:v>26.09</c:v>
                </c:pt>
                <c:pt idx="21">
                  <c:v>26.10*</c:v>
                </c:pt>
              </c:strCache>
            </c:strRef>
          </c:cat>
          <c:val>
            <c:numRef>
              <c:f>Sheet1!$E$2:$E$23</c:f>
              <c:numCache>
                <c:formatCode>General</c:formatCode>
                <c:ptCount val="22"/>
                <c:pt idx="0">
                  <c:v>12.443548153164125</c:v>
                </c:pt>
                <c:pt idx="1">
                  <c:v>12.831675695872763</c:v>
                </c:pt>
                <c:pt idx="2">
                  <c:v>12.812914158258867</c:v>
                </c:pt>
                <c:pt idx="3">
                  <c:v>13.463364145902025</c:v>
                </c:pt>
                <c:pt idx="4">
                  <c:v>13.056420499861042</c:v>
                </c:pt>
                <c:pt idx="5">
                  <c:v>13.310695281100228</c:v>
                </c:pt>
                <c:pt idx="6">
                  <c:v>13.217847673040758</c:v>
                </c:pt>
                <c:pt idx="7">
                  <c:v>15.41490216468796</c:v>
                </c:pt>
                <c:pt idx="8">
                  <c:v>11.461665184053526</c:v>
                </c:pt>
                <c:pt idx="9">
                  <c:v>10.859367957652575</c:v>
                </c:pt>
                <c:pt idx="10">
                  <c:v>10.941455313717716</c:v>
                </c:pt>
                <c:pt idx="11">
                  <c:v>10.741723228981696</c:v>
                </c:pt>
                <c:pt idx="12">
                  <c:v>9.669186875068425</c:v>
                </c:pt>
                <c:pt idx="13">
                  <c:v>7.460898812343997</c:v>
                </c:pt>
                <c:pt idx="14">
                  <c:v>7.6964874389084885</c:v>
                </c:pt>
                <c:pt idx="15">
                  <c:v>7.025704805278102</c:v>
                </c:pt>
                <c:pt idx="16">
                  <c:v>6.571971250613293</c:v>
                </c:pt>
                <c:pt idx="17">
                  <c:v>6.590304032385427</c:v>
                </c:pt>
                <c:pt idx="18">
                  <c:v>6.380452541147973</c:v>
                </c:pt>
                <c:pt idx="19">
                  <c:v>23.229073321041987</c:v>
                </c:pt>
                <c:pt idx="20">
                  <c:v>16.02485431714384</c:v>
                </c:pt>
                <c:pt idx="21">
                  <c:v>10.544149768015147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4E2DD"/>
            </a:solidFill>
          </a:ln>
        </c:spPr>
        <c:txPr>
          <a:bodyPr/>
          <a:lstStyle/>
          <a:p>
            <a:pPr>
              <a:defRPr sz="770">
                <a:solidFill>
                  <a:srgbClr val="686E73"/>
                </a:solidFill>
                <a:latin typeface="맑은 고딕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80.0"/>
          <c:min val="0.0"/>
        </c:scaling>
        <c:delete val="0"/>
        <c:axPos val="l"/>
        <c:majorGridlines>
          <c:spPr>
            <a:ln w="5080">
              <a:solidFill>
                <a:srgbClr val="E4E2DD"/>
              </a:solidFill>
            </a:ln>
          </c:spPr>
        </c:majorGridlines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60">
                <a:solidFill>
                  <a:srgbClr val="686E73"/>
                </a:solidFill>
                <a:latin typeface="맑은 고딕"/>
              </a:defRPr>
            </a:pPr>
          </a:p>
        </c:txPr>
        <c:crossAx val="2118791784"/>
        <c:crosses val="autoZero"/>
        <c:majorUnit val="20.0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3"/>
  <c:chart>
    <c:autoTitleDeleted val="0"/>
    <c:plotArea>
      <c:layout>
        <c:manualLayout>
          <c:layoutTarget val="inner"/>
          <c:xMode val="edge"/>
          <c:yMode val="edge"/>
          <c:wMode val="factor"/>
          <c:hMode val="factor"/>
          <c:x val="0.10743801652892562"/>
          <c:y val=".06"/>
          <c:w val="0.8677685950413223"/>
          <c:h val=".76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치즈</c:v>
                </c:pt>
              </c:strCache>
            </c:strRef>
          </c:tx>
          <c:spPr>
            <a:ln w="15875">
              <a:solidFill>
                <a:srgbClr val="7D6A2F"/>
              </a:solidFill>
            </a:ln>
          </c:spPr>
          <c:marker>
            <c:symbol val="circle"/>
            <c:size val="3"/>
            <c:spPr>
              <a:solidFill>
                <a:srgbClr val="7D6A2F"/>
              </a:solidFill>
              <a:ln>
                <a:solidFill>
                  <a:srgbClr val="7D6A2F"/>
                </a:solidFill>
              </a:ln>
            </c:spPr>
          </c:marker>
          <c:cat>
            <c:strRef>
              <c:f>Sheet1!$A$2:$A$23</c:f>
              <c:strCache>
                <c:ptCount val="22"/>
                <c:pt idx="0">
                  <c:v>25.01</c:v>
                </c:pt>
                <c:pt idx="1">
                  <c:v>25.02</c:v>
                </c:pt>
                <c:pt idx="2">
                  <c:v>25.03</c:v>
                </c:pt>
                <c:pt idx="3">
                  <c:v>25.04</c:v>
                </c:pt>
                <c:pt idx="4">
                  <c:v>25.05</c:v>
                </c:pt>
                <c:pt idx="5">
                  <c:v>25.06</c:v>
                </c:pt>
                <c:pt idx="6">
                  <c:v>25.07</c:v>
                </c:pt>
                <c:pt idx="7">
                  <c:v>25.08</c:v>
                </c:pt>
                <c:pt idx="8">
                  <c:v>25.09</c:v>
                </c:pt>
                <c:pt idx="9">
                  <c:v>25.10</c:v>
                </c:pt>
                <c:pt idx="10">
                  <c:v>25.11</c:v>
                </c:pt>
                <c:pt idx="11">
                  <c:v>25.12</c:v>
                </c:pt>
                <c:pt idx="12">
                  <c:v>26.01</c:v>
                </c:pt>
                <c:pt idx="13">
                  <c:v>26.02</c:v>
                </c:pt>
                <c:pt idx="14">
                  <c:v>26.03</c:v>
                </c:pt>
                <c:pt idx="15">
                  <c:v>26.04</c:v>
                </c:pt>
                <c:pt idx="16">
                  <c:v>26.05</c:v>
                </c:pt>
                <c:pt idx="17">
                  <c:v>26.06</c:v>
                </c:pt>
                <c:pt idx="18">
                  <c:v>26.07</c:v>
                </c:pt>
                <c:pt idx="19">
                  <c:v>26.08</c:v>
                </c:pt>
                <c:pt idx="20">
                  <c:v>26.09</c:v>
                </c:pt>
                <c:pt idx="21">
                  <c:v>26.10*</c:v>
                </c:pt>
              </c:strCache>
            </c: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26.994882934443286</c:v>
                </c:pt>
                <c:pt idx="1">
                  <c:v>30.00442828341014</c:v>
                </c:pt>
                <c:pt idx="2">
                  <c:v>23.924257284079083</c:v>
                </c:pt>
                <c:pt idx="3">
                  <c:v>23.567233870967744</c:v>
                </c:pt>
                <c:pt idx="4">
                  <c:v>23.71613683662851</c:v>
                </c:pt>
                <c:pt idx="5">
                  <c:v>25.955458333333333</c:v>
                </c:pt>
                <c:pt idx="6">
                  <c:v>30.781145941727367</c:v>
                </c:pt>
                <c:pt idx="7">
                  <c:v>35.88000650364204</c:v>
                </c:pt>
                <c:pt idx="8">
                  <c:v>28.32293682795699</c:v>
                </c:pt>
                <c:pt idx="9">
                  <c:v>34.120141779396455</c:v>
                </c:pt>
                <c:pt idx="10">
                  <c:v>24.93678494623656</c:v>
                </c:pt>
                <c:pt idx="11">
                  <c:v>26.848841050988554</c:v>
                </c:pt>
                <c:pt idx="12">
                  <c:v>21.852219042663894</c:v>
                </c:pt>
                <c:pt idx="13">
                  <c:v>16.622177419354838</c:v>
                </c:pt>
                <c:pt idx="14">
                  <c:v>17.781169354838706</c:v>
                </c:pt>
                <c:pt idx="15">
                  <c:v>15.851708333333333</c:v>
                </c:pt>
                <c:pt idx="16">
                  <c:v>15.794932362122788</c:v>
                </c:pt>
                <c:pt idx="17">
                  <c:v>17.47215994623656</c:v>
                </c:pt>
                <c:pt idx="18">
                  <c:v>15.469977887617064</c:v>
                </c:pt>
                <c:pt idx="19">
                  <c:v>16.008526274713837</c:v>
                </c:pt>
                <c:pt idx="20">
                  <c:v>13.84265188172043</c:v>
                </c:pt>
                <c:pt idx="21">
                  <c:v>14.642695246179965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마늘·갈릭</c:v>
                </c:pt>
              </c:strCache>
            </c:strRef>
          </c:tx>
          <c:spPr>
            <a:ln w="15875">
              <a:solidFill>
                <a:srgbClr val="9B696E"/>
              </a:solidFill>
            </a:ln>
          </c:spPr>
          <c:marker>
            <c:symbol val="circle"/>
            <c:size val="3"/>
            <c:spPr>
              <a:solidFill>
                <a:srgbClr val="9B696E"/>
              </a:solidFill>
              <a:ln>
                <a:solidFill>
                  <a:srgbClr val="9B696E"/>
                </a:solidFill>
              </a:ln>
            </c:spPr>
          </c:marker>
          <c:cat>
            <c:strRef>
              <c:f>Sheet1!$A$2:$A$23</c:f>
              <c:strCache>
                <c:ptCount val="22"/>
                <c:pt idx="0">
                  <c:v>25.01</c:v>
                </c:pt>
                <c:pt idx="1">
                  <c:v>25.02</c:v>
                </c:pt>
                <c:pt idx="2">
                  <c:v>25.03</c:v>
                </c:pt>
                <c:pt idx="3">
                  <c:v>25.04</c:v>
                </c:pt>
                <c:pt idx="4">
                  <c:v>25.05</c:v>
                </c:pt>
                <c:pt idx="5">
                  <c:v>25.06</c:v>
                </c:pt>
                <c:pt idx="6">
                  <c:v>25.07</c:v>
                </c:pt>
                <c:pt idx="7">
                  <c:v>25.08</c:v>
                </c:pt>
                <c:pt idx="8">
                  <c:v>25.09</c:v>
                </c:pt>
                <c:pt idx="9">
                  <c:v>25.10</c:v>
                </c:pt>
                <c:pt idx="10">
                  <c:v>25.11</c:v>
                </c:pt>
                <c:pt idx="11">
                  <c:v>25.12</c:v>
                </c:pt>
                <c:pt idx="12">
                  <c:v>26.01</c:v>
                </c:pt>
                <c:pt idx="13">
                  <c:v>26.02</c:v>
                </c:pt>
                <c:pt idx="14">
                  <c:v>26.03</c:v>
                </c:pt>
                <c:pt idx="15">
                  <c:v>26.04</c:v>
                </c:pt>
                <c:pt idx="16">
                  <c:v>26.05</c:v>
                </c:pt>
                <c:pt idx="17">
                  <c:v>26.06</c:v>
                </c:pt>
                <c:pt idx="18">
                  <c:v>26.07</c:v>
                </c:pt>
                <c:pt idx="19">
                  <c:v>26.08</c:v>
                </c:pt>
                <c:pt idx="20">
                  <c:v>26.09</c:v>
                </c:pt>
                <c:pt idx="21">
                  <c:v>26.10*</c:v>
                </c:pt>
              </c:strCache>
            </c:strRef>
          </c:cat>
          <c:val>
            <c:numRef>
              <c:f>Sheet1!$C$2:$C$23</c:f>
              <c:numCache>
                <c:formatCode>General</c:formatCode>
                <c:ptCount val="22"/>
                <c:pt idx="0">
                  <c:v>36.966779008184886</c:v>
                </c:pt>
                <c:pt idx="1">
                  <c:v>44.69361137106967</c:v>
                </c:pt>
                <c:pt idx="2">
                  <c:v>38.09809331680526</c:v>
                </c:pt>
                <c:pt idx="3">
                  <c:v>37.69349519371469</c:v>
                </c:pt>
                <c:pt idx="4">
                  <c:v>37.32604674772394</c:v>
                </c:pt>
                <c:pt idx="5">
                  <c:v>50.955747281691096</c:v>
                </c:pt>
                <c:pt idx="6">
                  <c:v>38.83960724766185</c:v>
                </c:pt>
                <c:pt idx="7">
                  <c:v>52.790060063134916</c:v>
                </c:pt>
                <c:pt idx="8">
                  <c:v>45.90834290088022</c:v>
                </c:pt>
                <c:pt idx="9">
                  <c:v>36.43934756229073</c:v>
                </c:pt>
                <c:pt idx="10">
                  <c:v>31.413863938227415</c:v>
                </c:pt>
                <c:pt idx="11">
                  <c:v>31.868166102780506</c:v>
                </c:pt>
                <c:pt idx="12">
                  <c:v>30.301132637789017</c:v>
                </c:pt>
                <c:pt idx="13">
                  <c:v>29.15532228965065</c:v>
                </c:pt>
                <c:pt idx="14">
                  <c:v>30.285855425833905</c:v>
                </c:pt>
                <c:pt idx="15">
                  <c:v>28.917803516354876</c:v>
                </c:pt>
                <c:pt idx="16">
                  <c:v>29.758413087096994</c:v>
                </c:pt>
                <c:pt idx="17">
                  <c:v>33.40438081087774</c:v>
                </c:pt>
                <c:pt idx="18">
                  <c:v>30.736857240581504</c:v>
                </c:pt>
                <c:pt idx="19">
                  <c:v>29.895995137434998</c:v>
                </c:pt>
                <c:pt idx="20">
                  <c:v>27.093142882870715</c:v>
                </c:pt>
                <c:pt idx="21">
                  <c:v>28.036863787753305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매운·고추</c:v>
                </c:pt>
              </c:strCache>
            </c:strRef>
          </c:tx>
          <c:spPr>
            <a:ln w="15875">
              <a:solidFill>
                <a:srgbClr val="7B4147"/>
              </a:solidFill>
            </a:ln>
          </c:spPr>
          <c:marker>
            <c:symbol val="circle"/>
            <c:size val="3"/>
            <c:spPr>
              <a:solidFill>
                <a:srgbClr val="7B4147"/>
              </a:solidFill>
              <a:ln>
                <a:solidFill>
                  <a:srgbClr val="7B4147"/>
                </a:solidFill>
              </a:ln>
            </c:spPr>
          </c:marker>
          <c:cat>
            <c:strRef>
              <c:f>Sheet1!$A$2:$A$23</c:f>
              <c:strCache>
                <c:ptCount val="22"/>
                <c:pt idx="0">
                  <c:v>25.01</c:v>
                </c:pt>
                <c:pt idx="1">
                  <c:v>25.02</c:v>
                </c:pt>
                <c:pt idx="2">
                  <c:v>25.03</c:v>
                </c:pt>
                <c:pt idx="3">
                  <c:v>25.04</c:v>
                </c:pt>
                <c:pt idx="4">
                  <c:v>25.05</c:v>
                </c:pt>
                <c:pt idx="5">
                  <c:v>25.06</c:v>
                </c:pt>
                <c:pt idx="6">
                  <c:v>25.07</c:v>
                </c:pt>
                <c:pt idx="7">
                  <c:v>25.08</c:v>
                </c:pt>
                <c:pt idx="8">
                  <c:v>25.09</c:v>
                </c:pt>
                <c:pt idx="9">
                  <c:v>25.10</c:v>
                </c:pt>
                <c:pt idx="10">
                  <c:v>25.11</c:v>
                </c:pt>
                <c:pt idx="11">
                  <c:v>25.12</c:v>
                </c:pt>
                <c:pt idx="12">
                  <c:v>26.01</c:v>
                </c:pt>
                <c:pt idx="13">
                  <c:v>26.02</c:v>
                </c:pt>
                <c:pt idx="14">
                  <c:v>26.03</c:v>
                </c:pt>
                <c:pt idx="15">
                  <c:v>26.04</c:v>
                </c:pt>
                <c:pt idx="16">
                  <c:v>26.05</c:v>
                </c:pt>
                <c:pt idx="17">
                  <c:v>26.06</c:v>
                </c:pt>
                <c:pt idx="18">
                  <c:v>26.07</c:v>
                </c:pt>
                <c:pt idx="19">
                  <c:v>26.08</c:v>
                </c:pt>
                <c:pt idx="20">
                  <c:v>26.09</c:v>
                </c:pt>
                <c:pt idx="21">
                  <c:v>26.10*</c:v>
                </c:pt>
              </c:strCache>
            </c:strRef>
          </c:cat>
          <c:val>
            <c:numRef>
              <c:f>Sheet1!$D$2:$D$23</c:f>
              <c:numCache>
                <c:formatCode>General</c:formatCode>
                <c:ptCount val="22"/>
                <c:pt idx="0">
                  <c:v>33.85084307322125</c:v>
                </c:pt>
                <c:pt idx="1">
                  <c:v>37.42979539500926</c:v>
                </c:pt>
                <c:pt idx="2">
                  <c:v>28.64563965474464</c:v>
                </c:pt>
                <c:pt idx="3">
                  <c:v>28.408414562695818</c:v>
                </c:pt>
                <c:pt idx="4">
                  <c:v>29.131203342363154</c:v>
                </c:pt>
                <c:pt idx="5">
                  <c:v>42.05495429090734</c:v>
                </c:pt>
                <c:pt idx="6">
                  <c:v>31.722994033291897</c:v>
                </c:pt>
                <c:pt idx="7">
                  <c:v>30.66833578564514</c:v>
                </c:pt>
                <c:pt idx="8">
                  <c:v>30.188533640648906</c:v>
                </c:pt>
                <c:pt idx="9">
                  <c:v>30.22915855041477</c:v>
                </c:pt>
                <c:pt idx="10">
                  <c:v>26.615509644940758</c:v>
                </c:pt>
                <c:pt idx="11">
                  <c:v>26.75902220355305</c:v>
                </c:pt>
                <c:pt idx="12">
                  <c:v>23.762076150953106</c:v>
                </c:pt>
                <c:pt idx="13">
                  <c:v>20.617017856813494</c:v>
                </c:pt>
                <c:pt idx="14">
                  <c:v>24.26312035296719</c:v>
                </c:pt>
                <c:pt idx="15">
                  <c:v>21.58514128296054</c:v>
                </c:pt>
                <c:pt idx="16">
                  <c:v>21.66204796429693</c:v>
                </c:pt>
                <c:pt idx="17">
                  <c:v>24.03640878891569</c:v>
                </c:pt>
                <c:pt idx="18">
                  <c:v>24.693013686824102</c:v>
                </c:pt>
                <c:pt idx="19">
                  <c:v>23.155887854437946</c:v>
                </c:pt>
                <c:pt idx="20">
                  <c:v>47.177997789859994</c:v>
                </c:pt>
                <c:pt idx="21">
                  <c:v>64.90386387155996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불고기·간장</c:v>
                </c:pt>
              </c:strCache>
            </c:strRef>
          </c:tx>
          <c:spPr>
            <a:ln w="15875">
              <a:solidFill>
                <a:srgbClr val="778189"/>
              </a:solidFill>
            </a:ln>
          </c:spPr>
          <c:marker>
            <c:symbol val="circle"/>
            <c:size val="3"/>
            <c:spPr>
              <a:solidFill>
                <a:srgbClr val="778189"/>
              </a:solidFill>
              <a:ln>
                <a:solidFill>
                  <a:srgbClr val="778189"/>
                </a:solidFill>
              </a:ln>
            </c:spPr>
          </c:marker>
          <c:cat>
            <c:strRef>
              <c:f>Sheet1!$A$2:$A$23</c:f>
              <c:strCache>
                <c:ptCount val="22"/>
                <c:pt idx="0">
                  <c:v>25.01</c:v>
                </c:pt>
                <c:pt idx="1">
                  <c:v>25.02</c:v>
                </c:pt>
                <c:pt idx="2">
                  <c:v>25.03</c:v>
                </c:pt>
                <c:pt idx="3">
                  <c:v>25.04</c:v>
                </c:pt>
                <c:pt idx="4">
                  <c:v>25.05</c:v>
                </c:pt>
                <c:pt idx="5">
                  <c:v>25.06</c:v>
                </c:pt>
                <c:pt idx="6">
                  <c:v>25.07</c:v>
                </c:pt>
                <c:pt idx="7">
                  <c:v>25.08</c:v>
                </c:pt>
                <c:pt idx="8">
                  <c:v>25.09</c:v>
                </c:pt>
                <c:pt idx="9">
                  <c:v>25.10</c:v>
                </c:pt>
                <c:pt idx="10">
                  <c:v>25.11</c:v>
                </c:pt>
                <c:pt idx="11">
                  <c:v>25.12</c:v>
                </c:pt>
                <c:pt idx="12">
                  <c:v>26.01</c:v>
                </c:pt>
                <c:pt idx="13">
                  <c:v>26.02</c:v>
                </c:pt>
                <c:pt idx="14">
                  <c:v>26.03</c:v>
                </c:pt>
                <c:pt idx="15">
                  <c:v>26.04</c:v>
                </c:pt>
                <c:pt idx="16">
                  <c:v>26.05</c:v>
                </c:pt>
                <c:pt idx="17">
                  <c:v>26.06</c:v>
                </c:pt>
                <c:pt idx="18">
                  <c:v>26.07</c:v>
                </c:pt>
                <c:pt idx="19">
                  <c:v>26.08</c:v>
                </c:pt>
                <c:pt idx="20">
                  <c:v>26.09</c:v>
                </c:pt>
                <c:pt idx="21">
                  <c:v>26.10*</c:v>
                </c:pt>
              </c:strCache>
            </c:strRef>
          </c:cat>
          <c:val>
            <c:numRef>
              <c:f>Sheet1!$E$2:$E$23</c:f>
              <c:numCache>
                <c:formatCode>General</c:formatCode>
                <c:ptCount val="22"/>
                <c:pt idx="0">
                  <c:v>12.443548153164125</c:v>
                </c:pt>
                <c:pt idx="1">
                  <c:v>12.831675695872763</c:v>
                </c:pt>
                <c:pt idx="2">
                  <c:v>12.812914158258867</c:v>
                </c:pt>
                <c:pt idx="3">
                  <c:v>13.463364145902025</c:v>
                </c:pt>
                <c:pt idx="4">
                  <c:v>13.056420499861042</c:v>
                </c:pt>
                <c:pt idx="5">
                  <c:v>13.310695281100228</c:v>
                </c:pt>
                <c:pt idx="6">
                  <c:v>13.217847673040758</c:v>
                </c:pt>
                <c:pt idx="7">
                  <c:v>15.41490216468796</c:v>
                </c:pt>
                <c:pt idx="8">
                  <c:v>11.461665184053526</c:v>
                </c:pt>
                <c:pt idx="9">
                  <c:v>10.859367957652575</c:v>
                </c:pt>
                <c:pt idx="10">
                  <c:v>10.941455313717716</c:v>
                </c:pt>
                <c:pt idx="11">
                  <c:v>10.741723228981696</c:v>
                </c:pt>
                <c:pt idx="12">
                  <c:v>9.669186875068425</c:v>
                </c:pt>
                <c:pt idx="13">
                  <c:v>7.460898812343997</c:v>
                </c:pt>
                <c:pt idx="14">
                  <c:v>7.6964874389084885</c:v>
                </c:pt>
                <c:pt idx="15">
                  <c:v>7.025704805278102</c:v>
                </c:pt>
                <c:pt idx="16">
                  <c:v>6.571971250613293</c:v>
                </c:pt>
                <c:pt idx="17">
                  <c:v>6.590304032385427</c:v>
                </c:pt>
                <c:pt idx="18">
                  <c:v>6.380452541147973</c:v>
                </c:pt>
                <c:pt idx="19">
                  <c:v>23.229073321041987</c:v>
                </c:pt>
                <c:pt idx="20">
                  <c:v>16.02485431714384</c:v>
                </c:pt>
                <c:pt idx="21">
                  <c:v>10.544149768015147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스모키·BBQ</c:v>
                </c:pt>
              </c:strCache>
            </c:strRef>
          </c:tx>
          <c:spPr>
            <a:ln w="15875">
              <a:solidFill>
                <a:srgbClr val="B65346"/>
              </a:solidFill>
            </a:ln>
          </c:spPr>
          <c:marker>
            <c:symbol val="circle"/>
            <c:size val="3"/>
            <c:spPr>
              <a:solidFill>
                <a:srgbClr val="B65346"/>
              </a:solidFill>
              <a:ln>
                <a:solidFill>
                  <a:srgbClr val="B65346"/>
                </a:solidFill>
              </a:ln>
            </c:spPr>
          </c:marker>
          <c:cat>
            <c:strRef>
              <c:f>Sheet1!$A$2:$A$23</c:f>
              <c:strCache>
                <c:ptCount val="22"/>
                <c:pt idx="0">
                  <c:v>25.01</c:v>
                </c:pt>
                <c:pt idx="1">
                  <c:v>25.02</c:v>
                </c:pt>
                <c:pt idx="2">
                  <c:v>25.03</c:v>
                </c:pt>
                <c:pt idx="3">
                  <c:v>25.04</c:v>
                </c:pt>
                <c:pt idx="4">
                  <c:v>25.05</c:v>
                </c:pt>
                <c:pt idx="5">
                  <c:v>25.06</c:v>
                </c:pt>
                <c:pt idx="6">
                  <c:v>25.07</c:v>
                </c:pt>
                <c:pt idx="7">
                  <c:v>25.08</c:v>
                </c:pt>
                <c:pt idx="8">
                  <c:v>25.09</c:v>
                </c:pt>
                <c:pt idx="9">
                  <c:v>25.10</c:v>
                </c:pt>
                <c:pt idx="10">
                  <c:v>25.11</c:v>
                </c:pt>
                <c:pt idx="11">
                  <c:v>25.12</c:v>
                </c:pt>
                <c:pt idx="12">
                  <c:v>26.01</c:v>
                </c:pt>
                <c:pt idx="13">
                  <c:v>26.02</c:v>
                </c:pt>
                <c:pt idx="14">
                  <c:v>26.03</c:v>
                </c:pt>
                <c:pt idx="15">
                  <c:v>26.04</c:v>
                </c:pt>
                <c:pt idx="16">
                  <c:v>26.05</c:v>
                </c:pt>
                <c:pt idx="17">
                  <c:v>26.06</c:v>
                </c:pt>
                <c:pt idx="18">
                  <c:v>26.07</c:v>
                </c:pt>
                <c:pt idx="19">
                  <c:v>26.08</c:v>
                </c:pt>
                <c:pt idx="20">
                  <c:v>26.09</c:v>
                </c:pt>
                <c:pt idx="21">
                  <c:v>26.10*</c:v>
                </c:pt>
              </c:strCache>
            </c:strRef>
          </c:cat>
          <c:val>
            <c:numRef>
              <c:f>Sheet1!$F$2:$F$23</c:f>
              <c:numCache>
                <c:formatCode>General</c:formatCode>
                <c:ptCount val="22"/>
                <c:pt idx="0">
                  <c:v>0.055422607522703525</c:v>
                </c:pt>
                <c:pt idx="1">
                  <c:v>0.0981805169304842</c:v>
                </c:pt>
                <c:pt idx="2">
                  <c:v>0.055422607522703525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0.42676759838202943</c:v>
                </c:pt>
                <c:pt idx="7">
                  <c:v>0.15518668117787293</c:v>
                </c:pt>
                <c:pt idx="8">
                  <c:v>0.4409970658667413</c:v>
                </c:pt>
                <c:pt idx="9">
                  <c:v>0.8535408302878972</c:v>
                </c:pt>
                <c:pt idx="10">
                  <c:v>0.45244563820066475</c:v>
                </c:pt>
                <c:pt idx="11">
                  <c:v>0.3657997255610083</c:v>
                </c:pt>
                <c:pt idx="12">
                  <c:v>0.18844325023754221</c:v>
                </c:pt>
                <c:pt idx="13">
                  <c:v>0.2699922634817126</c:v>
                </c:pt>
                <c:pt idx="14">
                  <c:v>0.19953002515161827</c:v>
                </c:pt>
                <c:pt idx="15">
                  <c:v>0.7559938612367058</c:v>
                </c:pt>
                <c:pt idx="16">
                  <c:v>0.9200558462485153</c:v>
                </c:pt>
                <c:pt idx="17">
                  <c:v>0.3379055826537441</c:v>
                </c:pt>
                <c:pt idx="18">
                  <c:v>0.34362993141541515</c:v>
                </c:pt>
                <c:pt idx="19">
                  <c:v>0.2327828385287286</c:v>
                </c:pt>
                <c:pt idx="20">
                  <c:v>32.268026213737855</c:v>
                </c:pt>
                <c:pt idx="21">
                  <c:v>26.514721949973943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크림·마요</c:v>
                </c:pt>
              </c:strCache>
            </c:strRef>
          </c:tx>
          <c:spPr>
            <a:ln w="15875">
              <a:solidFill>
                <a:srgbClr val="3E8490"/>
              </a:solidFill>
            </a:ln>
          </c:spPr>
          <c:marker>
            <c:symbol val="circle"/>
            <c:size val="3"/>
            <c:spPr>
              <a:solidFill>
                <a:srgbClr val="3E8490"/>
              </a:solidFill>
              <a:ln>
                <a:solidFill>
                  <a:srgbClr val="3E8490"/>
                </a:solidFill>
              </a:ln>
            </c:spPr>
          </c:marker>
          <c:cat>
            <c:strRef>
              <c:f>Sheet1!$A$2:$A$23</c:f>
              <c:strCache>
                <c:ptCount val="22"/>
                <c:pt idx="0">
                  <c:v>25.01</c:v>
                </c:pt>
                <c:pt idx="1">
                  <c:v>25.02</c:v>
                </c:pt>
                <c:pt idx="2">
                  <c:v>25.03</c:v>
                </c:pt>
                <c:pt idx="3">
                  <c:v>25.04</c:v>
                </c:pt>
                <c:pt idx="4">
                  <c:v>25.05</c:v>
                </c:pt>
                <c:pt idx="5">
                  <c:v>25.06</c:v>
                </c:pt>
                <c:pt idx="6">
                  <c:v>25.07</c:v>
                </c:pt>
                <c:pt idx="7">
                  <c:v>25.08</c:v>
                </c:pt>
                <c:pt idx="8">
                  <c:v>25.09</c:v>
                </c:pt>
                <c:pt idx="9">
                  <c:v>25.10</c:v>
                </c:pt>
                <c:pt idx="10">
                  <c:v>25.11</c:v>
                </c:pt>
                <c:pt idx="11">
                  <c:v>25.12</c:v>
                </c:pt>
                <c:pt idx="12">
                  <c:v>26.01</c:v>
                </c:pt>
                <c:pt idx="13">
                  <c:v>26.02</c:v>
                </c:pt>
                <c:pt idx="14">
                  <c:v>26.03</c:v>
                </c:pt>
                <c:pt idx="15">
                  <c:v>26.04</c:v>
                </c:pt>
                <c:pt idx="16">
                  <c:v>26.05</c:v>
                </c:pt>
                <c:pt idx="17">
                  <c:v>26.06</c:v>
                </c:pt>
                <c:pt idx="18">
                  <c:v>26.07</c:v>
                </c:pt>
                <c:pt idx="19">
                  <c:v>26.08</c:v>
                </c:pt>
                <c:pt idx="20">
                  <c:v>26.09</c:v>
                </c:pt>
                <c:pt idx="21">
                  <c:v>26.10*</c:v>
                </c:pt>
              </c:strCache>
            </c:strRef>
          </c:cat>
          <c:val>
            <c:numRef>
              <c:f>Sheet1!$G$2:$G$23</c:f>
              <c:numCache>
                <c:formatCode>General</c:formatCode>
                <c:ptCount val="22"/>
                <c:pt idx="0">
                  <c:v>4.43306517843433</c:v>
                </c:pt>
                <c:pt idx="1">
                  <c:v>5.0265345749986095</c:v>
                </c:pt>
                <c:pt idx="2">
                  <c:v>4.385976051374033</c:v>
                </c:pt>
                <c:pt idx="3">
                  <c:v>4.795388661985514</c:v>
                </c:pt>
                <c:pt idx="4">
                  <c:v>5.0516840717646385</c:v>
                </c:pt>
                <c:pt idx="5">
                  <c:v>15.003310438661787</c:v>
                </c:pt>
                <c:pt idx="6">
                  <c:v>13.17720517259386</c:v>
                </c:pt>
                <c:pt idx="7">
                  <c:v>19.39764397427533</c:v>
                </c:pt>
                <c:pt idx="8">
                  <c:v>13.831002986851244</c:v>
                </c:pt>
                <c:pt idx="9">
                  <c:v>19.949902523817226</c:v>
                </c:pt>
                <c:pt idx="10">
                  <c:v>11.0970932362661</c:v>
                </c:pt>
                <c:pt idx="11">
                  <c:v>12.145465145767613</c:v>
                </c:pt>
                <c:pt idx="12">
                  <c:v>10.285324603314299</c:v>
                </c:pt>
                <c:pt idx="13">
                  <c:v>6.645168861598035</c:v>
                </c:pt>
                <c:pt idx="14">
                  <c:v>28.831042716708232</c:v>
                </c:pt>
                <c:pt idx="15">
                  <c:v>22.769291539148266</c:v>
                </c:pt>
                <c:pt idx="16">
                  <c:v>16.041262029797593</c:v>
                </c:pt>
                <c:pt idx="17">
                  <c:v>15.562922577401503</c:v>
                </c:pt>
                <c:pt idx="18">
                  <c:v>15.600308481610368</c:v>
                </c:pt>
                <c:pt idx="19">
                  <c:v>12.421594057929584</c:v>
                </c:pt>
                <c:pt idx="20">
                  <c:v>12.149954365781026</c:v>
                </c:pt>
                <c:pt idx="21">
                  <c:v>12.129354963260136</c:v>
                </c:pt>
              </c:numCache>
            </c:numRef>
          </c:val>
          <c:smooth val="0"/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허니·스위트</c:v>
                </c:pt>
              </c:strCache>
            </c:strRef>
          </c:tx>
          <c:spPr>
            <a:ln w="15875">
              <a:solidFill>
                <a:srgbClr val="A68B46"/>
              </a:solidFill>
            </a:ln>
          </c:spPr>
          <c:marker>
            <c:symbol val="circle"/>
            <c:size val="3"/>
            <c:spPr>
              <a:solidFill>
                <a:srgbClr val="A68B46"/>
              </a:solidFill>
              <a:ln>
                <a:solidFill>
                  <a:srgbClr val="A68B46"/>
                </a:solidFill>
              </a:ln>
            </c:spPr>
          </c:marker>
          <c:cat>
            <c:strRef>
              <c:f>Sheet1!$A$2:$A$23</c:f>
              <c:strCache>
                <c:ptCount val="22"/>
                <c:pt idx="0">
                  <c:v>25.01</c:v>
                </c:pt>
                <c:pt idx="1">
                  <c:v>25.02</c:v>
                </c:pt>
                <c:pt idx="2">
                  <c:v>25.03</c:v>
                </c:pt>
                <c:pt idx="3">
                  <c:v>25.04</c:v>
                </c:pt>
                <c:pt idx="4">
                  <c:v>25.05</c:v>
                </c:pt>
                <c:pt idx="5">
                  <c:v>25.06</c:v>
                </c:pt>
                <c:pt idx="6">
                  <c:v>25.07</c:v>
                </c:pt>
                <c:pt idx="7">
                  <c:v>25.08</c:v>
                </c:pt>
                <c:pt idx="8">
                  <c:v>25.09</c:v>
                </c:pt>
                <c:pt idx="9">
                  <c:v>25.10</c:v>
                </c:pt>
                <c:pt idx="10">
                  <c:v>25.11</c:v>
                </c:pt>
                <c:pt idx="11">
                  <c:v>25.12</c:v>
                </c:pt>
                <c:pt idx="12">
                  <c:v>26.01</c:v>
                </c:pt>
                <c:pt idx="13">
                  <c:v>26.02</c:v>
                </c:pt>
                <c:pt idx="14">
                  <c:v>26.03</c:v>
                </c:pt>
                <c:pt idx="15">
                  <c:v>26.04</c:v>
                </c:pt>
                <c:pt idx="16">
                  <c:v>26.05</c:v>
                </c:pt>
                <c:pt idx="17">
                  <c:v>26.06</c:v>
                </c:pt>
                <c:pt idx="18">
                  <c:v>26.07</c:v>
                </c:pt>
                <c:pt idx="19">
                  <c:v>26.08</c:v>
                </c:pt>
                <c:pt idx="20">
                  <c:v>26.09</c:v>
                </c:pt>
                <c:pt idx="21">
                  <c:v>26.10*</c:v>
                </c:pt>
              </c:strCache>
            </c:strRef>
          </c:cat>
          <c:val>
            <c:numRef>
              <c:f>Sheet1!$H$2:$H$23</c:f>
              <c:numCache>
                <c:formatCode>General</c:formatCode>
                <c:ptCount val="22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0.0</c:v>
                </c:pt>
                <c:pt idx="12">
                  <c:v>0.0</c:v>
                </c:pt>
                <c:pt idx="13">
                  <c:v>0.0</c:v>
                </c:pt>
                <c:pt idx="14">
                  <c:v>40.62820857707801</c:v>
                </c:pt>
                <c:pt idx="15">
                  <c:v>33.014376116951475</c:v>
                </c:pt>
                <c:pt idx="16">
                  <c:v>21.20528179018454</c:v>
                </c:pt>
                <c:pt idx="17">
                  <c:v>13.528760444347121</c:v>
                </c:pt>
                <c:pt idx="18">
                  <c:v>11.968158397235452</c:v>
                </c:pt>
                <c:pt idx="19">
                  <c:v>18.2835966838855</c:v>
                </c:pt>
                <c:pt idx="20">
                  <c:v>14.07128752583509</c:v>
                </c:pt>
                <c:pt idx="21">
                  <c:v>10.908949530792771</c:v>
                </c:pt>
              </c:numCache>
            </c:numRef>
          </c:val>
          <c:smooth val="0"/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이국향</c:v>
                </c:pt>
              </c:strCache>
            </c:strRef>
          </c:tx>
          <c:spPr>
            <a:ln w="15875">
              <a:solidFill>
                <a:srgbClr val="7C6C91"/>
              </a:solidFill>
            </a:ln>
          </c:spPr>
          <c:marker>
            <c:symbol val="circle"/>
            <c:size val="3"/>
            <c:spPr>
              <a:solidFill>
                <a:srgbClr val="7C6C91"/>
              </a:solidFill>
              <a:ln>
                <a:solidFill>
                  <a:srgbClr val="7C6C91"/>
                </a:solidFill>
              </a:ln>
            </c:spPr>
          </c:marker>
          <c:cat>
            <c:strRef>
              <c:f>Sheet1!$A$2:$A$23</c:f>
              <c:strCache>
                <c:ptCount val="22"/>
                <c:pt idx="0">
                  <c:v>25.01</c:v>
                </c:pt>
                <c:pt idx="1">
                  <c:v>25.02</c:v>
                </c:pt>
                <c:pt idx="2">
                  <c:v>25.03</c:v>
                </c:pt>
                <c:pt idx="3">
                  <c:v>25.04</c:v>
                </c:pt>
                <c:pt idx="4">
                  <c:v>25.05</c:v>
                </c:pt>
                <c:pt idx="5">
                  <c:v>25.06</c:v>
                </c:pt>
                <c:pt idx="6">
                  <c:v>25.07</c:v>
                </c:pt>
                <c:pt idx="7">
                  <c:v>25.08</c:v>
                </c:pt>
                <c:pt idx="8">
                  <c:v>25.09</c:v>
                </c:pt>
                <c:pt idx="9">
                  <c:v>25.10</c:v>
                </c:pt>
                <c:pt idx="10">
                  <c:v>25.11</c:v>
                </c:pt>
                <c:pt idx="11">
                  <c:v>25.12</c:v>
                </c:pt>
                <c:pt idx="12">
                  <c:v>26.01</c:v>
                </c:pt>
                <c:pt idx="13">
                  <c:v>26.02</c:v>
                </c:pt>
                <c:pt idx="14">
                  <c:v>26.03</c:v>
                </c:pt>
                <c:pt idx="15">
                  <c:v>26.04</c:v>
                </c:pt>
                <c:pt idx="16">
                  <c:v>26.05</c:v>
                </c:pt>
                <c:pt idx="17">
                  <c:v>26.06</c:v>
                </c:pt>
                <c:pt idx="18">
                  <c:v>26.07</c:v>
                </c:pt>
                <c:pt idx="19">
                  <c:v>26.08</c:v>
                </c:pt>
                <c:pt idx="20">
                  <c:v>26.09</c:v>
                </c:pt>
                <c:pt idx="21">
                  <c:v>26.10*</c:v>
                </c:pt>
              </c:strCache>
            </c:strRef>
          </c:cat>
          <c:val>
            <c:numRef>
              <c:f>Sheet1!$I$2:$I$23</c:f>
              <c:numCache>
                <c:formatCode>General</c:formatCode>
                <c:ptCount val="22"/>
                <c:pt idx="0">
                  <c:v>7.724602903225807</c:v>
                </c:pt>
                <c:pt idx="1">
                  <c:v>8.505855357142858</c:v>
                </c:pt>
                <c:pt idx="2">
                  <c:v>6.29165064516129</c:v>
                </c:pt>
                <c:pt idx="3">
                  <c:v>6.267213333333333</c:v>
                </c:pt>
                <c:pt idx="4">
                  <c:v>6.308789032258065</c:v>
                </c:pt>
                <c:pt idx="5">
                  <c:v>10.495862666666666</c:v>
                </c:pt>
                <c:pt idx="6">
                  <c:v>7.350415806451613</c:v>
                </c:pt>
                <c:pt idx="7">
                  <c:v>7.131426451612903</c:v>
                </c:pt>
                <c:pt idx="8">
                  <c:v>6.894918333333333</c:v>
                </c:pt>
                <c:pt idx="9">
                  <c:v>6.797229677419355</c:v>
                </c:pt>
                <c:pt idx="10">
                  <c:v>5.896296</c:v>
                </c:pt>
                <c:pt idx="11">
                  <c:v>6.121219677419355</c:v>
                </c:pt>
                <c:pt idx="12">
                  <c:v>5.11958129032258</c:v>
                </c:pt>
                <c:pt idx="13">
                  <c:v>4.443197857142857</c:v>
                </c:pt>
                <c:pt idx="14">
                  <c:v>41.54986806451613</c:v>
                </c:pt>
                <c:pt idx="15">
                  <c:v>33.377602</c:v>
                </c:pt>
                <c:pt idx="16">
                  <c:v>22.951969677419356</c:v>
                </c:pt>
                <c:pt idx="17">
                  <c:v>18.519278999999997</c:v>
                </c:pt>
                <c:pt idx="18">
                  <c:v>17.38297870967742</c:v>
                </c:pt>
                <c:pt idx="19">
                  <c:v>14.467565161290324</c:v>
                </c:pt>
                <c:pt idx="20">
                  <c:v>13.820341333333333</c:v>
                </c:pt>
                <c:pt idx="21">
                  <c:v>15.169633684210527</c:v>
                </c:pt>
              </c:numCache>
            </c:numRef>
          </c:val>
          <c:smooth val="0"/>
        </c:ser>
        <c:ser>
          <c:idx val="8"/>
          <c:order val="8"/>
          <c:tx>
            <c:strRef>
              <c:f>Sheet1!$J$1</c:f>
              <c:strCache>
                <c:ptCount val="1"/>
                <c:pt idx="0">
                  <c:v>트러플·머쉬룸</c:v>
                </c:pt>
              </c:strCache>
            </c:strRef>
          </c:tx>
          <c:spPr>
            <a:ln w="15875">
              <a:solidFill>
                <a:srgbClr val="637E64"/>
              </a:solidFill>
            </a:ln>
          </c:spPr>
          <c:marker>
            <c:symbol val="circle"/>
            <c:size val="3"/>
            <c:spPr>
              <a:solidFill>
                <a:srgbClr val="637E64"/>
              </a:solidFill>
              <a:ln>
                <a:solidFill>
                  <a:srgbClr val="637E64"/>
                </a:solidFill>
              </a:ln>
            </c:spPr>
          </c:marker>
          <c:cat>
            <c:strRef>
              <c:f>Sheet1!$A$2:$A$23</c:f>
              <c:strCache>
                <c:ptCount val="22"/>
                <c:pt idx="0">
                  <c:v>25.01</c:v>
                </c:pt>
                <c:pt idx="1">
                  <c:v>25.02</c:v>
                </c:pt>
                <c:pt idx="2">
                  <c:v>25.03</c:v>
                </c:pt>
                <c:pt idx="3">
                  <c:v>25.04</c:v>
                </c:pt>
                <c:pt idx="4">
                  <c:v>25.05</c:v>
                </c:pt>
                <c:pt idx="5">
                  <c:v>25.06</c:v>
                </c:pt>
                <c:pt idx="6">
                  <c:v>25.07</c:v>
                </c:pt>
                <c:pt idx="7">
                  <c:v>25.08</c:v>
                </c:pt>
                <c:pt idx="8">
                  <c:v>25.09</c:v>
                </c:pt>
                <c:pt idx="9">
                  <c:v>25.10</c:v>
                </c:pt>
                <c:pt idx="10">
                  <c:v>25.11</c:v>
                </c:pt>
                <c:pt idx="11">
                  <c:v>25.12</c:v>
                </c:pt>
                <c:pt idx="12">
                  <c:v>26.01</c:v>
                </c:pt>
                <c:pt idx="13">
                  <c:v>26.02</c:v>
                </c:pt>
                <c:pt idx="14">
                  <c:v>26.03</c:v>
                </c:pt>
                <c:pt idx="15">
                  <c:v>26.04</c:v>
                </c:pt>
                <c:pt idx="16">
                  <c:v>26.05</c:v>
                </c:pt>
                <c:pt idx="17">
                  <c:v>26.06</c:v>
                </c:pt>
                <c:pt idx="18">
                  <c:v>26.07</c:v>
                </c:pt>
                <c:pt idx="19">
                  <c:v>26.08</c:v>
                </c:pt>
                <c:pt idx="20">
                  <c:v>26.09</c:v>
                </c:pt>
                <c:pt idx="21">
                  <c:v>26.10*</c:v>
                </c:pt>
              </c:strCache>
            </c:strRef>
          </c:cat>
          <c:val>
            <c:numRef>
              <c:f>Sheet1!$J$2:$J$23</c:f>
              <c:numCache>
                <c:formatCode>General</c:formatCode>
                <c:ptCount val="22"/>
                <c:pt idx="0">
                  <c:v>2.442321377448775</c:v>
                </c:pt>
                <c:pt idx="1">
                  <c:v>1.438221632769913</c:v>
                </c:pt>
                <c:pt idx="2">
                  <c:v>0.9875160459167183</c:v>
                </c:pt>
                <c:pt idx="3">
                  <c:v>1.0027287227516257</c:v>
                </c:pt>
                <c:pt idx="4">
                  <c:v>0.76010243000814</c:v>
                </c:pt>
                <c:pt idx="5">
                  <c:v>0.6615069594972258</c:v>
                </c:pt>
                <c:pt idx="6">
                  <c:v>0.6417279588802358</c:v>
                </c:pt>
                <c:pt idx="7">
                  <c:v>0.8551169488417256</c:v>
                </c:pt>
                <c:pt idx="8">
                  <c:v>22.293573268986954</c:v>
                </c:pt>
                <c:pt idx="9">
                  <c:v>16.375128664174962</c:v>
                </c:pt>
                <c:pt idx="10">
                  <c:v>8.51600725260044</c:v>
                </c:pt>
                <c:pt idx="11">
                  <c:v>6.252231652244581</c:v>
                </c:pt>
                <c:pt idx="12">
                  <c:v>2.65104112108351</c:v>
                </c:pt>
                <c:pt idx="13">
                  <c:v>0.5742482048645395</c:v>
                </c:pt>
                <c:pt idx="14">
                  <c:v>0.3395536299722553</c:v>
                </c:pt>
                <c:pt idx="15">
                  <c:v>0.3460417433506469</c:v>
                </c:pt>
                <c:pt idx="16">
                  <c:v>0.4189888664755449</c:v>
                </c:pt>
                <c:pt idx="17">
                  <c:v>0.31063269395934723</c:v>
                </c:pt>
                <c:pt idx="18">
                  <c:v>0.250769346461191</c:v>
                </c:pt>
                <c:pt idx="19">
                  <c:v>0.4267769244875531</c:v>
                </c:pt>
                <c:pt idx="20">
                  <c:v>8.789628236063965</c:v>
                </c:pt>
                <c:pt idx="21">
                  <c:v>6.216159924575252</c:v>
                </c:pt>
              </c:numCache>
            </c:numRef>
          </c:val>
          <c:smooth val="0"/>
        </c:ser>
        <c:ser>
          <c:idx val="9"/>
          <c:order val="9"/>
          <c:tx>
            <c:strRef>
              <c:f>Sheet1!$K$1</c:f>
              <c:strCache>
                <c:ptCount val="1"/>
                <c:pt idx="0">
                  <c:v>양파·어니언</c:v>
                </c:pt>
              </c:strCache>
            </c:strRef>
          </c:tx>
          <c:spPr>
            <a:ln w="15875">
              <a:solidFill>
                <a:srgbClr val="AC7858"/>
              </a:solidFill>
            </a:ln>
          </c:spPr>
          <c:marker>
            <c:symbol val="circle"/>
            <c:size val="3"/>
            <c:spPr>
              <a:solidFill>
                <a:srgbClr val="AC7858"/>
              </a:solidFill>
              <a:ln>
                <a:solidFill>
                  <a:srgbClr val="AC7858"/>
                </a:solidFill>
              </a:ln>
            </c:spPr>
          </c:marker>
          <c:cat>
            <c:strRef>
              <c:f>Sheet1!$A$2:$A$23</c:f>
              <c:strCache>
                <c:ptCount val="22"/>
                <c:pt idx="0">
                  <c:v>25.01</c:v>
                </c:pt>
                <c:pt idx="1">
                  <c:v>25.02</c:v>
                </c:pt>
                <c:pt idx="2">
                  <c:v>25.03</c:v>
                </c:pt>
                <c:pt idx="3">
                  <c:v>25.04</c:v>
                </c:pt>
                <c:pt idx="4">
                  <c:v>25.05</c:v>
                </c:pt>
                <c:pt idx="5">
                  <c:v>25.06</c:v>
                </c:pt>
                <c:pt idx="6">
                  <c:v>25.07</c:v>
                </c:pt>
                <c:pt idx="7">
                  <c:v>25.08</c:v>
                </c:pt>
                <c:pt idx="8">
                  <c:v>25.09</c:v>
                </c:pt>
                <c:pt idx="9">
                  <c:v>25.10</c:v>
                </c:pt>
                <c:pt idx="10">
                  <c:v>25.11</c:v>
                </c:pt>
                <c:pt idx="11">
                  <c:v>25.12</c:v>
                </c:pt>
                <c:pt idx="12">
                  <c:v>26.01</c:v>
                </c:pt>
                <c:pt idx="13">
                  <c:v>26.02</c:v>
                </c:pt>
                <c:pt idx="14">
                  <c:v>26.03</c:v>
                </c:pt>
                <c:pt idx="15">
                  <c:v>26.04</c:v>
                </c:pt>
                <c:pt idx="16">
                  <c:v>26.05</c:v>
                </c:pt>
                <c:pt idx="17">
                  <c:v>26.06</c:v>
                </c:pt>
                <c:pt idx="18">
                  <c:v>26.07</c:v>
                </c:pt>
                <c:pt idx="19">
                  <c:v>26.08</c:v>
                </c:pt>
                <c:pt idx="20">
                  <c:v>26.09</c:v>
                </c:pt>
                <c:pt idx="21">
                  <c:v>26.10*</c:v>
                </c:pt>
              </c:strCache>
            </c:strRef>
          </c:cat>
          <c:val>
            <c:numRef>
              <c:f>Sheet1!$K$2:$K$23</c:f>
              <c:numCache>
                <c:formatCode>General</c:formatCode>
                <c:ptCount val="22"/>
                <c:pt idx="0">
                  <c:v>42.65882874753842</c:v>
                </c:pt>
                <c:pt idx="1">
                  <c:v>34.29613460863461</c:v>
                </c:pt>
                <c:pt idx="2">
                  <c:v>30.54622578816127</c:v>
                </c:pt>
                <c:pt idx="3">
                  <c:v>44.58732596232596</c:v>
                </c:pt>
                <c:pt idx="4">
                  <c:v>37.89525426622201</c:v>
                </c:pt>
                <c:pt idx="5">
                  <c:v>41.78505953505953</c:v>
                </c:pt>
                <c:pt idx="6">
                  <c:v>34.040862145700856</c:v>
                </c:pt>
                <c:pt idx="7">
                  <c:v>31.26571445119832</c:v>
                </c:pt>
                <c:pt idx="8">
                  <c:v>29.897798147798145</c:v>
                </c:pt>
                <c:pt idx="9">
                  <c:v>27.95690033593259</c:v>
                </c:pt>
                <c:pt idx="10">
                  <c:v>30.34712247212247</c:v>
                </c:pt>
                <c:pt idx="11">
                  <c:v>34.18321434450467</c:v>
                </c:pt>
                <c:pt idx="12">
                  <c:v>37.14808622066686</c:v>
                </c:pt>
                <c:pt idx="13">
                  <c:v>31.0529673029673</c:v>
                </c:pt>
                <c:pt idx="14">
                  <c:v>23.726969412453283</c:v>
                </c:pt>
                <c:pt idx="15">
                  <c:v>25.187811062811065</c:v>
                </c:pt>
                <c:pt idx="16">
                  <c:v>23.118183037537875</c:v>
                </c:pt>
                <c:pt idx="17">
                  <c:v>26.36428998928999</c:v>
                </c:pt>
                <c:pt idx="18">
                  <c:v>23.54513294029423</c:v>
                </c:pt>
                <c:pt idx="19">
                  <c:v>24.391114552404876</c:v>
                </c:pt>
                <c:pt idx="20">
                  <c:v>26.93210168210168</c:v>
                </c:pt>
                <c:pt idx="21">
                  <c:v>23.47128689233952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4E2DD"/>
            </a:solidFill>
          </a:ln>
        </c:spPr>
        <c:txPr>
          <a:bodyPr/>
          <a:lstStyle/>
          <a:p>
            <a:pPr>
              <a:defRPr sz="770">
                <a:solidFill>
                  <a:srgbClr val="686E73"/>
                </a:solidFill>
                <a:latin typeface="맑은 고딕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80.0"/>
          <c:min val="0.0"/>
        </c:scaling>
        <c:delete val="0"/>
        <c:axPos val="l"/>
        <c:majorGridlines>
          <c:spPr>
            <a:ln w="5080">
              <a:solidFill>
                <a:srgbClr val="E4E2DD"/>
              </a:solidFill>
            </a:ln>
          </c:spPr>
        </c:majorGridlines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60">
                <a:solidFill>
                  <a:srgbClr val="686E73"/>
                </a:solidFill>
                <a:latin typeface="맑은 고딕"/>
              </a:defRPr>
            </a:pPr>
          </a:p>
        </c:txPr>
        <c:crossAx val="2118791784"/>
        <c:crosses val="autoZero"/>
        <c:majorUnit val="20.0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3"/>
  <c:chart>
    <c:autoTitleDeleted val="0"/>
    <c:plotArea>
      <c:layout>
        <c:manualLayout>
          <c:layoutTarget val="inner"/>
          <c:xMode val="edge"/>
          <c:yMode val="edge"/>
          <c:wMode val="factor"/>
          <c:hMode val="factor"/>
          <c:x val="0.10743801652892562"/>
          <c:y val=".06"/>
          <c:w val="0.8677685950413223"/>
          <c:h val=".76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맘스터치</c:v>
                </c:pt>
              </c:strCache>
            </c:strRef>
          </c:tx>
          <c:spPr>
            <a:ln w="27940">
              <a:solidFill>
                <a:srgbClr val="B65346"/>
              </a:solidFill>
            </a:ln>
          </c:spPr>
          <c:marker>
            <c:symbol val="circle"/>
            <c:size val="4"/>
            <c:spPr>
              <a:solidFill>
                <a:srgbClr val="B65346"/>
              </a:solidFill>
              <a:ln>
                <a:solidFill>
                  <a:srgbClr val="B65346"/>
                </a:solidFill>
              </a:ln>
            </c:spPr>
          </c:marker>
          <c:cat>
            <c:strRef>
              <c:f>Sheet1!$A$2:$A$10</c:f>
              <c:strCache>
                <c:ptCount val="9"/>
                <c:pt idx="0">
                  <c:v>26.01</c:v>
                </c:pt>
                <c:pt idx="1">
                  <c:v>26.02</c:v>
                </c:pt>
                <c:pt idx="2">
                  <c:v>26.03</c:v>
                </c:pt>
                <c:pt idx="3">
                  <c:v>26.04</c:v>
                </c:pt>
                <c:pt idx="4">
                  <c:v>26.05</c:v>
                </c:pt>
                <c:pt idx="5">
                  <c:v>26.06</c:v>
                </c:pt>
                <c:pt idx="6">
                  <c:v>26.07</c:v>
                </c:pt>
                <c:pt idx="7">
                  <c:v>26.08</c:v>
                </c:pt>
                <c:pt idx="8">
                  <c:v>26.09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205.09677419354838</c:v>
                </c:pt>
                <c:pt idx="1">
                  <c:v>187.35714285714286</c:v>
                </c:pt>
                <c:pt idx="2">
                  <c:v>291.7741935483871</c:v>
                </c:pt>
                <c:pt idx="3">
                  <c:v>338.5</c:v>
                </c:pt>
                <c:pt idx="4">
                  <c:v>260.0967741935484</c:v>
                </c:pt>
                <c:pt idx="5">
                  <c:v>338.6</c:v>
                </c:pt>
                <c:pt idx="6">
                  <c:v>256.4193548387097</c:v>
                </c:pt>
                <c:pt idx="7">
                  <c:v>246</c:v>
                </c:pt>
                <c:pt idx="8">
                  <c:v>399.3666666666667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bhc</c:v>
                </c:pt>
              </c:strCache>
            </c:strRef>
          </c:tx>
          <c:spPr>
            <a:ln w="15875">
              <a:solidFill>
                <a:srgbClr val="A68B46"/>
              </a:solidFill>
            </a:ln>
          </c:spPr>
          <c:marker>
            <c:symbol val="circle"/>
            <c:size val="4"/>
            <c:spPr>
              <a:solidFill>
                <a:srgbClr val="A68B46"/>
              </a:solidFill>
              <a:ln>
                <a:solidFill>
                  <a:srgbClr val="A68B46"/>
                </a:solidFill>
              </a:ln>
            </c:spPr>
          </c:marker>
          <c:cat>
            <c:strRef>
              <c:f>Sheet1!$A$2:$A$10</c:f>
              <c:strCache>
                <c:ptCount val="9"/>
                <c:pt idx="0">
                  <c:v>26.01</c:v>
                </c:pt>
                <c:pt idx="1">
                  <c:v>26.02</c:v>
                </c:pt>
                <c:pt idx="2">
                  <c:v>26.03</c:v>
                </c:pt>
                <c:pt idx="3">
                  <c:v>26.04</c:v>
                </c:pt>
                <c:pt idx="4">
                  <c:v>26.05</c:v>
                </c:pt>
                <c:pt idx="5">
                  <c:v>26.06</c:v>
                </c:pt>
                <c:pt idx="6">
                  <c:v>26.07</c:v>
                </c:pt>
                <c:pt idx="7">
                  <c:v>26.08</c:v>
                </c:pt>
                <c:pt idx="8">
                  <c:v>26.09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174</c:v>
                </c:pt>
                <c:pt idx="1">
                  <c:v>170.92857142857142</c:v>
                </c:pt>
                <c:pt idx="2">
                  <c:v>195.3548387096774</c:v>
                </c:pt>
                <c:pt idx="3">
                  <c:v>185.26666666666668</c:v>
                </c:pt>
                <c:pt idx="4">
                  <c:v>180.67741935483872</c:v>
                </c:pt>
                <c:pt idx="5">
                  <c:v>179.36666666666667</c:v>
                </c:pt>
                <c:pt idx="6">
                  <c:v>238.6451612903226</c:v>
                </c:pt>
                <c:pt idx="7">
                  <c:v>249.67741935483872</c:v>
                </c:pt>
                <c:pt idx="8">
                  <c:v>229.23333333333332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BBQ(비비큐)</c:v>
                </c:pt>
              </c:strCache>
            </c:strRef>
          </c:tx>
          <c:spPr>
            <a:ln w="15875">
              <a:solidFill>
                <a:srgbClr val="7C6C91"/>
              </a:solidFill>
            </a:ln>
          </c:spPr>
          <c:marker>
            <c:symbol val="circle"/>
            <c:size val="4"/>
            <c:spPr>
              <a:solidFill>
                <a:srgbClr val="7C6C91"/>
              </a:solidFill>
              <a:ln>
                <a:solidFill>
                  <a:srgbClr val="7C6C91"/>
                </a:solidFill>
              </a:ln>
            </c:spPr>
          </c:marker>
          <c:cat>
            <c:strRef>
              <c:f>Sheet1!$A$2:$A$10</c:f>
              <c:strCache>
                <c:ptCount val="9"/>
                <c:pt idx="0">
                  <c:v>26.01</c:v>
                </c:pt>
                <c:pt idx="1">
                  <c:v>26.02</c:v>
                </c:pt>
                <c:pt idx="2">
                  <c:v>26.03</c:v>
                </c:pt>
                <c:pt idx="3">
                  <c:v>26.04</c:v>
                </c:pt>
                <c:pt idx="4">
                  <c:v>26.05</c:v>
                </c:pt>
                <c:pt idx="5">
                  <c:v>26.06</c:v>
                </c:pt>
                <c:pt idx="6">
                  <c:v>26.07</c:v>
                </c:pt>
                <c:pt idx="7">
                  <c:v>26.08</c:v>
                </c:pt>
                <c:pt idx="8">
                  <c:v>26.09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101.06451612903226</c:v>
                </c:pt>
                <c:pt idx="1">
                  <c:v>97.67857142857143</c:v>
                </c:pt>
                <c:pt idx="2">
                  <c:v>101.51612903225806</c:v>
                </c:pt>
                <c:pt idx="3">
                  <c:v>96.2</c:v>
                </c:pt>
                <c:pt idx="4">
                  <c:v>92.09677419354838</c:v>
                </c:pt>
                <c:pt idx="5">
                  <c:v>95.5</c:v>
                </c:pt>
                <c:pt idx="6">
                  <c:v>115.16129032258064</c:v>
                </c:pt>
                <c:pt idx="7">
                  <c:v>116.6774193548387</c:v>
                </c:pt>
                <c:pt idx="8">
                  <c:v>97.76666666666667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교촌치킨</c:v>
                </c:pt>
              </c:strCache>
            </c:strRef>
          </c:tx>
          <c:spPr>
            <a:ln w="15875">
              <a:solidFill>
                <a:srgbClr val="637E64"/>
              </a:solidFill>
            </a:ln>
          </c:spPr>
          <c:marker>
            <c:symbol val="circle"/>
            <c:size val="4"/>
            <c:spPr>
              <a:solidFill>
                <a:srgbClr val="637E64"/>
              </a:solidFill>
              <a:ln>
                <a:solidFill>
                  <a:srgbClr val="637E64"/>
                </a:solidFill>
              </a:ln>
            </c:spPr>
          </c:marker>
          <c:cat>
            <c:strRef>
              <c:f>Sheet1!$A$2:$A$10</c:f>
              <c:strCache>
                <c:ptCount val="9"/>
                <c:pt idx="0">
                  <c:v>26.01</c:v>
                </c:pt>
                <c:pt idx="1">
                  <c:v>26.02</c:v>
                </c:pt>
                <c:pt idx="2">
                  <c:v>26.03</c:v>
                </c:pt>
                <c:pt idx="3">
                  <c:v>26.04</c:v>
                </c:pt>
                <c:pt idx="4">
                  <c:v>26.05</c:v>
                </c:pt>
                <c:pt idx="5">
                  <c:v>26.06</c:v>
                </c:pt>
                <c:pt idx="6">
                  <c:v>26.07</c:v>
                </c:pt>
                <c:pt idx="7">
                  <c:v>26.08</c:v>
                </c:pt>
                <c:pt idx="8">
                  <c:v>26.09</c:v>
                </c:pt>
              </c:strCache>
            </c:strRef>
          </c:cat>
          <c:val>
            <c:numRef>
              <c:f>Sheet1!$E$2:$E$10</c:f>
              <c:numCache>
                <c:formatCode>General</c:formatCode>
                <c:ptCount val="9"/>
                <c:pt idx="0">
                  <c:v>155.7741935483871</c:v>
                </c:pt>
                <c:pt idx="1">
                  <c:v>141.35714285714286</c:v>
                </c:pt>
                <c:pt idx="2">
                  <c:v>149.2258064516129</c:v>
                </c:pt>
                <c:pt idx="3">
                  <c:v>139.66666666666666</c:v>
                </c:pt>
                <c:pt idx="4">
                  <c:v>130.93548387096774</c:v>
                </c:pt>
                <c:pt idx="5">
                  <c:v>142</c:v>
                </c:pt>
                <c:pt idx="6">
                  <c:v>154.67741935483872</c:v>
                </c:pt>
                <c:pt idx="7">
                  <c:v>149.16129032258064</c:v>
                </c:pt>
                <c:pt idx="8">
                  <c:v>164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굽네치킨</c:v>
                </c:pt>
              </c:strCache>
            </c:strRef>
          </c:tx>
          <c:spPr>
            <a:ln w="15875">
              <a:solidFill>
                <a:srgbClr val="AC7858"/>
              </a:solidFill>
            </a:ln>
          </c:spPr>
          <c:marker>
            <c:symbol val="circle"/>
            <c:size val="4"/>
            <c:spPr>
              <a:solidFill>
                <a:srgbClr val="AC7858"/>
              </a:solidFill>
              <a:ln>
                <a:solidFill>
                  <a:srgbClr val="AC7858"/>
                </a:solidFill>
              </a:ln>
            </c:spPr>
          </c:marker>
          <c:cat>
            <c:strRef>
              <c:f>Sheet1!$A$2:$A$10</c:f>
              <c:strCache>
                <c:ptCount val="9"/>
                <c:pt idx="0">
                  <c:v>26.01</c:v>
                </c:pt>
                <c:pt idx="1">
                  <c:v>26.02</c:v>
                </c:pt>
                <c:pt idx="2">
                  <c:v>26.03</c:v>
                </c:pt>
                <c:pt idx="3">
                  <c:v>26.04</c:v>
                </c:pt>
                <c:pt idx="4">
                  <c:v>26.05</c:v>
                </c:pt>
                <c:pt idx="5">
                  <c:v>26.06</c:v>
                </c:pt>
                <c:pt idx="6">
                  <c:v>26.07</c:v>
                </c:pt>
                <c:pt idx="7">
                  <c:v>26.08</c:v>
                </c:pt>
                <c:pt idx="8">
                  <c:v>26.09</c:v>
                </c:pt>
              </c:strCache>
            </c:strRef>
          </c:cat>
          <c:val>
            <c:numRef>
              <c:f>Sheet1!$F$2:$F$10</c:f>
              <c:numCache>
                <c:formatCode>General</c:formatCode>
                <c:ptCount val="9"/>
                <c:pt idx="0">
                  <c:v>61.225806451612904</c:v>
                </c:pt>
                <c:pt idx="1">
                  <c:v>48</c:v>
                </c:pt>
                <c:pt idx="2">
                  <c:v>68.83870967741936</c:v>
                </c:pt>
                <c:pt idx="3">
                  <c:v>57.266666666666666</c:v>
                </c:pt>
                <c:pt idx="4">
                  <c:v>59.935483870967744</c:v>
                </c:pt>
                <c:pt idx="5">
                  <c:v>73.56666666666666</c:v>
                </c:pt>
                <c:pt idx="6">
                  <c:v>67.03225806451613</c:v>
                </c:pt>
                <c:pt idx="7">
                  <c:v>58.74193548387097</c:v>
                </c:pt>
                <c:pt idx="8">
                  <c:v>90.63333333333334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푸라닭</c:v>
                </c:pt>
              </c:strCache>
            </c:strRef>
          </c:tx>
          <c:spPr>
            <a:ln w="15875">
              <a:solidFill>
                <a:srgbClr val="58718C"/>
              </a:solidFill>
            </a:ln>
          </c:spPr>
          <c:marker>
            <c:symbol val="circle"/>
            <c:size val="4"/>
            <c:spPr>
              <a:solidFill>
                <a:srgbClr val="58718C"/>
              </a:solidFill>
              <a:ln>
                <a:solidFill>
                  <a:srgbClr val="58718C"/>
                </a:solidFill>
              </a:ln>
            </c:spPr>
          </c:marker>
          <c:cat>
            <c:strRef>
              <c:f>Sheet1!$A$2:$A$10</c:f>
              <c:strCache>
                <c:ptCount val="9"/>
                <c:pt idx="0">
                  <c:v>26.01</c:v>
                </c:pt>
                <c:pt idx="1">
                  <c:v>26.02</c:v>
                </c:pt>
                <c:pt idx="2">
                  <c:v>26.03</c:v>
                </c:pt>
                <c:pt idx="3">
                  <c:v>26.04</c:v>
                </c:pt>
                <c:pt idx="4">
                  <c:v>26.05</c:v>
                </c:pt>
                <c:pt idx="5">
                  <c:v>26.06</c:v>
                </c:pt>
                <c:pt idx="6">
                  <c:v>26.07</c:v>
                </c:pt>
                <c:pt idx="7">
                  <c:v>26.08</c:v>
                </c:pt>
                <c:pt idx="8">
                  <c:v>26.09</c:v>
                </c:pt>
              </c:strCache>
            </c:strRef>
          </c:cat>
          <c:val>
            <c:numRef>
              <c:f>Sheet1!$G$2:$G$10</c:f>
              <c:numCache>
                <c:formatCode>General</c:formatCode>
                <c:ptCount val="9"/>
                <c:pt idx="0">
                  <c:v>60.58064516129032</c:v>
                </c:pt>
                <c:pt idx="1">
                  <c:v>95.07142857142857</c:v>
                </c:pt>
                <c:pt idx="2">
                  <c:v>72.51612903225806</c:v>
                </c:pt>
                <c:pt idx="3">
                  <c:v>67.4</c:v>
                </c:pt>
                <c:pt idx="4">
                  <c:v>57.193548387096776</c:v>
                </c:pt>
                <c:pt idx="5">
                  <c:v>60.46666666666667</c:v>
                </c:pt>
                <c:pt idx="6">
                  <c:v>81.80645161290323</c:v>
                </c:pt>
                <c:pt idx="7">
                  <c:v>73.25806451612904</c:v>
                </c:pt>
                <c:pt idx="8">
                  <c:v>57.6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4E2DD"/>
            </a:solidFill>
          </a:ln>
        </c:spPr>
        <c:txPr>
          <a:bodyPr/>
          <a:lstStyle/>
          <a:p>
            <a:pPr>
              <a:defRPr sz="900">
                <a:solidFill>
                  <a:srgbClr val="686E73"/>
                </a:solidFill>
                <a:latin typeface="맑은 고딕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500.0"/>
          <c:min val="0.0"/>
        </c:scaling>
        <c:delete val="0"/>
        <c:axPos val="l"/>
        <c:majorGridlines>
          <c:spPr>
            <a:ln w="5080">
              <a:solidFill>
                <a:srgbClr val="E4E2DD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60">
                <a:solidFill>
                  <a:srgbClr val="686E73"/>
                </a:solidFill>
                <a:latin typeface="맑은 고딕"/>
              </a:defRPr>
            </a:pPr>
          </a:p>
        </c:txPr>
        <c:crossAx val="2118791784"/>
        <c:crosses val="autoZero"/>
        <c:majorUnit val="125.0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3"/>
  <c:chart>
    <c:autoTitleDeleted val="0"/>
    <c:plotArea>
      <c:layout>
        <c:manualLayout>
          <c:layoutTarget val="inner"/>
          <c:xMode val="edge"/>
          <c:yMode val="edge"/>
          <c:wMode val="factor"/>
          <c:hMode val="factor"/>
          <c:x val="0.10743801652892562"/>
          <c:y val=".06"/>
          <c:w val="0.8677685950413223"/>
          <c:h val=".76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북채(아랫다리)</c:v>
                </c:pt>
              </c:strCache>
            </c:strRef>
          </c:tx>
          <c:spPr>
            <a:ln w="15875">
              <a:solidFill>
                <a:srgbClr val="3E8490"/>
              </a:solidFill>
            </a:ln>
          </c:spPr>
          <c:marker>
            <c:symbol val="circle"/>
            <c:size val="4"/>
            <c:spPr>
              <a:solidFill>
                <a:srgbClr val="3E8490"/>
              </a:solidFill>
              <a:ln>
                <a:solidFill>
                  <a:srgbClr val="3E8490"/>
                </a:solidFill>
              </a:ln>
            </c:spPr>
          </c:marker>
          <c:cat>
            <c:strRef>
              <c:f>Sheet1!$A$2:$A$22</c:f>
              <c:strCache>
                <c:ptCount val="21"/>
                <c:pt idx="0">
                  <c:v>25.01</c:v>
                </c:pt>
                <c:pt idx="1">
                  <c:v>25.02</c:v>
                </c:pt>
                <c:pt idx="2">
                  <c:v>25.03</c:v>
                </c:pt>
                <c:pt idx="3">
                  <c:v>25.04</c:v>
                </c:pt>
                <c:pt idx="4">
                  <c:v>25.05</c:v>
                </c:pt>
                <c:pt idx="5">
                  <c:v>25.06</c:v>
                </c:pt>
                <c:pt idx="6">
                  <c:v>25.07</c:v>
                </c:pt>
                <c:pt idx="7">
                  <c:v>25.08</c:v>
                </c:pt>
                <c:pt idx="8">
                  <c:v>25.09</c:v>
                </c:pt>
                <c:pt idx="9">
                  <c:v>25.10</c:v>
                </c:pt>
                <c:pt idx="10">
                  <c:v>25.11</c:v>
                </c:pt>
                <c:pt idx="11">
                  <c:v>25.12</c:v>
                </c:pt>
                <c:pt idx="12">
                  <c:v>26.01</c:v>
                </c:pt>
                <c:pt idx="13">
                  <c:v>26.02</c:v>
                </c:pt>
                <c:pt idx="14">
                  <c:v>26.03</c:v>
                </c:pt>
                <c:pt idx="15">
                  <c:v>26.04</c:v>
                </c:pt>
                <c:pt idx="16">
                  <c:v>26.05</c:v>
                </c:pt>
                <c:pt idx="17">
                  <c:v>26.06</c:v>
                </c:pt>
                <c:pt idx="18">
                  <c:v>26.07</c:v>
                </c:pt>
                <c:pt idx="19">
                  <c:v>26.08</c:v>
                </c:pt>
                <c:pt idx="20">
                  <c:v>26.09</c:v>
                </c:pt>
              </c:strCache>
            </c: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9022.645161290322</c:v>
                </c:pt>
                <c:pt idx="1">
                  <c:v>12541.964285714286</c:v>
                </c:pt>
                <c:pt idx="2">
                  <c:v>8430.354838709678</c:v>
                </c:pt>
                <c:pt idx="3">
                  <c:v>16840.8</c:v>
                </c:pt>
                <c:pt idx="4">
                  <c:v>8056.967741935484</c:v>
                </c:pt>
                <c:pt idx="5">
                  <c:v>8197.0</c:v>
                </c:pt>
                <c:pt idx="6">
                  <c:v>8377.032258064517</c:v>
                </c:pt>
                <c:pt idx="7">
                  <c:v>8327.741935483871</c:v>
                </c:pt>
                <c:pt idx="8">
                  <c:v>7816.533333333334</c:v>
                </c:pt>
                <c:pt idx="9">
                  <c:v>7629.935483870968</c:v>
                </c:pt>
                <c:pt idx="10">
                  <c:v>16286.766666666666</c:v>
                </c:pt>
                <c:pt idx="11">
                  <c:v>9067.838709677419</c:v>
                </c:pt>
                <c:pt idx="12">
                  <c:v>13392.225806451614</c:v>
                </c:pt>
                <c:pt idx="13">
                  <c:v>9746.535714285714</c:v>
                </c:pt>
                <c:pt idx="14">
                  <c:v>13304.612903225807</c:v>
                </c:pt>
                <c:pt idx="15">
                  <c:v>9601.9</c:v>
                </c:pt>
                <c:pt idx="16">
                  <c:v>7748.967741935484</c:v>
                </c:pt>
                <c:pt idx="17">
                  <c:v>8787.2</c:v>
                </c:pt>
                <c:pt idx="18">
                  <c:v>9605.548387096775</c:v>
                </c:pt>
                <c:pt idx="19">
                  <c:v>10905.354838709678</c:v>
                </c:pt>
                <c:pt idx="20">
                  <c:v>9260.9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정육(다리발골육)</c:v>
                </c:pt>
              </c:strCache>
            </c:strRef>
          </c:tx>
          <c:spPr>
            <a:ln w="15875">
              <a:solidFill>
                <a:srgbClr val="A68B46"/>
              </a:solidFill>
            </a:ln>
          </c:spPr>
          <c:marker>
            <c:symbol val="circle"/>
            <c:size val="4"/>
            <c:spPr>
              <a:solidFill>
                <a:srgbClr val="A68B46"/>
              </a:solidFill>
              <a:ln>
                <a:solidFill>
                  <a:srgbClr val="A68B46"/>
                </a:solidFill>
              </a:ln>
            </c:spPr>
          </c:marker>
          <c:cat>
            <c:strRef>
              <c:f>Sheet1!$A$2:$A$22</c:f>
              <c:strCache>
                <c:ptCount val="21"/>
                <c:pt idx="0">
                  <c:v>25.01</c:v>
                </c:pt>
                <c:pt idx="1">
                  <c:v>25.02</c:v>
                </c:pt>
                <c:pt idx="2">
                  <c:v>25.03</c:v>
                </c:pt>
                <c:pt idx="3">
                  <c:v>25.04</c:v>
                </c:pt>
                <c:pt idx="4">
                  <c:v>25.05</c:v>
                </c:pt>
                <c:pt idx="5">
                  <c:v>25.06</c:v>
                </c:pt>
                <c:pt idx="6">
                  <c:v>25.07</c:v>
                </c:pt>
                <c:pt idx="7">
                  <c:v>25.08</c:v>
                </c:pt>
                <c:pt idx="8">
                  <c:v>25.09</c:v>
                </c:pt>
                <c:pt idx="9">
                  <c:v>25.10</c:v>
                </c:pt>
                <c:pt idx="10">
                  <c:v>25.11</c:v>
                </c:pt>
                <c:pt idx="11">
                  <c:v>25.12</c:v>
                </c:pt>
                <c:pt idx="12">
                  <c:v>26.01</c:v>
                </c:pt>
                <c:pt idx="13">
                  <c:v>26.02</c:v>
                </c:pt>
                <c:pt idx="14">
                  <c:v>26.03</c:v>
                </c:pt>
                <c:pt idx="15">
                  <c:v>26.04</c:v>
                </c:pt>
                <c:pt idx="16">
                  <c:v>26.05</c:v>
                </c:pt>
                <c:pt idx="17">
                  <c:v>26.06</c:v>
                </c:pt>
                <c:pt idx="18">
                  <c:v>26.07</c:v>
                </c:pt>
                <c:pt idx="19">
                  <c:v>26.08</c:v>
                </c:pt>
                <c:pt idx="20">
                  <c:v>26.09</c:v>
                </c:pt>
              </c:strCache>
            </c:strRef>
          </c:cat>
          <c:val>
            <c:numRef>
              <c:f>Sheet1!$C$2:$C$22</c:f>
              <c:numCache>
                <c:formatCode>General</c:formatCode>
                <c:ptCount val="21"/>
                <c:pt idx="0">
                  <c:v>2942.9032258064517</c:v>
                </c:pt>
                <c:pt idx="1">
                  <c:v>3137.964285714286</c:v>
                </c:pt>
                <c:pt idx="2">
                  <c:v>3258.0967741935483</c:v>
                </c:pt>
                <c:pt idx="3">
                  <c:v>3185.133333333333</c:v>
                </c:pt>
                <c:pt idx="4">
                  <c:v>3041.3548387096776</c:v>
                </c:pt>
                <c:pt idx="5">
                  <c:v>2806.366666666667</c:v>
                </c:pt>
                <c:pt idx="6">
                  <c:v>3042.0</c:v>
                </c:pt>
                <c:pt idx="7">
                  <c:v>2899.7096774193546</c:v>
                </c:pt>
                <c:pt idx="8">
                  <c:v>2772.4</c:v>
                </c:pt>
                <c:pt idx="9">
                  <c:v>2477.5806451612902</c:v>
                </c:pt>
                <c:pt idx="10">
                  <c:v>2811.233333333333</c:v>
                </c:pt>
                <c:pt idx="11">
                  <c:v>2987.6129032258063</c:v>
                </c:pt>
                <c:pt idx="12">
                  <c:v>3418.8387096774195</c:v>
                </c:pt>
                <c:pt idx="13">
                  <c:v>3187.6071428571427</c:v>
                </c:pt>
                <c:pt idx="14">
                  <c:v>4042.0967741935483</c:v>
                </c:pt>
                <c:pt idx="15">
                  <c:v>3698.266666666667</c:v>
                </c:pt>
                <c:pt idx="16">
                  <c:v>3581.516129032258</c:v>
                </c:pt>
                <c:pt idx="17">
                  <c:v>3861.5333333333333</c:v>
                </c:pt>
                <c:pt idx="18">
                  <c:v>4136.064516129032</c:v>
                </c:pt>
                <c:pt idx="19">
                  <c:v>4566.419354838709</c:v>
                </c:pt>
                <c:pt idx="20">
                  <c:v>3959.9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가슴살</c:v>
                </c:pt>
              </c:strCache>
            </c:strRef>
          </c:tx>
          <c:spPr>
            <a:ln w="15875">
              <a:solidFill>
                <a:srgbClr val="7C6C91"/>
              </a:solidFill>
            </a:ln>
          </c:spPr>
          <c:marker>
            <c:symbol val="circle"/>
            <c:size val="4"/>
            <c:spPr>
              <a:solidFill>
                <a:srgbClr val="7C6C91"/>
              </a:solidFill>
              <a:ln>
                <a:solidFill>
                  <a:srgbClr val="7C6C91"/>
                </a:solidFill>
              </a:ln>
            </c:spPr>
          </c:marker>
          <c:cat>
            <c:strRef>
              <c:f>Sheet1!$A$2:$A$22</c:f>
              <c:strCache>
                <c:ptCount val="21"/>
                <c:pt idx="0">
                  <c:v>25.01</c:v>
                </c:pt>
                <c:pt idx="1">
                  <c:v>25.02</c:v>
                </c:pt>
                <c:pt idx="2">
                  <c:v>25.03</c:v>
                </c:pt>
                <c:pt idx="3">
                  <c:v>25.04</c:v>
                </c:pt>
                <c:pt idx="4">
                  <c:v>25.05</c:v>
                </c:pt>
                <c:pt idx="5">
                  <c:v>25.06</c:v>
                </c:pt>
                <c:pt idx="6">
                  <c:v>25.07</c:v>
                </c:pt>
                <c:pt idx="7">
                  <c:v>25.08</c:v>
                </c:pt>
                <c:pt idx="8">
                  <c:v>25.09</c:v>
                </c:pt>
                <c:pt idx="9">
                  <c:v>25.10</c:v>
                </c:pt>
                <c:pt idx="10">
                  <c:v>25.11</c:v>
                </c:pt>
                <c:pt idx="11">
                  <c:v>25.12</c:v>
                </c:pt>
                <c:pt idx="12">
                  <c:v>26.01</c:v>
                </c:pt>
                <c:pt idx="13">
                  <c:v>26.02</c:v>
                </c:pt>
                <c:pt idx="14">
                  <c:v>26.03</c:v>
                </c:pt>
                <c:pt idx="15">
                  <c:v>26.04</c:v>
                </c:pt>
                <c:pt idx="16">
                  <c:v>26.05</c:v>
                </c:pt>
                <c:pt idx="17">
                  <c:v>26.06</c:v>
                </c:pt>
                <c:pt idx="18">
                  <c:v>26.07</c:v>
                </c:pt>
                <c:pt idx="19">
                  <c:v>26.08</c:v>
                </c:pt>
                <c:pt idx="20">
                  <c:v>26.09</c:v>
                </c:pt>
              </c:strCache>
            </c:strRef>
          </c:cat>
          <c:val>
            <c:numRef>
              <c:f>Sheet1!$D$2:$D$22</c:f>
              <c:numCache>
                <c:formatCode>General</c:formatCode>
                <c:ptCount val="21"/>
                <c:pt idx="0">
                  <c:v>3701.032258064516</c:v>
                </c:pt>
                <c:pt idx="1">
                  <c:v>5587.892857142857</c:v>
                </c:pt>
                <c:pt idx="2">
                  <c:v>4092.0967741935483</c:v>
                </c:pt>
                <c:pt idx="3">
                  <c:v>3706.9666666666667</c:v>
                </c:pt>
                <c:pt idx="4">
                  <c:v>3647.0967741935483</c:v>
                </c:pt>
                <c:pt idx="5">
                  <c:v>3993.1666666666665</c:v>
                </c:pt>
                <c:pt idx="6">
                  <c:v>4073.548387096774</c:v>
                </c:pt>
                <c:pt idx="7">
                  <c:v>4028.064516129032</c:v>
                </c:pt>
                <c:pt idx="8">
                  <c:v>4428.333333333333</c:v>
                </c:pt>
                <c:pt idx="9">
                  <c:v>3308.9032258064517</c:v>
                </c:pt>
                <c:pt idx="10">
                  <c:v>4887.166666666667</c:v>
                </c:pt>
                <c:pt idx="11">
                  <c:v>3296.6451612903224</c:v>
                </c:pt>
                <c:pt idx="12">
                  <c:v>4933.774193548387</c:v>
                </c:pt>
                <c:pt idx="13">
                  <c:v>3251.3571428571427</c:v>
                </c:pt>
                <c:pt idx="14">
                  <c:v>4167.870967741936</c:v>
                </c:pt>
                <c:pt idx="15">
                  <c:v>3897.0</c:v>
                </c:pt>
                <c:pt idx="16">
                  <c:v>3649.7419354838707</c:v>
                </c:pt>
                <c:pt idx="17">
                  <c:v>3772.0333333333333</c:v>
                </c:pt>
                <c:pt idx="18">
                  <c:v>3675.2580645161293</c:v>
                </c:pt>
                <c:pt idx="19">
                  <c:v>4050.032258064516</c:v>
                </c:pt>
                <c:pt idx="20">
                  <c:v>3748.3333333333335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봉(윗날개)</c:v>
                </c:pt>
              </c:strCache>
            </c:strRef>
          </c:tx>
          <c:spPr>
            <a:ln w="15875">
              <a:solidFill>
                <a:srgbClr val="637E64"/>
              </a:solidFill>
            </a:ln>
          </c:spPr>
          <c:marker>
            <c:symbol val="circle"/>
            <c:size val="4"/>
            <c:spPr>
              <a:solidFill>
                <a:srgbClr val="637E64"/>
              </a:solidFill>
              <a:ln>
                <a:solidFill>
                  <a:srgbClr val="637E64"/>
                </a:solidFill>
              </a:ln>
            </c:spPr>
          </c:marker>
          <c:cat>
            <c:strRef>
              <c:f>Sheet1!$A$2:$A$22</c:f>
              <c:strCache>
                <c:ptCount val="21"/>
                <c:pt idx="0">
                  <c:v>25.01</c:v>
                </c:pt>
                <c:pt idx="1">
                  <c:v>25.02</c:v>
                </c:pt>
                <c:pt idx="2">
                  <c:v>25.03</c:v>
                </c:pt>
                <c:pt idx="3">
                  <c:v>25.04</c:v>
                </c:pt>
                <c:pt idx="4">
                  <c:v>25.05</c:v>
                </c:pt>
                <c:pt idx="5">
                  <c:v>25.06</c:v>
                </c:pt>
                <c:pt idx="6">
                  <c:v>25.07</c:v>
                </c:pt>
                <c:pt idx="7">
                  <c:v>25.08</c:v>
                </c:pt>
                <c:pt idx="8">
                  <c:v>25.09</c:v>
                </c:pt>
                <c:pt idx="9">
                  <c:v>25.10</c:v>
                </c:pt>
                <c:pt idx="10">
                  <c:v>25.11</c:v>
                </c:pt>
                <c:pt idx="11">
                  <c:v>25.12</c:v>
                </c:pt>
                <c:pt idx="12">
                  <c:v>26.01</c:v>
                </c:pt>
                <c:pt idx="13">
                  <c:v>26.02</c:v>
                </c:pt>
                <c:pt idx="14">
                  <c:v>26.03</c:v>
                </c:pt>
                <c:pt idx="15">
                  <c:v>26.04</c:v>
                </c:pt>
                <c:pt idx="16">
                  <c:v>26.05</c:v>
                </c:pt>
                <c:pt idx="17">
                  <c:v>26.06</c:v>
                </c:pt>
                <c:pt idx="18">
                  <c:v>26.07</c:v>
                </c:pt>
                <c:pt idx="19">
                  <c:v>26.08</c:v>
                </c:pt>
                <c:pt idx="20">
                  <c:v>26.09</c:v>
                </c:pt>
              </c:strCache>
            </c:strRef>
          </c:cat>
          <c:val>
            <c:numRef>
              <c:f>Sheet1!$E$2:$E$22</c:f>
              <c:numCache>
                <c:formatCode>General</c:formatCode>
                <c:ptCount val="21"/>
                <c:pt idx="0">
                  <c:v>1452.225806451613</c:v>
                </c:pt>
                <c:pt idx="1">
                  <c:v>1513.5</c:v>
                </c:pt>
                <c:pt idx="2">
                  <c:v>1572.3225806451612</c:v>
                </c:pt>
                <c:pt idx="3">
                  <c:v>1466.8333333333333</c:v>
                </c:pt>
                <c:pt idx="4">
                  <c:v>1455.6774193548388</c:v>
                </c:pt>
                <c:pt idx="5">
                  <c:v>1584.6333333333334</c:v>
                </c:pt>
                <c:pt idx="6">
                  <c:v>1548.1935483870968</c:v>
                </c:pt>
                <c:pt idx="7">
                  <c:v>1520.6129032258063</c:v>
                </c:pt>
                <c:pt idx="8">
                  <c:v>1440.6666666666667</c:v>
                </c:pt>
                <c:pt idx="9">
                  <c:v>1315.516129032258</c:v>
                </c:pt>
                <c:pt idx="10">
                  <c:v>1249.7</c:v>
                </c:pt>
                <c:pt idx="11">
                  <c:v>1296.741935483871</c:v>
                </c:pt>
                <c:pt idx="12">
                  <c:v>1493.3870967741937</c:v>
                </c:pt>
                <c:pt idx="13">
                  <c:v>1311.0357142857142</c:v>
                </c:pt>
                <c:pt idx="14">
                  <c:v>1383.774193548387</c:v>
                </c:pt>
                <c:pt idx="15">
                  <c:v>1283.7333333333333</c:v>
                </c:pt>
                <c:pt idx="16">
                  <c:v>1553.0967741935483</c:v>
                </c:pt>
                <c:pt idx="17">
                  <c:v>1807.7</c:v>
                </c:pt>
                <c:pt idx="18">
                  <c:v>1504.2903225806451</c:v>
                </c:pt>
                <c:pt idx="19">
                  <c:v>1712.3548387096773</c:v>
                </c:pt>
                <c:pt idx="20">
                  <c:v>1477.6666666666667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안심</c:v>
                </c:pt>
              </c:strCache>
            </c:strRef>
          </c:tx>
          <c:spPr>
            <a:ln w="15875">
              <a:solidFill>
                <a:srgbClr val="AC7858"/>
              </a:solidFill>
            </a:ln>
          </c:spPr>
          <c:marker>
            <c:symbol val="circle"/>
            <c:size val="4"/>
            <c:spPr>
              <a:solidFill>
                <a:srgbClr val="AC7858"/>
              </a:solidFill>
              <a:ln>
                <a:solidFill>
                  <a:srgbClr val="AC7858"/>
                </a:solidFill>
              </a:ln>
            </c:spPr>
          </c:marker>
          <c:cat>
            <c:strRef>
              <c:f>Sheet1!$A$2:$A$22</c:f>
              <c:strCache>
                <c:ptCount val="21"/>
                <c:pt idx="0">
                  <c:v>25.01</c:v>
                </c:pt>
                <c:pt idx="1">
                  <c:v>25.02</c:v>
                </c:pt>
                <c:pt idx="2">
                  <c:v>25.03</c:v>
                </c:pt>
                <c:pt idx="3">
                  <c:v>25.04</c:v>
                </c:pt>
                <c:pt idx="4">
                  <c:v>25.05</c:v>
                </c:pt>
                <c:pt idx="5">
                  <c:v>25.06</c:v>
                </c:pt>
                <c:pt idx="6">
                  <c:v>25.07</c:v>
                </c:pt>
                <c:pt idx="7">
                  <c:v>25.08</c:v>
                </c:pt>
                <c:pt idx="8">
                  <c:v>25.09</c:v>
                </c:pt>
                <c:pt idx="9">
                  <c:v>25.10</c:v>
                </c:pt>
                <c:pt idx="10">
                  <c:v>25.11</c:v>
                </c:pt>
                <c:pt idx="11">
                  <c:v>25.12</c:v>
                </c:pt>
                <c:pt idx="12">
                  <c:v>26.01</c:v>
                </c:pt>
                <c:pt idx="13">
                  <c:v>26.02</c:v>
                </c:pt>
                <c:pt idx="14">
                  <c:v>26.03</c:v>
                </c:pt>
                <c:pt idx="15">
                  <c:v>26.04</c:v>
                </c:pt>
                <c:pt idx="16">
                  <c:v>26.05</c:v>
                </c:pt>
                <c:pt idx="17">
                  <c:v>26.06</c:v>
                </c:pt>
                <c:pt idx="18">
                  <c:v>26.07</c:v>
                </c:pt>
                <c:pt idx="19">
                  <c:v>26.08</c:v>
                </c:pt>
                <c:pt idx="20">
                  <c:v>26.09</c:v>
                </c:pt>
              </c:strCache>
            </c:strRef>
          </c:cat>
          <c:val>
            <c:numRef>
              <c:f>Sheet1!$F$2:$F$22</c:f>
              <c:numCache>
                <c:formatCode>General</c:formatCode>
                <c:ptCount val="21"/>
                <c:pt idx="0">
                  <c:v>1369.5483870967741</c:v>
                </c:pt>
                <c:pt idx="1">
                  <c:v>1477.1785714285713</c:v>
                </c:pt>
                <c:pt idx="2">
                  <c:v>1671.5806451612902</c:v>
                </c:pt>
                <c:pt idx="3">
                  <c:v>1382.0666666666666</c:v>
                </c:pt>
                <c:pt idx="4">
                  <c:v>1356.225806451613</c:v>
                </c:pt>
                <c:pt idx="5">
                  <c:v>1480.9333333333334</c:v>
                </c:pt>
                <c:pt idx="6">
                  <c:v>1482.8709677419354</c:v>
                </c:pt>
                <c:pt idx="7">
                  <c:v>1461.774193548387</c:v>
                </c:pt>
                <c:pt idx="8">
                  <c:v>1763.5333333333333</c:v>
                </c:pt>
                <c:pt idx="9">
                  <c:v>1293.967741935484</c:v>
                </c:pt>
                <c:pt idx="10">
                  <c:v>1352.4666666666667</c:v>
                </c:pt>
                <c:pt idx="11">
                  <c:v>1259.483870967742</c:v>
                </c:pt>
                <c:pt idx="12">
                  <c:v>1500.6451612903227</c:v>
                </c:pt>
                <c:pt idx="13">
                  <c:v>1371.9642857142858</c:v>
                </c:pt>
                <c:pt idx="14">
                  <c:v>1646.9354838709678</c:v>
                </c:pt>
                <c:pt idx="15">
                  <c:v>1696.5333333333333</c:v>
                </c:pt>
                <c:pt idx="16">
                  <c:v>1492.5806451612902</c:v>
                </c:pt>
                <c:pt idx="17">
                  <c:v>1486.2666666666667</c:v>
                </c:pt>
                <c:pt idx="18">
                  <c:v>1452.3225806451612</c:v>
                </c:pt>
                <c:pt idx="19">
                  <c:v>1551.8064516129032</c:v>
                </c:pt>
                <c:pt idx="20">
                  <c:v>1375.4333333333334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윙(아랫날개)</c:v>
                </c:pt>
              </c:strCache>
            </c:strRef>
          </c:tx>
          <c:spPr>
            <a:ln w="15875">
              <a:solidFill>
                <a:srgbClr val="58718C"/>
              </a:solidFill>
            </a:ln>
          </c:spPr>
          <c:marker>
            <c:symbol val="circle"/>
            <c:size val="4"/>
            <c:spPr>
              <a:solidFill>
                <a:srgbClr val="58718C"/>
              </a:solidFill>
              <a:ln>
                <a:solidFill>
                  <a:srgbClr val="58718C"/>
                </a:solidFill>
              </a:ln>
            </c:spPr>
          </c:marker>
          <c:cat>
            <c:strRef>
              <c:f>Sheet1!$A$2:$A$22</c:f>
              <c:strCache>
                <c:ptCount val="21"/>
                <c:pt idx="0">
                  <c:v>25.01</c:v>
                </c:pt>
                <c:pt idx="1">
                  <c:v>25.02</c:v>
                </c:pt>
                <c:pt idx="2">
                  <c:v>25.03</c:v>
                </c:pt>
                <c:pt idx="3">
                  <c:v>25.04</c:v>
                </c:pt>
                <c:pt idx="4">
                  <c:v>25.05</c:v>
                </c:pt>
                <c:pt idx="5">
                  <c:v>25.06</c:v>
                </c:pt>
                <c:pt idx="6">
                  <c:v>25.07</c:v>
                </c:pt>
                <c:pt idx="7">
                  <c:v>25.08</c:v>
                </c:pt>
                <c:pt idx="8">
                  <c:v>25.09</c:v>
                </c:pt>
                <c:pt idx="9">
                  <c:v>25.10</c:v>
                </c:pt>
                <c:pt idx="10">
                  <c:v>25.11</c:v>
                </c:pt>
                <c:pt idx="11">
                  <c:v>25.12</c:v>
                </c:pt>
                <c:pt idx="12">
                  <c:v>26.01</c:v>
                </c:pt>
                <c:pt idx="13">
                  <c:v>26.02</c:v>
                </c:pt>
                <c:pt idx="14">
                  <c:v>26.03</c:v>
                </c:pt>
                <c:pt idx="15">
                  <c:v>26.04</c:v>
                </c:pt>
                <c:pt idx="16">
                  <c:v>26.05</c:v>
                </c:pt>
                <c:pt idx="17">
                  <c:v>26.06</c:v>
                </c:pt>
                <c:pt idx="18">
                  <c:v>26.07</c:v>
                </c:pt>
                <c:pt idx="19">
                  <c:v>26.08</c:v>
                </c:pt>
                <c:pt idx="20">
                  <c:v>26.09</c:v>
                </c:pt>
              </c:strCache>
            </c:strRef>
          </c:cat>
          <c:val>
            <c:numRef>
              <c:f>Sheet1!$G$2:$G$22</c:f>
              <c:numCache>
                <c:formatCode>General</c:formatCode>
                <c:ptCount val="21"/>
                <c:pt idx="0">
                  <c:v>1005.0645161290323</c:v>
                </c:pt>
                <c:pt idx="1">
                  <c:v>983.9285714285714</c:v>
                </c:pt>
                <c:pt idx="2">
                  <c:v>1007.2903225806451</c:v>
                </c:pt>
                <c:pt idx="3">
                  <c:v>933.0666666666667</c:v>
                </c:pt>
                <c:pt idx="4">
                  <c:v>947.7096774193549</c:v>
                </c:pt>
                <c:pt idx="5">
                  <c:v>995.4666666666667</c:v>
                </c:pt>
                <c:pt idx="6">
                  <c:v>984.4516129032259</c:v>
                </c:pt>
                <c:pt idx="7">
                  <c:v>950.1290322580645</c:v>
                </c:pt>
                <c:pt idx="8">
                  <c:v>908.3333333333334</c:v>
                </c:pt>
                <c:pt idx="9">
                  <c:v>824.2258064516129</c:v>
                </c:pt>
                <c:pt idx="10">
                  <c:v>819.5666666666667</c:v>
                </c:pt>
                <c:pt idx="11">
                  <c:v>901.5483870967741</c:v>
                </c:pt>
                <c:pt idx="12">
                  <c:v>1028.8064516129032</c:v>
                </c:pt>
                <c:pt idx="13">
                  <c:v>938.8214285714286</c:v>
                </c:pt>
                <c:pt idx="14">
                  <c:v>1544.0645161290322</c:v>
                </c:pt>
                <c:pt idx="15">
                  <c:v>1818.6</c:v>
                </c:pt>
                <c:pt idx="16">
                  <c:v>1413.483870967742</c:v>
                </c:pt>
                <c:pt idx="17">
                  <c:v>1191.7</c:v>
                </c:pt>
                <c:pt idx="18">
                  <c:v>1047.225806451613</c:v>
                </c:pt>
                <c:pt idx="19">
                  <c:v>1082.2903225806451</c:v>
                </c:pt>
                <c:pt idx="20">
                  <c:v>1174.0333333333333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4E2DD"/>
            </a:solidFill>
          </a:ln>
        </c:spPr>
        <c:txPr>
          <a:bodyPr/>
          <a:lstStyle/>
          <a:p>
            <a:pPr>
              <a:defRPr sz="770">
                <a:solidFill>
                  <a:srgbClr val="686E73"/>
                </a:solidFill>
                <a:latin typeface="맑은 고딕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9000.0"/>
          <c:min val="0.0"/>
        </c:scaling>
        <c:delete val="0"/>
        <c:axPos val="l"/>
        <c:majorGridlines>
          <c:spPr>
            <a:ln w="5080">
              <a:solidFill>
                <a:srgbClr val="E4E2DD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60">
                <a:solidFill>
                  <a:srgbClr val="686E73"/>
                </a:solidFill>
                <a:latin typeface="맑은 고딕"/>
              </a:defRPr>
            </a:pPr>
          </a:p>
        </c:txPr>
        <c:crossAx val="2118791784"/>
        <c:crosses val="autoZero"/>
        <c:majorUnit val="4750.0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3"/>
  <c:chart>
    <c:autoTitleDeleted val="0"/>
    <c:plotArea>
      <c:layout>
        <c:manualLayout>
          <c:layoutTarget val="inner"/>
          <c:xMode val="edge"/>
          <c:yMode val="edge"/>
          <c:wMode val="factor"/>
          <c:hMode val="factor"/>
          <c:x val="0.10743801652892562"/>
          <c:y val=".06"/>
          <c:w val="0.8677685950413223"/>
          <c:h val=".76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치킨 전체(참고)</c:v>
                </c:pt>
              </c:strCache>
            </c:strRef>
          </c:tx>
          <c:spPr>
            <a:ln w="15875">
              <a:solidFill>
                <a:srgbClr val="7D838A"/>
              </a:solidFill>
            </a:ln>
          </c:spPr>
          <c:marker>
            <c:symbol val="circle"/>
            <c:size val="3"/>
            <c:spPr>
              <a:solidFill>
                <a:srgbClr val="7D838A"/>
              </a:solidFill>
              <a:ln>
                <a:solidFill>
                  <a:srgbClr val="7D838A"/>
                </a:solidFill>
              </a:ln>
            </c:spPr>
          </c:marker>
          <c:cat>
            <c:strRef>
              <c:f>Sheet1!$A$2:$A$23</c:f>
              <c:strCache>
                <c:ptCount val="22"/>
                <c:pt idx="0">
                  <c:v>25.01</c:v>
                </c:pt>
                <c:pt idx="1">
                  <c:v>25.02</c:v>
                </c:pt>
                <c:pt idx="2">
                  <c:v>25.03</c:v>
                </c:pt>
                <c:pt idx="3">
                  <c:v>25.04</c:v>
                </c:pt>
                <c:pt idx="4">
                  <c:v>25.05</c:v>
                </c:pt>
                <c:pt idx="5">
                  <c:v>25.06</c:v>
                </c:pt>
                <c:pt idx="6">
                  <c:v>25.07</c:v>
                </c:pt>
                <c:pt idx="7">
                  <c:v>25.08</c:v>
                </c:pt>
                <c:pt idx="8">
                  <c:v>25.09</c:v>
                </c:pt>
                <c:pt idx="9">
                  <c:v>25.10</c:v>
                </c:pt>
                <c:pt idx="10">
                  <c:v>25.11</c:v>
                </c:pt>
                <c:pt idx="11">
                  <c:v>25.12</c:v>
                </c:pt>
                <c:pt idx="12">
                  <c:v>26.01</c:v>
                </c:pt>
                <c:pt idx="13">
                  <c:v>26.02</c:v>
                </c:pt>
                <c:pt idx="14">
                  <c:v>26.03</c:v>
                </c:pt>
                <c:pt idx="15">
                  <c:v>26.04</c:v>
                </c:pt>
                <c:pt idx="16">
                  <c:v>26.05</c:v>
                </c:pt>
                <c:pt idx="17">
                  <c:v>26.06</c:v>
                </c:pt>
                <c:pt idx="18">
                  <c:v>26.07</c:v>
                </c:pt>
                <c:pt idx="19">
                  <c:v>26.08</c:v>
                </c:pt>
                <c:pt idx="20">
                  <c:v>26.09</c:v>
                </c:pt>
                <c:pt idx="21">
                  <c:v>26.10*</c:v>
                </c:pt>
              </c:strCache>
            </c: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42.63308193548387</c:v>
                </c:pt>
                <c:pt idx="1">
                  <c:v>39.00689428571429</c:v>
                </c:pt>
                <c:pt idx="2">
                  <c:v>39.958798064516124</c:v>
                </c:pt>
                <c:pt idx="3">
                  <c:v>40.244833666666665</c:v>
                </c:pt>
                <c:pt idx="4">
                  <c:v>46.500435161290326</c:v>
                </c:pt>
                <c:pt idx="5">
                  <c:v>44.879478666666664</c:v>
                </c:pt>
                <c:pt idx="6">
                  <c:v>50.44409129032258</c:v>
                </c:pt>
                <c:pt idx="7">
                  <c:v>49.11799419354839</c:v>
                </c:pt>
                <c:pt idx="8">
                  <c:v>39.375622</c:v>
                </c:pt>
                <c:pt idx="9">
                  <c:v>45.354384193548384</c:v>
                </c:pt>
                <c:pt idx="10">
                  <c:v>37.71414133333334</c:v>
                </c:pt>
                <c:pt idx="11">
                  <c:v>35.630113548387094</c:v>
                </c:pt>
                <c:pt idx="12">
                  <c:v>33.82812580645162</c:v>
                </c:pt>
                <c:pt idx="13">
                  <c:v>34.87931642857143</c:v>
                </c:pt>
                <c:pt idx="14">
                  <c:v>31.737827741935483</c:v>
                </c:pt>
                <c:pt idx="15">
                  <c:v>34.00196566666667</c:v>
                </c:pt>
                <c:pt idx="16">
                  <c:v>39.92332387096774</c:v>
                </c:pt>
                <c:pt idx="17">
                  <c:v>38.83735633333333</c:v>
                </c:pt>
                <c:pt idx="18">
                  <c:v>39.36510774193548</c:v>
                </c:pt>
                <c:pt idx="19">
                  <c:v>39.68906064516129</c:v>
                </c:pt>
                <c:pt idx="20">
                  <c:v>32.65863866666667</c:v>
                </c:pt>
                <c:pt idx="21">
                  <c:v>32.446033684210526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통닭</c:v>
                </c:pt>
              </c:strCache>
            </c:strRef>
          </c:tx>
          <c:spPr>
            <a:ln w="15875">
              <a:solidFill>
                <a:srgbClr val="9B696E"/>
              </a:solidFill>
            </a:ln>
          </c:spPr>
          <c:marker>
            <c:symbol val="circle"/>
            <c:size val="3"/>
            <c:spPr>
              <a:solidFill>
                <a:srgbClr val="9B696E"/>
              </a:solidFill>
              <a:ln>
                <a:solidFill>
                  <a:srgbClr val="9B696E"/>
                </a:solidFill>
              </a:ln>
            </c:spPr>
          </c:marker>
          <c:cat>
            <c:strRef>
              <c:f>Sheet1!$A$2:$A$23</c:f>
              <c:strCache>
                <c:ptCount val="22"/>
                <c:pt idx="0">
                  <c:v>25.01</c:v>
                </c:pt>
                <c:pt idx="1">
                  <c:v>25.02</c:v>
                </c:pt>
                <c:pt idx="2">
                  <c:v>25.03</c:v>
                </c:pt>
                <c:pt idx="3">
                  <c:v>25.04</c:v>
                </c:pt>
                <c:pt idx="4">
                  <c:v>25.05</c:v>
                </c:pt>
                <c:pt idx="5">
                  <c:v>25.06</c:v>
                </c:pt>
                <c:pt idx="6">
                  <c:v>25.07</c:v>
                </c:pt>
                <c:pt idx="7">
                  <c:v>25.08</c:v>
                </c:pt>
                <c:pt idx="8">
                  <c:v>25.09</c:v>
                </c:pt>
                <c:pt idx="9">
                  <c:v>25.10</c:v>
                </c:pt>
                <c:pt idx="10">
                  <c:v>25.11</c:v>
                </c:pt>
                <c:pt idx="11">
                  <c:v>25.12</c:v>
                </c:pt>
                <c:pt idx="12">
                  <c:v>26.01</c:v>
                </c:pt>
                <c:pt idx="13">
                  <c:v>26.02</c:v>
                </c:pt>
                <c:pt idx="14">
                  <c:v>26.03</c:v>
                </c:pt>
                <c:pt idx="15">
                  <c:v>26.04</c:v>
                </c:pt>
                <c:pt idx="16">
                  <c:v>26.05</c:v>
                </c:pt>
                <c:pt idx="17">
                  <c:v>26.06</c:v>
                </c:pt>
                <c:pt idx="18">
                  <c:v>26.07</c:v>
                </c:pt>
                <c:pt idx="19">
                  <c:v>26.08</c:v>
                </c:pt>
                <c:pt idx="20">
                  <c:v>26.09</c:v>
                </c:pt>
                <c:pt idx="21">
                  <c:v>26.10*</c:v>
                </c:pt>
              </c:strCache>
            </c:strRef>
          </c:cat>
          <c:val>
            <c:numRef>
              <c:f>Sheet1!$C$2:$C$23</c:f>
              <c:numCache>
                <c:formatCode>General</c:formatCode>
                <c:ptCount val="22"/>
                <c:pt idx="0">
                  <c:v>45.154197457818604</c:v>
                </c:pt>
                <c:pt idx="1">
                  <c:v>44.65668985613125</c:v>
                </c:pt>
                <c:pt idx="2">
                  <c:v>44.449022239995635</c:v>
                </c:pt>
                <c:pt idx="3">
                  <c:v>44.01506390674097</c:v>
                </c:pt>
                <c:pt idx="4">
                  <c:v>46.3920060039638</c:v>
                </c:pt>
                <c:pt idx="5">
                  <c:v>46.122730631772995</c:v>
                </c:pt>
                <c:pt idx="6">
                  <c:v>45.7022498128341</c:v>
                </c:pt>
                <c:pt idx="7">
                  <c:v>45.54929444997233</c:v>
                </c:pt>
                <c:pt idx="8">
                  <c:v>42.29197836712671</c:v>
                </c:pt>
                <c:pt idx="9">
                  <c:v>46.46743960091821</c:v>
                </c:pt>
                <c:pt idx="10">
                  <c:v>42.38371159976943</c:v>
                </c:pt>
                <c:pt idx="11">
                  <c:v>39.86787442373789</c:v>
                </c:pt>
                <c:pt idx="12">
                  <c:v>41.575802192117834</c:v>
                </c:pt>
                <c:pt idx="13">
                  <c:v>40.82086570039688</c:v>
                </c:pt>
                <c:pt idx="14">
                  <c:v>40.083342285785264</c:v>
                </c:pt>
                <c:pt idx="15">
                  <c:v>40.721783485793104</c:v>
                </c:pt>
                <c:pt idx="16">
                  <c:v>43.70133241649942</c:v>
                </c:pt>
                <c:pt idx="17">
                  <c:v>42.61153241265517</c:v>
                </c:pt>
                <c:pt idx="18">
                  <c:v>42.05842311073879</c:v>
                </c:pt>
                <c:pt idx="19">
                  <c:v>44.314403234134225</c:v>
                </c:pt>
                <c:pt idx="20">
                  <c:v>37.76441767442379</c:v>
                </c:pt>
                <c:pt idx="21">
                  <c:v>38.82155986351028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순살·발골</c:v>
                </c:pt>
              </c:strCache>
            </c:strRef>
          </c:tx>
          <c:spPr>
            <a:ln w="15875">
              <a:solidFill>
                <a:srgbClr val="3E8490"/>
              </a:solidFill>
            </a:ln>
          </c:spPr>
          <c:marker>
            <c:symbol val="circle"/>
            <c:size val="3"/>
            <c:spPr>
              <a:solidFill>
                <a:srgbClr val="3E8490"/>
              </a:solidFill>
              <a:ln>
                <a:solidFill>
                  <a:srgbClr val="3E8490"/>
                </a:solidFill>
              </a:ln>
            </c:spPr>
          </c:marker>
          <c:cat>
            <c:strRef>
              <c:f>Sheet1!$A$2:$A$23</c:f>
              <c:strCache>
                <c:ptCount val="22"/>
                <c:pt idx="0">
                  <c:v>25.01</c:v>
                </c:pt>
                <c:pt idx="1">
                  <c:v>25.02</c:v>
                </c:pt>
                <c:pt idx="2">
                  <c:v>25.03</c:v>
                </c:pt>
                <c:pt idx="3">
                  <c:v>25.04</c:v>
                </c:pt>
                <c:pt idx="4">
                  <c:v>25.05</c:v>
                </c:pt>
                <c:pt idx="5">
                  <c:v>25.06</c:v>
                </c:pt>
                <c:pt idx="6">
                  <c:v>25.07</c:v>
                </c:pt>
                <c:pt idx="7">
                  <c:v>25.08</c:v>
                </c:pt>
                <c:pt idx="8">
                  <c:v>25.09</c:v>
                </c:pt>
                <c:pt idx="9">
                  <c:v>25.10</c:v>
                </c:pt>
                <c:pt idx="10">
                  <c:v>25.11</c:v>
                </c:pt>
                <c:pt idx="11">
                  <c:v>25.12</c:v>
                </c:pt>
                <c:pt idx="12">
                  <c:v>26.01</c:v>
                </c:pt>
                <c:pt idx="13">
                  <c:v>26.02</c:v>
                </c:pt>
                <c:pt idx="14">
                  <c:v>26.03</c:v>
                </c:pt>
                <c:pt idx="15">
                  <c:v>26.04</c:v>
                </c:pt>
                <c:pt idx="16">
                  <c:v>26.05</c:v>
                </c:pt>
                <c:pt idx="17">
                  <c:v>26.06</c:v>
                </c:pt>
                <c:pt idx="18">
                  <c:v>26.07</c:v>
                </c:pt>
                <c:pt idx="19">
                  <c:v>26.08</c:v>
                </c:pt>
                <c:pt idx="20">
                  <c:v>26.09</c:v>
                </c:pt>
                <c:pt idx="21">
                  <c:v>26.10*</c:v>
                </c:pt>
              </c:strCache>
            </c:strRef>
          </c:cat>
          <c:val>
            <c:numRef>
              <c:f>Sheet1!$D$2:$D$23</c:f>
              <c:numCache>
                <c:formatCode>General</c:formatCode>
                <c:ptCount val="22"/>
                <c:pt idx="0">
                  <c:v>38.909469462855405</c:v>
                </c:pt>
                <c:pt idx="1">
                  <c:v>39.565606958922366</c:v>
                </c:pt>
                <c:pt idx="2">
                  <c:v>38.236562155550615</c:v>
                </c:pt>
                <c:pt idx="3">
                  <c:v>36.26204892627433</c:v>
                </c:pt>
                <c:pt idx="4">
                  <c:v>52.08186694767765</c:v>
                </c:pt>
                <c:pt idx="5">
                  <c:v>42.38933082421629</c:v>
                </c:pt>
                <c:pt idx="6">
                  <c:v>37.686026836471775</c:v>
                </c:pt>
                <c:pt idx="7">
                  <c:v>34.11764156520865</c:v>
                </c:pt>
                <c:pt idx="8">
                  <c:v>31.42008635644993</c:v>
                </c:pt>
                <c:pt idx="9">
                  <c:v>28.897621151879964</c:v>
                </c:pt>
                <c:pt idx="10">
                  <c:v>29.384685791144655</c:v>
                </c:pt>
                <c:pt idx="11">
                  <c:v>32.33956315126402</c:v>
                </c:pt>
                <c:pt idx="12">
                  <c:v>29.019963955276875</c:v>
                </c:pt>
                <c:pt idx="13">
                  <c:v>25.428858034015896</c:v>
                </c:pt>
                <c:pt idx="14">
                  <c:v>26.267236286431874</c:v>
                </c:pt>
                <c:pt idx="15">
                  <c:v>28.048822230415052</c:v>
                </c:pt>
                <c:pt idx="16">
                  <c:v>30.39837802394046</c:v>
                </c:pt>
                <c:pt idx="17">
                  <c:v>28.71884242850562</c:v>
                </c:pt>
                <c:pt idx="18">
                  <c:v>28.126864408962337</c:v>
                </c:pt>
                <c:pt idx="19">
                  <c:v>26.56897823402745</c:v>
                </c:pt>
                <c:pt idx="20">
                  <c:v>23.345893997344614</c:v>
                </c:pt>
                <c:pt idx="21">
                  <c:v>25.843306291835564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치킨텐더</c:v>
                </c:pt>
              </c:strCache>
            </c:strRef>
          </c:tx>
          <c:spPr>
            <a:ln w="15875">
              <a:solidFill>
                <a:srgbClr val="7D8F51"/>
              </a:solidFill>
            </a:ln>
          </c:spPr>
          <c:marker>
            <c:symbol val="circle"/>
            <c:size val="3"/>
            <c:spPr>
              <a:solidFill>
                <a:srgbClr val="7D8F51"/>
              </a:solidFill>
              <a:ln>
                <a:solidFill>
                  <a:srgbClr val="7D8F51"/>
                </a:solidFill>
              </a:ln>
            </c:spPr>
          </c:marker>
          <c:cat>
            <c:strRef>
              <c:f>Sheet1!$A$2:$A$23</c:f>
              <c:strCache>
                <c:ptCount val="22"/>
                <c:pt idx="0">
                  <c:v>25.01</c:v>
                </c:pt>
                <c:pt idx="1">
                  <c:v>25.02</c:v>
                </c:pt>
                <c:pt idx="2">
                  <c:v>25.03</c:v>
                </c:pt>
                <c:pt idx="3">
                  <c:v>25.04</c:v>
                </c:pt>
                <c:pt idx="4">
                  <c:v>25.05</c:v>
                </c:pt>
                <c:pt idx="5">
                  <c:v>25.06</c:v>
                </c:pt>
                <c:pt idx="6">
                  <c:v>25.07</c:v>
                </c:pt>
                <c:pt idx="7">
                  <c:v>25.08</c:v>
                </c:pt>
                <c:pt idx="8">
                  <c:v>25.09</c:v>
                </c:pt>
                <c:pt idx="9">
                  <c:v>25.10</c:v>
                </c:pt>
                <c:pt idx="10">
                  <c:v>25.11</c:v>
                </c:pt>
                <c:pt idx="11">
                  <c:v>25.12</c:v>
                </c:pt>
                <c:pt idx="12">
                  <c:v>26.01</c:v>
                </c:pt>
                <c:pt idx="13">
                  <c:v>26.02</c:v>
                </c:pt>
                <c:pt idx="14">
                  <c:v>26.03</c:v>
                </c:pt>
                <c:pt idx="15">
                  <c:v>26.04</c:v>
                </c:pt>
                <c:pt idx="16">
                  <c:v>26.05</c:v>
                </c:pt>
                <c:pt idx="17">
                  <c:v>26.06</c:v>
                </c:pt>
                <c:pt idx="18">
                  <c:v>26.07</c:v>
                </c:pt>
                <c:pt idx="19">
                  <c:v>26.08</c:v>
                </c:pt>
                <c:pt idx="20">
                  <c:v>26.09</c:v>
                </c:pt>
                <c:pt idx="21">
                  <c:v>26.10*</c:v>
                </c:pt>
              </c:strCache>
            </c:strRef>
          </c:cat>
          <c:val>
            <c:numRef>
              <c:f>Sheet1!$E$2:$E$23</c:f>
              <c:numCache>
                <c:formatCode>General</c:formatCode>
                <c:ptCount val="22"/>
                <c:pt idx="0">
                  <c:v>27.248263104572924</c:v>
                </c:pt>
                <c:pt idx="1">
                  <c:v>31.686201708737315</c:v>
                </c:pt>
                <c:pt idx="2">
                  <c:v>31.67295050777143</c:v>
                </c:pt>
                <c:pt idx="3">
                  <c:v>30.360053802680202</c:v>
                </c:pt>
                <c:pt idx="4">
                  <c:v>27.942028992653043</c:v>
                </c:pt>
                <c:pt idx="5">
                  <c:v>27.115882107933988</c:v>
                </c:pt>
                <c:pt idx="6">
                  <c:v>26.15164890891424</c:v>
                </c:pt>
                <c:pt idx="7">
                  <c:v>28.268089407017992</c:v>
                </c:pt>
                <c:pt idx="8">
                  <c:v>23.713187388468345</c:v>
                </c:pt>
                <c:pt idx="9">
                  <c:v>21.38169025074184</c:v>
                </c:pt>
                <c:pt idx="10">
                  <c:v>22.352090394616674</c:v>
                </c:pt>
                <c:pt idx="11">
                  <c:v>22.216107596485326</c:v>
                </c:pt>
                <c:pt idx="12">
                  <c:v>26.76229108596041</c:v>
                </c:pt>
                <c:pt idx="13">
                  <c:v>21.15594834593333</c:v>
                </c:pt>
                <c:pt idx="14">
                  <c:v>24.751353048409715</c:v>
                </c:pt>
                <c:pt idx="15">
                  <c:v>23.287007493398857</c:v>
                </c:pt>
                <c:pt idx="16">
                  <c:v>22.750017349540045</c:v>
                </c:pt>
                <c:pt idx="17">
                  <c:v>22.015135825019012</c:v>
                </c:pt>
                <c:pt idx="18">
                  <c:v>21.250604152278054</c:v>
                </c:pt>
                <c:pt idx="19">
                  <c:v>22.168151372302397</c:v>
                </c:pt>
                <c:pt idx="20">
                  <c:v>18.093749641761274</c:v>
                </c:pt>
                <c:pt idx="21">
                  <c:v>17.302080771193204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윙·봉</c:v>
                </c:pt>
              </c:strCache>
            </c:strRef>
          </c:tx>
          <c:spPr>
            <a:ln w="15875">
              <a:solidFill>
                <a:srgbClr val="778189"/>
              </a:solidFill>
            </a:ln>
          </c:spPr>
          <c:marker>
            <c:symbol val="circle"/>
            <c:size val="3"/>
            <c:spPr>
              <a:solidFill>
                <a:srgbClr val="778189"/>
              </a:solidFill>
              <a:ln>
                <a:solidFill>
                  <a:srgbClr val="778189"/>
                </a:solidFill>
              </a:ln>
            </c:spPr>
          </c:marker>
          <c:cat>
            <c:strRef>
              <c:f>Sheet1!$A$2:$A$23</c:f>
              <c:strCache>
                <c:ptCount val="22"/>
                <c:pt idx="0">
                  <c:v>25.01</c:v>
                </c:pt>
                <c:pt idx="1">
                  <c:v>25.02</c:v>
                </c:pt>
                <c:pt idx="2">
                  <c:v>25.03</c:v>
                </c:pt>
                <c:pt idx="3">
                  <c:v>25.04</c:v>
                </c:pt>
                <c:pt idx="4">
                  <c:v>25.05</c:v>
                </c:pt>
                <c:pt idx="5">
                  <c:v>25.06</c:v>
                </c:pt>
                <c:pt idx="6">
                  <c:v>25.07</c:v>
                </c:pt>
                <c:pt idx="7">
                  <c:v>25.08</c:v>
                </c:pt>
                <c:pt idx="8">
                  <c:v>25.09</c:v>
                </c:pt>
                <c:pt idx="9">
                  <c:v>25.10</c:v>
                </c:pt>
                <c:pt idx="10">
                  <c:v>25.11</c:v>
                </c:pt>
                <c:pt idx="11">
                  <c:v>25.12</c:v>
                </c:pt>
                <c:pt idx="12">
                  <c:v>26.01</c:v>
                </c:pt>
                <c:pt idx="13">
                  <c:v>26.02</c:v>
                </c:pt>
                <c:pt idx="14">
                  <c:v>26.03</c:v>
                </c:pt>
                <c:pt idx="15">
                  <c:v>26.04</c:v>
                </c:pt>
                <c:pt idx="16">
                  <c:v>26.05</c:v>
                </c:pt>
                <c:pt idx="17">
                  <c:v>26.06</c:v>
                </c:pt>
                <c:pt idx="18">
                  <c:v>26.07</c:v>
                </c:pt>
                <c:pt idx="19">
                  <c:v>26.08</c:v>
                </c:pt>
                <c:pt idx="20">
                  <c:v>26.09</c:v>
                </c:pt>
                <c:pt idx="21">
                  <c:v>26.10*</c:v>
                </c:pt>
              </c:strCache>
            </c:strRef>
          </c:cat>
          <c:val>
            <c:numRef>
              <c:f>Sheet1!$F$2:$F$23</c:f>
              <c:numCache>
                <c:formatCode>General</c:formatCode>
                <c:ptCount val="22"/>
                <c:pt idx="0">
                  <c:v>64.1316520812608</c:v>
                </c:pt>
                <c:pt idx="1">
                  <c:v>66.2894778346104</c:v>
                </c:pt>
                <c:pt idx="2">
                  <c:v>63.26896520056959</c:v>
                </c:pt>
                <c:pt idx="3">
                  <c:v>63.4496182678495</c:v>
                </c:pt>
                <c:pt idx="4">
                  <c:v>69.56116876799072</c:v>
                </c:pt>
                <c:pt idx="5">
                  <c:v>57.36433891314216</c:v>
                </c:pt>
                <c:pt idx="6">
                  <c:v>58.87098130022555</c:v>
                </c:pt>
                <c:pt idx="7">
                  <c:v>61.215300042247634</c:v>
                </c:pt>
                <c:pt idx="8">
                  <c:v>55.193761523416704</c:v>
                </c:pt>
                <c:pt idx="9">
                  <c:v>47.4867720802629</c:v>
                </c:pt>
                <c:pt idx="10">
                  <c:v>49.25375894553382</c:v>
                </c:pt>
                <c:pt idx="11">
                  <c:v>53.8259054090527</c:v>
                </c:pt>
                <c:pt idx="12">
                  <c:v>54.12597748492273</c:v>
                </c:pt>
                <c:pt idx="13">
                  <c:v>43.55259081232932</c:v>
                </c:pt>
                <c:pt idx="14">
                  <c:v>47.88063136798989</c:v>
                </c:pt>
                <c:pt idx="15">
                  <c:v>41.56966915301602</c:v>
                </c:pt>
                <c:pt idx="16">
                  <c:v>39.919257670964164</c:v>
                </c:pt>
                <c:pt idx="17">
                  <c:v>42.18010434821594</c:v>
                </c:pt>
                <c:pt idx="18">
                  <c:v>37.94063312875983</c:v>
                </c:pt>
                <c:pt idx="19">
                  <c:v>32.820552776909544</c:v>
                </c:pt>
                <c:pt idx="20">
                  <c:v>29.767280688481534</c:v>
                </c:pt>
                <c:pt idx="21">
                  <c:v>31.80836124810825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4E2DD"/>
            </a:solidFill>
          </a:ln>
        </c:spPr>
        <c:txPr>
          <a:bodyPr/>
          <a:lstStyle/>
          <a:p>
            <a:pPr>
              <a:defRPr sz="770">
                <a:solidFill>
                  <a:srgbClr val="686E73"/>
                </a:solidFill>
                <a:latin typeface="맑은 고딕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80.0"/>
          <c:min val="0.0"/>
        </c:scaling>
        <c:delete val="0"/>
        <c:axPos val="l"/>
        <c:majorGridlines>
          <c:spPr>
            <a:ln w="5080">
              <a:solidFill>
                <a:srgbClr val="E4E2DD"/>
              </a:solidFill>
            </a:ln>
          </c:spPr>
        </c:majorGridlines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60">
                <a:solidFill>
                  <a:srgbClr val="686E73"/>
                </a:solidFill>
                <a:latin typeface="맑은 고딕"/>
              </a:defRPr>
            </a:pPr>
          </a:p>
        </c:txPr>
        <c:crossAx val="2118791784"/>
        <c:crosses val="autoZero"/>
        <c:majorUnit val="20.0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3"/>
  <c:chart>
    <c:autoTitleDeleted val="0"/>
    <c:plotArea>
      <c:layout>
        <c:manualLayout>
          <c:layoutTarget val="inner"/>
          <c:xMode val="edge"/>
          <c:yMode val="edge"/>
          <c:wMode val="factor"/>
          <c:hMode val="factor"/>
          <c:x val="0.10743801652892562"/>
          <c:y val=".06"/>
          <c:w val="0.8677685950413223"/>
          <c:h val=".76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닭가슴살</c:v>
                </c:pt>
              </c:strCache>
            </c:strRef>
          </c:tx>
          <c:spPr>
            <a:ln w="15875">
              <a:solidFill>
                <a:srgbClr val="B65346"/>
              </a:solidFill>
            </a:ln>
          </c:spPr>
          <c:marker>
            <c:symbol val="circle"/>
            <c:size val="3"/>
            <c:spPr>
              <a:solidFill>
                <a:srgbClr val="B65346"/>
              </a:solidFill>
              <a:ln>
                <a:solidFill>
                  <a:srgbClr val="B65346"/>
                </a:solidFill>
              </a:ln>
            </c:spPr>
          </c:marker>
          <c:cat>
            <c:strRef>
              <c:f>Sheet1!$A$2:$A$23</c:f>
              <c:strCache>
                <c:ptCount val="22"/>
                <c:pt idx="0">
                  <c:v>25.01</c:v>
                </c:pt>
                <c:pt idx="1">
                  <c:v>25.02</c:v>
                </c:pt>
                <c:pt idx="2">
                  <c:v>25.03</c:v>
                </c:pt>
                <c:pt idx="3">
                  <c:v>25.04</c:v>
                </c:pt>
                <c:pt idx="4">
                  <c:v>25.05</c:v>
                </c:pt>
                <c:pt idx="5">
                  <c:v>25.06</c:v>
                </c:pt>
                <c:pt idx="6">
                  <c:v>25.07</c:v>
                </c:pt>
                <c:pt idx="7">
                  <c:v>25.08</c:v>
                </c:pt>
                <c:pt idx="8">
                  <c:v>25.09</c:v>
                </c:pt>
                <c:pt idx="9">
                  <c:v>25.10</c:v>
                </c:pt>
                <c:pt idx="10">
                  <c:v>25.11</c:v>
                </c:pt>
                <c:pt idx="11">
                  <c:v>25.12</c:v>
                </c:pt>
                <c:pt idx="12">
                  <c:v>26.01</c:v>
                </c:pt>
                <c:pt idx="13">
                  <c:v>26.02</c:v>
                </c:pt>
                <c:pt idx="14">
                  <c:v>26.03</c:v>
                </c:pt>
                <c:pt idx="15">
                  <c:v>26.04</c:v>
                </c:pt>
                <c:pt idx="16">
                  <c:v>26.05</c:v>
                </c:pt>
                <c:pt idx="17">
                  <c:v>26.06</c:v>
                </c:pt>
                <c:pt idx="18">
                  <c:v>26.07</c:v>
                </c:pt>
                <c:pt idx="19">
                  <c:v>26.08</c:v>
                </c:pt>
                <c:pt idx="20">
                  <c:v>26.09</c:v>
                </c:pt>
                <c:pt idx="21">
                  <c:v>26.10*</c:v>
                </c:pt>
              </c:strCache>
            </c: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19.90010741935484</c:v>
                </c:pt>
                <c:pt idx="1">
                  <c:v>25.101925714285716</c:v>
                </c:pt>
                <c:pt idx="2">
                  <c:v>24.757180645161288</c:v>
                </c:pt>
                <c:pt idx="3">
                  <c:v>23.064903</c:v>
                </c:pt>
                <c:pt idx="4">
                  <c:v>20.674757096774194</c:v>
                </c:pt>
                <c:pt idx="5">
                  <c:v>23.309187</c:v>
                </c:pt>
                <c:pt idx="6">
                  <c:v>22.95930225806452</c:v>
                </c:pt>
                <c:pt idx="7">
                  <c:v>22.657164516129033</c:v>
                </c:pt>
                <c:pt idx="8">
                  <c:v>19.305298</c:v>
                </c:pt>
                <c:pt idx="9">
                  <c:v>14.037425806451612</c:v>
                </c:pt>
                <c:pt idx="10">
                  <c:v>13.76727</c:v>
                </c:pt>
                <c:pt idx="11">
                  <c:v>13.900117741935485</c:v>
                </c:pt>
                <c:pt idx="12">
                  <c:v>19.55648935483871</c:v>
                </c:pt>
                <c:pt idx="13">
                  <c:v>16.07564357142857</c:v>
                </c:pt>
                <c:pt idx="14">
                  <c:v>20.60852806451613</c:v>
                </c:pt>
                <c:pt idx="15">
                  <c:v>20.034673</c:v>
                </c:pt>
                <c:pt idx="16">
                  <c:v>17.835136129032257</c:v>
                </c:pt>
                <c:pt idx="17">
                  <c:v>19.450560333333332</c:v>
                </c:pt>
                <c:pt idx="18">
                  <c:v>19.00517806451613</c:v>
                </c:pt>
                <c:pt idx="19">
                  <c:v>18.331109032258063</c:v>
                </c:pt>
                <c:pt idx="20">
                  <c:v>15.512449</c:v>
                </c:pt>
                <c:pt idx="21">
                  <c:v>14.705501052631579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닭다리</c:v>
                </c:pt>
              </c:strCache>
            </c:strRef>
          </c:tx>
          <c:spPr>
            <a:ln w="15875">
              <a:solidFill>
                <a:srgbClr val="3E8490"/>
              </a:solidFill>
            </a:ln>
          </c:spPr>
          <c:marker>
            <c:symbol val="circle"/>
            <c:size val="3"/>
            <c:spPr>
              <a:solidFill>
                <a:srgbClr val="3E8490"/>
              </a:solidFill>
              <a:ln>
                <a:solidFill>
                  <a:srgbClr val="3E8490"/>
                </a:solidFill>
              </a:ln>
            </c:spPr>
          </c:marker>
          <c:cat>
            <c:strRef>
              <c:f>Sheet1!$A$2:$A$23</c:f>
              <c:strCache>
                <c:ptCount val="22"/>
                <c:pt idx="0">
                  <c:v>25.01</c:v>
                </c:pt>
                <c:pt idx="1">
                  <c:v>25.02</c:v>
                </c:pt>
                <c:pt idx="2">
                  <c:v>25.03</c:v>
                </c:pt>
                <c:pt idx="3">
                  <c:v>25.04</c:v>
                </c:pt>
                <c:pt idx="4">
                  <c:v>25.05</c:v>
                </c:pt>
                <c:pt idx="5">
                  <c:v>25.06</c:v>
                </c:pt>
                <c:pt idx="6">
                  <c:v>25.07</c:v>
                </c:pt>
                <c:pt idx="7">
                  <c:v>25.08</c:v>
                </c:pt>
                <c:pt idx="8">
                  <c:v>25.09</c:v>
                </c:pt>
                <c:pt idx="9">
                  <c:v>25.10</c:v>
                </c:pt>
                <c:pt idx="10">
                  <c:v>25.11</c:v>
                </c:pt>
                <c:pt idx="11">
                  <c:v>25.12</c:v>
                </c:pt>
                <c:pt idx="12">
                  <c:v>26.01</c:v>
                </c:pt>
                <c:pt idx="13">
                  <c:v>26.02</c:v>
                </c:pt>
                <c:pt idx="14">
                  <c:v>26.03</c:v>
                </c:pt>
                <c:pt idx="15">
                  <c:v>26.04</c:v>
                </c:pt>
                <c:pt idx="16">
                  <c:v>26.05</c:v>
                </c:pt>
                <c:pt idx="17">
                  <c:v>26.06</c:v>
                </c:pt>
                <c:pt idx="18">
                  <c:v>26.07</c:v>
                </c:pt>
                <c:pt idx="19">
                  <c:v>26.08</c:v>
                </c:pt>
                <c:pt idx="20">
                  <c:v>26.09</c:v>
                </c:pt>
                <c:pt idx="21">
                  <c:v>26.10*</c:v>
                </c:pt>
              </c:strCache>
            </c:strRef>
          </c:cat>
          <c:val>
            <c:numRef>
              <c:f>Sheet1!$C$2:$C$23</c:f>
              <c:numCache>
                <c:formatCode>General</c:formatCode>
                <c:ptCount val="22"/>
                <c:pt idx="0">
                  <c:v>31.729272266473572</c:v>
                </c:pt>
                <c:pt idx="1">
                  <c:v>34.98000607737664</c:v>
                </c:pt>
                <c:pt idx="2">
                  <c:v>34.01414064142393</c:v>
                </c:pt>
                <c:pt idx="3">
                  <c:v>32.70359642770939</c:v>
                </c:pt>
                <c:pt idx="4">
                  <c:v>30.295572399616923</c:v>
                </c:pt>
                <c:pt idx="5">
                  <c:v>30.925793507120442</c:v>
                </c:pt>
                <c:pt idx="6">
                  <c:v>41.545601597720214</c:v>
                </c:pt>
                <c:pt idx="7">
                  <c:v>34.51150113288641</c:v>
                </c:pt>
                <c:pt idx="8">
                  <c:v>31.120217837315955</c:v>
                </c:pt>
                <c:pt idx="9">
                  <c:v>26.45591962346126</c:v>
                </c:pt>
                <c:pt idx="10">
                  <c:v>26.6479905865315</c:v>
                </c:pt>
                <c:pt idx="11">
                  <c:v>30.810802130293617</c:v>
                </c:pt>
                <c:pt idx="12">
                  <c:v>36.393216696643385</c:v>
                </c:pt>
                <c:pt idx="13">
                  <c:v>28.675422830247236</c:v>
                </c:pt>
                <c:pt idx="14">
                  <c:v>32.24895470790218</c:v>
                </c:pt>
                <c:pt idx="15">
                  <c:v>30.33784395365677</c:v>
                </c:pt>
                <c:pt idx="16">
                  <c:v>26.52760096704118</c:v>
                </c:pt>
                <c:pt idx="17">
                  <c:v>29.814657253198163</c:v>
                </c:pt>
                <c:pt idx="18">
                  <c:v>40.18803578519539</c:v>
                </c:pt>
                <c:pt idx="19">
                  <c:v>32.00701922403121</c:v>
                </c:pt>
                <c:pt idx="20">
                  <c:v>23.509096669080375</c:v>
                </c:pt>
                <c:pt idx="21">
                  <c:v>21.220582910934105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다리살</c:v>
                </c:pt>
              </c:strCache>
            </c:strRef>
          </c:tx>
          <c:spPr>
            <a:ln w="15875">
              <a:solidFill>
                <a:srgbClr val="A68B46"/>
              </a:solidFill>
            </a:ln>
          </c:spPr>
          <c:marker>
            <c:symbol val="circle"/>
            <c:size val="3"/>
            <c:spPr>
              <a:solidFill>
                <a:srgbClr val="A68B46"/>
              </a:solidFill>
              <a:ln>
                <a:solidFill>
                  <a:srgbClr val="A68B46"/>
                </a:solidFill>
              </a:ln>
            </c:spPr>
          </c:marker>
          <c:cat>
            <c:strRef>
              <c:f>Sheet1!$A$2:$A$23</c:f>
              <c:strCache>
                <c:ptCount val="22"/>
                <c:pt idx="0">
                  <c:v>25.01</c:v>
                </c:pt>
                <c:pt idx="1">
                  <c:v>25.02</c:v>
                </c:pt>
                <c:pt idx="2">
                  <c:v>25.03</c:v>
                </c:pt>
                <c:pt idx="3">
                  <c:v>25.04</c:v>
                </c:pt>
                <c:pt idx="4">
                  <c:v>25.05</c:v>
                </c:pt>
                <c:pt idx="5">
                  <c:v>25.06</c:v>
                </c:pt>
                <c:pt idx="6">
                  <c:v>25.07</c:v>
                </c:pt>
                <c:pt idx="7">
                  <c:v>25.08</c:v>
                </c:pt>
                <c:pt idx="8">
                  <c:v>25.09</c:v>
                </c:pt>
                <c:pt idx="9">
                  <c:v>25.10</c:v>
                </c:pt>
                <c:pt idx="10">
                  <c:v>25.11</c:v>
                </c:pt>
                <c:pt idx="11">
                  <c:v>25.12</c:v>
                </c:pt>
                <c:pt idx="12">
                  <c:v>26.01</c:v>
                </c:pt>
                <c:pt idx="13">
                  <c:v>26.02</c:v>
                </c:pt>
                <c:pt idx="14">
                  <c:v>26.03</c:v>
                </c:pt>
                <c:pt idx="15">
                  <c:v>26.04</c:v>
                </c:pt>
                <c:pt idx="16">
                  <c:v>26.05</c:v>
                </c:pt>
                <c:pt idx="17">
                  <c:v>26.06</c:v>
                </c:pt>
                <c:pt idx="18">
                  <c:v>26.07</c:v>
                </c:pt>
                <c:pt idx="19">
                  <c:v>26.08</c:v>
                </c:pt>
                <c:pt idx="20">
                  <c:v>26.09</c:v>
                </c:pt>
                <c:pt idx="21">
                  <c:v>26.10*</c:v>
                </c:pt>
              </c:strCache>
            </c:strRef>
          </c:cat>
          <c:val>
            <c:numRef>
              <c:f>Sheet1!$D$2:$D$23</c:f>
              <c:numCache>
                <c:formatCode>General</c:formatCode>
                <c:ptCount val="22"/>
                <c:pt idx="0">
                  <c:v>43.19471590520937</c:v>
                </c:pt>
                <c:pt idx="1">
                  <c:v>55.070239731349666</c:v>
                </c:pt>
                <c:pt idx="2">
                  <c:v>57.90329071134998</c:v>
                </c:pt>
                <c:pt idx="3">
                  <c:v>60.0898034441326</c:v>
                </c:pt>
                <c:pt idx="4">
                  <c:v>47.6738771975121</c:v>
                </c:pt>
                <c:pt idx="5">
                  <c:v>42.14805291355339</c:v>
                </c:pt>
                <c:pt idx="6">
                  <c:v>42.18780991401421</c:v>
                </c:pt>
                <c:pt idx="7">
                  <c:v>36.310124075063946</c:v>
                </c:pt>
                <c:pt idx="8">
                  <c:v>33.87053696775829</c:v>
                </c:pt>
                <c:pt idx="9">
                  <c:v>26.14064033412602</c:v>
                </c:pt>
                <c:pt idx="10">
                  <c:v>29.154852966753403</c:v>
                </c:pt>
                <c:pt idx="11">
                  <c:v>29.756376713750587</c:v>
                </c:pt>
                <c:pt idx="12">
                  <c:v>36.91781268732351</c:v>
                </c:pt>
                <c:pt idx="13">
                  <c:v>29.6301186136232</c:v>
                </c:pt>
                <c:pt idx="14">
                  <c:v>35.836640091227686</c:v>
                </c:pt>
                <c:pt idx="15">
                  <c:v>34.15222991045801</c:v>
                </c:pt>
                <c:pt idx="16">
                  <c:v>29.585888597012417</c:v>
                </c:pt>
                <c:pt idx="17">
                  <c:v>32.22916304326821</c:v>
                </c:pt>
                <c:pt idx="18">
                  <c:v>34.386623408468644</c:v>
                </c:pt>
                <c:pt idx="19">
                  <c:v>32.96615220550695</c:v>
                </c:pt>
                <c:pt idx="20">
                  <c:v>26.794835506235653</c:v>
                </c:pt>
                <c:pt idx="21">
                  <c:v>29.273694154118864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닭안심</c:v>
                </c:pt>
              </c:strCache>
            </c:strRef>
          </c:tx>
          <c:spPr>
            <a:ln w="15875">
              <a:solidFill>
                <a:srgbClr val="7C6C91"/>
              </a:solidFill>
            </a:ln>
          </c:spPr>
          <c:marker>
            <c:symbol val="circle"/>
            <c:size val="3"/>
            <c:spPr>
              <a:solidFill>
                <a:srgbClr val="7C6C91"/>
              </a:solidFill>
              <a:ln>
                <a:solidFill>
                  <a:srgbClr val="7C6C91"/>
                </a:solidFill>
              </a:ln>
            </c:spPr>
          </c:marker>
          <c:cat>
            <c:strRef>
              <c:f>Sheet1!$A$2:$A$23</c:f>
              <c:strCache>
                <c:ptCount val="22"/>
                <c:pt idx="0">
                  <c:v>25.01</c:v>
                </c:pt>
                <c:pt idx="1">
                  <c:v>25.02</c:v>
                </c:pt>
                <c:pt idx="2">
                  <c:v>25.03</c:v>
                </c:pt>
                <c:pt idx="3">
                  <c:v>25.04</c:v>
                </c:pt>
                <c:pt idx="4">
                  <c:v>25.05</c:v>
                </c:pt>
                <c:pt idx="5">
                  <c:v>25.06</c:v>
                </c:pt>
                <c:pt idx="6">
                  <c:v>25.07</c:v>
                </c:pt>
                <c:pt idx="7">
                  <c:v>25.08</c:v>
                </c:pt>
                <c:pt idx="8">
                  <c:v>25.09</c:v>
                </c:pt>
                <c:pt idx="9">
                  <c:v>25.10</c:v>
                </c:pt>
                <c:pt idx="10">
                  <c:v>25.11</c:v>
                </c:pt>
                <c:pt idx="11">
                  <c:v>25.12</c:v>
                </c:pt>
                <c:pt idx="12">
                  <c:v>26.01</c:v>
                </c:pt>
                <c:pt idx="13">
                  <c:v>26.02</c:v>
                </c:pt>
                <c:pt idx="14">
                  <c:v>26.03</c:v>
                </c:pt>
                <c:pt idx="15">
                  <c:v>26.04</c:v>
                </c:pt>
                <c:pt idx="16">
                  <c:v>26.05</c:v>
                </c:pt>
                <c:pt idx="17">
                  <c:v>26.06</c:v>
                </c:pt>
                <c:pt idx="18">
                  <c:v>26.07</c:v>
                </c:pt>
                <c:pt idx="19">
                  <c:v>26.08</c:v>
                </c:pt>
                <c:pt idx="20">
                  <c:v>26.09</c:v>
                </c:pt>
                <c:pt idx="21">
                  <c:v>26.10*</c:v>
                </c:pt>
              </c:strCache>
            </c:strRef>
          </c:cat>
          <c:val>
            <c:numRef>
              <c:f>Sheet1!$E$2:$E$23</c:f>
              <c:numCache>
                <c:formatCode>General</c:formatCode>
                <c:ptCount val="22"/>
                <c:pt idx="0">
                  <c:v>29.19009594667489</c:v>
                </c:pt>
                <c:pt idx="1">
                  <c:v>36.063980776460866</c:v>
                </c:pt>
                <c:pt idx="2">
                  <c:v>35.17350233022178</c:v>
                </c:pt>
                <c:pt idx="3">
                  <c:v>32.59709007835297</c:v>
                </c:pt>
                <c:pt idx="4">
                  <c:v>34.00727291651515</c:v>
                </c:pt>
                <c:pt idx="5">
                  <c:v>36.52113189626573</c:v>
                </c:pt>
                <c:pt idx="6">
                  <c:v>35.62161290416181</c:v>
                </c:pt>
                <c:pt idx="7">
                  <c:v>36.21909054941118</c:v>
                </c:pt>
                <c:pt idx="8">
                  <c:v>36.46469570398226</c:v>
                </c:pt>
                <c:pt idx="9">
                  <c:v>27.736607765047225</c:v>
                </c:pt>
                <c:pt idx="10">
                  <c:v>25.416897585962428</c:v>
                </c:pt>
                <c:pt idx="11">
                  <c:v>25.786215266984513</c:v>
                </c:pt>
                <c:pt idx="12">
                  <c:v>32.407328627306505</c:v>
                </c:pt>
                <c:pt idx="13">
                  <c:v>27.191073506326948</c:v>
                </c:pt>
                <c:pt idx="14">
                  <c:v>36.98320448808831</c:v>
                </c:pt>
                <c:pt idx="15">
                  <c:v>37.92210354663022</c:v>
                </c:pt>
                <c:pt idx="16">
                  <c:v>33.34083070293597</c:v>
                </c:pt>
                <c:pt idx="17">
                  <c:v>34.83514538485421</c:v>
                </c:pt>
                <c:pt idx="18">
                  <c:v>31.976421755400988</c:v>
                </c:pt>
                <c:pt idx="19">
                  <c:v>31.663310634368262</c:v>
                </c:pt>
                <c:pt idx="20">
                  <c:v>28.86005661996052</c:v>
                </c:pt>
                <c:pt idx="21">
                  <c:v>26.57815553603845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닭날개</c:v>
                </c:pt>
              </c:strCache>
            </c:strRef>
          </c:tx>
          <c:spPr>
            <a:ln w="15875">
              <a:solidFill>
                <a:srgbClr val="637E64"/>
              </a:solidFill>
            </a:ln>
          </c:spPr>
          <c:marker>
            <c:symbol val="circle"/>
            <c:size val="3"/>
            <c:spPr>
              <a:solidFill>
                <a:srgbClr val="637E64"/>
              </a:solidFill>
              <a:ln>
                <a:solidFill>
                  <a:srgbClr val="637E64"/>
                </a:solidFill>
              </a:ln>
            </c:spPr>
          </c:marker>
          <c:cat>
            <c:strRef>
              <c:f>Sheet1!$A$2:$A$23</c:f>
              <c:strCache>
                <c:ptCount val="22"/>
                <c:pt idx="0">
                  <c:v>25.01</c:v>
                </c:pt>
                <c:pt idx="1">
                  <c:v>25.02</c:v>
                </c:pt>
                <c:pt idx="2">
                  <c:v>25.03</c:v>
                </c:pt>
                <c:pt idx="3">
                  <c:v>25.04</c:v>
                </c:pt>
                <c:pt idx="4">
                  <c:v>25.05</c:v>
                </c:pt>
                <c:pt idx="5">
                  <c:v>25.06</c:v>
                </c:pt>
                <c:pt idx="6">
                  <c:v>25.07</c:v>
                </c:pt>
                <c:pt idx="7">
                  <c:v>25.08</c:v>
                </c:pt>
                <c:pt idx="8">
                  <c:v>25.09</c:v>
                </c:pt>
                <c:pt idx="9">
                  <c:v>25.10</c:v>
                </c:pt>
                <c:pt idx="10">
                  <c:v>25.11</c:v>
                </c:pt>
                <c:pt idx="11">
                  <c:v>25.12</c:v>
                </c:pt>
                <c:pt idx="12">
                  <c:v>26.01</c:v>
                </c:pt>
                <c:pt idx="13">
                  <c:v>26.02</c:v>
                </c:pt>
                <c:pt idx="14">
                  <c:v>26.03</c:v>
                </c:pt>
                <c:pt idx="15">
                  <c:v>26.04</c:v>
                </c:pt>
                <c:pt idx="16">
                  <c:v>26.05</c:v>
                </c:pt>
                <c:pt idx="17">
                  <c:v>26.06</c:v>
                </c:pt>
                <c:pt idx="18">
                  <c:v>26.07</c:v>
                </c:pt>
                <c:pt idx="19">
                  <c:v>26.08</c:v>
                </c:pt>
                <c:pt idx="20">
                  <c:v>26.09</c:v>
                </c:pt>
                <c:pt idx="21">
                  <c:v>26.10*</c:v>
                </c:pt>
              </c:strCache>
            </c:strRef>
          </c:cat>
          <c:val>
            <c:numRef>
              <c:f>Sheet1!$F$2:$F$23</c:f>
              <c:numCache>
                <c:formatCode>General</c:formatCode>
                <c:ptCount val="22"/>
                <c:pt idx="0">
                  <c:v>23.82569023368159</c:v>
                </c:pt>
                <c:pt idx="1">
                  <c:v>24.35148497720411</c:v>
                </c:pt>
                <c:pt idx="2">
                  <c:v>23.32534754556114</c:v>
                </c:pt>
                <c:pt idx="3">
                  <c:v>22.415936472740203</c:v>
                </c:pt>
                <c:pt idx="4">
                  <c:v>22.56674529233979</c:v>
                </c:pt>
                <c:pt idx="5">
                  <c:v>23.402323266672568</c:v>
                </c:pt>
                <c:pt idx="6">
                  <c:v>20.703629398538396</c:v>
                </c:pt>
                <c:pt idx="7">
                  <c:v>20.1871403221073</c:v>
                </c:pt>
                <c:pt idx="8">
                  <c:v>21.07924292748371</c:v>
                </c:pt>
                <c:pt idx="9">
                  <c:v>15.74387064616659</c:v>
                </c:pt>
                <c:pt idx="10">
                  <c:v>16.028001248433636</c:v>
                </c:pt>
                <c:pt idx="11">
                  <c:v>18.792111907018445</c:v>
                </c:pt>
                <c:pt idx="12">
                  <c:v>19.43774954960668</c:v>
                </c:pt>
                <c:pt idx="13">
                  <c:v>15.937335086641694</c:v>
                </c:pt>
                <c:pt idx="14">
                  <c:v>16.714592413015747</c:v>
                </c:pt>
                <c:pt idx="15">
                  <c:v>17.062073859445626</c:v>
                </c:pt>
                <c:pt idx="16">
                  <c:v>15.441800196822145</c:v>
                </c:pt>
                <c:pt idx="17">
                  <c:v>15.916053707490757</c:v>
                </c:pt>
                <c:pt idx="18">
                  <c:v>15.780761649705571</c:v>
                </c:pt>
                <c:pt idx="19">
                  <c:v>17.25187869877391</c:v>
                </c:pt>
                <c:pt idx="20">
                  <c:v>16.263922597114625</c:v>
                </c:pt>
                <c:pt idx="21">
                  <c:v>14.64569321042849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4E2DD"/>
            </a:solidFill>
          </a:ln>
        </c:spPr>
        <c:txPr>
          <a:bodyPr/>
          <a:lstStyle/>
          <a:p>
            <a:pPr>
              <a:defRPr sz="770">
                <a:solidFill>
                  <a:srgbClr val="686E73"/>
                </a:solidFill>
                <a:latin typeface="맑은 고딕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70.0"/>
          <c:min val="0.0"/>
        </c:scaling>
        <c:delete val="0"/>
        <c:axPos val="l"/>
        <c:majorGridlines>
          <c:spPr>
            <a:ln w="5080">
              <a:solidFill>
                <a:srgbClr val="E4E2DD"/>
              </a:solidFill>
            </a:ln>
          </c:spPr>
        </c:majorGridlines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60">
                <a:solidFill>
                  <a:srgbClr val="686E73"/>
                </a:solidFill>
                <a:latin typeface="맑은 고딕"/>
              </a:defRPr>
            </a:pPr>
          </a:p>
        </c:txPr>
        <c:crossAx val="2118791784"/>
        <c:crosses val="autoZero"/>
        <c:majorUnit val="17.5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3"/>
  <c:chart>
    <c:autoTitleDeleted val="0"/>
    <c:plotArea>
      <c:layout>
        <c:manualLayout>
          <c:layoutTarget val="inner"/>
          <c:xMode val="edge"/>
          <c:yMode val="edge"/>
          <c:wMode val="factor"/>
          <c:hMode val="factor"/>
          <c:x val="0.10743801652892562"/>
          <c:y val=".06"/>
          <c:w val="0.8677685950413223"/>
          <c:h val=".76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튀김·후라이드</c:v>
                </c:pt>
              </c:strCache>
            </c:strRef>
          </c:tx>
          <c:spPr>
            <a:ln w="15875">
              <a:solidFill>
                <a:srgbClr val="B65346"/>
              </a:solidFill>
            </a:ln>
          </c:spPr>
          <c:marker>
            <c:symbol val="circle"/>
            <c:size val="3"/>
            <c:spPr>
              <a:solidFill>
                <a:srgbClr val="B65346"/>
              </a:solidFill>
              <a:ln>
                <a:solidFill>
                  <a:srgbClr val="B65346"/>
                </a:solidFill>
              </a:ln>
            </c:spPr>
          </c:marker>
          <c:cat>
            <c:strRef>
              <c:f>Sheet1!$A$2:$A$23</c:f>
              <c:strCache>
                <c:ptCount val="22"/>
                <c:pt idx="0">
                  <c:v>25.01</c:v>
                </c:pt>
                <c:pt idx="1">
                  <c:v>25.02</c:v>
                </c:pt>
                <c:pt idx="2">
                  <c:v>25.03</c:v>
                </c:pt>
                <c:pt idx="3">
                  <c:v>25.04</c:v>
                </c:pt>
                <c:pt idx="4">
                  <c:v>25.05</c:v>
                </c:pt>
                <c:pt idx="5">
                  <c:v>25.06</c:v>
                </c:pt>
                <c:pt idx="6">
                  <c:v>25.07</c:v>
                </c:pt>
                <c:pt idx="7">
                  <c:v>25.08</c:v>
                </c:pt>
                <c:pt idx="8">
                  <c:v>25.09</c:v>
                </c:pt>
                <c:pt idx="9">
                  <c:v>25.10</c:v>
                </c:pt>
                <c:pt idx="10">
                  <c:v>25.11</c:v>
                </c:pt>
                <c:pt idx="11">
                  <c:v>25.12</c:v>
                </c:pt>
                <c:pt idx="12">
                  <c:v>26.01</c:v>
                </c:pt>
                <c:pt idx="13">
                  <c:v>26.02</c:v>
                </c:pt>
                <c:pt idx="14">
                  <c:v>26.03</c:v>
                </c:pt>
                <c:pt idx="15">
                  <c:v>26.04</c:v>
                </c:pt>
                <c:pt idx="16">
                  <c:v>26.05</c:v>
                </c:pt>
                <c:pt idx="17">
                  <c:v>26.06</c:v>
                </c:pt>
                <c:pt idx="18">
                  <c:v>26.07</c:v>
                </c:pt>
                <c:pt idx="19">
                  <c:v>26.08</c:v>
                </c:pt>
                <c:pt idx="20">
                  <c:v>26.09</c:v>
                </c:pt>
                <c:pt idx="21">
                  <c:v>26.10*</c:v>
                </c:pt>
              </c:strCache>
            </c: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9.698326129032257</c:v>
                </c:pt>
                <c:pt idx="1">
                  <c:v>8.064111071428572</c:v>
                </c:pt>
                <c:pt idx="2">
                  <c:v>8.69795193548387</c:v>
                </c:pt>
                <c:pt idx="3">
                  <c:v>7.480774333333333</c:v>
                </c:pt>
                <c:pt idx="4">
                  <c:v>12.396954838709679</c:v>
                </c:pt>
                <c:pt idx="5">
                  <c:v>8.298904</c:v>
                </c:pt>
                <c:pt idx="6">
                  <c:v>9.288352903225807</c:v>
                </c:pt>
                <c:pt idx="7">
                  <c:v>8.826828064516128</c:v>
                </c:pt>
                <c:pt idx="8">
                  <c:v>7.890844666666666</c:v>
                </c:pt>
                <c:pt idx="9">
                  <c:v>7.680069677419356</c:v>
                </c:pt>
                <c:pt idx="10">
                  <c:v>7.826016999999999</c:v>
                </c:pt>
                <c:pt idx="11">
                  <c:v>8.392538709677419</c:v>
                </c:pt>
                <c:pt idx="12">
                  <c:v>7.72627064516129</c:v>
                </c:pt>
                <c:pt idx="13">
                  <c:v>6.5656517857142855</c:v>
                </c:pt>
                <c:pt idx="14">
                  <c:v>6.351424516129033</c:v>
                </c:pt>
                <c:pt idx="15">
                  <c:v>8.605451666666665</c:v>
                </c:pt>
                <c:pt idx="16">
                  <c:v>7.2472383870967745</c:v>
                </c:pt>
                <c:pt idx="17">
                  <c:v>6.157591</c:v>
                </c:pt>
                <c:pt idx="18">
                  <c:v>5.921025483870968</c:v>
                </c:pt>
                <c:pt idx="19">
                  <c:v>5.150196774193549</c:v>
                </c:pt>
                <c:pt idx="20">
                  <c:v>3.3951403333333334</c:v>
                </c:pt>
                <c:pt idx="21">
                  <c:v>2.9993521052631578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양념</c:v>
                </c:pt>
              </c:strCache>
            </c:strRef>
          </c:tx>
          <c:spPr>
            <a:ln w="15875">
              <a:solidFill>
                <a:srgbClr val="3E8490"/>
              </a:solidFill>
            </a:ln>
          </c:spPr>
          <c:marker>
            <c:symbol val="circle"/>
            <c:size val="3"/>
            <c:spPr>
              <a:solidFill>
                <a:srgbClr val="3E8490"/>
              </a:solidFill>
              <a:ln>
                <a:solidFill>
                  <a:srgbClr val="3E8490"/>
                </a:solidFill>
              </a:ln>
            </c:spPr>
          </c:marker>
          <c:cat>
            <c:strRef>
              <c:f>Sheet1!$A$2:$A$23</c:f>
              <c:strCache>
                <c:ptCount val="22"/>
                <c:pt idx="0">
                  <c:v>25.01</c:v>
                </c:pt>
                <c:pt idx="1">
                  <c:v>25.02</c:v>
                </c:pt>
                <c:pt idx="2">
                  <c:v>25.03</c:v>
                </c:pt>
                <c:pt idx="3">
                  <c:v>25.04</c:v>
                </c:pt>
                <c:pt idx="4">
                  <c:v>25.05</c:v>
                </c:pt>
                <c:pt idx="5">
                  <c:v>25.06</c:v>
                </c:pt>
                <c:pt idx="6">
                  <c:v>25.07</c:v>
                </c:pt>
                <c:pt idx="7">
                  <c:v>25.08</c:v>
                </c:pt>
                <c:pt idx="8">
                  <c:v>25.09</c:v>
                </c:pt>
                <c:pt idx="9">
                  <c:v>25.10</c:v>
                </c:pt>
                <c:pt idx="10">
                  <c:v>25.11</c:v>
                </c:pt>
                <c:pt idx="11">
                  <c:v>25.12</c:v>
                </c:pt>
                <c:pt idx="12">
                  <c:v>26.01</c:v>
                </c:pt>
                <c:pt idx="13">
                  <c:v>26.02</c:v>
                </c:pt>
                <c:pt idx="14">
                  <c:v>26.03</c:v>
                </c:pt>
                <c:pt idx="15">
                  <c:v>26.04</c:v>
                </c:pt>
                <c:pt idx="16">
                  <c:v>26.05</c:v>
                </c:pt>
                <c:pt idx="17">
                  <c:v>26.06</c:v>
                </c:pt>
                <c:pt idx="18">
                  <c:v>26.07</c:v>
                </c:pt>
                <c:pt idx="19">
                  <c:v>26.08</c:v>
                </c:pt>
                <c:pt idx="20">
                  <c:v>26.09</c:v>
                </c:pt>
                <c:pt idx="21">
                  <c:v>26.10*</c:v>
                </c:pt>
              </c:strCache>
            </c:strRef>
          </c:cat>
          <c:val>
            <c:numRef>
              <c:f>Sheet1!$C$2:$C$23</c:f>
              <c:numCache>
                <c:formatCode>General</c:formatCode>
                <c:ptCount val="22"/>
                <c:pt idx="0">
                  <c:v>25.48445424156421</c:v>
                </c:pt>
                <c:pt idx="1">
                  <c:v>26.731883602146578</c:v>
                </c:pt>
                <c:pt idx="2">
                  <c:v>28.357914950214703</c:v>
                </c:pt>
                <c:pt idx="3">
                  <c:v>25.991815966464404</c:v>
                </c:pt>
                <c:pt idx="4">
                  <c:v>31.56853613482067</c:v>
                </c:pt>
                <c:pt idx="5">
                  <c:v>28.483969724697104</c:v>
                </c:pt>
                <c:pt idx="6">
                  <c:v>29.67010576597906</c:v>
                </c:pt>
                <c:pt idx="7">
                  <c:v>28.461187660343633</c:v>
                </c:pt>
                <c:pt idx="8">
                  <c:v>25.37662897347736</c:v>
                </c:pt>
                <c:pt idx="9">
                  <c:v>25.186779086399774</c:v>
                </c:pt>
                <c:pt idx="10">
                  <c:v>24.71121562357193</c:v>
                </c:pt>
                <c:pt idx="11">
                  <c:v>30.684629485630055</c:v>
                </c:pt>
                <c:pt idx="12">
                  <c:v>34.02585565211977</c:v>
                </c:pt>
                <c:pt idx="13">
                  <c:v>24.471994214637483</c:v>
                </c:pt>
                <c:pt idx="14">
                  <c:v>21.92148731399584</c:v>
                </c:pt>
                <c:pt idx="15">
                  <c:v>21.522261466443066</c:v>
                </c:pt>
                <c:pt idx="16">
                  <c:v>21.070989461078156</c:v>
                </c:pt>
                <c:pt idx="17">
                  <c:v>20.94159689627138</c:v>
                </c:pt>
                <c:pt idx="18">
                  <c:v>20.536398351641985</c:v>
                </c:pt>
                <c:pt idx="19">
                  <c:v>16.824586794821695</c:v>
                </c:pt>
                <c:pt idx="20">
                  <c:v>25.097272578699233</c:v>
                </c:pt>
                <c:pt idx="21">
                  <c:v>22.916029146682273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간장</c:v>
                </c:pt>
              </c:strCache>
            </c:strRef>
          </c:tx>
          <c:spPr>
            <a:ln w="15875">
              <a:solidFill>
                <a:srgbClr val="A68B46"/>
              </a:solidFill>
            </a:ln>
          </c:spPr>
          <c:marker>
            <c:symbol val="circle"/>
            <c:size val="3"/>
            <c:spPr>
              <a:solidFill>
                <a:srgbClr val="A68B46"/>
              </a:solidFill>
              <a:ln>
                <a:solidFill>
                  <a:srgbClr val="A68B46"/>
                </a:solidFill>
              </a:ln>
            </c:spPr>
          </c:marker>
          <c:cat>
            <c:strRef>
              <c:f>Sheet1!$A$2:$A$23</c:f>
              <c:strCache>
                <c:ptCount val="22"/>
                <c:pt idx="0">
                  <c:v>25.01</c:v>
                </c:pt>
                <c:pt idx="1">
                  <c:v>25.02</c:v>
                </c:pt>
                <c:pt idx="2">
                  <c:v>25.03</c:v>
                </c:pt>
                <c:pt idx="3">
                  <c:v>25.04</c:v>
                </c:pt>
                <c:pt idx="4">
                  <c:v>25.05</c:v>
                </c:pt>
                <c:pt idx="5">
                  <c:v>25.06</c:v>
                </c:pt>
                <c:pt idx="6">
                  <c:v>25.07</c:v>
                </c:pt>
                <c:pt idx="7">
                  <c:v>25.08</c:v>
                </c:pt>
                <c:pt idx="8">
                  <c:v>25.09</c:v>
                </c:pt>
                <c:pt idx="9">
                  <c:v>25.10</c:v>
                </c:pt>
                <c:pt idx="10">
                  <c:v>25.11</c:v>
                </c:pt>
                <c:pt idx="11">
                  <c:v>25.12</c:v>
                </c:pt>
                <c:pt idx="12">
                  <c:v>26.01</c:v>
                </c:pt>
                <c:pt idx="13">
                  <c:v>26.02</c:v>
                </c:pt>
                <c:pt idx="14">
                  <c:v>26.03</c:v>
                </c:pt>
                <c:pt idx="15">
                  <c:v>26.04</c:v>
                </c:pt>
                <c:pt idx="16">
                  <c:v>26.05</c:v>
                </c:pt>
                <c:pt idx="17">
                  <c:v>26.06</c:v>
                </c:pt>
                <c:pt idx="18">
                  <c:v>26.07</c:v>
                </c:pt>
                <c:pt idx="19">
                  <c:v>26.08</c:v>
                </c:pt>
                <c:pt idx="20">
                  <c:v>26.09</c:v>
                </c:pt>
                <c:pt idx="21">
                  <c:v>26.10*</c:v>
                </c:pt>
              </c:strCache>
            </c:strRef>
          </c:cat>
          <c:val>
            <c:numRef>
              <c:f>Sheet1!$D$2:$D$23</c:f>
              <c:numCache>
                <c:formatCode>General</c:formatCode>
                <c:ptCount val="22"/>
                <c:pt idx="0">
                  <c:v>35.19342906170155</c:v>
                </c:pt>
                <c:pt idx="1">
                  <c:v>30.337353691566445</c:v>
                </c:pt>
                <c:pt idx="2">
                  <c:v>29.294717274273783</c:v>
                </c:pt>
                <c:pt idx="3">
                  <c:v>27.76438935786149</c:v>
                </c:pt>
                <c:pt idx="4">
                  <c:v>31.79056609902166</c:v>
                </c:pt>
                <c:pt idx="5">
                  <c:v>29.394943910110552</c:v>
                </c:pt>
                <c:pt idx="6">
                  <c:v>28.570969554016727</c:v>
                </c:pt>
                <c:pt idx="7">
                  <c:v>26.94952667644737</c:v>
                </c:pt>
                <c:pt idx="8">
                  <c:v>22.725070920728783</c:v>
                </c:pt>
                <c:pt idx="9">
                  <c:v>22.836891373909182</c:v>
                </c:pt>
                <c:pt idx="10">
                  <c:v>22.428169908278093</c:v>
                </c:pt>
                <c:pt idx="11">
                  <c:v>22.694007892370987</c:v>
                </c:pt>
                <c:pt idx="12">
                  <c:v>20.064592506350756</c:v>
                </c:pt>
                <c:pt idx="13">
                  <c:v>16.300966582206435</c:v>
                </c:pt>
                <c:pt idx="14">
                  <c:v>14.251306081506383</c:v>
                </c:pt>
                <c:pt idx="15">
                  <c:v>14.40377247499691</c:v>
                </c:pt>
                <c:pt idx="16">
                  <c:v>14.137932018479356</c:v>
                </c:pt>
                <c:pt idx="17">
                  <c:v>13.737746221260325</c:v>
                </c:pt>
                <c:pt idx="18">
                  <c:v>13.90030728426887</c:v>
                </c:pt>
                <c:pt idx="19">
                  <c:v>12.988631595673104</c:v>
                </c:pt>
                <c:pt idx="20">
                  <c:v>11.688317328864919</c:v>
                </c:pt>
                <c:pt idx="21">
                  <c:v>11.808510393328026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마늘·갈릭</c:v>
                </c:pt>
              </c:strCache>
            </c:strRef>
          </c:tx>
          <c:spPr>
            <a:ln w="15875">
              <a:solidFill>
                <a:srgbClr val="637E64"/>
              </a:solidFill>
            </a:ln>
          </c:spPr>
          <c:marker>
            <c:symbol val="circle"/>
            <c:size val="3"/>
            <c:spPr>
              <a:solidFill>
                <a:srgbClr val="637E64"/>
              </a:solidFill>
              <a:ln>
                <a:solidFill>
                  <a:srgbClr val="637E64"/>
                </a:solidFill>
              </a:ln>
            </c:spPr>
          </c:marker>
          <c:cat>
            <c:strRef>
              <c:f>Sheet1!$A$2:$A$23</c:f>
              <c:strCache>
                <c:ptCount val="22"/>
                <c:pt idx="0">
                  <c:v>25.01</c:v>
                </c:pt>
                <c:pt idx="1">
                  <c:v>25.02</c:v>
                </c:pt>
                <c:pt idx="2">
                  <c:v>25.03</c:v>
                </c:pt>
                <c:pt idx="3">
                  <c:v>25.04</c:v>
                </c:pt>
                <c:pt idx="4">
                  <c:v>25.05</c:v>
                </c:pt>
                <c:pt idx="5">
                  <c:v>25.06</c:v>
                </c:pt>
                <c:pt idx="6">
                  <c:v>25.07</c:v>
                </c:pt>
                <c:pt idx="7">
                  <c:v>25.08</c:v>
                </c:pt>
                <c:pt idx="8">
                  <c:v>25.09</c:v>
                </c:pt>
                <c:pt idx="9">
                  <c:v>25.10</c:v>
                </c:pt>
                <c:pt idx="10">
                  <c:v>25.11</c:v>
                </c:pt>
                <c:pt idx="11">
                  <c:v>25.12</c:v>
                </c:pt>
                <c:pt idx="12">
                  <c:v>26.01</c:v>
                </c:pt>
                <c:pt idx="13">
                  <c:v>26.02</c:v>
                </c:pt>
                <c:pt idx="14">
                  <c:v>26.03</c:v>
                </c:pt>
                <c:pt idx="15">
                  <c:v>26.04</c:v>
                </c:pt>
                <c:pt idx="16">
                  <c:v>26.05</c:v>
                </c:pt>
                <c:pt idx="17">
                  <c:v>26.06</c:v>
                </c:pt>
                <c:pt idx="18">
                  <c:v>26.07</c:v>
                </c:pt>
                <c:pt idx="19">
                  <c:v>26.08</c:v>
                </c:pt>
                <c:pt idx="20">
                  <c:v>26.09</c:v>
                </c:pt>
                <c:pt idx="21">
                  <c:v>26.10*</c:v>
                </c:pt>
              </c:strCache>
            </c:strRef>
          </c:cat>
          <c:val>
            <c:numRef>
              <c:f>Sheet1!$E$2:$E$23</c:f>
              <c:numCache>
                <c:formatCode>General</c:formatCode>
                <c:ptCount val="22"/>
                <c:pt idx="0">
                  <c:v>13.453734353823593</c:v>
                </c:pt>
                <c:pt idx="1">
                  <c:v>11.39397189091915</c:v>
                </c:pt>
                <c:pt idx="2">
                  <c:v>10.591331570051407</c:v>
                </c:pt>
                <c:pt idx="3">
                  <c:v>10.410662067446538</c:v>
                </c:pt>
                <c:pt idx="4">
                  <c:v>10.07019487100753</c:v>
                </c:pt>
                <c:pt idx="5">
                  <c:v>8.672085419660288</c:v>
                </c:pt>
                <c:pt idx="6">
                  <c:v>9.021729126198744</c:v>
                </c:pt>
                <c:pt idx="7">
                  <c:v>8.107801524999495</c:v>
                </c:pt>
                <c:pt idx="8">
                  <c:v>7.692539081764937</c:v>
                </c:pt>
                <c:pt idx="9">
                  <c:v>7.829447487889459</c:v>
                </c:pt>
                <c:pt idx="10">
                  <c:v>8.504300586678266</c:v>
                </c:pt>
                <c:pt idx="11">
                  <c:v>7.441300076475533</c:v>
                </c:pt>
                <c:pt idx="12">
                  <c:v>6.108295127962737</c:v>
                </c:pt>
                <c:pt idx="13">
                  <c:v>5.959784896698566</c:v>
                </c:pt>
                <c:pt idx="14">
                  <c:v>5.550041274960391</c:v>
                </c:pt>
                <c:pt idx="15">
                  <c:v>5.194936363781862</c:v>
                </c:pt>
                <c:pt idx="16">
                  <c:v>5.123234008003031</c:v>
                </c:pt>
                <c:pt idx="17">
                  <c:v>5.118233938475467</c:v>
                </c:pt>
                <c:pt idx="18">
                  <c:v>17.564089378180583</c:v>
                </c:pt>
                <c:pt idx="19">
                  <c:v>5.808294033506227</c:v>
                </c:pt>
                <c:pt idx="20">
                  <c:v>4.161058346351844</c:v>
                </c:pt>
                <c:pt idx="21">
                  <c:v>4.483508279009603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매운맛</c:v>
                </c:pt>
              </c:strCache>
            </c:strRef>
          </c:tx>
          <c:spPr>
            <a:ln w="15875">
              <a:solidFill>
                <a:srgbClr val="B65346"/>
              </a:solidFill>
            </a:ln>
          </c:spPr>
          <c:marker>
            <c:symbol val="circle"/>
            <c:size val="3"/>
            <c:spPr>
              <a:solidFill>
                <a:srgbClr val="B65346"/>
              </a:solidFill>
              <a:ln>
                <a:solidFill>
                  <a:srgbClr val="B65346"/>
                </a:solidFill>
              </a:ln>
            </c:spPr>
          </c:marker>
          <c:cat>
            <c:strRef>
              <c:f>Sheet1!$A$2:$A$23</c:f>
              <c:strCache>
                <c:ptCount val="22"/>
                <c:pt idx="0">
                  <c:v>25.01</c:v>
                </c:pt>
                <c:pt idx="1">
                  <c:v>25.02</c:v>
                </c:pt>
                <c:pt idx="2">
                  <c:v>25.03</c:v>
                </c:pt>
                <c:pt idx="3">
                  <c:v>25.04</c:v>
                </c:pt>
                <c:pt idx="4">
                  <c:v>25.05</c:v>
                </c:pt>
                <c:pt idx="5">
                  <c:v>25.06</c:v>
                </c:pt>
                <c:pt idx="6">
                  <c:v>25.07</c:v>
                </c:pt>
                <c:pt idx="7">
                  <c:v>25.08</c:v>
                </c:pt>
                <c:pt idx="8">
                  <c:v>25.09</c:v>
                </c:pt>
                <c:pt idx="9">
                  <c:v>25.10</c:v>
                </c:pt>
                <c:pt idx="10">
                  <c:v>25.11</c:v>
                </c:pt>
                <c:pt idx="11">
                  <c:v>25.12</c:v>
                </c:pt>
                <c:pt idx="12">
                  <c:v>26.01</c:v>
                </c:pt>
                <c:pt idx="13">
                  <c:v>26.02</c:v>
                </c:pt>
                <c:pt idx="14">
                  <c:v>26.03</c:v>
                </c:pt>
                <c:pt idx="15">
                  <c:v>26.04</c:v>
                </c:pt>
                <c:pt idx="16">
                  <c:v>26.05</c:v>
                </c:pt>
                <c:pt idx="17">
                  <c:v>26.06</c:v>
                </c:pt>
                <c:pt idx="18">
                  <c:v>26.07</c:v>
                </c:pt>
                <c:pt idx="19">
                  <c:v>26.08</c:v>
                </c:pt>
                <c:pt idx="20">
                  <c:v>26.09</c:v>
                </c:pt>
                <c:pt idx="21">
                  <c:v>26.10*</c:v>
                </c:pt>
              </c:strCache>
            </c:strRef>
          </c:cat>
          <c:val>
            <c:numRef>
              <c:f>Sheet1!$F$2:$F$23</c:f>
              <c:numCache>
                <c:formatCode>General</c:formatCode>
                <c:ptCount val="22"/>
                <c:pt idx="0">
                  <c:v>8.445135646955404</c:v>
                </c:pt>
                <c:pt idx="1">
                  <c:v>7.8924918742195915</c:v>
                </c:pt>
                <c:pt idx="2">
                  <c:v>8.0653401604955</c:v>
                </c:pt>
                <c:pt idx="3">
                  <c:v>6.851324430718786</c:v>
                </c:pt>
                <c:pt idx="4">
                  <c:v>6.522033771146169</c:v>
                </c:pt>
                <c:pt idx="5">
                  <c:v>6.346960497428027</c:v>
                </c:pt>
                <c:pt idx="6">
                  <c:v>6.59078197818592</c:v>
                </c:pt>
                <c:pt idx="7">
                  <c:v>6.766066999292501</c:v>
                </c:pt>
                <c:pt idx="8">
                  <c:v>6.089455072297999</c:v>
                </c:pt>
                <c:pt idx="9">
                  <c:v>6.40001561970087</c:v>
                </c:pt>
                <c:pt idx="10">
                  <c:v>5.54781263205386</c:v>
                </c:pt>
                <c:pt idx="11">
                  <c:v>5.686801014542618</c:v>
                </c:pt>
                <c:pt idx="12">
                  <c:v>5.2279292550540335</c:v>
                </c:pt>
                <c:pt idx="13">
                  <c:v>35.21194772267089</c:v>
                </c:pt>
                <c:pt idx="14">
                  <c:v>12.518221703205388</c:v>
                </c:pt>
                <c:pt idx="15">
                  <c:v>7.76056986900257</c:v>
                </c:pt>
                <c:pt idx="16">
                  <c:v>6.095812721016461</c:v>
                </c:pt>
                <c:pt idx="17">
                  <c:v>5.302746084851257</c:v>
                </c:pt>
                <c:pt idx="18">
                  <c:v>4.977008599752236</c:v>
                </c:pt>
                <c:pt idx="19">
                  <c:v>4.538765299543123</c:v>
                </c:pt>
                <c:pt idx="20">
                  <c:v>3.977940452247735</c:v>
                </c:pt>
                <c:pt idx="21">
                  <c:v>3.919974796159424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콘소메</c:v>
                </c:pt>
              </c:strCache>
            </c:strRef>
          </c:tx>
          <c:spPr>
            <a:ln w="15875">
              <a:solidFill>
                <a:srgbClr val="AC7858"/>
              </a:solidFill>
            </a:ln>
          </c:spPr>
          <c:marker>
            <c:symbol val="circle"/>
            <c:size val="3"/>
            <c:spPr>
              <a:solidFill>
                <a:srgbClr val="AC7858"/>
              </a:solidFill>
              <a:ln>
                <a:solidFill>
                  <a:srgbClr val="AC7858"/>
                </a:solidFill>
              </a:ln>
            </c:spPr>
          </c:marker>
          <c:cat>
            <c:strRef>
              <c:f>Sheet1!$A$2:$A$23</c:f>
              <c:strCache>
                <c:ptCount val="22"/>
                <c:pt idx="0">
                  <c:v>25.01</c:v>
                </c:pt>
                <c:pt idx="1">
                  <c:v>25.02</c:v>
                </c:pt>
                <c:pt idx="2">
                  <c:v>25.03</c:v>
                </c:pt>
                <c:pt idx="3">
                  <c:v>25.04</c:v>
                </c:pt>
                <c:pt idx="4">
                  <c:v>25.05</c:v>
                </c:pt>
                <c:pt idx="5">
                  <c:v>25.06</c:v>
                </c:pt>
                <c:pt idx="6">
                  <c:v>25.07</c:v>
                </c:pt>
                <c:pt idx="7">
                  <c:v>25.08</c:v>
                </c:pt>
                <c:pt idx="8">
                  <c:v>25.09</c:v>
                </c:pt>
                <c:pt idx="9">
                  <c:v>25.10</c:v>
                </c:pt>
                <c:pt idx="10">
                  <c:v>25.11</c:v>
                </c:pt>
                <c:pt idx="11">
                  <c:v>25.12</c:v>
                </c:pt>
                <c:pt idx="12">
                  <c:v>26.01</c:v>
                </c:pt>
                <c:pt idx="13">
                  <c:v>26.02</c:v>
                </c:pt>
                <c:pt idx="14">
                  <c:v>26.03</c:v>
                </c:pt>
                <c:pt idx="15">
                  <c:v>26.04</c:v>
                </c:pt>
                <c:pt idx="16">
                  <c:v>26.05</c:v>
                </c:pt>
                <c:pt idx="17">
                  <c:v>26.06</c:v>
                </c:pt>
                <c:pt idx="18">
                  <c:v>26.07</c:v>
                </c:pt>
                <c:pt idx="19">
                  <c:v>26.08</c:v>
                </c:pt>
                <c:pt idx="20">
                  <c:v>26.09</c:v>
                </c:pt>
                <c:pt idx="21">
                  <c:v>26.10*</c:v>
                </c:pt>
              </c:strCache>
            </c:strRef>
          </c:cat>
          <c:val>
            <c:numRef>
              <c:f>Sheet1!$G$2:$G$23</c:f>
              <c:numCache>
                <c:formatCode>General</c:formatCode>
                <c:ptCount val="22"/>
                <c:pt idx="0">
                  <c:v>45.28116564895691</c:v>
                </c:pt>
                <c:pt idx="1">
                  <c:v>48.57625426498253</c:v>
                </c:pt>
                <c:pt idx="2">
                  <c:v>43.10156724356923</c:v>
                </c:pt>
                <c:pt idx="3">
                  <c:v>32.74774319449977</c:v>
                </c:pt>
                <c:pt idx="4">
                  <c:v>35.04794713409204</c:v>
                </c:pt>
                <c:pt idx="5">
                  <c:v>38.46846518696703</c:v>
                </c:pt>
                <c:pt idx="6">
                  <c:v>36.59546362519558</c:v>
                </c:pt>
                <c:pt idx="7">
                  <c:v>39.668697490044174</c:v>
                </c:pt>
                <c:pt idx="8">
                  <c:v>30.090087414809805</c:v>
                </c:pt>
                <c:pt idx="9">
                  <c:v>32.49781564076478</c:v>
                </c:pt>
                <c:pt idx="10">
                  <c:v>29.369364203310884</c:v>
                </c:pt>
                <c:pt idx="11">
                  <c:v>31.048381965044147</c:v>
                </c:pt>
                <c:pt idx="12">
                  <c:v>23.942890389591838</c:v>
                </c:pt>
                <c:pt idx="13">
                  <c:v>18.243235957293404</c:v>
                </c:pt>
                <c:pt idx="14">
                  <c:v>20.41193923633354</c:v>
                </c:pt>
                <c:pt idx="15">
                  <c:v>16.63287657192304</c:v>
                </c:pt>
                <c:pt idx="16">
                  <c:v>15.333471591971714</c:v>
                </c:pt>
                <c:pt idx="17">
                  <c:v>13.8738690372834</c:v>
                </c:pt>
                <c:pt idx="18">
                  <c:v>14.298162632542502</c:v>
                </c:pt>
                <c:pt idx="19">
                  <c:v>12.619872672033132</c:v>
                </c:pt>
                <c:pt idx="20">
                  <c:v>13.693688356311837</c:v>
                </c:pt>
                <c:pt idx="21">
                  <c:v>12.162157469843999</c:v>
                </c:pt>
              </c:numCache>
            </c:numRef>
          </c:val>
          <c:smooth val="0"/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스파이스·스파이시</c:v>
                </c:pt>
              </c:strCache>
            </c:strRef>
          </c:tx>
          <c:spPr>
            <a:ln w="15875">
              <a:solidFill>
                <a:srgbClr val="58718C"/>
              </a:solidFill>
            </a:ln>
          </c:spPr>
          <c:marker>
            <c:symbol val="circle"/>
            <c:size val="3"/>
            <c:spPr>
              <a:solidFill>
                <a:srgbClr val="58718C"/>
              </a:solidFill>
              <a:ln>
                <a:solidFill>
                  <a:srgbClr val="58718C"/>
                </a:solidFill>
              </a:ln>
            </c:spPr>
          </c:marker>
          <c:cat>
            <c:strRef>
              <c:f>Sheet1!$A$2:$A$23</c:f>
              <c:strCache>
                <c:ptCount val="22"/>
                <c:pt idx="0">
                  <c:v>25.01</c:v>
                </c:pt>
                <c:pt idx="1">
                  <c:v>25.02</c:v>
                </c:pt>
                <c:pt idx="2">
                  <c:v>25.03</c:v>
                </c:pt>
                <c:pt idx="3">
                  <c:v>25.04</c:v>
                </c:pt>
                <c:pt idx="4">
                  <c:v>25.05</c:v>
                </c:pt>
                <c:pt idx="5">
                  <c:v>25.06</c:v>
                </c:pt>
                <c:pt idx="6">
                  <c:v>25.07</c:v>
                </c:pt>
                <c:pt idx="7">
                  <c:v>25.08</c:v>
                </c:pt>
                <c:pt idx="8">
                  <c:v>25.09</c:v>
                </c:pt>
                <c:pt idx="9">
                  <c:v>25.10</c:v>
                </c:pt>
                <c:pt idx="10">
                  <c:v>25.11</c:v>
                </c:pt>
                <c:pt idx="11">
                  <c:v>25.12</c:v>
                </c:pt>
                <c:pt idx="12">
                  <c:v>26.01</c:v>
                </c:pt>
                <c:pt idx="13">
                  <c:v>26.02</c:v>
                </c:pt>
                <c:pt idx="14">
                  <c:v>26.03</c:v>
                </c:pt>
                <c:pt idx="15">
                  <c:v>26.04</c:v>
                </c:pt>
                <c:pt idx="16">
                  <c:v>26.05</c:v>
                </c:pt>
                <c:pt idx="17">
                  <c:v>26.06</c:v>
                </c:pt>
                <c:pt idx="18">
                  <c:v>26.07</c:v>
                </c:pt>
                <c:pt idx="19">
                  <c:v>26.08</c:v>
                </c:pt>
                <c:pt idx="20">
                  <c:v>26.09</c:v>
                </c:pt>
                <c:pt idx="21">
                  <c:v>26.10*</c:v>
                </c:pt>
              </c:strCache>
            </c:strRef>
          </c:cat>
          <c:val>
            <c:numRef>
              <c:f>Sheet1!$H$2:$H$23</c:f>
              <c:numCache>
                <c:formatCode>General</c:formatCode>
                <c:ptCount val="22"/>
                <c:pt idx="0">
                  <c:v>12.032744829356831</c:v>
                </c:pt>
                <c:pt idx="1">
                  <c:v>16.156434298124992</c:v>
                </c:pt>
                <c:pt idx="2">
                  <c:v>12.647181514065908</c:v>
                </c:pt>
                <c:pt idx="3">
                  <c:v>10.15870484857024</c:v>
                </c:pt>
                <c:pt idx="4">
                  <c:v>11.52071388924886</c:v>
                </c:pt>
                <c:pt idx="5">
                  <c:v>9.523789232043383</c:v>
                </c:pt>
                <c:pt idx="6">
                  <c:v>8.141302146387957</c:v>
                </c:pt>
                <c:pt idx="7">
                  <c:v>10.85506878948313</c:v>
                </c:pt>
                <c:pt idx="8">
                  <c:v>9.629613083476237</c:v>
                </c:pt>
                <c:pt idx="9">
                  <c:v>9.370179950010991</c:v>
                </c:pt>
                <c:pt idx="10">
                  <c:v>9.047601374145312</c:v>
                </c:pt>
                <c:pt idx="11">
                  <c:v>9.062969367514993</c:v>
                </c:pt>
                <c:pt idx="12">
                  <c:v>6.758819051516925</c:v>
                </c:pt>
                <c:pt idx="13">
                  <c:v>4.875271913757375</c:v>
                </c:pt>
                <c:pt idx="14">
                  <c:v>7.066036285320243</c:v>
                </c:pt>
                <c:pt idx="15">
                  <c:v>5.7671811120313325</c:v>
                </c:pt>
                <c:pt idx="16">
                  <c:v>5.939570877605636</c:v>
                </c:pt>
                <c:pt idx="17">
                  <c:v>10.317441771222446</c:v>
                </c:pt>
                <c:pt idx="18">
                  <c:v>11.264698419194875</c:v>
                </c:pt>
                <c:pt idx="19">
                  <c:v>9.421381713760324</c:v>
                </c:pt>
                <c:pt idx="20">
                  <c:v>6.1904627717276135</c:v>
                </c:pt>
                <c:pt idx="21">
                  <c:v>7.769403749448124</c:v>
                </c:pt>
              </c:numCache>
            </c:numRef>
          </c:val>
          <c:smooth val="0"/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후레이크·크런치</c:v>
                </c:pt>
              </c:strCache>
            </c:strRef>
          </c:tx>
          <c:spPr>
            <a:ln w="15875">
              <a:solidFill>
                <a:srgbClr val="9B696E"/>
              </a:solidFill>
            </a:ln>
          </c:spPr>
          <c:marker>
            <c:symbol val="circle"/>
            <c:size val="3"/>
            <c:spPr>
              <a:solidFill>
                <a:srgbClr val="9B696E"/>
              </a:solidFill>
              <a:ln>
                <a:solidFill>
                  <a:srgbClr val="9B696E"/>
                </a:solidFill>
              </a:ln>
            </c:spPr>
          </c:marker>
          <c:cat>
            <c:strRef>
              <c:f>Sheet1!$A$2:$A$23</c:f>
              <c:strCache>
                <c:ptCount val="22"/>
                <c:pt idx="0">
                  <c:v>25.01</c:v>
                </c:pt>
                <c:pt idx="1">
                  <c:v>25.02</c:v>
                </c:pt>
                <c:pt idx="2">
                  <c:v>25.03</c:v>
                </c:pt>
                <c:pt idx="3">
                  <c:v>25.04</c:v>
                </c:pt>
                <c:pt idx="4">
                  <c:v>25.05</c:v>
                </c:pt>
                <c:pt idx="5">
                  <c:v>25.06</c:v>
                </c:pt>
                <c:pt idx="6">
                  <c:v>25.07</c:v>
                </c:pt>
                <c:pt idx="7">
                  <c:v>25.08</c:v>
                </c:pt>
                <c:pt idx="8">
                  <c:v>25.09</c:v>
                </c:pt>
                <c:pt idx="9">
                  <c:v>25.10</c:v>
                </c:pt>
                <c:pt idx="10">
                  <c:v>25.11</c:v>
                </c:pt>
                <c:pt idx="11">
                  <c:v>25.12</c:v>
                </c:pt>
                <c:pt idx="12">
                  <c:v>26.01</c:v>
                </c:pt>
                <c:pt idx="13">
                  <c:v>26.02</c:v>
                </c:pt>
                <c:pt idx="14">
                  <c:v>26.03</c:v>
                </c:pt>
                <c:pt idx="15">
                  <c:v>26.04</c:v>
                </c:pt>
                <c:pt idx="16">
                  <c:v>26.05</c:v>
                </c:pt>
                <c:pt idx="17">
                  <c:v>26.06</c:v>
                </c:pt>
                <c:pt idx="18">
                  <c:v>26.07</c:v>
                </c:pt>
                <c:pt idx="19">
                  <c:v>26.08</c:v>
                </c:pt>
                <c:pt idx="20">
                  <c:v>26.09</c:v>
                </c:pt>
                <c:pt idx="21">
                  <c:v>26.10*</c:v>
                </c:pt>
              </c:strCache>
            </c:strRef>
          </c:cat>
          <c:val>
            <c:numRef>
              <c:f>Sheet1!$I$2:$I$23</c:f>
              <c:numCache>
                <c:formatCode>General</c:formatCode>
                <c:ptCount val="22"/>
                <c:pt idx="0">
                  <c:v>16.511731985144188</c:v>
                </c:pt>
                <c:pt idx="1">
                  <c:v>19.733629919243892</c:v>
                </c:pt>
                <c:pt idx="2">
                  <c:v>26.899922694432593</c:v>
                </c:pt>
                <c:pt idx="3">
                  <c:v>24.576242037811436</c:v>
                </c:pt>
                <c:pt idx="4">
                  <c:v>21.760503971504278</c:v>
                </c:pt>
                <c:pt idx="5">
                  <c:v>20.790927447270608</c:v>
                </c:pt>
                <c:pt idx="6">
                  <c:v>17.714570534594962</c:v>
                </c:pt>
                <c:pt idx="7">
                  <c:v>19.628182805910374</c:v>
                </c:pt>
                <c:pt idx="8">
                  <c:v>15.197719630173802</c:v>
                </c:pt>
                <c:pt idx="9">
                  <c:v>13.668646567345403</c:v>
                </c:pt>
                <c:pt idx="10">
                  <c:v>16.384157281326342</c:v>
                </c:pt>
                <c:pt idx="11">
                  <c:v>12.028406801242213</c:v>
                </c:pt>
                <c:pt idx="12">
                  <c:v>15.090184541414919</c:v>
                </c:pt>
                <c:pt idx="13">
                  <c:v>13.559298799698306</c:v>
                </c:pt>
                <c:pt idx="14">
                  <c:v>13.449947142726666</c:v>
                </c:pt>
                <c:pt idx="15">
                  <c:v>15.084718811632197</c:v>
                </c:pt>
                <c:pt idx="16">
                  <c:v>22.7993161769298</c:v>
                </c:pt>
                <c:pt idx="17">
                  <c:v>22.824832096224878</c:v>
                </c:pt>
                <c:pt idx="18">
                  <c:v>20.229603264343236</c:v>
                </c:pt>
                <c:pt idx="19">
                  <c:v>21.37777346803041</c:v>
                </c:pt>
                <c:pt idx="20">
                  <c:v>13.841775858551314</c:v>
                </c:pt>
                <c:pt idx="21">
                  <c:v>12.310415636150674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4E2DD"/>
            </a:solidFill>
          </a:ln>
        </c:spPr>
        <c:txPr>
          <a:bodyPr/>
          <a:lstStyle/>
          <a:p>
            <a:pPr>
              <a:defRPr sz="770">
                <a:solidFill>
                  <a:srgbClr val="686E73"/>
                </a:solidFill>
                <a:latin typeface="맑은 고딕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60.0"/>
          <c:min val="0.0"/>
        </c:scaling>
        <c:delete val="0"/>
        <c:axPos val="l"/>
        <c:majorGridlines>
          <c:spPr>
            <a:ln w="5080">
              <a:solidFill>
                <a:srgbClr val="E4E2DD"/>
              </a:solidFill>
            </a:ln>
          </c:spPr>
        </c:majorGridlines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60">
                <a:solidFill>
                  <a:srgbClr val="686E73"/>
                </a:solidFill>
                <a:latin typeface="맑은 고딕"/>
              </a:defRPr>
            </a:pPr>
          </a:p>
        </c:txPr>
        <c:crossAx val="2118791784"/>
        <c:crosses val="autoZero"/>
        <c:majorUnit val="15.0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3"/>
  <c:chart>
    <c:autoTitleDeleted val="0"/>
    <c:plotArea>
      <c:layout>
        <c:manualLayout>
          <c:layoutTarget val="inner"/>
          <c:xMode val="edge"/>
          <c:yMode val="edge"/>
          <c:wMode val="factor"/>
          <c:hMode val="factor"/>
          <c:x val="0.10743801652892562"/>
          <c:y val=".06"/>
          <c:w val="0.8677685950413223"/>
          <c:h val=".76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튀김·후라이드</c:v>
                </c:pt>
              </c:strCache>
            </c:strRef>
          </c:tx>
          <c:spPr>
            <a:ln w="15875">
              <a:solidFill>
                <a:srgbClr val="B65346"/>
              </a:solidFill>
            </a:ln>
          </c:spPr>
          <c:marker>
            <c:symbol val="circle"/>
            <c:size val="3"/>
            <c:spPr>
              <a:solidFill>
                <a:srgbClr val="B65346"/>
              </a:solidFill>
              <a:ln>
                <a:solidFill>
                  <a:srgbClr val="B65346"/>
                </a:solidFill>
              </a:ln>
            </c:spPr>
          </c:marker>
          <c:cat>
            <c:strRef>
              <c:f>Sheet1!$A$2:$A$23</c:f>
              <c:strCache>
                <c:ptCount val="22"/>
                <c:pt idx="0">
                  <c:v>25.01</c:v>
                </c:pt>
                <c:pt idx="1">
                  <c:v>25.02</c:v>
                </c:pt>
                <c:pt idx="2">
                  <c:v>25.03</c:v>
                </c:pt>
                <c:pt idx="3">
                  <c:v>25.04</c:v>
                </c:pt>
                <c:pt idx="4">
                  <c:v>25.05</c:v>
                </c:pt>
                <c:pt idx="5">
                  <c:v>25.06</c:v>
                </c:pt>
                <c:pt idx="6">
                  <c:v>25.07</c:v>
                </c:pt>
                <c:pt idx="7">
                  <c:v>25.08</c:v>
                </c:pt>
                <c:pt idx="8">
                  <c:v>25.09</c:v>
                </c:pt>
                <c:pt idx="9">
                  <c:v>25.10</c:v>
                </c:pt>
                <c:pt idx="10">
                  <c:v>25.11</c:v>
                </c:pt>
                <c:pt idx="11">
                  <c:v>25.12</c:v>
                </c:pt>
                <c:pt idx="12">
                  <c:v>26.01</c:v>
                </c:pt>
                <c:pt idx="13">
                  <c:v>26.02</c:v>
                </c:pt>
                <c:pt idx="14">
                  <c:v>26.03</c:v>
                </c:pt>
                <c:pt idx="15">
                  <c:v>26.04</c:v>
                </c:pt>
                <c:pt idx="16">
                  <c:v>26.05</c:v>
                </c:pt>
                <c:pt idx="17">
                  <c:v>26.06</c:v>
                </c:pt>
                <c:pt idx="18">
                  <c:v>26.07</c:v>
                </c:pt>
                <c:pt idx="19">
                  <c:v>26.08</c:v>
                </c:pt>
                <c:pt idx="20">
                  <c:v>26.09</c:v>
                </c:pt>
                <c:pt idx="21">
                  <c:v>26.10*</c:v>
                </c:pt>
              </c:strCache>
            </c: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9.698326129032257</c:v>
                </c:pt>
                <c:pt idx="1">
                  <c:v>8.064111071428572</c:v>
                </c:pt>
                <c:pt idx="2">
                  <c:v>8.69795193548387</c:v>
                </c:pt>
                <c:pt idx="3">
                  <c:v>7.480774333333333</c:v>
                </c:pt>
                <c:pt idx="4">
                  <c:v>12.396954838709679</c:v>
                </c:pt>
                <c:pt idx="5">
                  <c:v>8.298904</c:v>
                </c:pt>
                <c:pt idx="6">
                  <c:v>9.288352903225807</c:v>
                </c:pt>
                <c:pt idx="7">
                  <c:v>8.826828064516128</c:v>
                </c:pt>
                <c:pt idx="8">
                  <c:v>7.890844666666666</c:v>
                </c:pt>
                <c:pt idx="9">
                  <c:v>7.680069677419356</c:v>
                </c:pt>
                <c:pt idx="10">
                  <c:v>7.826016999999999</c:v>
                </c:pt>
                <c:pt idx="11">
                  <c:v>8.392538709677419</c:v>
                </c:pt>
                <c:pt idx="12">
                  <c:v>7.72627064516129</c:v>
                </c:pt>
                <c:pt idx="13">
                  <c:v>6.5656517857142855</c:v>
                </c:pt>
                <c:pt idx="14">
                  <c:v>6.351424516129033</c:v>
                </c:pt>
                <c:pt idx="15">
                  <c:v>8.605451666666665</c:v>
                </c:pt>
                <c:pt idx="16">
                  <c:v>7.2472383870967745</c:v>
                </c:pt>
                <c:pt idx="17">
                  <c:v>6.157591</c:v>
                </c:pt>
                <c:pt idx="18">
                  <c:v>5.921025483870968</c:v>
                </c:pt>
                <c:pt idx="19">
                  <c:v>5.150196774193549</c:v>
                </c:pt>
                <c:pt idx="20">
                  <c:v>3.3951403333333334</c:v>
                </c:pt>
                <c:pt idx="21">
                  <c:v>2.9993521052631578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닭강정</c:v>
                </c:pt>
              </c:strCache>
            </c:strRef>
          </c:tx>
          <c:spPr>
            <a:ln w="15875">
              <a:solidFill>
                <a:srgbClr val="AC7858"/>
              </a:solidFill>
            </a:ln>
          </c:spPr>
          <c:marker>
            <c:symbol val="circle"/>
            <c:size val="3"/>
            <c:spPr>
              <a:solidFill>
                <a:srgbClr val="AC7858"/>
              </a:solidFill>
              <a:ln>
                <a:solidFill>
                  <a:srgbClr val="AC7858"/>
                </a:solidFill>
              </a:ln>
            </c:spPr>
          </c:marker>
          <c:cat>
            <c:strRef>
              <c:f>Sheet1!$A$2:$A$23</c:f>
              <c:strCache>
                <c:ptCount val="22"/>
                <c:pt idx="0">
                  <c:v>25.01</c:v>
                </c:pt>
                <c:pt idx="1">
                  <c:v>25.02</c:v>
                </c:pt>
                <c:pt idx="2">
                  <c:v>25.03</c:v>
                </c:pt>
                <c:pt idx="3">
                  <c:v>25.04</c:v>
                </c:pt>
                <c:pt idx="4">
                  <c:v>25.05</c:v>
                </c:pt>
                <c:pt idx="5">
                  <c:v>25.06</c:v>
                </c:pt>
                <c:pt idx="6">
                  <c:v>25.07</c:v>
                </c:pt>
                <c:pt idx="7">
                  <c:v>25.08</c:v>
                </c:pt>
                <c:pt idx="8">
                  <c:v>25.09</c:v>
                </c:pt>
                <c:pt idx="9">
                  <c:v>25.10</c:v>
                </c:pt>
                <c:pt idx="10">
                  <c:v>25.11</c:v>
                </c:pt>
                <c:pt idx="11">
                  <c:v>25.12</c:v>
                </c:pt>
                <c:pt idx="12">
                  <c:v>26.01</c:v>
                </c:pt>
                <c:pt idx="13">
                  <c:v>26.02</c:v>
                </c:pt>
                <c:pt idx="14">
                  <c:v>26.03</c:v>
                </c:pt>
                <c:pt idx="15">
                  <c:v>26.04</c:v>
                </c:pt>
                <c:pt idx="16">
                  <c:v>26.05</c:v>
                </c:pt>
                <c:pt idx="17">
                  <c:v>26.06</c:v>
                </c:pt>
                <c:pt idx="18">
                  <c:v>26.07</c:v>
                </c:pt>
                <c:pt idx="19">
                  <c:v>26.08</c:v>
                </c:pt>
                <c:pt idx="20">
                  <c:v>26.09</c:v>
                </c:pt>
                <c:pt idx="21">
                  <c:v>26.10*</c:v>
                </c:pt>
              </c:strCache>
            </c:strRef>
          </c:cat>
          <c:val>
            <c:numRef>
              <c:f>Sheet1!$C$2:$C$23</c:f>
              <c:numCache>
                <c:formatCode>General</c:formatCode>
                <c:ptCount val="22"/>
                <c:pt idx="0">
                  <c:v>1.1849070967741937</c:v>
                </c:pt>
                <c:pt idx="1">
                  <c:v>1.1980382142857144</c:v>
                </c:pt>
                <c:pt idx="2">
                  <c:v>1.2245532258064518</c:v>
                </c:pt>
                <c:pt idx="3">
                  <c:v>1.151767</c:v>
                </c:pt>
                <c:pt idx="4">
                  <c:v>1.2210487096774194</c:v>
                </c:pt>
                <c:pt idx="5">
                  <c:v>1.1284623333333335</c:v>
                </c:pt>
                <c:pt idx="6">
                  <c:v>1.1256612903225807</c:v>
                </c:pt>
                <c:pt idx="7">
                  <c:v>1.3038890322580645</c:v>
                </c:pt>
                <c:pt idx="8">
                  <c:v>1.2000076666666668</c:v>
                </c:pt>
                <c:pt idx="9">
                  <c:v>1.1491638709677419</c:v>
                </c:pt>
                <c:pt idx="10">
                  <c:v>1.0548596666666665</c:v>
                </c:pt>
                <c:pt idx="11">
                  <c:v>1.0562093548387095</c:v>
                </c:pt>
                <c:pt idx="12">
                  <c:v>0.8725325806451613</c:v>
                </c:pt>
                <c:pt idx="13">
                  <c:v>0.8681867857142856</c:v>
                </c:pt>
                <c:pt idx="14">
                  <c:v>0.9274035483870968</c:v>
                </c:pt>
                <c:pt idx="15">
                  <c:v>1.0735336666666666</c:v>
                </c:pt>
                <c:pt idx="16">
                  <c:v>1.024825806451613</c:v>
                </c:pt>
                <c:pt idx="17">
                  <c:v>0.9568453333333333</c:v>
                </c:pt>
                <c:pt idx="18">
                  <c:v>0.9303403225806451</c:v>
                </c:pt>
                <c:pt idx="19">
                  <c:v>0.9569648387096774</c:v>
                </c:pt>
                <c:pt idx="20">
                  <c:v>0.8405856666666666</c:v>
                </c:pt>
                <c:pt idx="21">
                  <c:v>0.9128968421052632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오븐·베이크·로스트</c:v>
                </c:pt>
              </c:strCache>
            </c:strRef>
          </c:tx>
          <c:spPr>
            <a:ln w="15875">
              <a:solidFill>
                <a:srgbClr val="58718C"/>
              </a:solidFill>
            </a:ln>
          </c:spPr>
          <c:marker>
            <c:symbol val="circle"/>
            <c:size val="3"/>
            <c:spPr>
              <a:solidFill>
                <a:srgbClr val="58718C"/>
              </a:solidFill>
              <a:ln>
                <a:solidFill>
                  <a:srgbClr val="58718C"/>
                </a:solidFill>
              </a:ln>
            </c:spPr>
          </c:marker>
          <c:cat>
            <c:strRef>
              <c:f>Sheet1!$A$2:$A$23</c:f>
              <c:strCache>
                <c:ptCount val="22"/>
                <c:pt idx="0">
                  <c:v>25.01</c:v>
                </c:pt>
                <c:pt idx="1">
                  <c:v>25.02</c:v>
                </c:pt>
                <c:pt idx="2">
                  <c:v>25.03</c:v>
                </c:pt>
                <c:pt idx="3">
                  <c:v>25.04</c:v>
                </c:pt>
                <c:pt idx="4">
                  <c:v>25.05</c:v>
                </c:pt>
                <c:pt idx="5">
                  <c:v>25.06</c:v>
                </c:pt>
                <c:pt idx="6">
                  <c:v>25.07</c:v>
                </c:pt>
                <c:pt idx="7">
                  <c:v>25.08</c:v>
                </c:pt>
                <c:pt idx="8">
                  <c:v>25.09</c:v>
                </c:pt>
                <c:pt idx="9">
                  <c:v>25.10</c:v>
                </c:pt>
                <c:pt idx="10">
                  <c:v>25.11</c:v>
                </c:pt>
                <c:pt idx="11">
                  <c:v>25.12</c:v>
                </c:pt>
                <c:pt idx="12">
                  <c:v>26.01</c:v>
                </c:pt>
                <c:pt idx="13">
                  <c:v>26.02</c:v>
                </c:pt>
                <c:pt idx="14">
                  <c:v>26.03</c:v>
                </c:pt>
                <c:pt idx="15">
                  <c:v>26.04</c:v>
                </c:pt>
                <c:pt idx="16">
                  <c:v>26.05</c:v>
                </c:pt>
                <c:pt idx="17">
                  <c:v>26.06</c:v>
                </c:pt>
                <c:pt idx="18">
                  <c:v>26.07</c:v>
                </c:pt>
                <c:pt idx="19">
                  <c:v>26.08</c:v>
                </c:pt>
                <c:pt idx="20">
                  <c:v>26.09</c:v>
                </c:pt>
                <c:pt idx="21">
                  <c:v>26.10*</c:v>
                </c:pt>
              </c:strCache>
            </c:strRef>
          </c:cat>
          <c:val>
            <c:numRef>
              <c:f>Sheet1!$D$2:$D$23</c:f>
              <c:numCache>
                <c:formatCode>General</c:formatCode>
                <c:ptCount val="22"/>
                <c:pt idx="0">
                  <c:v>38.34185563204595</c:v>
                </c:pt>
                <c:pt idx="1">
                  <c:v>39.28800916202045</c:v>
                </c:pt>
                <c:pt idx="2">
                  <c:v>40.29896562768815</c:v>
                </c:pt>
                <c:pt idx="3">
                  <c:v>37.133087526582315</c:v>
                </c:pt>
                <c:pt idx="4">
                  <c:v>39.24075621356267</c:v>
                </c:pt>
                <c:pt idx="5">
                  <c:v>39.06363946983257</c:v>
                </c:pt>
                <c:pt idx="6">
                  <c:v>43.363242398654066</c:v>
                </c:pt>
                <c:pt idx="7">
                  <c:v>40.057732178558155</c:v>
                </c:pt>
                <c:pt idx="8">
                  <c:v>37.788759185879876</c:v>
                </c:pt>
                <c:pt idx="9">
                  <c:v>32.672129294811654</c:v>
                </c:pt>
                <c:pt idx="10">
                  <c:v>32.31711110771129</c:v>
                </c:pt>
                <c:pt idx="11">
                  <c:v>35.354913724988926</c:v>
                </c:pt>
                <c:pt idx="12">
                  <c:v>29.242547697646835</c:v>
                </c:pt>
                <c:pt idx="13">
                  <c:v>24.102758004200716</c:v>
                </c:pt>
                <c:pt idx="14">
                  <c:v>25.29575526846845</c:v>
                </c:pt>
                <c:pt idx="15">
                  <c:v>26.830826818434485</c:v>
                </c:pt>
                <c:pt idx="16">
                  <c:v>25.433793312088863</c:v>
                </c:pt>
                <c:pt idx="17">
                  <c:v>25.505102274987376</c:v>
                </c:pt>
                <c:pt idx="18">
                  <c:v>26.37711085437011</c:v>
                </c:pt>
                <c:pt idx="19">
                  <c:v>26.57624689513106</c:v>
                </c:pt>
                <c:pt idx="20">
                  <c:v>21.786994680986695</c:v>
                </c:pt>
                <c:pt idx="21">
                  <c:v>20.933620098929296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닭발·부산물</c:v>
                </c:pt>
              </c:strCache>
            </c:strRef>
          </c:tx>
          <c:spPr>
            <a:ln w="15875">
              <a:solidFill>
                <a:srgbClr val="9B696E"/>
              </a:solidFill>
            </a:ln>
          </c:spPr>
          <c:marker>
            <c:symbol val="circle"/>
            <c:size val="3"/>
            <c:spPr>
              <a:solidFill>
                <a:srgbClr val="9B696E"/>
              </a:solidFill>
              <a:ln>
                <a:solidFill>
                  <a:srgbClr val="9B696E"/>
                </a:solidFill>
              </a:ln>
            </c:spPr>
          </c:marker>
          <c:cat>
            <c:strRef>
              <c:f>Sheet1!$A$2:$A$23</c:f>
              <c:strCache>
                <c:ptCount val="22"/>
                <c:pt idx="0">
                  <c:v>25.01</c:v>
                </c:pt>
                <c:pt idx="1">
                  <c:v>25.02</c:v>
                </c:pt>
                <c:pt idx="2">
                  <c:v>25.03</c:v>
                </c:pt>
                <c:pt idx="3">
                  <c:v>25.04</c:v>
                </c:pt>
                <c:pt idx="4">
                  <c:v>25.05</c:v>
                </c:pt>
                <c:pt idx="5">
                  <c:v>25.06</c:v>
                </c:pt>
                <c:pt idx="6">
                  <c:v>25.07</c:v>
                </c:pt>
                <c:pt idx="7">
                  <c:v>25.08</c:v>
                </c:pt>
                <c:pt idx="8">
                  <c:v>25.09</c:v>
                </c:pt>
                <c:pt idx="9">
                  <c:v>25.10</c:v>
                </c:pt>
                <c:pt idx="10">
                  <c:v>25.11</c:v>
                </c:pt>
                <c:pt idx="11">
                  <c:v>25.12</c:v>
                </c:pt>
                <c:pt idx="12">
                  <c:v>26.01</c:v>
                </c:pt>
                <c:pt idx="13">
                  <c:v>26.02</c:v>
                </c:pt>
                <c:pt idx="14">
                  <c:v>26.03</c:v>
                </c:pt>
                <c:pt idx="15">
                  <c:v>26.04</c:v>
                </c:pt>
                <c:pt idx="16">
                  <c:v>26.05</c:v>
                </c:pt>
                <c:pt idx="17">
                  <c:v>26.06</c:v>
                </c:pt>
                <c:pt idx="18">
                  <c:v>26.07</c:v>
                </c:pt>
                <c:pt idx="19">
                  <c:v>26.08</c:v>
                </c:pt>
                <c:pt idx="20">
                  <c:v>26.09</c:v>
                </c:pt>
                <c:pt idx="21">
                  <c:v>26.10*</c:v>
                </c:pt>
              </c:strCache>
            </c:strRef>
          </c:cat>
          <c:val>
            <c:numRef>
              <c:f>Sheet1!$E$2:$E$23</c:f>
              <c:numCache>
                <c:formatCode>General</c:formatCode>
                <c:ptCount val="22"/>
                <c:pt idx="0">
                  <c:v>79.18680819998816</c:v>
                </c:pt>
                <c:pt idx="1">
                  <c:v>81.42243031616688</c:v>
                </c:pt>
                <c:pt idx="2">
                  <c:v>69.74335416914623</c:v>
                </c:pt>
                <c:pt idx="3">
                  <c:v>66.81857493308078</c:v>
                </c:pt>
                <c:pt idx="4">
                  <c:v>68.22098839529447</c:v>
                </c:pt>
                <c:pt idx="5">
                  <c:v>69.51083203440996</c:v>
                </c:pt>
                <c:pt idx="6">
                  <c:v>67.8828811340317</c:v>
                </c:pt>
                <c:pt idx="7">
                  <c:v>69.95700027940907</c:v>
                </c:pt>
                <c:pt idx="8">
                  <c:v>62.67727837736519</c:v>
                </c:pt>
                <c:pt idx="9">
                  <c:v>61.140673242220934</c:v>
                </c:pt>
                <c:pt idx="10">
                  <c:v>57.11339765470341</c:v>
                </c:pt>
                <c:pt idx="11">
                  <c:v>52.51086290306669</c:v>
                </c:pt>
                <c:pt idx="12">
                  <c:v>54.8769931764357</c:v>
                </c:pt>
                <c:pt idx="13">
                  <c:v>50.83620247420239</c:v>
                </c:pt>
                <c:pt idx="14">
                  <c:v>62.11053779564695</c:v>
                </c:pt>
                <c:pt idx="15">
                  <c:v>55.243950963176346</c:v>
                </c:pt>
                <c:pt idx="16">
                  <c:v>50.67304809845892</c:v>
                </c:pt>
                <c:pt idx="17">
                  <c:v>51.11192773382265</c:v>
                </c:pt>
                <c:pt idx="18">
                  <c:v>56.458995922154976</c:v>
                </c:pt>
                <c:pt idx="19">
                  <c:v>63.60722212003388</c:v>
                </c:pt>
                <c:pt idx="20">
                  <c:v>50.59015514735381</c:v>
                </c:pt>
                <c:pt idx="21">
                  <c:v>49.0059991048592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전기구이</c:v>
                </c:pt>
              </c:strCache>
            </c:strRef>
          </c:tx>
          <c:spPr>
            <a:ln w="15875">
              <a:solidFill>
                <a:srgbClr val="778189"/>
              </a:solidFill>
            </a:ln>
          </c:spPr>
          <c:marker>
            <c:symbol val="circle"/>
            <c:size val="3"/>
            <c:spPr>
              <a:solidFill>
                <a:srgbClr val="778189"/>
              </a:solidFill>
              <a:ln>
                <a:solidFill>
                  <a:srgbClr val="778189"/>
                </a:solidFill>
              </a:ln>
            </c:spPr>
          </c:marker>
          <c:cat>
            <c:strRef>
              <c:f>Sheet1!$A$2:$A$23</c:f>
              <c:strCache>
                <c:ptCount val="22"/>
                <c:pt idx="0">
                  <c:v>25.01</c:v>
                </c:pt>
                <c:pt idx="1">
                  <c:v>25.02</c:v>
                </c:pt>
                <c:pt idx="2">
                  <c:v>25.03</c:v>
                </c:pt>
                <c:pt idx="3">
                  <c:v>25.04</c:v>
                </c:pt>
                <c:pt idx="4">
                  <c:v>25.05</c:v>
                </c:pt>
                <c:pt idx="5">
                  <c:v>25.06</c:v>
                </c:pt>
                <c:pt idx="6">
                  <c:v>25.07</c:v>
                </c:pt>
                <c:pt idx="7">
                  <c:v>25.08</c:v>
                </c:pt>
                <c:pt idx="8">
                  <c:v>25.09</c:v>
                </c:pt>
                <c:pt idx="9">
                  <c:v>25.10</c:v>
                </c:pt>
                <c:pt idx="10">
                  <c:v>25.11</c:v>
                </c:pt>
                <c:pt idx="11">
                  <c:v>25.12</c:v>
                </c:pt>
                <c:pt idx="12">
                  <c:v>26.01</c:v>
                </c:pt>
                <c:pt idx="13">
                  <c:v>26.02</c:v>
                </c:pt>
                <c:pt idx="14">
                  <c:v>26.03</c:v>
                </c:pt>
                <c:pt idx="15">
                  <c:v>26.04</c:v>
                </c:pt>
                <c:pt idx="16">
                  <c:v>26.05</c:v>
                </c:pt>
                <c:pt idx="17">
                  <c:v>26.06</c:v>
                </c:pt>
                <c:pt idx="18">
                  <c:v>26.07</c:v>
                </c:pt>
                <c:pt idx="19">
                  <c:v>26.08</c:v>
                </c:pt>
                <c:pt idx="20">
                  <c:v>26.09</c:v>
                </c:pt>
                <c:pt idx="21">
                  <c:v>26.10*</c:v>
                </c:pt>
              </c:strCache>
            </c:strRef>
          </c:cat>
          <c:val>
            <c:numRef>
              <c:f>Sheet1!$F$2:$F$23</c:f>
              <c:numCache>
                <c:formatCode>General</c:formatCode>
                <c:ptCount val="22"/>
                <c:pt idx="0">
                  <c:v>28.135104364326377</c:v>
                </c:pt>
                <c:pt idx="1">
                  <c:v>27.207394957983194</c:v>
                </c:pt>
                <c:pt idx="2">
                  <c:v>29.499734345351044</c:v>
                </c:pt>
                <c:pt idx="3">
                  <c:v>28.15043137254902</c:v>
                </c:pt>
                <c:pt idx="4">
                  <c:v>29.539354838709677</c:v>
                </c:pt>
                <c:pt idx="5">
                  <c:v>29.45607843137255</c:v>
                </c:pt>
                <c:pt idx="6">
                  <c:v>31.34314990512334</c:v>
                </c:pt>
                <c:pt idx="7">
                  <c:v>28.87316888045541</c:v>
                </c:pt>
                <c:pt idx="8">
                  <c:v>25.851215686274507</c:v>
                </c:pt>
                <c:pt idx="9">
                  <c:v>25.297988614800758</c:v>
                </c:pt>
                <c:pt idx="10">
                  <c:v>27.331686274509806</c:v>
                </c:pt>
                <c:pt idx="11">
                  <c:v>23.57001897533207</c:v>
                </c:pt>
                <c:pt idx="12">
                  <c:v>24.952561669829223</c:v>
                </c:pt>
                <c:pt idx="13">
                  <c:v>24.19008403361345</c:v>
                </c:pt>
                <c:pt idx="14">
                  <c:v>24.88022770398482</c:v>
                </c:pt>
                <c:pt idx="15">
                  <c:v>29.419058823529415</c:v>
                </c:pt>
                <c:pt idx="16">
                  <c:v>29.17563567362429</c:v>
                </c:pt>
                <c:pt idx="17">
                  <c:v>29.898823529411764</c:v>
                </c:pt>
                <c:pt idx="18">
                  <c:v>31.969411764705885</c:v>
                </c:pt>
                <c:pt idx="19">
                  <c:v>39.1231119544592</c:v>
                </c:pt>
                <c:pt idx="20">
                  <c:v>25.520235294117647</c:v>
                </c:pt>
                <c:pt idx="21">
                  <c:v>26.06860681114551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순살·발골</c:v>
                </c:pt>
              </c:strCache>
            </c:strRef>
          </c:tx>
          <c:spPr>
            <a:ln w="15875">
              <a:solidFill>
                <a:srgbClr val="3E8490"/>
              </a:solidFill>
            </a:ln>
          </c:spPr>
          <c:marker>
            <c:symbol val="circle"/>
            <c:size val="3"/>
            <c:spPr>
              <a:solidFill>
                <a:srgbClr val="3E8490"/>
              </a:solidFill>
              <a:ln>
                <a:solidFill>
                  <a:srgbClr val="3E8490"/>
                </a:solidFill>
              </a:ln>
            </c:spPr>
          </c:marker>
          <c:cat>
            <c:strRef>
              <c:f>Sheet1!$A$2:$A$23</c:f>
              <c:strCache>
                <c:ptCount val="22"/>
                <c:pt idx="0">
                  <c:v>25.01</c:v>
                </c:pt>
                <c:pt idx="1">
                  <c:v>25.02</c:v>
                </c:pt>
                <c:pt idx="2">
                  <c:v>25.03</c:v>
                </c:pt>
                <c:pt idx="3">
                  <c:v>25.04</c:v>
                </c:pt>
                <c:pt idx="4">
                  <c:v>25.05</c:v>
                </c:pt>
                <c:pt idx="5">
                  <c:v>25.06</c:v>
                </c:pt>
                <c:pt idx="6">
                  <c:v>25.07</c:v>
                </c:pt>
                <c:pt idx="7">
                  <c:v>25.08</c:v>
                </c:pt>
                <c:pt idx="8">
                  <c:v>25.09</c:v>
                </c:pt>
                <c:pt idx="9">
                  <c:v>25.10</c:v>
                </c:pt>
                <c:pt idx="10">
                  <c:v>25.11</c:v>
                </c:pt>
                <c:pt idx="11">
                  <c:v>25.12</c:v>
                </c:pt>
                <c:pt idx="12">
                  <c:v>26.01</c:v>
                </c:pt>
                <c:pt idx="13">
                  <c:v>26.02</c:v>
                </c:pt>
                <c:pt idx="14">
                  <c:v>26.03</c:v>
                </c:pt>
                <c:pt idx="15">
                  <c:v>26.04</c:v>
                </c:pt>
                <c:pt idx="16">
                  <c:v>26.05</c:v>
                </c:pt>
                <c:pt idx="17">
                  <c:v>26.06</c:v>
                </c:pt>
                <c:pt idx="18">
                  <c:v>26.07</c:v>
                </c:pt>
                <c:pt idx="19">
                  <c:v>26.08</c:v>
                </c:pt>
                <c:pt idx="20">
                  <c:v>26.09</c:v>
                </c:pt>
                <c:pt idx="21">
                  <c:v>26.10*</c:v>
                </c:pt>
              </c:strCache>
            </c:strRef>
          </c:cat>
          <c:val>
            <c:numRef>
              <c:f>Sheet1!$G$2:$G$23</c:f>
              <c:numCache>
                <c:formatCode>General</c:formatCode>
                <c:ptCount val="22"/>
                <c:pt idx="0">
                  <c:v>38.909469462855405</c:v>
                </c:pt>
                <c:pt idx="1">
                  <c:v>39.565606958922366</c:v>
                </c:pt>
                <c:pt idx="2">
                  <c:v>38.236562155550615</c:v>
                </c:pt>
                <c:pt idx="3">
                  <c:v>36.26204892627433</c:v>
                </c:pt>
                <c:pt idx="4">
                  <c:v>52.08186694767765</c:v>
                </c:pt>
                <c:pt idx="5">
                  <c:v>42.38933082421629</c:v>
                </c:pt>
                <c:pt idx="6">
                  <c:v>37.686026836471775</c:v>
                </c:pt>
                <c:pt idx="7">
                  <c:v>34.11764156520865</c:v>
                </c:pt>
                <c:pt idx="8">
                  <c:v>31.42008635644993</c:v>
                </c:pt>
                <c:pt idx="9">
                  <c:v>28.897621151879964</c:v>
                </c:pt>
                <c:pt idx="10">
                  <c:v>29.384685791144655</c:v>
                </c:pt>
                <c:pt idx="11">
                  <c:v>32.33956315126402</c:v>
                </c:pt>
                <c:pt idx="12">
                  <c:v>29.019963955276875</c:v>
                </c:pt>
                <c:pt idx="13">
                  <c:v>25.428858034015896</c:v>
                </c:pt>
                <c:pt idx="14">
                  <c:v>26.267236286431874</c:v>
                </c:pt>
                <c:pt idx="15">
                  <c:v>28.048822230415052</c:v>
                </c:pt>
                <c:pt idx="16">
                  <c:v>30.39837802394046</c:v>
                </c:pt>
                <c:pt idx="17">
                  <c:v>28.71884242850562</c:v>
                </c:pt>
                <c:pt idx="18">
                  <c:v>28.126864408962337</c:v>
                </c:pt>
                <c:pt idx="19">
                  <c:v>26.56897823402745</c:v>
                </c:pt>
                <c:pt idx="20">
                  <c:v>23.345893997344614</c:v>
                </c:pt>
                <c:pt idx="21">
                  <c:v>25.843306291835564</c:v>
                </c:pt>
              </c:numCache>
            </c:numRef>
          </c:val>
          <c:smooth val="0"/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쌈·싸먹는 형식</c:v>
                </c:pt>
              </c:strCache>
            </c:strRef>
          </c:tx>
          <c:spPr>
            <a:ln w="15875">
              <a:solidFill>
                <a:srgbClr val="AC7858"/>
              </a:solidFill>
            </a:ln>
          </c:spPr>
          <c:marker>
            <c:symbol val="circle"/>
            <c:size val="3"/>
            <c:spPr>
              <a:solidFill>
                <a:srgbClr val="AC7858"/>
              </a:solidFill>
              <a:ln>
                <a:solidFill>
                  <a:srgbClr val="AC7858"/>
                </a:solidFill>
              </a:ln>
            </c:spPr>
          </c:marker>
          <c:cat>
            <c:strRef>
              <c:f>Sheet1!$A$2:$A$23</c:f>
              <c:strCache>
                <c:ptCount val="22"/>
                <c:pt idx="0">
                  <c:v>25.01</c:v>
                </c:pt>
                <c:pt idx="1">
                  <c:v>25.02</c:v>
                </c:pt>
                <c:pt idx="2">
                  <c:v>25.03</c:v>
                </c:pt>
                <c:pt idx="3">
                  <c:v>25.04</c:v>
                </c:pt>
                <c:pt idx="4">
                  <c:v>25.05</c:v>
                </c:pt>
                <c:pt idx="5">
                  <c:v>25.06</c:v>
                </c:pt>
                <c:pt idx="6">
                  <c:v>25.07</c:v>
                </c:pt>
                <c:pt idx="7">
                  <c:v>25.08</c:v>
                </c:pt>
                <c:pt idx="8">
                  <c:v>25.09</c:v>
                </c:pt>
                <c:pt idx="9">
                  <c:v>25.10</c:v>
                </c:pt>
                <c:pt idx="10">
                  <c:v>25.11</c:v>
                </c:pt>
                <c:pt idx="11">
                  <c:v>25.12</c:v>
                </c:pt>
                <c:pt idx="12">
                  <c:v>26.01</c:v>
                </c:pt>
                <c:pt idx="13">
                  <c:v>26.02</c:v>
                </c:pt>
                <c:pt idx="14">
                  <c:v>26.03</c:v>
                </c:pt>
                <c:pt idx="15">
                  <c:v>26.04</c:v>
                </c:pt>
                <c:pt idx="16">
                  <c:v>26.05</c:v>
                </c:pt>
                <c:pt idx="17">
                  <c:v>26.06</c:v>
                </c:pt>
                <c:pt idx="18">
                  <c:v>26.07</c:v>
                </c:pt>
                <c:pt idx="19">
                  <c:v>26.08</c:v>
                </c:pt>
                <c:pt idx="20">
                  <c:v>26.09</c:v>
                </c:pt>
                <c:pt idx="21">
                  <c:v>26.10*</c:v>
                </c:pt>
              </c:strCache>
            </c:strRef>
          </c:cat>
          <c:val>
            <c:numRef>
              <c:f>Sheet1!$H$2:$H$23</c:f>
              <c:numCache>
                <c:formatCode>General</c:formatCode>
                <c:ptCount val="22"/>
                <c:pt idx="0">
                  <c:v>33.609001705550114</c:v>
                </c:pt>
                <c:pt idx="1">
                  <c:v>39.00081690900282</c:v>
                </c:pt>
                <c:pt idx="2">
                  <c:v>38.64532123264395</c:v>
                </c:pt>
                <c:pt idx="3">
                  <c:v>40.69323749348804</c:v>
                </c:pt>
                <c:pt idx="4">
                  <c:v>43.323215641025094</c:v>
                </c:pt>
                <c:pt idx="5">
                  <c:v>39.0028169508956</c:v>
                </c:pt>
                <c:pt idx="6">
                  <c:v>43.222110646214716</c:v>
                </c:pt>
                <c:pt idx="7">
                  <c:v>40.98884895997931</c:v>
                </c:pt>
                <c:pt idx="8">
                  <c:v>34.38743649360223</c:v>
                </c:pt>
                <c:pt idx="9">
                  <c:v>34.28910967380987</c:v>
                </c:pt>
                <c:pt idx="10">
                  <c:v>33.51372900378319</c:v>
                </c:pt>
                <c:pt idx="11">
                  <c:v>29.96962076733996</c:v>
                </c:pt>
                <c:pt idx="12">
                  <c:v>29.997215068083708</c:v>
                </c:pt>
                <c:pt idx="13">
                  <c:v>27.625091181929196</c:v>
                </c:pt>
                <c:pt idx="14">
                  <c:v>30.12586205216722</c:v>
                </c:pt>
                <c:pt idx="15">
                  <c:v>42.4691463131998</c:v>
                </c:pt>
                <c:pt idx="16">
                  <c:v>32.846221996934155</c:v>
                </c:pt>
                <c:pt idx="17">
                  <c:v>36.999018222678984</c:v>
                </c:pt>
                <c:pt idx="18">
                  <c:v>40.749909779060545</c:v>
                </c:pt>
                <c:pt idx="19">
                  <c:v>29.546872156585497</c:v>
                </c:pt>
                <c:pt idx="20">
                  <c:v>23.694158458724473</c:v>
                </c:pt>
                <c:pt idx="21">
                  <c:v>23.046905214337528</c:v>
                </c:pt>
              </c:numCache>
            </c:numRef>
          </c:val>
          <c:smooth val="0"/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숯불·불향</c:v>
                </c:pt>
              </c:strCache>
            </c:strRef>
          </c:tx>
          <c:spPr>
            <a:ln w="15875">
              <a:solidFill>
                <a:srgbClr val="778189"/>
              </a:solidFill>
            </a:ln>
          </c:spPr>
          <c:marker>
            <c:symbol val="circle"/>
            <c:size val="3"/>
            <c:spPr>
              <a:solidFill>
                <a:srgbClr val="778189"/>
              </a:solidFill>
              <a:ln>
                <a:solidFill>
                  <a:srgbClr val="778189"/>
                </a:solidFill>
              </a:ln>
            </c:spPr>
          </c:marker>
          <c:cat>
            <c:strRef>
              <c:f>Sheet1!$A$2:$A$23</c:f>
              <c:strCache>
                <c:ptCount val="22"/>
                <c:pt idx="0">
                  <c:v>25.01</c:v>
                </c:pt>
                <c:pt idx="1">
                  <c:v>25.02</c:v>
                </c:pt>
                <c:pt idx="2">
                  <c:v>25.03</c:v>
                </c:pt>
                <c:pt idx="3">
                  <c:v>25.04</c:v>
                </c:pt>
                <c:pt idx="4">
                  <c:v>25.05</c:v>
                </c:pt>
                <c:pt idx="5">
                  <c:v>25.06</c:v>
                </c:pt>
                <c:pt idx="6">
                  <c:v>25.07</c:v>
                </c:pt>
                <c:pt idx="7">
                  <c:v>25.08</c:v>
                </c:pt>
                <c:pt idx="8">
                  <c:v>25.09</c:v>
                </c:pt>
                <c:pt idx="9">
                  <c:v>25.10</c:v>
                </c:pt>
                <c:pt idx="10">
                  <c:v>25.11</c:v>
                </c:pt>
                <c:pt idx="11">
                  <c:v>25.12</c:v>
                </c:pt>
                <c:pt idx="12">
                  <c:v>26.01</c:v>
                </c:pt>
                <c:pt idx="13">
                  <c:v>26.02</c:v>
                </c:pt>
                <c:pt idx="14">
                  <c:v>26.03</c:v>
                </c:pt>
                <c:pt idx="15">
                  <c:v>26.04</c:v>
                </c:pt>
                <c:pt idx="16">
                  <c:v>26.05</c:v>
                </c:pt>
                <c:pt idx="17">
                  <c:v>26.06</c:v>
                </c:pt>
                <c:pt idx="18">
                  <c:v>26.07</c:v>
                </c:pt>
                <c:pt idx="19">
                  <c:v>26.08</c:v>
                </c:pt>
                <c:pt idx="20">
                  <c:v>26.09</c:v>
                </c:pt>
                <c:pt idx="21">
                  <c:v>26.10*</c:v>
                </c:pt>
              </c:strCache>
            </c:strRef>
          </c:cat>
          <c:val>
            <c:numRef>
              <c:f>Sheet1!$I$2:$I$23</c:f>
              <c:numCache>
                <c:formatCode>General</c:formatCode>
                <c:ptCount val="22"/>
                <c:pt idx="0">
                  <c:v>35.5855793293045</c:v>
                </c:pt>
                <c:pt idx="1">
                  <c:v>33.25262858415768</c:v>
                </c:pt>
                <c:pt idx="2">
                  <c:v>30.60743859665681</c:v>
                </c:pt>
                <c:pt idx="3">
                  <c:v>34.528778070726645</c:v>
                </c:pt>
                <c:pt idx="4">
                  <c:v>36.448565379334944</c:v>
                </c:pt>
                <c:pt idx="5">
                  <c:v>33.025664981010046</c:v>
                </c:pt>
                <c:pt idx="6">
                  <c:v>33.21899175275578</c:v>
                </c:pt>
                <c:pt idx="7">
                  <c:v>33.00418234177892</c:v>
                </c:pt>
                <c:pt idx="8">
                  <c:v>28.855111108155764</c:v>
                </c:pt>
                <c:pt idx="9">
                  <c:v>30.238132111849865</c:v>
                </c:pt>
                <c:pt idx="10">
                  <c:v>27.75697120419719</c:v>
                </c:pt>
                <c:pt idx="11">
                  <c:v>24.42715881648179</c:v>
                </c:pt>
                <c:pt idx="12">
                  <c:v>22.972525201998334</c:v>
                </c:pt>
                <c:pt idx="13">
                  <c:v>22.692721872356515</c:v>
                </c:pt>
                <c:pt idx="14">
                  <c:v>22.96121831457289</c:v>
                </c:pt>
                <c:pt idx="15">
                  <c:v>22.328622139176943</c:v>
                </c:pt>
                <c:pt idx="16">
                  <c:v>25.919472224417877</c:v>
                </c:pt>
                <c:pt idx="17">
                  <c:v>26.51865914382829</c:v>
                </c:pt>
                <c:pt idx="18">
                  <c:v>23.01398557673384</c:v>
                </c:pt>
                <c:pt idx="19">
                  <c:v>23.443585629844303</c:v>
                </c:pt>
                <c:pt idx="20">
                  <c:v>21.697780940000154</c:v>
                </c:pt>
                <c:pt idx="21">
                  <c:v>21.13866866199321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4E2DD"/>
            </a:solidFill>
          </a:ln>
        </c:spPr>
        <c:txPr>
          <a:bodyPr/>
          <a:lstStyle/>
          <a:p>
            <a:pPr>
              <a:defRPr sz="770">
                <a:solidFill>
                  <a:srgbClr val="686E73"/>
                </a:solidFill>
                <a:latin typeface="맑은 고딕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90.0"/>
          <c:min val="0.0"/>
        </c:scaling>
        <c:delete val="0"/>
        <c:axPos val="l"/>
        <c:majorGridlines>
          <c:spPr>
            <a:ln w="5080">
              <a:solidFill>
                <a:srgbClr val="E4E2DD"/>
              </a:solidFill>
            </a:ln>
          </c:spPr>
        </c:majorGridlines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60">
                <a:solidFill>
                  <a:srgbClr val="686E73"/>
                </a:solidFill>
                <a:latin typeface="맑은 고딕"/>
              </a:defRPr>
            </a:pPr>
          </a:p>
        </c:txPr>
        <c:crossAx val="2118791784"/>
        <c:crosses val="autoZero"/>
        <c:majorUnit val="22.5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3"/>
  <c:chart>
    <c:autoTitleDeleted val="0"/>
    <c:plotArea>
      <c:layout>
        <c:manualLayout>
          <c:layoutTarget val="inner"/>
          <c:xMode val="edge"/>
          <c:yMode val="edge"/>
          <c:wMode val="factor"/>
          <c:hMode val="factor"/>
          <c:x val="0.10743801652892562"/>
          <c:y val=".06"/>
          <c:w val="0.8677685950413223"/>
          <c:h val=".76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양념</c:v>
                </c:pt>
              </c:strCache>
            </c:strRef>
          </c:tx>
          <c:spPr>
            <a:ln w="15875">
              <a:solidFill>
                <a:srgbClr val="3E8490"/>
              </a:solidFill>
            </a:ln>
          </c:spPr>
          <c:marker>
            <c:symbol val="circle"/>
            <c:size val="3"/>
            <c:spPr>
              <a:solidFill>
                <a:srgbClr val="3E8490"/>
              </a:solidFill>
              <a:ln>
                <a:solidFill>
                  <a:srgbClr val="3E8490"/>
                </a:solidFill>
              </a:ln>
            </c:spPr>
          </c:marker>
          <c:cat>
            <c:strRef>
              <c:f>Sheet1!$A$2:$A$23</c:f>
              <c:strCache>
                <c:ptCount val="22"/>
                <c:pt idx="0">
                  <c:v>25.01</c:v>
                </c:pt>
                <c:pt idx="1">
                  <c:v>25.02</c:v>
                </c:pt>
                <c:pt idx="2">
                  <c:v>25.03</c:v>
                </c:pt>
                <c:pt idx="3">
                  <c:v>25.04</c:v>
                </c:pt>
                <c:pt idx="4">
                  <c:v>25.05</c:v>
                </c:pt>
                <c:pt idx="5">
                  <c:v>25.06</c:v>
                </c:pt>
                <c:pt idx="6">
                  <c:v>25.07</c:v>
                </c:pt>
                <c:pt idx="7">
                  <c:v>25.08</c:v>
                </c:pt>
                <c:pt idx="8">
                  <c:v>25.09</c:v>
                </c:pt>
                <c:pt idx="9">
                  <c:v>25.10</c:v>
                </c:pt>
                <c:pt idx="10">
                  <c:v>25.11</c:v>
                </c:pt>
                <c:pt idx="11">
                  <c:v>25.12</c:v>
                </c:pt>
                <c:pt idx="12">
                  <c:v>26.01</c:v>
                </c:pt>
                <c:pt idx="13">
                  <c:v>26.02</c:v>
                </c:pt>
                <c:pt idx="14">
                  <c:v>26.03</c:v>
                </c:pt>
                <c:pt idx="15">
                  <c:v>26.04</c:v>
                </c:pt>
                <c:pt idx="16">
                  <c:v>26.05</c:v>
                </c:pt>
                <c:pt idx="17">
                  <c:v>26.06</c:v>
                </c:pt>
                <c:pt idx="18">
                  <c:v>26.07</c:v>
                </c:pt>
                <c:pt idx="19">
                  <c:v>26.08</c:v>
                </c:pt>
                <c:pt idx="20">
                  <c:v>26.09</c:v>
                </c:pt>
                <c:pt idx="21">
                  <c:v>26.10*</c:v>
                </c:pt>
              </c:strCache>
            </c: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25.48445424156421</c:v>
                </c:pt>
                <c:pt idx="1">
                  <c:v>26.731883602146578</c:v>
                </c:pt>
                <c:pt idx="2">
                  <c:v>28.357914950214703</c:v>
                </c:pt>
                <c:pt idx="3">
                  <c:v>25.991815966464404</c:v>
                </c:pt>
                <c:pt idx="4">
                  <c:v>31.56853613482067</c:v>
                </c:pt>
                <c:pt idx="5">
                  <c:v>28.483969724697104</c:v>
                </c:pt>
                <c:pt idx="6">
                  <c:v>29.67010576597906</c:v>
                </c:pt>
                <c:pt idx="7">
                  <c:v>28.461187660343633</c:v>
                </c:pt>
                <c:pt idx="8">
                  <c:v>25.37662897347736</c:v>
                </c:pt>
                <c:pt idx="9">
                  <c:v>25.186779086399774</c:v>
                </c:pt>
                <c:pt idx="10">
                  <c:v>24.71121562357193</c:v>
                </c:pt>
                <c:pt idx="11">
                  <c:v>30.684629485630055</c:v>
                </c:pt>
                <c:pt idx="12">
                  <c:v>34.02585565211977</c:v>
                </c:pt>
                <c:pt idx="13">
                  <c:v>24.471994214637483</c:v>
                </c:pt>
                <c:pt idx="14">
                  <c:v>21.92148731399584</c:v>
                </c:pt>
                <c:pt idx="15">
                  <c:v>21.522261466443066</c:v>
                </c:pt>
                <c:pt idx="16">
                  <c:v>21.070989461078156</c:v>
                </c:pt>
                <c:pt idx="17">
                  <c:v>20.94159689627138</c:v>
                </c:pt>
                <c:pt idx="18">
                  <c:v>20.536398351641985</c:v>
                </c:pt>
                <c:pt idx="19">
                  <c:v>16.824586794821695</c:v>
                </c:pt>
                <c:pt idx="20">
                  <c:v>25.097272578699233</c:v>
                </c:pt>
                <c:pt idx="21">
                  <c:v>22.916029146682273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간장</c:v>
                </c:pt>
              </c:strCache>
            </c:strRef>
          </c:tx>
          <c:spPr>
            <a:ln w="15875">
              <a:solidFill>
                <a:srgbClr val="A68B46"/>
              </a:solidFill>
            </a:ln>
          </c:spPr>
          <c:marker>
            <c:symbol val="circle"/>
            <c:size val="3"/>
            <c:spPr>
              <a:solidFill>
                <a:srgbClr val="A68B46"/>
              </a:solidFill>
              <a:ln>
                <a:solidFill>
                  <a:srgbClr val="A68B46"/>
                </a:solidFill>
              </a:ln>
            </c:spPr>
          </c:marker>
          <c:cat>
            <c:strRef>
              <c:f>Sheet1!$A$2:$A$23</c:f>
              <c:strCache>
                <c:ptCount val="22"/>
                <c:pt idx="0">
                  <c:v>25.01</c:v>
                </c:pt>
                <c:pt idx="1">
                  <c:v>25.02</c:v>
                </c:pt>
                <c:pt idx="2">
                  <c:v>25.03</c:v>
                </c:pt>
                <c:pt idx="3">
                  <c:v>25.04</c:v>
                </c:pt>
                <c:pt idx="4">
                  <c:v>25.05</c:v>
                </c:pt>
                <c:pt idx="5">
                  <c:v>25.06</c:v>
                </c:pt>
                <c:pt idx="6">
                  <c:v>25.07</c:v>
                </c:pt>
                <c:pt idx="7">
                  <c:v>25.08</c:v>
                </c:pt>
                <c:pt idx="8">
                  <c:v>25.09</c:v>
                </c:pt>
                <c:pt idx="9">
                  <c:v>25.10</c:v>
                </c:pt>
                <c:pt idx="10">
                  <c:v>25.11</c:v>
                </c:pt>
                <c:pt idx="11">
                  <c:v>25.12</c:v>
                </c:pt>
                <c:pt idx="12">
                  <c:v>26.01</c:v>
                </c:pt>
                <c:pt idx="13">
                  <c:v>26.02</c:v>
                </c:pt>
                <c:pt idx="14">
                  <c:v>26.03</c:v>
                </c:pt>
                <c:pt idx="15">
                  <c:v>26.04</c:v>
                </c:pt>
                <c:pt idx="16">
                  <c:v>26.05</c:v>
                </c:pt>
                <c:pt idx="17">
                  <c:v>26.06</c:v>
                </c:pt>
                <c:pt idx="18">
                  <c:v>26.07</c:v>
                </c:pt>
                <c:pt idx="19">
                  <c:v>26.08</c:v>
                </c:pt>
                <c:pt idx="20">
                  <c:v>26.09</c:v>
                </c:pt>
                <c:pt idx="21">
                  <c:v>26.10*</c:v>
                </c:pt>
              </c:strCache>
            </c:strRef>
          </c:cat>
          <c:val>
            <c:numRef>
              <c:f>Sheet1!$C$2:$C$23</c:f>
              <c:numCache>
                <c:formatCode>General</c:formatCode>
                <c:ptCount val="22"/>
                <c:pt idx="0">
                  <c:v>35.19342906170155</c:v>
                </c:pt>
                <c:pt idx="1">
                  <c:v>30.337353691566445</c:v>
                </c:pt>
                <c:pt idx="2">
                  <c:v>29.294717274273783</c:v>
                </c:pt>
                <c:pt idx="3">
                  <c:v>27.76438935786149</c:v>
                </c:pt>
                <c:pt idx="4">
                  <c:v>31.79056609902166</c:v>
                </c:pt>
                <c:pt idx="5">
                  <c:v>29.394943910110552</c:v>
                </c:pt>
                <c:pt idx="6">
                  <c:v>28.570969554016727</c:v>
                </c:pt>
                <c:pt idx="7">
                  <c:v>26.94952667644737</c:v>
                </c:pt>
                <c:pt idx="8">
                  <c:v>22.725070920728783</c:v>
                </c:pt>
                <c:pt idx="9">
                  <c:v>22.836891373909182</c:v>
                </c:pt>
                <c:pt idx="10">
                  <c:v>22.428169908278093</c:v>
                </c:pt>
                <c:pt idx="11">
                  <c:v>22.694007892370987</c:v>
                </c:pt>
                <c:pt idx="12">
                  <c:v>20.064592506350756</c:v>
                </c:pt>
                <c:pt idx="13">
                  <c:v>16.300966582206435</c:v>
                </c:pt>
                <c:pt idx="14">
                  <c:v>14.251306081506383</c:v>
                </c:pt>
                <c:pt idx="15">
                  <c:v>14.40377247499691</c:v>
                </c:pt>
                <c:pt idx="16">
                  <c:v>14.137932018479356</c:v>
                </c:pt>
                <c:pt idx="17">
                  <c:v>13.737746221260325</c:v>
                </c:pt>
                <c:pt idx="18">
                  <c:v>13.90030728426887</c:v>
                </c:pt>
                <c:pt idx="19">
                  <c:v>12.988631595673104</c:v>
                </c:pt>
                <c:pt idx="20">
                  <c:v>11.688317328864919</c:v>
                </c:pt>
                <c:pt idx="21">
                  <c:v>11.808510393328026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파·파닭</c:v>
                </c:pt>
              </c:strCache>
            </c:strRef>
          </c:tx>
          <c:spPr>
            <a:ln w="15875">
              <a:solidFill>
                <a:srgbClr val="7C6C91"/>
              </a:solidFill>
            </a:ln>
          </c:spPr>
          <c:marker>
            <c:symbol val="circle"/>
            <c:size val="3"/>
            <c:spPr>
              <a:solidFill>
                <a:srgbClr val="7C6C91"/>
              </a:solidFill>
              <a:ln>
                <a:solidFill>
                  <a:srgbClr val="7C6C91"/>
                </a:solidFill>
              </a:ln>
            </c:spPr>
          </c:marker>
          <c:cat>
            <c:strRef>
              <c:f>Sheet1!$A$2:$A$23</c:f>
              <c:strCache>
                <c:ptCount val="22"/>
                <c:pt idx="0">
                  <c:v>25.01</c:v>
                </c:pt>
                <c:pt idx="1">
                  <c:v>25.02</c:v>
                </c:pt>
                <c:pt idx="2">
                  <c:v>25.03</c:v>
                </c:pt>
                <c:pt idx="3">
                  <c:v>25.04</c:v>
                </c:pt>
                <c:pt idx="4">
                  <c:v>25.05</c:v>
                </c:pt>
                <c:pt idx="5">
                  <c:v>25.06</c:v>
                </c:pt>
                <c:pt idx="6">
                  <c:v>25.07</c:v>
                </c:pt>
                <c:pt idx="7">
                  <c:v>25.08</c:v>
                </c:pt>
                <c:pt idx="8">
                  <c:v>25.09</c:v>
                </c:pt>
                <c:pt idx="9">
                  <c:v>25.10</c:v>
                </c:pt>
                <c:pt idx="10">
                  <c:v>25.11</c:v>
                </c:pt>
                <c:pt idx="11">
                  <c:v>25.12</c:v>
                </c:pt>
                <c:pt idx="12">
                  <c:v>26.01</c:v>
                </c:pt>
                <c:pt idx="13">
                  <c:v>26.02</c:v>
                </c:pt>
                <c:pt idx="14">
                  <c:v>26.03</c:v>
                </c:pt>
                <c:pt idx="15">
                  <c:v>26.04</c:v>
                </c:pt>
                <c:pt idx="16">
                  <c:v>26.05</c:v>
                </c:pt>
                <c:pt idx="17">
                  <c:v>26.06</c:v>
                </c:pt>
                <c:pt idx="18">
                  <c:v>26.07</c:v>
                </c:pt>
                <c:pt idx="19">
                  <c:v>26.08</c:v>
                </c:pt>
                <c:pt idx="20">
                  <c:v>26.09</c:v>
                </c:pt>
                <c:pt idx="21">
                  <c:v>26.10*</c:v>
                </c:pt>
              </c:strCache>
            </c:strRef>
          </c:cat>
          <c:val>
            <c:numRef>
              <c:f>Sheet1!$D$2:$D$23</c:f>
              <c:numCache>
                <c:formatCode>General</c:formatCode>
                <c:ptCount val="22"/>
                <c:pt idx="0">
                  <c:v>37.62244500263365</c:v>
                </c:pt>
                <c:pt idx="1">
                  <c:v>37.225054715365104</c:v>
                </c:pt>
                <c:pt idx="2">
                  <c:v>35.2198625982475</c:v>
                </c:pt>
                <c:pt idx="3">
                  <c:v>35.77897292428903</c:v>
                </c:pt>
                <c:pt idx="4">
                  <c:v>34.19082586199421</c:v>
                </c:pt>
                <c:pt idx="5">
                  <c:v>34.576939907702226</c:v>
                </c:pt>
                <c:pt idx="6">
                  <c:v>34.47269653647265</c:v>
                </c:pt>
                <c:pt idx="7">
                  <c:v>31.882205295189653</c:v>
                </c:pt>
                <c:pt idx="8">
                  <c:v>29.75031026072941</c:v>
                </c:pt>
                <c:pt idx="9">
                  <c:v>32.49962555634967</c:v>
                </c:pt>
                <c:pt idx="10">
                  <c:v>31.368428444691407</c:v>
                </c:pt>
                <c:pt idx="11">
                  <c:v>27.484187675698056</c:v>
                </c:pt>
                <c:pt idx="12">
                  <c:v>28.34769168065</c:v>
                </c:pt>
                <c:pt idx="13">
                  <c:v>25.594377811419566</c:v>
                </c:pt>
                <c:pt idx="14">
                  <c:v>27.090475052734455</c:v>
                </c:pt>
                <c:pt idx="15">
                  <c:v>29.71333043235335</c:v>
                </c:pt>
                <c:pt idx="16">
                  <c:v>30.289436112939267</c:v>
                </c:pt>
                <c:pt idx="17">
                  <c:v>28.760947289561656</c:v>
                </c:pt>
                <c:pt idx="18">
                  <c:v>34.06107412607285</c:v>
                </c:pt>
                <c:pt idx="19">
                  <c:v>30.893439613701762</c:v>
                </c:pt>
                <c:pt idx="20">
                  <c:v>24.646281302448017</c:v>
                </c:pt>
                <c:pt idx="21">
                  <c:v>23.95791445330561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마늘·갈릭</c:v>
                </c:pt>
              </c:strCache>
            </c:strRef>
          </c:tx>
          <c:spPr>
            <a:ln w="15875">
              <a:solidFill>
                <a:srgbClr val="637E64"/>
              </a:solidFill>
            </a:ln>
          </c:spPr>
          <c:marker>
            <c:symbol val="circle"/>
            <c:size val="3"/>
            <c:spPr>
              <a:solidFill>
                <a:srgbClr val="637E64"/>
              </a:solidFill>
              <a:ln>
                <a:solidFill>
                  <a:srgbClr val="637E64"/>
                </a:solidFill>
              </a:ln>
            </c:spPr>
          </c:marker>
          <c:cat>
            <c:strRef>
              <c:f>Sheet1!$A$2:$A$23</c:f>
              <c:strCache>
                <c:ptCount val="22"/>
                <c:pt idx="0">
                  <c:v>25.01</c:v>
                </c:pt>
                <c:pt idx="1">
                  <c:v>25.02</c:v>
                </c:pt>
                <c:pt idx="2">
                  <c:v>25.03</c:v>
                </c:pt>
                <c:pt idx="3">
                  <c:v>25.04</c:v>
                </c:pt>
                <c:pt idx="4">
                  <c:v>25.05</c:v>
                </c:pt>
                <c:pt idx="5">
                  <c:v>25.06</c:v>
                </c:pt>
                <c:pt idx="6">
                  <c:v>25.07</c:v>
                </c:pt>
                <c:pt idx="7">
                  <c:v>25.08</c:v>
                </c:pt>
                <c:pt idx="8">
                  <c:v>25.09</c:v>
                </c:pt>
                <c:pt idx="9">
                  <c:v>25.10</c:v>
                </c:pt>
                <c:pt idx="10">
                  <c:v>25.11</c:v>
                </c:pt>
                <c:pt idx="11">
                  <c:v>25.12</c:v>
                </c:pt>
                <c:pt idx="12">
                  <c:v>26.01</c:v>
                </c:pt>
                <c:pt idx="13">
                  <c:v>26.02</c:v>
                </c:pt>
                <c:pt idx="14">
                  <c:v>26.03</c:v>
                </c:pt>
                <c:pt idx="15">
                  <c:v>26.04</c:v>
                </c:pt>
                <c:pt idx="16">
                  <c:v>26.05</c:v>
                </c:pt>
                <c:pt idx="17">
                  <c:v>26.06</c:v>
                </c:pt>
                <c:pt idx="18">
                  <c:v>26.07</c:v>
                </c:pt>
                <c:pt idx="19">
                  <c:v>26.08</c:v>
                </c:pt>
                <c:pt idx="20">
                  <c:v>26.09</c:v>
                </c:pt>
                <c:pt idx="21">
                  <c:v>26.10*</c:v>
                </c:pt>
              </c:strCache>
            </c:strRef>
          </c:cat>
          <c:val>
            <c:numRef>
              <c:f>Sheet1!$E$2:$E$23</c:f>
              <c:numCache>
                <c:formatCode>General</c:formatCode>
                <c:ptCount val="22"/>
                <c:pt idx="0">
                  <c:v>13.453734353823593</c:v>
                </c:pt>
                <c:pt idx="1">
                  <c:v>11.39397189091915</c:v>
                </c:pt>
                <c:pt idx="2">
                  <c:v>10.591331570051407</c:v>
                </c:pt>
                <c:pt idx="3">
                  <c:v>10.410662067446538</c:v>
                </c:pt>
                <c:pt idx="4">
                  <c:v>10.07019487100753</c:v>
                </c:pt>
                <c:pt idx="5">
                  <c:v>8.672085419660288</c:v>
                </c:pt>
                <c:pt idx="6">
                  <c:v>9.021729126198744</c:v>
                </c:pt>
                <c:pt idx="7">
                  <c:v>8.107801524999495</c:v>
                </c:pt>
                <c:pt idx="8">
                  <c:v>7.692539081764937</c:v>
                </c:pt>
                <c:pt idx="9">
                  <c:v>7.829447487889459</c:v>
                </c:pt>
                <c:pt idx="10">
                  <c:v>8.504300586678266</c:v>
                </c:pt>
                <c:pt idx="11">
                  <c:v>7.441300076475533</c:v>
                </c:pt>
                <c:pt idx="12">
                  <c:v>6.108295127962737</c:v>
                </c:pt>
                <c:pt idx="13">
                  <c:v>5.959784896698566</c:v>
                </c:pt>
                <c:pt idx="14">
                  <c:v>5.550041274960391</c:v>
                </c:pt>
                <c:pt idx="15">
                  <c:v>5.194936363781862</c:v>
                </c:pt>
                <c:pt idx="16">
                  <c:v>5.123234008003031</c:v>
                </c:pt>
                <c:pt idx="17">
                  <c:v>5.118233938475467</c:v>
                </c:pt>
                <c:pt idx="18">
                  <c:v>17.564089378180583</c:v>
                </c:pt>
                <c:pt idx="19">
                  <c:v>5.808294033506227</c:v>
                </c:pt>
                <c:pt idx="20">
                  <c:v>4.161058346351844</c:v>
                </c:pt>
                <c:pt idx="21">
                  <c:v>4.483508279009603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불닭</c:v>
                </c:pt>
              </c:strCache>
            </c:strRef>
          </c:tx>
          <c:spPr>
            <a:ln w="15875">
              <a:solidFill>
                <a:srgbClr val="7D8F51"/>
              </a:solidFill>
            </a:ln>
          </c:spPr>
          <c:marker>
            <c:symbol val="circle"/>
            <c:size val="3"/>
            <c:spPr>
              <a:solidFill>
                <a:srgbClr val="7D8F51"/>
              </a:solidFill>
              <a:ln>
                <a:solidFill>
                  <a:srgbClr val="7D8F51"/>
                </a:solidFill>
              </a:ln>
            </c:spPr>
          </c:marker>
          <c:cat>
            <c:strRef>
              <c:f>Sheet1!$A$2:$A$23</c:f>
              <c:strCache>
                <c:ptCount val="22"/>
                <c:pt idx="0">
                  <c:v>25.01</c:v>
                </c:pt>
                <c:pt idx="1">
                  <c:v>25.02</c:v>
                </c:pt>
                <c:pt idx="2">
                  <c:v>25.03</c:v>
                </c:pt>
                <c:pt idx="3">
                  <c:v>25.04</c:v>
                </c:pt>
                <c:pt idx="4">
                  <c:v>25.05</c:v>
                </c:pt>
                <c:pt idx="5">
                  <c:v>25.06</c:v>
                </c:pt>
                <c:pt idx="6">
                  <c:v>25.07</c:v>
                </c:pt>
                <c:pt idx="7">
                  <c:v>25.08</c:v>
                </c:pt>
                <c:pt idx="8">
                  <c:v>25.09</c:v>
                </c:pt>
                <c:pt idx="9">
                  <c:v>25.10</c:v>
                </c:pt>
                <c:pt idx="10">
                  <c:v>25.11</c:v>
                </c:pt>
                <c:pt idx="11">
                  <c:v>25.12</c:v>
                </c:pt>
                <c:pt idx="12">
                  <c:v>26.01</c:v>
                </c:pt>
                <c:pt idx="13">
                  <c:v>26.02</c:v>
                </c:pt>
                <c:pt idx="14">
                  <c:v>26.03</c:v>
                </c:pt>
                <c:pt idx="15">
                  <c:v>26.04</c:v>
                </c:pt>
                <c:pt idx="16">
                  <c:v>26.05</c:v>
                </c:pt>
                <c:pt idx="17">
                  <c:v>26.06</c:v>
                </c:pt>
                <c:pt idx="18">
                  <c:v>26.07</c:v>
                </c:pt>
                <c:pt idx="19">
                  <c:v>26.08</c:v>
                </c:pt>
                <c:pt idx="20">
                  <c:v>26.09</c:v>
                </c:pt>
                <c:pt idx="21">
                  <c:v>26.10*</c:v>
                </c:pt>
              </c:strCache>
            </c:strRef>
          </c:cat>
          <c:val>
            <c:numRef>
              <c:f>Sheet1!$F$2:$F$23</c:f>
              <c:numCache>
                <c:formatCode>General</c:formatCode>
                <c:ptCount val="22"/>
                <c:pt idx="0">
                  <c:v>44.90955967437422</c:v>
                </c:pt>
                <c:pt idx="1">
                  <c:v>39.85997482693518</c:v>
                </c:pt>
                <c:pt idx="2">
                  <c:v>41.00671958423841</c:v>
                </c:pt>
                <c:pt idx="3">
                  <c:v>31.87434445143696</c:v>
                </c:pt>
                <c:pt idx="4">
                  <c:v>32.91581233886193</c:v>
                </c:pt>
                <c:pt idx="5">
                  <c:v>38.44241661422278</c:v>
                </c:pt>
                <c:pt idx="6">
                  <c:v>41.05442660224527</c:v>
                </c:pt>
                <c:pt idx="7">
                  <c:v>45.91749731013621</c:v>
                </c:pt>
                <c:pt idx="8">
                  <c:v>34.11264946507237</c:v>
                </c:pt>
                <c:pt idx="9">
                  <c:v>40.90826041941573</c:v>
                </c:pt>
                <c:pt idx="10">
                  <c:v>48.44556324732536</c:v>
                </c:pt>
                <c:pt idx="11">
                  <c:v>35.13266611177652</c:v>
                </c:pt>
                <c:pt idx="12">
                  <c:v>30.220873342942404</c:v>
                </c:pt>
                <c:pt idx="13">
                  <c:v>27.544277622943447</c:v>
                </c:pt>
                <c:pt idx="14">
                  <c:v>23.189670923080044</c:v>
                </c:pt>
                <c:pt idx="15">
                  <c:v>27.744912943150826</c:v>
                </c:pt>
                <c:pt idx="16">
                  <c:v>25.985099169694877</c:v>
                </c:pt>
                <c:pt idx="17">
                  <c:v>20.93245227606461</c:v>
                </c:pt>
                <c:pt idx="18">
                  <c:v>21.507744777604092</c:v>
                </c:pt>
                <c:pt idx="19">
                  <c:v>19.67762236342597</c:v>
                </c:pt>
                <c:pt idx="20">
                  <c:v>16.901615271659324</c:v>
                </c:pt>
                <c:pt idx="21">
                  <c:v>17.975555629161008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시즈닝·분말</c:v>
                </c:pt>
              </c:strCache>
            </c:strRef>
          </c:tx>
          <c:spPr>
            <a:ln w="15875">
              <a:solidFill>
                <a:srgbClr val="B65346"/>
              </a:solidFill>
            </a:ln>
          </c:spPr>
          <c:marker>
            <c:symbol val="circle"/>
            <c:size val="3"/>
            <c:spPr>
              <a:solidFill>
                <a:srgbClr val="B65346"/>
              </a:solidFill>
              <a:ln>
                <a:solidFill>
                  <a:srgbClr val="B65346"/>
                </a:solidFill>
              </a:ln>
            </c:spPr>
          </c:marker>
          <c:cat>
            <c:strRef>
              <c:f>Sheet1!$A$2:$A$23</c:f>
              <c:strCache>
                <c:ptCount val="22"/>
                <c:pt idx="0">
                  <c:v>25.01</c:v>
                </c:pt>
                <c:pt idx="1">
                  <c:v>25.02</c:v>
                </c:pt>
                <c:pt idx="2">
                  <c:v>25.03</c:v>
                </c:pt>
                <c:pt idx="3">
                  <c:v>25.04</c:v>
                </c:pt>
                <c:pt idx="4">
                  <c:v>25.05</c:v>
                </c:pt>
                <c:pt idx="5">
                  <c:v>25.06</c:v>
                </c:pt>
                <c:pt idx="6">
                  <c:v>25.07</c:v>
                </c:pt>
                <c:pt idx="7">
                  <c:v>25.08</c:v>
                </c:pt>
                <c:pt idx="8">
                  <c:v>25.09</c:v>
                </c:pt>
                <c:pt idx="9">
                  <c:v>25.10</c:v>
                </c:pt>
                <c:pt idx="10">
                  <c:v>25.11</c:v>
                </c:pt>
                <c:pt idx="11">
                  <c:v>25.12</c:v>
                </c:pt>
                <c:pt idx="12">
                  <c:v>26.01</c:v>
                </c:pt>
                <c:pt idx="13">
                  <c:v>26.02</c:v>
                </c:pt>
                <c:pt idx="14">
                  <c:v>26.03</c:v>
                </c:pt>
                <c:pt idx="15">
                  <c:v>26.04</c:v>
                </c:pt>
                <c:pt idx="16">
                  <c:v>26.05</c:v>
                </c:pt>
                <c:pt idx="17">
                  <c:v>26.06</c:v>
                </c:pt>
                <c:pt idx="18">
                  <c:v>26.07</c:v>
                </c:pt>
                <c:pt idx="19">
                  <c:v>26.08</c:v>
                </c:pt>
                <c:pt idx="20">
                  <c:v>26.09</c:v>
                </c:pt>
                <c:pt idx="21">
                  <c:v>26.10*</c:v>
                </c:pt>
              </c:strCache>
            </c:strRef>
          </c:cat>
          <c:val>
            <c:numRef>
              <c:f>Sheet1!$G$2:$G$23</c:f>
              <c:numCache>
                <c:formatCode>General</c:formatCode>
                <c:ptCount val="22"/>
                <c:pt idx="0">
                  <c:v>7.343026774193548</c:v>
                </c:pt>
                <c:pt idx="1">
                  <c:v>6.6553764285714285</c:v>
                </c:pt>
                <c:pt idx="2">
                  <c:v>6.300333870967742</c:v>
                </c:pt>
                <c:pt idx="3">
                  <c:v>5.912277666666666</c:v>
                </c:pt>
                <c:pt idx="4">
                  <c:v>6.736127096774194</c:v>
                </c:pt>
                <c:pt idx="5">
                  <c:v>6.112565</c:v>
                </c:pt>
                <c:pt idx="6">
                  <c:v>6.512009032258065</c:v>
                </c:pt>
                <c:pt idx="7">
                  <c:v>6.511649032258065</c:v>
                </c:pt>
                <c:pt idx="8">
                  <c:v>6.067478333333333</c:v>
                </c:pt>
                <c:pt idx="9">
                  <c:v>5.466791935483871</c:v>
                </c:pt>
                <c:pt idx="10">
                  <c:v>5.083183333333333</c:v>
                </c:pt>
                <c:pt idx="11">
                  <c:v>5.166586774193548</c:v>
                </c:pt>
                <c:pt idx="12">
                  <c:v>4.522723225806452</c:v>
                </c:pt>
                <c:pt idx="13">
                  <c:v>4.416421785714285</c:v>
                </c:pt>
                <c:pt idx="14">
                  <c:v>4.5387696774193556</c:v>
                </c:pt>
                <c:pt idx="15">
                  <c:v>4.135407333333333</c:v>
                </c:pt>
                <c:pt idx="16">
                  <c:v>4.636314193548388</c:v>
                </c:pt>
                <c:pt idx="17">
                  <c:v>4.352090333333334</c:v>
                </c:pt>
                <c:pt idx="18">
                  <c:v>5.161357419354839</c:v>
                </c:pt>
                <c:pt idx="19">
                  <c:v>4.561849677419355</c:v>
                </c:pt>
                <c:pt idx="20">
                  <c:v>4.3662503333333325</c:v>
                </c:pt>
                <c:pt idx="21">
                  <c:v>4.2085215789473684</c:v>
                </c:pt>
              </c:numCache>
            </c:numRef>
          </c:val>
          <c:smooth val="0"/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후추·페퍼</c:v>
                </c:pt>
              </c:strCache>
            </c:strRef>
          </c:tx>
          <c:spPr>
            <a:ln w="15875">
              <a:solidFill>
                <a:srgbClr val="A68B46"/>
              </a:solidFill>
            </a:ln>
          </c:spPr>
          <c:marker>
            <c:symbol val="circle"/>
            <c:size val="3"/>
            <c:spPr>
              <a:solidFill>
                <a:srgbClr val="A68B46"/>
              </a:solidFill>
              <a:ln>
                <a:solidFill>
                  <a:srgbClr val="A68B46"/>
                </a:solidFill>
              </a:ln>
            </c:spPr>
          </c:marker>
          <c:cat>
            <c:strRef>
              <c:f>Sheet1!$A$2:$A$23</c:f>
              <c:strCache>
                <c:ptCount val="22"/>
                <c:pt idx="0">
                  <c:v>25.01</c:v>
                </c:pt>
                <c:pt idx="1">
                  <c:v>25.02</c:v>
                </c:pt>
                <c:pt idx="2">
                  <c:v>25.03</c:v>
                </c:pt>
                <c:pt idx="3">
                  <c:v>25.04</c:v>
                </c:pt>
                <c:pt idx="4">
                  <c:v>25.05</c:v>
                </c:pt>
                <c:pt idx="5">
                  <c:v>25.06</c:v>
                </c:pt>
                <c:pt idx="6">
                  <c:v>25.07</c:v>
                </c:pt>
                <c:pt idx="7">
                  <c:v>25.08</c:v>
                </c:pt>
                <c:pt idx="8">
                  <c:v>25.09</c:v>
                </c:pt>
                <c:pt idx="9">
                  <c:v>25.10</c:v>
                </c:pt>
                <c:pt idx="10">
                  <c:v>25.11</c:v>
                </c:pt>
                <c:pt idx="11">
                  <c:v>25.12</c:v>
                </c:pt>
                <c:pt idx="12">
                  <c:v>26.01</c:v>
                </c:pt>
                <c:pt idx="13">
                  <c:v>26.02</c:v>
                </c:pt>
                <c:pt idx="14">
                  <c:v>26.03</c:v>
                </c:pt>
                <c:pt idx="15">
                  <c:v>26.04</c:v>
                </c:pt>
                <c:pt idx="16">
                  <c:v>26.05</c:v>
                </c:pt>
                <c:pt idx="17">
                  <c:v>26.06</c:v>
                </c:pt>
                <c:pt idx="18">
                  <c:v>26.07</c:v>
                </c:pt>
                <c:pt idx="19">
                  <c:v>26.08</c:v>
                </c:pt>
                <c:pt idx="20">
                  <c:v>26.09</c:v>
                </c:pt>
                <c:pt idx="21">
                  <c:v>26.10*</c:v>
                </c:pt>
              </c:strCache>
            </c:strRef>
          </c:cat>
          <c:val>
            <c:numRef>
              <c:f>Sheet1!$H$2:$H$23</c:f>
              <c:numCache>
                <c:formatCode>General</c:formatCode>
                <c:ptCount val="22"/>
                <c:pt idx="0">
                  <c:v>33.6138791132541</c:v>
                </c:pt>
                <c:pt idx="1">
                  <c:v>35.794956172197665</c:v>
                </c:pt>
                <c:pt idx="2">
                  <c:v>35.850025512111365</c:v>
                </c:pt>
                <c:pt idx="3">
                  <c:v>29.658574933246587</c:v>
                </c:pt>
                <c:pt idx="4">
                  <c:v>32.77073334531331</c:v>
                </c:pt>
                <c:pt idx="5">
                  <c:v>28.74937312785481</c:v>
                </c:pt>
                <c:pt idx="6">
                  <c:v>29.068263589298294</c:v>
                </c:pt>
                <c:pt idx="7">
                  <c:v>31.964314524327012</c:v>
                </c:pt>
                <c:pt idx="8">
                  <c:v>26.173572425758007</c:v>
                </c:pt>
                <c:pt idx="9">
                  <c:v>24.779212023353093</c:v>
                </c:pt>
                <c:pt idx="10">
                  <c:v>26.211388064354356</c:v>
                </c:pt>
                <c:pt idx="11">
                  <c:v>24.00965131698897</c:v>
                </c:pt>
                <c:pt idx="12">
                  <c:v>23.459665286345576</c:v>
                </c:pt>
                <c:pt idx="13">
                  <c:v>18.70872083229258</c:v>
                </c:pt>
                <c:pt idx="14">
                  <c:v>16.23836050908795</c:v>
                </c:pt>
                <c:pt idx="15">
                  <c:v>13.029520595291341</c:v>
                </c:pt>
                <c:pt idx="16">
                  <c:v>14.808632931216987</c:v>
                </c:pt>
                <c:pt idx="17">
                  <c:v>14.696119491996367</c:v>
                </c:pt>
                <c:pt idx="18">
                  <c:v>13.30577937860629</c:v>
                </c:pt>
                <c:pt idx="19">
                  <c:v>11.54636186798499</c:v>
                </c:pt>
                <c:pt idx="20">
                  <c:v>17.158473278304125</c:v>
                </c:pt>
                <c:pt idx="21">
                  <c:v>14.831563110598438</c:v>
                </c:pt>
              </c:numCache>
            </c:numRef>
          </c:val>
          <c:smooth val="0"/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매운맛</c:v>
                </c:pt>
              </c:strCache>
            </c:strRef>
          </c:tx>
          <c:spPr>
            <a:ln w="15875">
              <a:solidFill>
                <a:srgbClr val="B65346"/>
              </a:solidFill>
            </a:ln>
          </c:spPr>
          <c:marker>
            <c:symbol val="circle"/>
            <c:size val="3"/>
            <c:spPr>
              <a:solidFill>
                <a:srgbClr val="B65346"/>
              </a:solidFill>
              <a:ln>
                <a:solidFill>
                  <a:srgbClr val="B65346"/>
                </a:solidFill>
              </a:ln>
            </c:spPr>
          </c:marker>
          <c:cat>
            <c:strRef>
              <c:f>Sheet1!$A$2:$A$23</c:f>
              <c:strCache>
                <c:ptCount val="22"/>
                <c:pt idx="0">
                  <c:v>25.01</c:v>
                </c:pt>
                <c:pt idx="1">
                  <c:v>25.02</c:v>
                </c:pt>
                <c:pt idx="2">
                  <c:v>25.03</c:v>
                </c:pt>
                <c:pt idx="3">
                  <c:v>25.04</c:v>
                </c:pt>
                <c:pt idx="4">
                  <c:v>25.05</c:v>
                </c:pt>
                <c:pt idx="5">
                  <c:v>25.06</c:v>
                </c:pt>
                <c:pt idx="6">
                  <c:v>25.07</c:v>
                </c:pt>
                <c:pt idx="7">
                  <c:v>25.08</c:v>
                </c:pt>
                <c:pt idx="8">
                  <c:v>25.09</c:v>
                </c:pt>
                <c:pt idx="9">
                  <c:v>25.10</c:v>
                </c:pt>
                <c:pt idx="10">
                  <c:v>25.11</c:v>
                </c:pt>
                <c:pt idx="11">
                  <c:v>25.12</c:v>
                </c:pt>
                <c:pt idx="12">
                  <c:v>26.01</c:v>
                </c:pt>
                <c:pt idx="13">
                  <c:v>26.02</c:v>
                </c:pt>
                <c:pt idx="14">
                  <c:v>26.03</c:v>
                </c:pt>
                <c:pt idx="15">
                  <c:v>26.04</c:v>
                </c:pt>
                <c:pt idx="16">
                  <c:v>26.05</c:v>
                </c:pt>
                <c:pt idx="17">
                  <c:v>26.06</c:v>
                </c:pt>
                <c:pt idx="18">
                  <c:v>26.07</c:v>
                </c:pt>
                <c:pt idx="19">
                  <c:v>26.08</c:v>
                </c:pt>
                <c:pt idx="20">
                  <c:v>26.09</c:v>
                </c:pt>
                <c:pt idx="21">
                  <c:v>26.10*</c:v>
                </c:pt>
              </c:strCache>
            </c:strRef>
          </c:cat>
          <c:val>
            <c:numRef>
              <c:f>Sheet1!$I$2:$I$23</c:f>
              <c:numCache>
                <c:formatCode>General</c:formatCode>
                <c:ptCount val="22"/>
                <c:pt idx="0">
                  <c:v>8.445135646955404</c:v>
                </c:pt>
                <c:pt idx="1">
                  <c:v>7.8924918742195915</c:v>
                </c:pt>
                <c:pt idx="2">
                  <c:v>8.0653401604955</c:v>
                </c:pt>
                <c:pt idx="3">
                  <c:v>6.851324430718786</c:v>
                </c:pt>
                <c:pt idx="4">
                  <c:v>6.522033771146169</c:v>
                </c:pt>
                <c:pt idx="5">
                  <c:v>6.346960497428027</c:v>
                </c:pt>
                <c:pt idx="6">
                  <c:v>6.59078197818592</c:v>
                </c:pt>
                <c:pt idx="7">
                  <c:v>6.766066999292501</c:v>
                </c:pt>
                <c:pt idx="8">
                  <c:v>6.089455072297999</c:v>
                </c:pt>
                <c:pt idx="9">
                  <c:v>6.40001561970087</c:v>
                </c:pt>
                <c:pt idx="10">
                  <c:v>5.54781263205386</c:v>
                </c:pt>
                <c:pt idx="11">
                  <c:v>5.686801014542618</c:v>
                </c:pt>
                <c:pt idx="12">
                  <c:v>5.2279292550540335</c:v>
                </c:pt>
                <c:pt idx="13">
                  <c:v>35.21194772267089</c:v>
                </c:pt>
                <c:pt idx="14">
                  <c:v>12.518221703205388</c:v>
                </c:pt>
                <c:pt idx="15">
                  <c:v>7.76056986900257</c:v>
                </c:pt>
                <c:pt idx="16">
                  <c:v>6.095812721016461</c:v>
                </c:pt>
                <c:pt idx="17">
                  <c:v>5.302746084851257</c:v>
                </c:pt>
                <c:pt idx="18">
                  <c:v>4.977008599752236</c:v>
                </c:pt>
                <c:pt idx="19">
                  <c:v>4.538765299543123</c:v>
                </c:pt>
                <c:pt idx="20">
                  <c:v>3.977940452247735</c:v>
                </c:pt>
                <c:pt idx="21">
                  <c:v>3.919974796159424</c:v>
                </c:pt>
              </c:numCache>
            </c:numRef>
          </c:val>
          <c:smooth val="0"/>
        </c:ser>
        <c:ser>
          <c:idx val="8"/>
          <c:order val="8"/>
          <c:tx>
            <c:strRef>
              <c:f>Sheet1!$J$1</c:f>
              <c:strCache>
                <c:ptCount val="1"/>
                <c:pt idx="0">
                  <c:v>마라</c:v>
                </c:pt>
              </c:strCache>
            </c:strRef>
          </c:tx>
          <c:spPr>
            <a:ln w="15875">
              <a:solidFill>
                <a:srgbClr val="637E64"/>
              </a:solidFill>
            </a:ln>
          </c:spPr>
          <c:marker>
            <c:symbol val="circle"/>
            <c:size val="3"/>
            <c:spPr>
              <a:solidFill>
                <a:srgbClr val="637E64"/>
              </a:solidFill>
              <a:ln>
                <a:solidFill>
                  <a:srgbClr val="637E64"/>
                </a:solidFill>
              </a:ln>
            </c:spPr>
          </c:marker>
          <c:cat>
            <c:strRef>
              <c:f>Sheet1!$A$2:$A$23</c:f>
              <c:strCache>
                <c:ptCount val="22"/>
                <c:pt idx="0">
                  <c:v>25.01</c:v>
                </c:pt>
                <c:pt idx="1">
                  <c:v>25.02</c:v>
                </c:pt>
                <c:pt idx="2">
                  <c:v>25.03</c:v>
                </c:pt>
                <c:pt idx="3">
                  <c:v>25.04</c:v>
                </c:pt>
                <c:pt idx="4">
                  <c:v>25.05</c:v>
                </c:pt>
                <c:pt idx="5">
                  <c:v>25.06</c:v>
                </c:pt>
                <c:pt idx="6">
                  <c:v>25.07</c:v>
                </c:pt>
                <c:pt idx="7">
                  <c:v>25.08</c:v>
                </c:pt>
                <c:pt idx="8">
                  <c:v>25.09</c:v>
                </c:pt>
                <c:pt idx="9">
                  <c:v>25.10</c:v>
                </c:pt>
                <c:pt idx="10">
                  <c:v>25.11</c:v>
                </c:pt>
                <c:pt idx="11">
                  <c:v>25.12</c:v>
                </c:pt>
                <c:pt idx="12">
                  <c:v>26.01</c:v>
                </c:pt>
                <c:pt idx="13">
                  <c:v>26.02</c:v>
                </c:pt>
                <c:pt idx="14">
                  <c:v>26.03</c:v>
                </c:pt>
                <c:pt idx="15">
                  <c:v>26.04</c:v>
                </c:pt>
                <c:pt idx="16">
                  <c:v>26.05</c:v>
                </c:pt>
                <c:pt idx="17">
                  <c:v>26.06</c:v>
                </c:pt>
                <c:pt idx="18">
                  <c:v>26.07</c:v>
                </c:pt>
                <c:pt idx="19">
                  <c:v>26.08</c:v>
                </c:pt>
                <c:pt idx="20">
                  <c:v>26.09</c:v>
                </c:pt>
                <c:pt idx="21">
                  <c:v>26.10*</c:v>
                </c:pt>
              </c:strCache>
            </c:strRef>
          </c:cat>
          <c:val>
            <c:numRef>
              <c:f>Sheet1!$J$2:$J$23</c:f>
              <c:numCache>
                <c:formatCode>General</c:formatCode>
                <c:ptCount val="22"/>
                <c:pt idx="0">
                  <c:v>3.466962170150471</c:v>
                </c:pt>
                <c:pt idx="1">
                  <c:v>3.3487198385204597</c:v>
                </c:pt>
                <c:pt idx="2">
                  <c:v>2.993363641464939</c:v>
                </c:pt>
                <c:pt idx="3">
                  <c:v>11.075601613001812</c:v>
                </c:pt>
                <c:pt idx="4">
                  <c:v>9.3556332629746</c:v>
                </c:pt>
                <c:pt idx="5">
                  <c:v>9.215065806971722</c:v>
                </c:pt>
                <c:pt idx="6">
                  <c:v>10.325164142401217</c:v>
                </c:pt>
                <c:pt idx="7">
                  <c:v>9.194780184512222</c:v>
                </c:pt>
                <c:pt idx="8">
                  <c:v>7.774614219327938</c:v>
                </c:pt>
                <c:pt idx="9">
                  <c:v>5.129025383659731</c:v>
                </c:pt>
                <c:pt idx="10">
                  <c:v>4.829085244271315</c:v>
                </c:pt>
                <c:pt idx="11">
                  <c:v>4.525836331293234</c:v>
                </c:pt>
                <c:pt idx="12">
                  <c:v>4.516915592061309</c:v>
                </c:pt>
                <c:pt idx="13">
                  <c:v>3.962100310172687</c:v>
                </c:pt>
                <c:pt idx="14">
                  <c:v>3.399936723502007</c:v>
                </c:pt>
                <c:pt idx="15">
                  <c:v>2.8900056332816257</c:v>
                </c:pt>
                <c:pt idx="16">
                  <c:v>3.064833470741494</c:v>
                </c:pt>
                <c:pt idx="17">
                  <c:v>2.8899973733378927</c:v>
                </c:pt>
                <c:pt idx="18">
                  <c:v>17.429094111720588</c:v>
                </c:pt>
                <c:pt idx="19">
                  <c:v>9.873907429265172</c:v>
                </c:pt>
                <c:pt idx="20">
                  <c:v>5.17530904579478</c:v>
                </c:pt>
                <c:pt idx="21">
                  <c:v>5.999301469600494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4E2DD"/>
            </a:solidFill>
          </a:ln>
        </c:spPr>
        <c:txPr>
          <a:bodyPr/>
          <a:lstStyle/>
          <a:p>
            <a:pPr>
              <a:defRPr sz="770">
                <a:solidFill>
                  <a:srgbClr val="686E73"/>
                </a:solidFill>
                <a:latin typeface="맑은 고딕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60.0"/>
          <c:min val="0.0"/>
        </c:scaling>
        <c:delete val="0"/>
        <c:axPos val="l"/>
        <c:majorGridlines>
          <c:spPr>
            <a:ln w="5080">
              <a:solidFill>
                <a:srgbClr val="E4E2DD"/>
              </a:solidFill>
            </a:ln>
          </c:spPr>
        </c:majorGridlines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60">
                <a:solidFill>
                  <a:srgbClr val="686E73"/>
                </a:solidFill>
                <a:latin typeface="맑은 고딕"/>
              </a:defRPr>
            </a:pPr>
          </a:p>
        </c:txPr>
        <c:crossAx val="2118791784"/>
        <c:crosses val="autoZero"/>
        <c:majorUnit val="15.0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3"/>
  <c:chart>
    <c:autoTitleDeleted val="0"/>
    <c:plotArea>
      <c:layout>
        <c:manualLayout>
          <c:layoutTarget val="inner"/>
          <c:xMode val="edge"/>
          <c:yMode val="edge"/>
          <c:wMode val="factor"/>
          <c:hMode val="factor"/>
          <c:x val="0.10743801652892562"/>
          <c:y val=".06"/>
          <c:w val="0.8677685950413223"/>
          <c:h val=".76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치즈</c:v>
                </c:pt>
              </c:strCache>
            </c:strRef>
          </c:tx>
          <c:spPr>
            <a:ln w="15875">
              <a:solidFill>
                <a:srgbClr val="B58F38"/>
              </a:solidFill>
            </a:ln>
          </c:spPr>
          <c:marker>
            <c:symbol val="circle"/>
            <c:size val="3"/>
            <c:spPr>
              <a:solidFill>
                <a:srgbClr val="B58F38"/>
              </a:solidFill>
              <a:ln>
                <a:solidFill>
                  <a:srgbClr val="B58F38"/>
                </a:solidFill>
              </a:ln>
            </c:spPr>
          </c:marker>
          <c:cat>
            <c:strRef>
              <c:f>Sheet1!$A$2:$A$23</c:f>
              <c:strCache>
                <c:ptCount val="22"/>
                <c:pt idx="0">
                  <c:v>25.01</c:v>
                </c:pt>
                <c:pt idx="1">
                  <c:v>25.02</c:v>
                </c:pt>
                <c:pt idx="2">
                  <c:v>25.03</c:v>
                </c:pt>
                <c:pt idx="3">
                  <c:v>25.04</c:v>
                </c:pt>
                <c:pt idx="4">
                  <c:v>25.05</c:v>
                </c:pt>
                <c:pt idx="5">
                  <c:v>25.06</c:v>
                </c:pt>
                <c:pt idx="6">
                  <c:v>25.07</c:v>
                </c:pt>
                <c:pt idx="7">
                  <c:v>25.08</c:v>
                </c:pt>
                <c:pt idx="8">
                  <c:v>25.09</c:v>
                </c:pt>
                <c:pt idx="9">
                  <c:v>25.10</c:v>
                </c:pt>
                <c:pt idx="10">
                  <c:v>25.11</c:v>
                </c:pt>
                <c:pt idx="11">
                  <c:v>25.12</c:v>
                </c:pt>
                <c:pt idx="12">
                  <c:v>26.01</c:v>
                </c:pt>
                <c:pt idx="13">
                  <c:v>26.02</c:v>
                </c:pt>
                <c:pt idx="14">
                  <c:v>26.03</c:v>
                </c:pt>
                <c:pt idx="15">
                  <c:v>26.04</c:v>
                </c:pt>
                <c:pt idx="16">
                  <c:v>26.05</c:v>
                </c:pt>
                <c:pt idx="17">
                  <c:v>26.06</c:v>
                </c:pt>
                <c:pt idx="18">
                  <c:v>26.07</c:v>
                </c:pt>
                <c:pt idx="19">
                  <c:v>26.08</c:v>
                </c:pt>
                <c:pt idx="20">
                  <c:v>26.09</c:v>
                </c:pt>
                <c:pt idx="21">
                  <c:v>26.10*</c:v>
                </c:pt>
              </c:strCache>
            </c: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5.018032800126539</c:v>
                </c:pt>
                <c:pt idx="1">
                  <c:v>3.9660455055893378</c:v>
                </c:pt>
                <c:pt idx="2">
                  <c:v>9.461758424269012</c:v>
                </c:pt>
                <c:pt idx="3">
                  <c:v>16.17595338224209</c:v>
                </c:pt>
                <c:pt idx="4">
                  <c:v>30.1875989018331</c:v>
                </c:pt>
                <c:pt idx="5">
                  <c:v>29.684786794767906</c:v>
                </c:pt>
                <c:pt idx="6">
                  <c:v>21.387300993500535</c:v>
                </c:pt>
                <c:pt idx="7">
                  <c:v>14.582602066882554</c:v>
                </c:pt>
                <c:pt idx="8">
                  <c:v>6.879101332865408</c:v>
                </c:pt>
                <c:pt idx="9">
                  <c:v>6.291821312494782</c:v>
                </c:pt>
                <c:pt idx="10">
                  <c:v>5.2938336984074095</c:v>
                </c:pt>
                <c:pt idx="11">
                  <c:v>4.470528215686117</c:v>
                </c:pt>
                <c:pt idx="12">
                  <c:v>3.787822945231638</c:v>
                </c:pt>
                <c:pt idx="13">
                  <c:v>3.4365757258082916</c:v>
                </c:pt>
                <c:pt idx="14">
                  <c:v>3.1218794307273927</c:v>
                </c:pt>
                <c:pt idx="15">
                  <c:v>2.411950113333978</c:v>
                </c:pt>
                <c:pt idx="16">
                  <c:v>2.1520150072888677</c:v>
                </c:pt>
                <c:pt idx="17">
                  <c:v>2.1971930699673834</c:v>
                </c:pt>
                <c:pt idx="18">
                  <c:v>1.8939051126249444</c:v>
                </c:pt>
                <c:pt idx="19">
                  <c:v>1.9542439360508006</c:v>
                </c:pt>
                <c:pt idx="20">
                  <c:v>2.6024597974906825</c:v>
                </c:pt>
                <c:pt idx="21">
                  <c:v>4.342499842012806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허니·꿀</c:v>
                </c:pt>
              </c:strCache>
            </c:strRef>
          </c:tx>
          <c:spPr>
            <a:ln w="15875">
              <a:solidFill>
                <a:srgbClr val="9B696E"/>
              </a:solidFill>
            </a:ln>
          </c:spPr>
          <c:marker>
            <c:symbol val="circle"/>
            <c:size val="3"/>
            <c:spPr>
              <a:solidFill>
                <a:srgbClr val="9B696E"/>
              </a:solidFill>
              <a:ln>
                <a:solidFill>
                  <a:srgbClr val="9B696E"/>
                </a:solidFill>
              </a:ln>
            </c:spPr>
          </c:marker>
          <c:cat>
            <c:strRef>
              <c:f>Sheet1!$A$2:$A$23</c:f>
              <c:strCache>
                <c:ptCount val="22"/>
                <c:pt idx="0">
                  <c:v>25.01</c:v>
                </c:pt>
                <c:pt idx="1">
                  <c:v>25.02</c:v>
                </c:pt>
                <c:pt idx="2">
                  <c:v>25.03</c:v>
                </c:pt>
                <c:pt idx="3">
                  <c:v>25.04</c:v>
                </c:pt>
                <c:pt idx="4">
                  <c:v>25.05</c:v>
                </c:pt>
                <c:pt idx="5">
                  <c:v>25.06</c:v>
                </c:pt>
                <c:pt idx="6">
                  <c:v>25.07</c:v>
                </c:pt>
                <c:pt idx="7">
                  <c:v>25.08</c:v>
                </c:pt>
                <c:pt idx="8">
                  <c:v>25.09</c:v>
                </c:pt>
                <c:pt idx="9">
                  <c:v>25.10</c:v>
                </c:pt>
                <c:pt idx="10">
                  <c:v>25.11</c:v>
                </c:pt>
                <c:pt idx="11">
                  <c:v>25.12</c:v>
                </c:pt>
                <c:pt idx="12">
                  <c:v>26.01</c:v>
                </c:pt>
                <c:pt idx="13">
                  <c:v>26.02</c:v>
                </c:pt>
                <c:pt idx="14">
                  <c:v>26.03</c:v>
                </c:pt>
                <c:pt idx="15">
                  <c:v>26.04</c:v>
                </c:pt>
                <c:pt idx="16">
                  <c:v>26.05</c:v>
                </c:pt>
                <c:pt idx="17">
                  <c:v>26.06</c:v>
                </c:pt>
                <c:pt idx="18">
                  <c:v>26.07</c:v>
                </c:pt>
                <c:pt idx="19">
                  <c:v>26.08</c:v>
                </c:pt>
                <c:pt idx="20">
                  <c:v>26.09</c:v>
                </c:pt>
                <c:pt idx="21">
                  <c:v>26.10*</c:v>
                </c:pt>
              </c:strCache>
            </c:strRef>
          </c:cat>
          <c:val>
            <c:numRef>
              <c:f>Sheet1!$C$2:$C$23</c:f>
              <c:numCache>
                <c:formatCode>General</c:formatCode>
                <c:ptCount val="22"/>
                <c:pt idx="0">
                  <c:v>0.655584193548387</c:v>
                </c:pt>
                <c:pt idx="1">
                  <c:v>0.8056371428571428</c:v>
                </c:pt>
                <c:pt idx="2">
                  <c:v>0.7689287096774193</c:v>
                </c:pt>
                <c:pt idx="3">
                  <c:v>0.7776946666666668</c:v>
                </c:pt>
                <c:pt idx="4">
                  <c:v>0.59075</c:v>
                </c:pt>
                <c:pt idx="5">
                  <c:v>0.5457906666666666</c:v>
                </c:pt>
                <c:pt idx="6">
                  <c:v>0.6809735483870968</c:v>
                </c:pt>
                <c:pt idx="7">
                  <c:v>0.623848064516129</c:v>
                </c:pt>
                <c:pt idx="8">
                  <c:v>0.45349633333333333</c:v>
                </c:pt>
                <c:pt idx="9">
                  <c:v>0.6519577419354838</c:v>
                </c:pt>
                <c:pt idx="10">
                  <c:v>0.5931076666666667</c:v>
                </c:pt>
                <c:pt idx="11">
                  <c:v>0.4307064516129032</c:v>
                </c:pt>
                <c:pt idx="12">
                  <c:v>0.40894387096774193</c:v>
                </c:pt>
                <c:pt idx="13">
                  <c:v>0.46430607142857144</c:v>
                </c:pt>
                <c:pt idx="14">
                  <c:v>0.25388903225806453</c:v>
                </c:pt>
                <c:pt idx="15">
                  <c:v>0.24923433333333334</c:v>
                </c:pt>
                <c:pt idx="16">
                  <c:v>0.24346096774193549</c:v>
                </c:pt>
                <c:pt idx="17">
                  <c:v>0.22908866666666666</c:v>
                </c:pt>
                <c:pt idx="18">
                  <c:v>24.85343935483871</c:v>
                </c:pt>
                <c:pt idx="19">
                  <c:v>11.506352903225807</c:v>
                </c:pt>
                <c:pt idx="20">
                  <c:v>5.023653666666666</c:v>
                </c:pt>
                <c:pt idx="21">
                  <c:v>3.439725789473684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양파·어니언</c:v>
                </c:pt>
              </c:strCache>
            </c:strRef>
          </c:tx>
          <c:spPr>
            <a:ln w="15875">
              <a:solidFill>
                <a:srgbClr val="7D8F51"/>
              </a:solidFill>
            </a:ln>
          </c:spPr>
          <c:marker>
            <c:symbol val="circle"/>
            <c:size val="3"/>
            <c:spPr>
              <a:solidFill>
                <a:srgbClr val="7D8F51"/>
              </a:solidFill>
              <a:ln>
                <a:solidFill>
                  <a:srgbClr val="7D8F51"/>
                </a:solidFill>
              </a:ln>
            </c:spPr>
          </c:marker>
          <c:cat>
            <c:strRef>
              <c:f>Sheet1!$A$2:$A$23</c:f>
              <c:strCache>
                <c:ptCount val="22"/>
                <c:pt idx="0">
                  <c:v>25.01</c:v>
                </c:pt>
                <c:pt idx="1">
                  <c:v>25.02</c:v>
                </c:pt>
                <c:pt idx="2">
                  <c:v>25.03</c:v>
                </c:pt>
                <c:pt idx="3">
                  <c:v>25.04</c:v>
                </c:pt>
                <c:pt idx="4">
                  <c:v>25.05</c:v>
                </c:pt>
                <c:pt idx="5">
                  <c:v>25.06</c:v>
                </c:pt>
                <c:pt idx="6">
                  <c:v>25.07</c:v>
                </c:pt>
                <c:pt idx="7">
                  <c:v>25.08</c:v>
                </c:pt>
                <c:pt idx="8">
                  <c:v>25.09</c:v>
                </c:pt>
                <c:pt idx="9">
                  <c:v>25.10</c:v>
                </c:pt>
                <c:pt idx="10">
                  <c:v>25.11</c:v>
                </c:pt>
                <c:pt idx="11">
                  <c:v>25.12</c:v>
                </c:pt>
                <c:pt idx="12">
                  <c:v>26.01</c:v>
                </c:pt>
                <c:pt idx="13">
                  <c:v>26.02</c:v>
                </c:pt>
                <c:pt idx="14">
                  <c:v>26.03</c:v>
                </c:pt>
                <c:pt idx="15">
                  <c:v>26.04</c:v>
                </c:pt>
                <c:pt idx="16">
                  <c:v>26.05</c:v>
                </c:pt>
                <c:pt idx="17">
                  <c:v>26.06</c:v>
                </c:pt>
                <c:pt idx="18">
                  <c:v>26.07</c:v>
                </c:pt>
                <c:pt idx="19">
                  <c:v>26.08</c:v>
                </c:pt>
                <c:pt idx="20">
                  <c:v>26.09</c:v>
                </c:pt>
                <c:pt idx="21">
                  <c:v>26.10*</c:v>
                </c:pt>
              </c:strCache>
            </c:strRef>
          </c:cat>
          <c:val>
            <c:numRef>
              <c:f>Sheet1!$D$2:$D$23</c:f>
              <c:numCache>
                <c:formatCode>General</c:formatCode>
                <c:ptCount val="22"/>
                <c:pt idx="0">
                  <c:v>40.90472659669354</c:v>
                </c:pt>
                <c:pt idx="1">
                  <c:v>41.51770714808049</c:v>
                </c:pt>
                <c:pt idx="2">
                  <c:v>39.42631432311108</c:v>
                </c:pt>
                <c:pt idx="3">
                  <c:v>36.80524537027887</c:v>
                </c:pt>
                <c:pt idx="4">
                  <c:v>36.87245259345352</c:v>
                </c:pt>
                <c:pt idx="5">
                  <c:v>36.52752798255496</c:v>
                </c:pt>
                <c:pt idx="6">
                  <c:v>35.66292659197568</c:v>
                </c:pt>
                <c:pt idx="7">
                  <c:v>37.096487296518276</c:v>
                </c:pt>
                <c:pt idx="8">
                  <c:v>34.25904697906991</c:v>
                </c:pt>
                <c:pt idx="9">
                  <c:v>37.9476789073941</c:v>
                </c:pt>
                <c:pt idx="10">
                  <c:v>30.740524800548123</c:v>
                </c:pt>
                <c:pt idx="11">
                  <c:v>28.359994568082897</c:v>
                </c:pt>
                <c:pt idx="12">
                  <c:v>32.07853073017844</c:v>
                </c:pt>
                <c:pt idx="13">
                  <c:v>27.72792853331225</c:v>
                </c:pt>
                <c:pt idx="14">
                  <c:v>24.999729041693787</c:v>
                </c:pt>
                <c:pt idx="15">
                  <c:v>29.583012168046853</c:v>
                </c:pt>
                <c:pt idx="16">
                  <c:v>28.359994568082897</c:v>
                </c:pt>
                <c:pt idx="17">
                  <c:v>27.54600075103267</c:v>
                </c:pt>
                <c:pt idx="18">
                  <c:v>27.822253901321446</c:v>
                </c:pt>
                <c:pt idx="19">
                  <c:v>26.79181540152514</c:v>
                </c:pt>
                <c:pt idx="20">
                  <c:v>17.68481003485055</c:v>
                </c:pt>
                <c:pt idx="21">
                  <c:v>23.46462188833746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고추</c:v>
                </c:pt>
              </c:strCache>
            </c:strRef>
          </c:tx>
          <c:spPr>
            <a:ln w="15875">
              <a:solidFill>
                <a:srgbClr val="B65346"/>
              </a:solidFill>
            </a:ln>
          </c:spPr>
          <c:marker>
            <c:symbol val="circle"/>
            <c:size val="3"/>
            <c:spPr>
              <a:solidFill>
                <a:srgbClr val="B65346"/>
              </a:solidFill>
              <a:ln>
                <a:solidFill>
                  <a:srgbClr val="B65346"/>
                </a:solidFill>
              </a:ln>
            </c:spPr>
          </c:marker>
          <c:cat>
            <c:strRef>
              <c:f>Sheet1!$A$2:$A$23</c:f>
              <c:strCache>
                <c:ptCount val="22"/>
                <c:pt idx="0">
                  <c:v>25.01</c:v>
                </c:pt>
                <c:pt idx="1">
                  <c:v>25.02</c:v>
                </c:pt>
                <c:pt idx="2">
                  <c:v>25.03</c:v>
                </c:pt>
                <c:pt idx="3">
                  <c:v>25.04</c:v>
                </c:pt>
                <c:pt idx="4">
                  <c:v>25.05</c:v>
                </c:pt>
                <c:pt idx="5">
                  <c:v>25.06</c:v>
                </c:pt>
                <c:pt idx="6">
                  <c:v>25.07</c:v>
                </c:pt>
                <c:pt idx="7">
                  <c:v>25.08</c:v>
                </c:pt>
                <c:pt idx="8">
                  <c:v>25.09</c:v>
                </c:pt>
                <c:pt idx="9">
                  <c:v>25.10</c:v>
                </c:pt>
                <c:pt idx="10">
                  <c:v>25.11</c:v>
                </c:pt>
                <c:pt idx="11">
                  <c:v>25.12</c:v>
                </c:pt>
                <c:pt idx="12">
                  <c:v>26.01</c:v>
                </c:pt>
                <c:pt idx="13">
                  <c:v>26.02</c:v>
                </c:pt>
                <c:pt idx="14">
                  <c:v>26.03</c:v>
                </c:pt>
                <c:pt idx="15">
                  <c:v>26.04</c:v>
                </c:pt>
                <c:pt idx="16">
                  <c:v>26.05</c:v>
                </c:pt>
                <c:pt idx="17">
                  <c:v>26.06</c:v>
                </c:pt>
                <c:pt idx="18">
                  <c:v>26.07</c:v>
                </c:pt>
                <c:pt idx="19">
                  <c:v>26.08</c:v>
                </c:pt>
                <c:pt idx="20">
                  <c:v>26.09</c:v>
                </c:pt>
                <c:pt idx="21">
                  <c:v>26.10*</c:v>
                </c:pt>
              </c:strCache>
            </c:strRef>
          </c:cat>
          <c:val>
            <c:numRef>
              <c:f>Sheet1!$E$2:$E$23</c:f>
              <c:numCache>
                <c:formatCode>General</c:formatCode>
                <c:ptCount val="22"/>
                <c:pt idx="0">
                  <c:v>30.078016741309078</c:v>
                </c:pt>
                <c:pt idx="1">
                  <c:v>17.67872086659435</c:v>
                </c:pt>
                <c:pt idx="2">
                  <c:v>14.963165041351804</c:v>
                </c:pt>
                <c:pt idx="3">
                  <c:v>14.573922242298595</c:v>
                </c:pt>
                <c:pt idx="4">
                  <c:v>16.087940233498564</c:v>
                </c:pt>
                <c:pt idx="5">
                  <c:v>17.08126865221822</c:v>
                </c:pt>
                <c:pt idx="6">
                  <c:v>31.322848472464184</c:v>
                </c:pt>
                <c:pt idx="7">
                  <c:v>37.828167012638524</c:v>
                </c:pt>
                <c:pt idx="8">
                  <c:v>24.358447799020727</c:v>
                </c:pt>
                <c:pt idx="9">
                  <c:v>23.09877093811046</c:v>
                </c:pt>
                <c:pt idx="10">
                  <c:v>33.405143351364686</c:v>
                </c:pt>
                <c:pt idx="11">
                  <c:v>46.47245939034041</c:v>
                </c:pt>
                <c:pt idx="12">
                  <c:v>19.1115377496999</c:v>
                </c:pt>
                <c:pt idx="13">
                  <c:v>12.200898670707485</c:v>
                </c:pt>
                <c:pt idx="14">
                  <c:v>6.679064889766885</c:v>
                </c:pt>
                <c:pt idx="15">
                  <c:v>12.605268949392125</c:v>
                </c:pt>
                <c:pt idx="16">
                  <c:v>21.75284265243174</c:v>
                </c:pt>
                <c:pt idx="17">
                  <c:v>28.20435238283475</c:v>
                </c:pt>
                <c:pt idx="18">
                  <c:v>16.99469821316277</c:v>
                </c:pt>
                <c:pt idx="19">
                  <c:v>15.680366133443291</c:v>
                </c:pt>
                <c:pt idx="20">
                  <c:v>14.430274170961905</c:v>
                </c:pt>
                <c:pt idx="21">
                  <c:v>20.299991449241436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마요·마요네즈</c:v>
                </c:pt>
              </c:strCache>
            </c:strRef>
          </c:tx>
          <c:spPr>
            <a:ln w="15875">
              <a:solidFill>
                <a:srgbClr val="3E8490"/>
              </a:solidFill>
            </a:ln>
          </c:spPr>
          <c:marker>
            <c:symbol val="circle"/>
            <c:size val="3"/>
            <c:spPr>
              <a:solidFill>
                <a:srgbClr val="3E8490"/>
              </a:solidFill>
              <a:ln>
                <a:solidFill>
                  <a:srgbClr val="3E8490"/>
                </a:solidFill>
              </a:ln>
            </c:spPr>
          </c:marker>
          <c:cat>
            <c:strRef>
              <c:f>Sheet1!$A$2:$A$23</c:f>
              <c:strCache>
                <c:ptCount val="22"/>
                <c:pt idx="0">
                  <c:v>25.01</c:v>
                </c:pt>
                <c:pt idx="1">
                  <c:v>25.02</c:v>
                </c:pt>
                <c:pt idx="2">
                  <c:v>25.03</c:v>
                </c:pt>
                <c:pt idx="3">
                  <c:v>25.04</c:v>
                </c:pt>
                <c:pt idx="4">
                  <c:v>25.05</c:v>
                </c:pt>
                <c:pt idx="5">
                  <c:v>25.06</c:v>
                </c:pt>
                <c:pt idx="6">
                  <c:v>25.07</c:v>
                </c:pt>
                <c:pt idx="7">
                  <c:v>25.08</c:v>
                </c:pt>
                <c:pt idx="8">
                  <c:v>25.09</c:v>
                </c:pt>
                <c:pt idx="9">
                  <c:v>25.10</c:v>
                </c:pt>
                <c:pt idx="10">
                  <c:v>25.11</c:v>
                </c:pt>
                <c:pt idx="11">
                  <c:v>25.12</c:v>
                </c:pt>
                <c:pt idx="12">
                  <c:v>26.01</c:v>
                </c:pt>
                <c:pt idx="13">
                  <c:v>26.02</c:v>
                </c:pt>
                <c:pt idx="14">
                  <c:v>26.03</c:v>
                </c:pt>
                <c:pt idx="15">
                  <c:v>26.04</c:v>
                </c:pt>
                <c:pt idx="16">
                  <c:v>26.05</c:v>
                </c:pt>
                <c:pt idx="17">
                  <c:v>26.06</c:v>
                </c:pt>
                <c:pt idx="18">
                  <c:v>26.07</c:v>
                </c:pt>
                <c:pt idx="19">
                  <c:v>26.08</c:v>
                </c:pt>
                <c:pt idx="20">
                  <c:v>26.09</c:v>
                </c:pt>
                <c:pt idx="21">
                  <c:v>26.10*</c:v>
                </c:pt>
              </c:strCache>
            </c:strRef>
          </c:cat>
          <c:val>
            <c:numRef>
              <c:f>Sheet1!$F$2:$F$23</c:f>
              <c:numCache>
                <c:formatCode>General</c:formatCode>
                <c:ptCount val="22"/>
                <c:pt idx="0">
                  <c:v>12.125989567270395</c:v>
                </c:pt>
                <c:pt idx="1">
                  <c:v>5.404720562854449</c:v>
                </c:pt>
                <c:pt idx="2">
                  <c:v>4.2007568065188465</c:v>
                </c:pt>
                <c:pt idx="3">
                  <c:v>3.39728468676857</c:v>
                </c:pt>
                <c:pt idx="4">
                  <c:v>5.117254265274757</c:v>
                </c:pt>
                <c:pt idx="5">
                  <c:v>2.9850593688681926</c:v>
                </c:pt>
                <c:pt idx="6">
                  <c:v>2.854377573618115</c:v>
                </c:pt>
                <c:pt idx="7">
                  <c:v>3.1621658363198817</c:v>
                </c:pt>
                <c:pt idx="8">
                  <c:v>2.0166876718431967</c:v>
                </c:pt>
                <c:pt idx="9">
                  <c:v>2.2215976560565833</c:v>
                </c:pt>
                <c:pt idx="10">
                  <c:v>11.689749473853388</c:v>
                </c:pt>
                <c:pt idx="11">
                  <c:v>20.408883324258927</c:v>
                </c:pt>
                <c:pt idx="12">
                  <c:v>6.214304284042094</c:v>
                </c:pt>
                <c:pt idx="13">
                  <c:v>33.96092110787012</c:v>
                </c:pt>
                <c:pt idx="14">
                  <c:v>9.338657357253805</c:v>
                </c:pt>
                <c:pt idx="15">
                  <c:v>7.794935819776602</c:v>
                </c:pt>
                <c:pt idx="16">
                  <c:v>5.830853580613956</c:v>
                </c:pt>
                <c:pt idx="17">
                  <c:v>2.6883281913881825</c:v>
                </c:pt>
                <c:pt idx="18">
                  <c:v>2.137339056427717</c:v>
                </c:pt>
                <c:pt idx="19">
                  <c:v>1.8364193535590068</c:v>
                </c:pt>
                <c:pt idx="20">
                  <c:v>1.6097912095624922</c:v>
                </c:pt>
                <c:pt idx="21">
                  <c:v>1.554239852186945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와사비</c:v>
                </c:pt>
              </c:strCache>
            </c:strRef>
          </c:tx>
          <c:spPr>
            <a:ln w="15875">
              <a:solidFill>
                <a:srgbClr val="A68B46"/>
              </a:solidFill>
            </a:ln>
          </c:spPr>
          <c:marker>
            <c:symbol val="circle"/>
            <c:size val="3"/>
            <c:spPr>
              <a:solidFill>
                <a:srgbClr val="A68B46"/>
              </a:solidFill>
              <a:ln>
                <a:solidFill>
                  <a:srgbClr val="A68B46"/>
                </a:solidFill>
              </a:ln>
            </c:spPr>
          </c:marker>
          <c:cat>
            <c:strRef>
              <c:f>Sheet1!$A$2:$A$23</c:f>
              <c:strCache>
                <c:ptCount val="22"/>
                <c:pt idx="0">
                  <c:v>25.01</c:v>
                </c:pt>
                <c:pt idx="1">
                  <c:v>25.02</c:v>
                </c:pt>
                <c:pt idx="2">
                  <c:v>25.03</c:v>
                </c:pt>
                <c:pt idx="3">
                  <c:v>25.04</c:v>
                </c:pt>
                <c:pt idx="4">
                  <c:v>25.05</c:v>
                </c:pt>
                <c:pt idx="5">
                  <c:v>25.06</c:v>
                </c:pt>
                <c:pt idx="6">
                  <c:v>25.07</c:v>
                </c:pt>
                <c:pt idx="7">
                  <c:v>25.08</c:v>
                </c:pt>
                <c:pt idx="8">
                  <c:v>25.09</c:v>
                </c:pt>
                <c:pt idx="9">
                  <c:v>25.10</c:v>
                </c:pt>
                <c:pt idx="10">
                  <c:v>25.11</c:v>
                </c:pt>
                <c:pt idx="11">
                  <c:v>25.12</c:v>
                </c:pt>
                <c:pt idx="12">
                  <c:v>26.01</c:v>
                </c:pt>
                <c:pt idx="13">
                  <c:v>26.02</c:v>
                </c:pt>
                <c:pt idx="14">
                  <c:v>26.03</c:v>
                </c:pt>
                <c:pt idx="15">
                  <c:v>26.04</c:v>
                </c:pt>
                <c:pt idx="16">
                  <c:v>26.05</c:v>
                </c:pt>
                <c:pt idx="17">
                  <c:v>26.06</c:v>
                </c:pt>
                <c:pt idx="18">
                  <c:v>26.07</c:v>
                </c:pt>
                <c:pt idx="19">
                  <c:v>26.08</c:v>
                </c:pt>
                <c:pt idx="20">
                  <c:v>26.09</c:v>
                </c:pt>
                <c:pt idx="21">
                  <c:v>26.10*</c:v>
                </c:pt>
              </c:strCache>
            </c:strRef>
          </c:cat>
          <c:val>
            <c:numRef>
              <c:f>Sheet1!$G$2:$G$23</c:f>
              <c:numCache>
                <c:formatCode>General</c:formatCode>
                <c:ptCount val="22"/>
                <c:pt idx="0">
                  <c:v>7.573519079832185</c:v>
                </c:pt>
                <c:pt idx="1">
                  <c:v>8.074606631700595</c:v>
                </c:pt>
                <c:pt idx="2">
                  <c:v>6.030772627817813</c:v>
                </c:pt>
                <c:pt idx="3">
                  <c:v>3.043455714582037</c:v>
                </c:pt>
                <c:pt idx="4">
                  <c:v>8.555312443543368</c:v>
                </c:pt>
                <c:pt idx="5">
                  <c:v>5.2172785729101845</c:v>
                </c:pt>
                <c:pt idx="6">
                  <c:v>3.6465463596764156</c:v>
                </c:pt>
                <c:pt idx="7">
                  <c:v>4.768452536282795</c:v>
                </c:pt>
                <c:pt idx="8">
                  <c:v>5.362269238747148</c:v>
                </c:pt>
                <c:pt idx="9">
                  <c:v>6.872352811289319</c:v>
                </c:pt>
                <c:pt idx="10">
                  <c:v>9.710226094171333</c:v>
                </c:pt>
                <c:pt idx="11">
                  <c:v>8.415099263303691</c:v>
                </c:pt>
                <c:pt idx="12">
                  <c:v>3.3659192645080993</c:v>
                </c:pt>
                <c:pt idx="13">
                  <c:v>5.124122144190594</c:v>
                </c:pt>
                <c:pt idx="14">
                  <c:v>2.945279723789068</c:v>
                </c:pt>
                <c:pt idx="15">
                  <c:v>4.202862476664592</c:v>
                </c:pt>
                <c:pt idx="16">
                  <c:v>3.225806451612903</c:v>
                </c:pt>
                <c:pt idx="17">
                  <c:v>4.782514001244555</c:v>
                </c:pt>
                <c:pt idx="18">
                  <c:v>4.488026175803441</c:v>
                </c:pt>
                <c:pt idx="19">
                  <c:v>3.5062328120922577</c:v>
                </c:pt>
                <c:pt idx="20">
                  <c:v>2.608691142916407</c:v>
                </c:pt>
                <c:pt idx="21">
                  <c:v>0.0</c:v>
                </c:pt>
              </c:numCache>
            </c:numRef>
          </c:val>
          <c:smooth val="0"/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깐풍</c:v>
                </c:pt>
              </c:strCache>
            </c:strRef>
          </c:tx>
          <c:spPr>
            <a:ln w="15875">
              <a:solidFill>
                <a:srgbClr val="7C6C91"/>
              </a:solidFill>
            </a:ln>
          </c:spPr>
          <c:marker>
            <c:symbol val="circle"/>
            <c:size val="3"/>
            <c:spPr>
              <a:solidFill>
                <a:srgbClr val="7C6C91"/>
              </a:solidFill>
              <a:ln>
                <a:solidFill>
                  <a:srgbClr val="7C6C91"/>
                </a:solidFill>
              </a:ln>
            </c:spPr>
          </c:marker>
          <c:cat>
            <c:strRef>
              <c:f>Sheet1!$A$2:$A$23</c:f>
              <c:strCache>
                <c:ptCount val="22"/>
                <c:pt idx="0">
                  <c:v>25.01</c:v>
                </c:pt>
                <c:pt idx="1">
                  <c:v>25.02</c:v>
                </c:pt>
                <c:pt idx="2">
                  <c:v>25.03</c:v>
                </c:pt>
                <c:pt idx="3">
                  <c:v>25.04</c:v>
                </c:pt>
                <c:pt idx="4">
                  <c:v>25.05</c:v>
                </c:pt>
                <c:pt idx="5">
                  <c:v>25.06</c:v>
                </c:pt>
                <c:pt idx="6">
                  <c:v>25.07</c:v>
                </c:pt>
                <c:pt idx="7">
                  <c:v>25.08</c:v>
                </c:pt>
                <c:pt idx="8">
                  <c:v>25.09</c:v>
                </c:pt>
                <c:pt idx="9">
                  <c:v>25.10</c:v>
                </c:pt>
                <c:pt idx="10">
                  <c:v>25.11</c:v>
                </c:pt>
                <c:pt idx="11">
                  <c:v>25.12</c:v>
                </c:pt>
                <c:pt idx="12">
                  <c:v>26.01</c:v>
                </c:pt>
                <c:pt idx="13">
                  <c:v>26.02</c:v>
                </c:pt>
                <c:pt idx="14">
                  <c:v>26.03</c:v>
                </c:pt>
                <c:pt idx="15">
                  <c:v>26.04</c:v>
                </c:pt>
                <c:pt idx="16">
                  <c:v>26.05</c:v>
                </c:pt>
                <c:pt idx="17">
                  <c:v>26.06</c:v>
                </c:pt>
                <c:pt idx="18">
                  <c:v>26.07</c:v>
                </c:pt>
                <c:pt idx="19">
                  <c:v>26.08</c:v>
                </c:pt>
                <c:pt idx="20">
                  <c:v>26.09</c:v>
                </c:pt>
                <c:pt idx="21">
                  <c:v>26.10*</c:v>
                </c:pt>
              </c:strCache>
            </c:strRef>
          </c:cat>
          <c:val>
            <c:numRef>
              <c:f>Sheet1!$H$2:$H$23</c:f>
              <c:numCache>
                <c:formatCode>General</c:formatCode>
                <c:ptCount val="22"/>
                <c:pt idx="0">
                  <c:v>47.12529583921574</c:v>
                </c:pt>
                <c:pt idx="1">
                  <c:v>46.69934066963895</c:v>
                </c:pt>
                <c:pt idx="2">
                  <c:v>44.84444060405608</c:v>
                </c:pt>
                <c:pt idx="3">
                  <c:v>41.17746978976866</c:v>
                </c:pt>
                <c:pt idx="4">
                  <c:v>44.911141202206885</c:v>
                </c:pt>
                <c:pt idx="5">
                  <c:v>41.87055926828209</c:v>
                </c:pt>
                <c:pt idx="6">
                  <c:v>47.5329204762629</c:v>
                </c:pt>
                <c:pt idx="7">
                  <c:v>49.144900214481154</c:v>
                </c:pt>
                <c:pt idx="8">
                  <c:v>42.22284470162024</c:v>
                </c:pt>
                <c:pt idx="9">
                  <c:v>41.346265642258835</c:v>
                </c:pt>
                <c:pt idx="10">
                  <c:v>41.13343085662802</c:v>
                </c:pt>
                <c:pt idx="11">
                  <c:v>52.70421761223288</c:v>
                </c:pt>
                <c:pt idx="12">
                  <c:v>49.409852980113016</c:v>
                </c:pt>
                <c:pt idx="13">
                  <c:v>40.46317947588148</c:v>
                </c:pt>
                <c:pt idx="14">
                  <c:v>37.10880074655453</c:v>
                </c:pt>
                <c:pt idx="15">
                  <c:v>35.53511420898511</c:v>
                </c:pt>
                <c:pt idx="16">
                  <c:v>36.31763507411429</c:v>
                </c:pt>
                <c:pt idx="17">
                  <c:v>32.50429079205</c:v>
                </c:pt>
                <c:pt idx="18">
                  <c:v>32.78425620857789</c:v>
                </c:pt>
                <c:pt idx="19">
                  <c:v>31.748518140524794</c:v>
                </c:pt>
                <c:pt idx="20">
                  <c:v>28.186853152908387</c:v>
                </c:pt>
                <c:pt idx="21">
                  <c:v>26.977821804428146</c:v>
                </c:pt>
              </c:numCache>
            </c:numRef>
          </c:val>
          <c:smooth val="0"/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커리·카레</c:v>
                </c:pt>
              </c:strCache>
            </c:strRef>
          </c:tx>
          <c:spPr>
            <a:ln w="15875">
              <a:solidFill>
                <a:srgbClr val="637E64"/>
              </a:solidFill>
            </a:ln>
          </c:spPr>
          <c:marker>
            <c:symbol val="circle"/>
            <c:size val="3"/>
            <c:spPr>
              <a:solidFill>
                <a:srgbClr val="637E64"/>
              </a:solidFill>
              <a:ln>
                <a:solidFill>
                  <a:srgbClr val="637E64"/>
                </a:solidFill>
              </a:ln>
            </c:spPr>
          </c:marker>
          <c:cat>
            <c:strRef>
              <c:f>Sheet1!$A$2:$A$23</c:f>
              <c:strCache>
                <c:ptCount val="22"/>
                <c:pt idx="0">
                  <c:v>25.01</c:v>
                </c:pt>
                <c:pt idx="1">
                  <c:v>25.02</c:v>
                </c:pt>
                <c:pt idx="2">
                  <c:v>25.03</c:v>
                </c:pt>
                <c:pt idx="3">
                  <c:v>25.04</c:v>
                </c:pt>
                <c:pt idx="4">
                  <c:v>25.05</c:v>
                </c:pt>
                <c:pt idx="5">
                  <c:v>25.06</c:v>
                </c:pt>
                <c:pt idx="6">
                  <c:v>25.07</c:v>
                </c:pt>
                <c:pt idx="7">
                  <c:v>25.08</c:v>
                </c:pt>
                <c:pt idx="8">
                  <c:v>25.09</c:v>
                </c:pt>
                <c:pt idx="9">
                  <c:v>25.10</c:v>
                </c:pt>
                <c:pt idx="10">
                  <c:v>25.11</c:v>
                </c:pt>
                <c:pt idx="11">
                  <c:v>25.12</c:v>
                </c:pt>
                <c:pt idx="12">
                  <c:v>26.01</c:v>
                </c:pt>
                <c:pt idx="13">
                  <c:v>26.02</c:v>
                </c:pt>
                <c:pt idx="14">
                  <c:v>26.03</c:v>
                </c:pt>
                <c:pt idx="15">
                  <c:v>26.04</c:v>
                </c:pt>
                <c:pt idx="16">
                  <c:v>26.05</c:v>
                </c:pt>
                <c:pt idx="17">
                  <c:v>26.06</c:v>
                </c:pt>
                <c:pt idx="18">
                  <c:v>26.07</c:v>
                </c:pt>
                <c:pt idx="19">
                  <c:v>26.08</c:v>
                </c:pt>
                <c:pt idx="20">
                  <c:v>26.09</c:v>
                </c:pt>
                <c:pt idx="21">
                  <c:v>26.10*</c:v>
                </c:pt>
              </c:strCache>
            </c:strRef>
          </c:cat>
          <c:val>
            <c:numRef>
              <c:f>Sheet1!$I$2:$I$23</c:f>
              <c:numCache>
                <c:formatCode>General</c:formatCode>
                <c:ptCount val="22"/>
                <c:pt idx="0">
                  <c:v>0.4927019354838709</c:v>
                </c:pt>
                <c:pt idx="1">
                  <c:v>0.4965821428571428</c:v>
                </c:pt>
                <c:pt idx="2">
                  <c:v>0.4444683870967742</c:v>
                </c:pt>
                <c:pt idx="3">
                  <c:v>0.41037433333333334</c:v>
                </c:pt>
                <c:pt idx="4">
                  <c:v>0.42238000000000003</c:v>
                </c:pt>
                <c:pt idx="5">
                  <c:v>0.4159636666666667</c:v>
                </c:pt>
                <c:pt idx="6">
                  <c:v>0.41516806451612903</c:v>
                </c:pt>
                <c:pt idx="7">
                  <c:v>0.4372561290322581</c:v>
                </c:pt>
                <c:pt idx="8">
                  <c:v>0.34376233333333334</c:v>
                </c:pt>
                <c:pt idx="9">
                  <c:v>0.34754999999999997</c:v>
                </c:pt>
                <c:pt idx="10">
                  <c:v>0.3409686666666667</c:v>
                </c:pt>
                <c:pt idx="11">
                  <c:v>0.34214064516129034</c:v>
                </c:pt>
                <c:pt idx="12">
                  <c:v>0.45483645161290326</c:v>
                </c:pt>
                <c:pt idx="13">
                  <c:v>0.33937142857142855</c:v>
                </c:pt>
                <c:pt idx="14">
                  <c:v>0.44131193548387093</c:v>
                </c:pt>
                <c:pt idx="15">
                  <c:v>0.39080966666666667</c:v>
                </c:pt>
                <c:pt idx="16">
                  <c:v>0.3132909677419355</c:v>
                </c:pt>
                <c:pt idx="17">
                  <c:v>0.3209383333333333</c:v>
                </c:pt>
                <c:pt idx="18">
                  <c:v>25.196537741935483</c:v>
                </c:pt>
                <c:pt idx="19">
                  <c:v>11.815930322580645</c:v>
                </c:pt>
                <c:pt idx="20">
                  <c:v>5.236626666666667</c:v>
                </c:pt>
                <c:pt idx="21">
                  <c:v>3.6906784210526316</c:v>
                </c:pt>
              </c:numCache>
            </c:numRef>
          </c:val>
          <c:smooth val="0"/>
        </c:ser>
        <c:ser>
          <c:idx val="8"/>
          <c:order val="8"/>
          <c:tx>
            <c:strRef>
              <c:f>Sheet1!$J$1</c:f>
              <c:strCache>
                <c:ptCount val="1"/>
                <c:pt idx="0">
                  <c:v>크림</c:v>
                </c:pt>
              </c:strCache>
            </c:strRef>
          </c:tx>
          <c:spPr>
            <a:ln w="15875">
              <a:solidFill>
                <a:srgbClr val="AC7858"/>
              </a:solidFill>
            </a:ln>
          </c:spPr>
          <c:marker>
            <c:symbol val="circle"/>
            <c:size val="3"/>
            <c:spPr>
              <a:solidFill>
                <a:srgbClr val="AC7858"/>
              </a:solidFill>
              <a:ln>
                <a:solidFill>
                  <a:srgbClr val="AC7858"/>
                </a:solidFill>
              </a:ln>
            </c:spPr>
          </c:marker>
          <c:cat>
            <c:strRef>
              <c:f>Sheet1!$A$2:$A$23</c:f>
              <c:strCache>
                <c:ptCount val="22"/>
                <c:pt idx="0">
                  <c:v>25.01</c:v>
                </c:pt>
                <c:pt idx="1">
                  <c:v>25.02</c:v>
                </c:pt>
                <c:pt idx="2">
                  <c:v>25.03</c:v>
                </c:pt>
                <c:pt idx="3">
                  <c:v>25.04</c:v>
                </c:pt>
                <c:pt idx="4">
                  <c:v>25.05</c:v>
                </c:pt>
                <c:pt idx="5">
                  <c:v>25.06</c:v>
                </c:pt>
                <c:pt idx="6">
                  <c:v>25.07</c:v>
                </c:pt>
                <c:pt idx="7">
                  <c:v>25.08</c:v>
                </c:pt>
                <c:pt idx="8">
                  <c:v>25.09</c:v>
                </c:pt>
                <c:pt idx="9">
                  <c:v>25.10</c:v>
                </c:pt>
                <c:pt idx="10">
                  <c:v>25.11</c:v>
                </c:pt>
                <c:pt idx="11">
                  <c:v>25.12</c:v>
                </c:pt>
                <c:pt idx="12">
                  <c:v>26.01</c:v>
                </c:pt>
                <c:pt idx="13">
                  <c:v>26.02</c:v>
                </c:pt>
                <c:pt idx="14">
                  <c:v>26.03</c:v>
                </c:pt>
                <c:pt idx="15">
                  <c:v>26.04</c:v>
                </c:pt>
                <c:pt idx="16">
                  <c:v>26.05</c:v>
                </c:pt>
                <c:pt idx="17">
                  <c:v>26.06</c:v>
                </c:pt>
                <c:pt idx="18">
                  <c:v>26.07</c:v>
                </c:pt>
                <c:pt idx="19">
                  <c:v>26.08</c:v>
                </c:pt>
                <c:pt idx="20">
                  <c:v>26.09</c:v>
                </c:pt>
                <c:pt idx="21">
                  <c:v>26.10*</c:v>
                </c:pt>
              </c:strCache>
            </c:strRef>
          </c:cat>
          <c:val>
            <c:numRef>
              <c:f>Sheet1!$J$2:$J$23</c:f>
              <c:numCache>
                <c:formatCode>General</c:formatCode>
                <c:ptCount val="22"/>
                <c:pt idx="0">
                  <c:v>0.11046741935483871</c:v>
                </c:pt>
                <c:pt idx="1">
                  <c:v>0.10776607142857143</c:v>
                </c:pt>
                <c:pt idx="2">
                  <c:v>0.10593967741935482</c:v>
                </c:pt>
                <c:pt idx="3">
                  <c:v>0.07999833333333334</c:v>
                </c:pt>
                <c:pt idx="4">
                  <c:v>0.12133354838709678</c:v>
                </c:pt>
                <c:pt idx="5">
                  <c:v>0.07064000000000001</c:v>
                </c:pt>
                <c:pt idx="6">
                  <c:v>0.0660983870967742</c:v>
                </c:pt>
                <c:pt idx="7">
                  <c:v>0.06700387096774194</c:v>
                </c:pt>
                <c:pt idx="8">
                  <c:v>0.07812599999999999</c:v>
                </c:pt>
                <c:pt idx="9">
                  <c:v>0.09643161290322581</c:v>
                </c:pt>
                <c:pt idx="10">
                  <c:v>0.10245299999999999</c:v>
                </c:pt>
                <c:pt idx="11">
                  <c:v>0.15030774193548385</c:v>
                </c:pt>
                <c:pt idx="12">
                  <c:v>0.16841806451612903</c:v>
                </c:pt>
                <c:pt idx="13">
                  <c:v>8.108265714285714</c:v>
                </c:pt>
                <c:pt idx="14">
                  <c:v>2.1668312903225804</c:v>
                </c:pt>
                <c:pt idx="15">
                  <c:v>1.0839709999999998</c:v>
                </c:pt>
                <c:pt idx="16">
                  <c:v>0.6524009677419356</c:v>
                </c:pt>
                <c:pt idx="17">
                  <c:v>0.46174933333333334</c:v>
                </c:pt>
                <c:pt idx="18">
                  <c:v>24.991959032258062</c:v>
                </c:pt>
                <c:pt idx="19">
                  <c:v>11.649118709677419</c:v>
                </c:pt>
                <c:pt idx="20">
                  <c:v>5.158825666666667</c:v>
                </c:pt>
                <c:pt idx="21">
                  <c:v>3.5863294736842106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4E2DD"/>
            </a:solidFill>
          </a:ln>
        </c:spPr>
        <c:txPr>
          <a:bodyPr/>
          <a:lstStyle/>
          <a:p>
            <a:pPr>
              <a:defRPr sz="770">
                <a:solidFill>
                  <a:srgbClr val="686E73"/>
                </a:solidFill>
                <a:latin typeface="맑은 고딕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60.0"/>
          <c:min val="0.0"/>
        </c:scaling>
        <c:delete val="0"/>
        <c:axPos val="l"/>
        <c:majorGridlines>
          <c:spPr>
            <a:ln w="5080">
              <a:solidFill>
                <a:srgbClr val="E4E2DD"/>
              </a:solidFill>
            </a:ln>
          </c:spPr>
        </c:majorGridlines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60">
                <a:solidFill>
                  <a:srgbClr val="686E73"/>
                </a:solidFill>
                <a:latin typeface="맑은 고딕"/>
              </a:defRPr>
            </a:pPr>
          </a:p>
        </c:txPr>
        <c:crossAx val="2118791784"/>
        <c:crosses val="autoZero"/>
        <c:majorUnit val="15.0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3"/>
  <c:chart>
    <c:autoTitleDeleted val="1"/>
    <c:plotArea>
      <c:layout>
        <c:manualLayout>
          <c:layoutTarget val="inner"/>
          <c:xMode val="factor"/>
          <c:yMode val="factor"/>
          <c:wMode val="factor"/>
          <c:hMode val="factor"/>
          <c:x val="0.10743801652892562"/>
          <c:y val="0.025"/>
          <c:w val="0.8677685950413223"/>
          <c:h val="0.9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전체</c:v>
                </c:pt>
              </c:strCache>
            </c:strRef>
          </c:tx>
          <c:spPr>
            <a:ln w="22860">
              <a:solidFill>
                <a:srgbClr val="363B3D"/>
              </a:solidFill>
            </a:ln>
          </c:spPr>
          <c:marker>
            <c:symbol val="circle"/>
            <c:size val="4"/>
            <c:spPr>
              <a:solidFill>
                <a:srgbClr val="363B3D"/>
              </a:solidFill>
              <a:ln>
                <a:solidFill>
                  <a:srgbClr val="363B3D"/>
                </a:solidFill>
              </a:ln>
            </c:spPr>
          </c:marker>
          <c:cat>
            <c:strRef>
              <c:f>Sheet1!$A$2:$A$11</c:f>
              <c:strCache>
                <c:ptCount val="10"/>
                <c:pt idx="0">
                  <c:v>26.01</c:v>
                </c:pt>
                <c:pt idx="1">
                  <c:v>26.02</c:v>
                </c:pt>
                <c:pt idx="2">
                  <c:v>26.03</c:v>
                </c:pt>
                <c:pt idx="3">
                  <c:v>26.04</c:v>
                </c:pt>
                <c:pt idx="4">
                  <c:v>26.05</c:v>
                </c:pt>
                <c:pt idx="5">
                  <c:v>26.06</c:v>
                </c:pt>
                <c:pt idx="6">
                  <c:v>26.07</c:v>
                </c:pt>
                <c:pt idx="7">
                  <c:v>26.08</c:v>
                </c:pt>
                <c:pt idx="8">
                  <c:v>26.09</c:v>
                </c:pt>
                <c:pt idx="9">
                  <c:v>26.10*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6.1489168283692</c:v>
                </c:pt>
                <c:pt idx="1">
                  <c:v>-5.130829415453109</c:v>
                </c:pt>
                <c:pt idx="2">
                  <c:v>10.045995870083901</c:v>
                </c:pt>
                <c:pt idx="3">
                  <c:v>5.872962891199007</c:v>
                </c:pt>
                <c:pt idx="4">
                  <c:v>4.443603172045707</c:v>
                </c:pt>
                <c:pt idx="5">
                  <c:v>12.69770321460102</c:v>
                </c:pt>
                <c:pt idx="6">
                  <c:v>1.0156477244201545</c:v>
                </c:pt>
                <c:pt idx="7">
                  <c:v>-1.6438436836918258</c:v>
                </c:pt>
                <c:pt idx="8">
                  <c:v>2.3096220006010304</c:v>
                </c:pt>
                <c:pt idx="9">
                  <c:v>15.847550084887697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배달</c:v>
                </c:pt>
              </c:strCache>
            </c:strRef>
          </c:tx>
          <c:spPr>
            <a:ln w="22860">
              <a:solidFill>
                <a:srgbClr val="B65346"/>
              </a:solidFill>
            </a:ln>
          </c:spPr>
          <c:marker>
            <c:symbol val="circle"/>
            <c:size val="4"/>
            <c:spPr>
              <a:solidFill>
                <a:srgbClr val="B65346"/>
              </a:solidFill>
              <a:ln>
                <a:solidFill>
                  <a:srgbClr val="B65346"/>
                </a:solidFill>
              </a:ln>
            </c:spPr>
          </c:marker>
          <c:cat>
            <c:strRef>
              <c:f>Sheet1!$A$2:$A$11</c:f>
              <c:strCache>
                <c:ptCount val="10"/>
                <c:pt idx="0">
                  <c:v>26.01</c:v>
                </c:pt>
                <c:pt idx="1">
                  <c:v>26.02</c:v>
                </c:pt>
                <c:pt idx="2">
                  <c:v>26.03</c:v>
                </c:pt>
                <c:pt idx="3">
                  <c:v>26.04</c:v>
                </c:pt>
                <c:pt idx="4">
                  <c:v>26.05</c:v>
                </c:pt>
                <c:pt idx="5">
                  <c:v>26.06</c:v>
                </c:pt>
                <c:pt idx="6">
                  <c:v>26.07</c:v>
                </c:pt>
                <c:pt idx="7">
                  <c:v>26.08</c:v>
                </c:pt>
                <c:pt idx="8">
                  <c:v>26.09</c:v>
                </c:pt>
                <c:pt idx="9">
                  <c:v>26.10*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11.045818821635622</c:v>
                </c:pt>
                <c:pt idx="1">
                  <c:v>-2.0210123517187872</c:v>
                </c:pt>
                <c:pt idx="2">
                  <c:v>19.632025554165878</c:v>
                </c:pt>
                <c:pt idx="3">
                  <c:v>12.660371450427466</c:v>
                </c:pt>
                <c:pt idx="4">
                  <c:v>8.929397709827125</c:v>
                </c:pt>
                <c:pt idx="5">
                  <c:v>17.194248079783712</c:v>
                </c:pt>
                <c:pt idx="6">
                  <c:v>6.581790976491342</c:v>
                </c:pt>
                <c:pt idx="7">
                  <c:v>3.9686191143430083</c:v>
                </c:pt>
                <c:pt idx="8">
                  <c:v>5.230165756711336</c:v>
                </c:pt>
                <c:pt idx="9">
                  <c:v>40.993031073598104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내점</c:v>
                </c:pt>
              </c:strCache>
            </c:strRef>
          </c:tx>
          <c:spPr>
            <a:ln w="22860">
              <a:solidFill>
                <a:srgbClr val="5F8790"/>
              </a:solidFill>
            </a:ln>
          </c:spPr>
          <c:marker>
            <c:symbol val="circle"/>
            <c:size val="4"/>
            <c:spPr>
              <a:solidFill>
                <a:srgbClr val="5F8790"/>
              </a:solidFill>
              <a:ln>
                <a:solidFill>
                  <a:srgbClr val="5F8790"/>
                </a:solidFill>
              </a:ln>
            </c:spPr>
          </c:marker>
          <c:cat>
            <c:strRef>
              <c:f>Sheet1!$A$2:$A$11</c:f>
              <c:strCache>
                <c:ptCount val="10"/>
                <c:pt idx="0">
                  <c:v>26.01</c:v>
                </c:pt>
                <c:pt idx="1">
                  <c:v>26.02</c:v>
                </c:pt>
                <c:pt idx="2">
                  <c:v>26.03</c:v>
                </c:pt>
                <c:pt idx="3">
                  <c:v>26.04</c:v>
                </c:pt>
                <c:pt idx="4">
                  <c:v>26.05</c:v>
                </c:pt>
                <c:pt idx="5">
                  <c:v>26.06</c:v>
                </c:pt>
                <c:pt idx="6">
                  <c:v>26.07</c:v>
                </c:pt>
                <c:pt idx="7">
                  <c:v>26.08</c:v>
                </c:pt>
                <c:pt idx="8">
                  <c:v>26.09</c:v>
                </c:pt>
                <c:pt idx="9">
                  <c:v>26.10*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4.22920272062377</c:v>
                </c:pt>
                <c:pt idx="1">
                  <c:v>-6.331576235542425</c:v>
                </c:pt>
                <c:pt idx="2">
                  <c:v>2.758657372722717</c:v>
                </c:pt>
                <c:pt idx="3">
                  <c:v>3.631883078909337</c:v>
                </c:pt>
                <c:pt idx="4">
                  <c:v>0.4216987305294406</c:v>
                </c:pt>
                <c:pt idx="5">
                  <c:v>8.433413111214684</c:v>
                </c:pt>
                <c:pt idx="6">
                  <c:v>-3.5253707219754182</c:v>
                </c:pt>
                <c:pt idx="7">
                  <c:v>-3.481370489025415</c:v>
                </c:pt>
                <c:pt idx="8">
                  <c:v>-0.11653555422314055</c:v>
                </c:pt>
                <c:pt idx="9">
                  <c:v>-2.3775561121223365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포장</c:v>
                </c:pt>
              </c:strCache>
            </c:strRef>
          </c:tx>
          <c:spPr>
            <a:ln w="22860">
              <a:solidFill>
                <a:srgbClr val="B58F38"/>
              </a:solidFill>
            </a:ln>
          </c:spPr>
          <c:marker>
            <c:symbol val="circle"/>
            <c:size val="4"/>
            <c:spPr>
              <a:solidFill>
                <a:srgbClr val="B58F38"/>
              </a:solidFill>
              <a:ln>
                <a:solidFill>
                  <a:srgbClr val="B58F38"/>
                </a:solidFill>
              </a:ln>
            </c:spPr>
          </c:marker>
          <c:cat>
            <c:strRef>
              <c:f>Sheet1!$A$2:$A$11</c:f>
              <c:strCache>
                <c:ptCount val="10"/>
                <c:pt idx="0">
                  <c:v>26.01</c:v>
                </c:pt>
                <c:pt idx="1">
                  <c:v>26.02</c:v>
                </c:pt>
                <c:pt idx="2">
                  <c:v>26.03</c:v>
                </c:pt>
                <c:pt idx="3">
                  <c:v>26.04</c:v>
                </c:pt>
                <c:pt idx="4">
                  <c:v>26.05</c:v>
                </c:pt>
                <c:pt idx="5">
                  <c:v>26.06</c:v>
                </c:pt>
                <c:pt idx="6">
                  <c:v>26.07</c:v>
                </c:pt>
                <c:pt idx="7">
                  <c:v>26.08</c:v>
                </c:pt>
                <c:pt idx="8">
                  <c:v>26.09</c:v>
                </c:pt>
                <c:pt idx="9">
                  <c:v>26.10*</c:v>
                </c:pt>
              </c:strCache>
            </c:strRef>
          </c:cat>
          <c:val>
            <c:numRef>
              <c:f>Sheet1!$E$2:$E$11</c:f>
              <c:numCache>
                <c:formatCode>General</c:formatCode>
                <c:ptCount val="10"/>
                <c:pt idx="0">
                  <c:v>-4.30324807313458</c:v>
                </c:pt>
                <c:pt idx="1">
                  <c:v>-12.070067859555234</c:v>
                </c:pt>
                <c:pt idx="2">
                  <c:v>-5.818728984227251</c:v>
                </c:pt>
                <c:pt idx="3">
                  <c:v>-6.871973327918557</c:v>
                </c:pt>
                <c:pt idx="4">
                  <c:v>-2.1313469244890193</c:v>
                </c:pt>
                <c:pt idx="5">
                  <c:v>5.928220862490674</c:v>
                </c:pt>
                <c:pt idx="6">
                  <c:v>-8.65210864129492</c:v>
                </c:pt>
                <c:pt idx="7">
                  <c:v>-13.192548410462013</c:v>
                </c:pt>
                <c:pt idx="8">
                  <c:v>-2.3492090564082635</c:v>
                </c:pt>
                <c:pt idx="9">
                  <c:v>-13.05824847678383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one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50.0"/>
          <c:min val="-20.0"/>
        </c:scaling>
        <c:delete val="0"/>
        <c:axPos val="l"/>
        <c:majorGridlines>
          <c:spPr>
            <a:ln w="6350">
              <a:solidFill>
                <a:srgbClr val="DAD8D3"/>
              </a:solidFill>
            </a:ln>
          </c:spPr>
        </c:majorGridlines>
        <c:numFmt formatCode="0&quot;%&quot;" sourceLinked="0"/>
        <c:majorTickMark val="none"/>
        <c:minorTickMark val="none"/>
        <c:tickLblPos val="nextTo"/>
        <c:txPr>
          <a:bodyPr/>
          <a:lstStyle/>
          <a:p>
            <a:pPr>
              <a:defRPr sz="900">
                <a:latin typeface="맑은 고딕"/>
              </a:defRPr>
            </a:pPr>
          </a:p>
        </c:txPr>
        <c:crossAx val="2118791784"/>
        <c:crosses val="autoZero"/>
        <c:majorUnit val="10.0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"metric": "Some documents/day,notsearch/sales/positiveopinion",</a:t>
            </a:r>
          </a:p>
          <a:p>
            <a:r>
              <a:t>  "display_period": "2026-01-01..2026-09-30",</a:t>
            </a:r>
          </a:p>
          <a:p>
            <a:r>
              <a:t>  "source_snapshot_end": "2026-10-20",</a:t>
            </a:r>
          </a:p>
          <a:p>
            <a:r>
              <a:t>  "October_archive_only": true,</a:t>
            </a:r>
          </a:p>
          <a:p>
            <a:r>
              <a:t>  "exclusion": "same3channelOct1–19unavailable;excludeOctoberpoint,nodailyestimation",</a:t>
            </a:r>
          </a:p>
          <a:p>
            <a:r>
              <a:t>  "key": "chicken_brand",</a:t>
            </a:r>
          </a:p>
          <a:p>
            <a:r>
              <a:t>  "insight": "2026.9 일평균, 맘스터치 399.4건·bhc 229.2건,\n맘스터치는 8월 대비 +62.3% 상승·언급은 실제 매출·소비자 선호가 아님",</a:t>
            </a:r>
          </a:p>
          <a:p>
            <a:r>
              <a:t>  "series": [</a:t>
            </a:r>
          </a:p>
          <a:p>
            <a:r>
              <a:t>    {</a:t>
            </a:r>
          </a:p>
          <a:p>
            <a:r>
              <a:t>      "id": "SOME_1",</a:t>
            </a:r>
          </a:p>
          <a:p>
            <a:r>
              <a:t>      "label": "맘스터치",</a:t>
            </a:r>
          </a:p>
          <a:p>
            <a:r>
              <a:t>      "keyword": "맘스터치",</a:t>
            </a:r>
          </a:p>
          <a:p>
            <a:r>
              <a:t>      "points": [</a:t>
            </a:r>
          </a:p>
          <a:p>
            <a:r>
              <a:t>        {</a:t>
            </a:r>
          </a:p>
          <a:p>
            <a:r>
              <a:t>          "month": "2026-01",</a:t>
            </a:r>
          </a:p>
          <a:p>
            <a:r>
              <a:t>          "total": 6358,</a:t>
            </a:r>
          </a:p>
          <a:p>
            <a:r>
              <a:t>          "instagram": 1090,</a:t>
            </a:r>
          </a:p>
          <a:p>
            <a:r>
              <a:t>          "blog": 5139,</a:t>
            </a:r>
          </a:p>
          <a:p>
            <a:r>
              <a:t>          "news": 129,</a:t>
            </a:r>
          </a:p>
          <a:p>
            <a:r>
              <a:t>          "tooltip": "2026년 01월 합계  6,358 건 인스타그램  1,090 건 블로그  5,139 건 뉴스  129 건",</a:t>
            </a:r>
          </a:p>
          <a:p>
            <a:r>
              <a:t>          "days": 31,</a:t>
            </a:r>
          </a:p>
          <a:p>
            <a:r>
              <a:t>          "value": 205.09677419354838,</a:t>
            </a:r>
          </a:p>
          <a:p>
            <a:r>
              <a:t>          "value_label": "205.1",</a:t>
            </a:r>
          </a:p>
          <a:p>
            <a:r>
              <a:t>          "partial": false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"2026-02",</a:t>
            </a:r>
          </a:p>
          <a:p>
            <a:r>
              <a:t>          "total": 5246,</a:t>
            </a:r>
          </a:p>
          <a:p>
            <a:r>
              <a:t>          "instagram": 870,</a:t>
            </a:r>
          </a:p>
          <a:p>
            <a:r>
              <a:t>          "blog": 4259,</a:t>
            </a:r>
          </a:p>
          <a:p>
            <a:r>
              <a:t>          "news": 117,</a:t>
            </a:r>
          </a:p>
          <a:p>
            <a:r>
              <a:t>          "tooltip": "2026년 02월 합계  5,246 건 인스타그램  870 건 블로그  4,259 건 뉴스  117 건",</a:t>
            </a:r>
          </a:p>
          <a:p>
            <a:r>
              <a:t>          "days": 28,</a:t>
            </a:r>
          </a:p>
          <a:p>
            <a:r>
              <a:t>          "value": 187.35714285714286,</a:t>
            </a:r>
          </a:p>
          <a:p>
            <a:r>
              <a:t>          "value_label": "187.4",</a:t>
            </a:r>
          </a:p>
          <a:p>
            <a:r>
              <a:t>          "partial": false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"2026-03",</a:t>
            </a:r>
          </a:p>
          <a:p>
            <a:r>
              <a:t>          "total": 9045,</a:t>
            </a:r>
          </a:p>
          <a:p>
            <a:r>
              <a:t>          "instagram": 1150,</a:t>
            </a:r>
          </a:p>
          <a:p>
            <a:r>
              <a:t>          "blog": 7773,</a:t>
            </a:r>
          </a:p>
          <a:p>
            <a:r>
              <a:t>          "news": 122,</a:t>
            </a:r>
          </a:p>
          <a:p>
            <a:r>
              <a:t>          "tooltip": "2026년 03월 합계  9,045 건 인스타그램  1,150 건 블로그  7,773 건 뉴스  122 건",</a:t>
            </a:r>
          </a:p>
          <a:p>
            <a:r>
              <a:t>          "days": 31,</a:t>
            </a:r>
          </a:p>
          <a:p>
            <a:r>
              <a:t>          "value": 291.7741935483871,</a:t>
            </a:r>
          </a:p>
          <a:p>
            <a:r>
              <a:t>          "value_label": "291.8",</a:t>
            </a:r>
          </a:p>
          <a:p>
            <a:r>
              <a:t>          "partial": false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"2026-04",</a:t>
            </a:r>
          </a:p>
          <a:p>
            <a:r>
              <a:t>          "total": 10155,</a:t>
            </a:r>
          </a:p>
          <a:p>
            <a:r>
              <a:t>          "instagram": 1745,</a:t>
            </a:r>
          </a:p>
          <a:p>
            <a:r>
              <a:t>          "blog": 8202,</a:t>
            </a:r>
          </a:p>
          <a:p>
            <a:r>
              <a:t>          "news": 208,</a:t>
            </a:r>
          </a:p>
          <a:p>
            <a:r>
              <a:t>          "tooltip": "2026년 04월 합계  10,155 건 인스타그램  1,745 건 블로그  8,202 건 뉴스  208 건",</a:t>
            </a:r>
          </a:p>
          <a:p>
            <a:r>
              <a:t>          "days": 30,</a:t>
            </a:r>
          </a:p>
          <a:p>
            <a:r>
              <a:t>          "value": 338.5,</a:t>
            </a:r>
          </a:p>
          <a:p>
            <a:r>
              <a:t>          "value_label": "338.5",</a:t>
            </a:r>
          </a:p>
          <a:p>
            <a:r>
              <a:t>          "partial": false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"2026-05",</a:t>
            </a:r>
          </a:p>
          <a:p>
            <a:r>
              <a:t>          "total": 8063,</a:t>
            </a:r>
          </a:p>
          <a:p>
            <a:r>
              <a:t>          "instagram": 1364,</a:t>
            </a:r>
          </a:p>
          <a:p>
            <a:r>
              <a:t>          "blog": 6610,</a:t>
            </a:r>
          </a:p>
          <a:p>
            <a:r>
              <a:t>          "news": 89,</a:t>
            </a:r>
          </a:p>
          <a:p>
            <a:r>
              <a:t>          "tooltip": "2026년 05월 합계  8,063 건 인스타그램  1,364 건 블로그  6,610 건 뉴스  89 건",</a:t>
            </a:r>
          </a:p>
          <a:p>
            <a:r>
              <a:t>          "days": 31,</a:t>
            </a:r>
          </a:p>
          <a:p>
            <a:r>
              <a:t>          "value": 260.0967741935484,</a:t>
            </a:r>
          </a:p>
          <a:p>
            <a:r>
              <a:t>          "value_label": "260.1",</a:t>
            </a:r>
          </a:p>
          <a:p>
            <a:r>
              <a:t>          "partial": false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"2026-06",</a:t>
            </a:r>
          </a:p>
          <a:p>
            <a:r>
              <a:t>          "total": 10158,</a:t>
            </a:r>
          </a:p>
          <a:p>
            <a:r>
              <a:t>          "instagram": 1707,</a:t>
            </a:r>
          </a:p>
          <a:p>
            <a:r>
              <a:t>          "blog": 8336,</a:t>
            </a:r>
          </a:p>
          <a:p>
            <a:r>
              <a:t>          "news": 115,</a:t>
            </a:r>
          </a:p>
          <a:p>
            <a:r>
              <a:t>          "tooltip": "2026년 06월 합계  10,158 건 인스타그램  1,707 건 블로그  8,336 건 뉴스  115 건",</a:t>
            </a:r>
          </a:p>
          <a:p>
            <a:r>
              <a:t>          "days": 30,</a:t>
            </a:r>
          </a:p>
          <a:p>
            <a:r>
              <a:t>          "value": 338.6,</a:t>
            </a:r>
          </a:p>
          <a:p>
            <a:r>
              <a:t>          "value_label": "338.6",</a:t>
            </a:r>
          </a:p>
          <a:p>
            <a:r>
              <a:t>          "partial": false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"2026-07",</a:t>
            </a:r>
          </a:p>
          <a:p>
            <a:r>
              <a:t>          "total": 7949,</a:t>
            </a:r>
          </a:p>
          <a:p>
            <a:r>
              <a:t>          "instagram": 1014,</a:t>
            </a:r>
          </a:p>
          <a:p>
            <a:r>
              <a:t>          "blog": 6826,</a:t>
            </a:r>
          </a:p>
          <a:p>
            <a:r>
              <a:t>          "news": 109,</a:t>
            </a:r>
          </a:p>
          <a:p>
            <a:r>
              <a:t>          "tooltip": "2026년 07월 합계  7,949 건 인스타그램  1,014 건 블로그  6,826 건 뉴스  109 건",</a:t>
            </a:r>
          </a:p>
          <a:p>
            <a:r>
              <a:t>          "days": 31,</a:t>
            </a:r>
          </a:p>
          <a:p>
            <a:r>
              <a:t>          "value": 256.4193548387097,</a:t>
            </a:r>
          </a:p>
          <a:p>
            <a:r>
              <a:t>          "value_label": "256.4",</a:t>
            </a:r>
          </a:p>
          <a:p>
            <a:r>
              <a:t>          "partial": false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"2026-08",</a:t>
            </a:r>
          </a:p>
          <a:p>
            <a:r>
              <a:t>          "total": 7626,</a:t>
            </a:r>
          </a:p>
          <a:p>
            <a:r>
              <a:t>          "instagram": 984,</a:t>
            </a:r>
          </a:p>
          <a:p>
            <a:r>
              <a:t>          "blog": 6492,</a:t>
            </a:r>
          </a:p>
          <a:p>
            <a:r>
              <a:t>          "news": 150,</a:t>
            </a:r>
          </a:p>
          <a:p>
            <a:r>
              <a:t>          "tooltip": "2026년 08월 합계  7,626 건 인스타그램  984 건 블로그  6,492 건 뉴스  150 건",</a:t>
            </a:r>
          </a:p>
          <a:p>
            <a:r>
              <a:t>          "days": 31,</a:t>
            </a:r>
          </a:p>
          <a:p>
            <a:r>
              <a:t>          "value": 246,</a:t>
            </a:r>
          </a:p>
          <a:p>
            <a:r>
              <a:t>          "value_label": "246.0",</a:t>
            </a:r>
          </a:p>
          <a:p>
            <a:r>
              <a:t>          "partial": false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"2026-09",</a:t>
            </a:r>
          </a:p>
          <a:p>
            <a:r>
              <a:t>          "total": 11981,</a:t>
            </a:r>
          </a:p>
          <a:p>
            <a:r>
              <a:t>          "instagram": 1606,</a:t>
            </a:r>
          </a:p>
          <a:p>
            <a:r>
              <a:t>          "blog": 10302,</a:t>
            </a:r>
          </a:p>
          <a:p>
            <a:r>
              <a:t>          "news": 73,</a:t>
            </a:r>
          </a:p>
          <a:p>
            <a:r>
              <a:t>          "tooltip": "2026년 09월 합계  11,981 건 인스타그램  1,606 건 블로그  10,302 건 뉴스  73 건",</a:t>
            </a:r>
          </a:p>
          <a:p>
            <a:r>
              <a:t>          "days": 30,</a:t>
            </a:r>
          </a:p>
          <a:p>
            <a:r>
              <a:t>          "value": 399.3666666666667,</a:t>
            </a:r>
          </a:p>
          <a:p>
            <a:r>
              <a:t>          "value_label": "399.4",</a:t>
            </a:r>
          </a:p>
          <a:p>
            <a:r>
              <a:t>          "partial": false</a:t>
            </a:r>
          </a:p>
          <a:p>
            <a:r>
              <a:t>        }</a:t>
            </a:r>
          </a:p>
          <a:p>
            <a:r>
              <a:t>      ]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"SOME_7",</a:t>
            </a:r>
          </a:p>
          <a:p>
            <a:r>
              <a:t>      "label": "bhc",</a:t>
            </a:r>
          </a:p>
          <a:p>
            <a:r>
              <a:t>      "keyword": "bhc",</a:t>
            </a:r>
          </a:p>
          <a:p>
            <a:r>
              <a:t>      "points": [</a:t>
            </a:r>
          </a:p>
          <a:p>
            <a:r>
              <a:t>        {</a:t>
            </a:r>
          </a:p>
          <a:p>
            <a:r>
              <a:t>          "month": "2026-01",</a:t>
            </a:r>
          </a:p>
          <a:p>
            <a:r>
              <a:t>          "total": 5394,</a:t>
            </a:r>
          </a:p>
          <a:p>
            <a:r>
              <a:t>          "instagram": 580,</a:t>
            </a:r>
          </a:p>
          <a:p>
            <a:r>
              <a:t>          "blog": 4522,</a:t>
            </a:r>
          </a:p>
          <a:p>
            <a:r>
              <a:t>          "news": 292,</a:t>
            </a:r>
          </a:p>
          <a:p>
            <a:r>
              <a:t>          "day_count": 31,</a:t>
            </a:r>
          </a:p>
          <a:p>
            <a:r>
              <a:t>          "tooltip": "2026년 01월 합계  5,394 건 인스타그램  580 건 블로그  4,522 건 뉴스  292 건",</a:t>
            </a:r>
          </a:p>
          <a:p>
            <a:r>
              <a:t>          "days": 31,</a:t>
            </a:r>
          </a:p>
          <a:p>
            <a:r>
              <a:t>          "value": 174,</a:t>
            </a:r>
          </a:p>
          <a:p>
            <a:r>
              <a:t>          "value_label": "174.0",</a:t>
            </a:r>
          </a:p>
          <a:p>
            <a:r>
              <a:t>          "partial": false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"2026-02",</a:t>
            </a:r>
          </a:p>
          <a:p>
            <a:r>
              <a:t>          "total": 4786,</a:t>
            </a:r>
          </a:p>
          <a:p>
            <a:r>
              <a:t>          "instagram": 707,</a:t>
            </a:r>
          </a:p>
          <a:p>
            <a:r>
              <a:t>          "blog": 3916,</a:t>
            </a:r>
          </a:p>
          <a:p>
            <a:r>
              <a:t>          "news": 163,</a:t>
            </a:r>
          </a:p>
          <a:p>
            <a:r>
              <a:t>          "day_count": 28,</a:t>
            </a:r>
          </a:p>
          <a:p>
            <a:r>
              <a:t>          "tooltip": "2026년 02월 합계  4,786 건 인스타그램  707 건 블로그  3,916 건 뉴스  163 건",</a:t>
            </a:r>
          </a:p>
          <a:p>
            <a:r>
              <a:t>          "days": 28,</a:t>
            </a:r>
          </a:p>
          <a:p>
            <a:r>
              <a:t>          "value": 170.92857142857142,</a:t>
            </a:r>
          </a:p>
          <a:p>
            <a:r>
              <a:t>          "value_label": "170.9",</a:t>
            </a:r>
          </a:p>
          <a:p>
            <a:r>
              <a:t>          "partial": false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"2026-03",</a:t>
            </a:r>
          </a:p>
          <a:p>
            <a:r>
              <a:t>          "total": 6056,</a:t>
            </a:r>
          </a:p>
          <a:p>
            <a:r>
              <a:t>          "instagram": 781,</a:t>
            </a:r>
          </a:p>
          <a:p>
            <a:r>
              <a:t>          "blog": 5135,</a:t>
            </a:r>
          </a:p>
          <a:p>
            <a:r>
              <a:t>          "news": 140,</a:t>
            </a:r>
          </a:p>
          <a:p>
            <a:r>
              <a:t>          "day_count": 31,</a:t>
            </a:r>
          </a:p>
          <a:p>
            <a:r>
              <a:t>          "tooltip": "2026년 03월 합계  6,056 건 인스타그램  781 건 블로그  5,135 건 뉴스  140 건",</a:t>
            </a:r>
          </a:p>
          <a:p>
            <a:r>
              <a:t>          "days": 31,</a:t>
            </a:r>
          </a:p>
          <a:p>
            <a:r>
              <a:t>          "value": 195.3548387096774,</a:t>
            </a:r>
          </a:p>
          <a:p>
            <a:r>
              <a:t>          "value_label": "195.4",</a:t>
            </a:r>
          </a:p>
          <a:p>
            <a:r>
              <a:t>          "partial": false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"2026-04",</a:t>
            </a:r>
          </a:p>
          <a:p>
            <a:r>
              <a:t>          "total": 5558,</a:t>
            </a:r>
          </a:p>
          <a:p>
            <a:r>
              <a:t>          "instagram": 800,</a:t>
            </a:r>
          </a:p>
          <a:p>
            <a:r>
              <a:t>          "blog": 4593,</a:t>
            </a:r>
          </a:p>
          <a:p>
            <a:r>
              <a:t>          "news": 165,</a:t>
            </a:r>
          </a:p>
          <a:p>
            <a:r>
              <a:t>          "day_count": 30,</a:t>
            </a:r>
          </a:p>
          <a:p>
            <a:r>
              <a:t>          "tooltip": "2026년 04월 합계  5,558 건 인스타그램  800 건 블로그  4,593 건 뉴스  165 건",</a:t>
            </a:r>
          </a:p>
          <a:p>
            <a:r>
              <a:t>          "days": 30,</a:t>
            </a:r>
          </a:p>
          <a:p>
            <a:r>
              <a:t>          "value": 185.26666666666668,</a:t>
            </a:r>
          </a:p>
          <a:p>
            <a:r>
              <a:t>          "value_label": "185.3",</a:t>
            </a:r>
          </a:p>
          <a:p>
            <a:r>
              <a:t>          "partial": false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"2026-05",</a:t>
            </a:r>
          </a:p>
          <a:p>
            <a:r>
              <a:t>          "total": 5601,</a:t>
            </a:r>
          </a:p>
          <a:p>
            <a:r>
              <a:t>          "instagram": 943,</a:t>
            </a:r>
          </a:p>
          <a:p>
            <a:r>
              <a:t>          "blog": 4483,</a:t>
            </a:r>
          </a:p>
          <a:p>
            <a:r>
              <a:t>          "news": 175,</a:t>
            </a:r>
          </a:p>
          <a:p>
            <a:r>
              <a:t>          "day_count": 31,</a:t>
            </a:r>
          </a:p>
          <a:p>
            <a:r>
              <a:t>          "tooltip": "2026년 05월 합계  5,601 건 인스타그램  943 건 블로그  4,483 건 뉴스  175 건",</a:t>
            </a:r>
          </a:p>
          <a:p>
            <a:r>
              <a:t>          "days": 31,</a:t>
            </a:r>
          </a:p>
          <a:p>
            <a:r>
              <a:t>          "value": 180.67741935483872,</a:t>
            </a:r>
          </a:p>
          <a:p>
            <a:r>
              <a:t>          "value_label": "180.7",</a:t>
            </a:r>
          </a:p>
          <a:p>
            <a:r>
              <a:t>          "partial": false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"2026-06",</a:t>
            </a:r>
          </a:p>
          <a:p>
            <a:r>
              <a:t>          "total": 5381,</a:t>
            </a:r>
          </a:p>
          <a:p>
            <a:r>
              <a:t>          "instagram": 883,</a:t>
            </a:r>
          </a:p>
          <a:p>
            <a:r>
              <a:t>          "blog": 4303,</a:t>
            </a:r>
          </a:p>
          <a:p>
            <a:r>
              <a:t>          "news": 195,</a:t>
            </a:r>
          </a:p>
          <a:p>
            <a:r>
              <a:t>          "day_count": 30,</a:t>
            </a:r>
          </a:p>
          <a:p>
            <a:r>
              <a:t>          "tooltip": "2026년 06월 합계  5,381 건 인스타그램  883 건 블로그  4,303 건 뉴스  195 건",</a:t>
            </a:r>
          </a:p>
          <a:p>
            <a:r>
              <a:t>          "days": 30,</a:t>
            </a:r>
          </a:p>
          <a:p>
            <a:r>
              <a:t>          "value": 179.36666666666667,</a:t>
            </a:r>
          </a:p>
          <a:p>
            <a:r>
              <a:t>          "value_label": "179.4",</a:t>
            </a:r>
          </a:p>
          <a:p>
            <a:r>
              <a:t>          "partial": false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"2026-07",</a:t>
            </a:r>
          </a:p>
          <a:p>
            <a:r>
              <a:t>          "total": 7398,</a:t>
            </a:r>
          </a:p>
          <a:p>
            <a:r>
              <a:t>          "instagram": 1307,</a:t>
            </a:r>
          </a:p>
          <a:p>
            <a:r>
              <a:t>          "blog": 5945,</a:t>
            </a:r>
          </a:p>
          <a:p>
            <a:r>
              <a:t>          "news": 146,</a:t>
            </a:r>
          </a:p>
          <a:p>
            <a:r>
              <a:t>          "day_count": 31,</a:t>
            </a:r>
          </a:p>
          <a:p>
            <a:r>
              <a:t>          "tooltip": "2026년 07월 합계  7,398 건 인스타그램  1,307 건 블로그  5,945 건 뉴스  146 건",</a:t>
            </a:r>
          </a:p>
          <a:p>
            <a:r>
              <a:t>          "days": 31,</a:t>
            </a:r>
          </a:p>
          <a:p>
            <a:r>
              <a:t>          "value": 238.6451612903226,</a:t>
            </a:r>
          </a:p>
          <a:p>
            <a:r>
              <a:t>          "value_label": "238.6",</a:t>
            </a:r>
          </a:p>
          <a:p>
            <a:r>
              <a:t>          "partial": false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"2026-08",</a:t>
            </a:r>
          </a:p>
          <a:p>
            <a:r>
              <a:t>          "total": 7740,</a:t>
            </a:r>
          </a:p>
          <a:p>
            <a:r>
              <a:t>          "instagram": 1379,</a:t>
            </a:r>
          </a:p>
          <a:p>
            <a:r>
              <a:t>          "blog": 6174,</a:t>
            </a:r>
          </a:p>
          <a:p>
            <a:r>
              <a:t>          "news": 187,</a:t>
            </a:r>
          </a:p>
          <a:p>
            <a:r>
              <a:t>          "day_count": 31,</a:t>
            </a:r>
          </a:p>
          <a:p>
            <a:r>
              <a:t>          "tooltip": "2026년 08월 합계  7,740 건 인스타그램  1,379 건 블로그  6,174 건 뉴스  187 건",</a:t>
            </a:r>
          </a:p>
          <a:p>
            <a:r>
              <a:t>          "days": 31,</a:t>
            </a:r>
          </a:p>
          <a:p>
            <a:r>
              <a:t>          "value": 249.67741935483872,</a:t>
            </a:r>
          </a:p>
          <a:p>
            <a:r>
              <a:t>          "value_label": "249.7",</a:t>
            </a:r>
          </a:p>
          <a:p>
            <a:r>
              <a:t>          "partial": false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"2026-09",</a:t>
            </a:r>
          </a:p>
          <a:p>
            <a:r>
              <a:t>          "total": 6877,</a:t>
            </a:r>
          </a:p>
          <a:p>
            <a:r>
              <a:t>          "instagram": 781,</a:t>
            </a:r>
          </a:p>
          <a:p>
            <a:r>
              <a:t>          "blog": 5982,</a:t>
            </a:r>
          </a:p>
          <a:p>
            <a:r>
              <a:t>          "news": 114,</a:t>
            </a:r>
          </a:p>
          <a:p>
            <a:r>
              <a:t>          "day_count": 30,</a:t>
            </a:r>
          </a:p>
          <a:p>
            <a:r>
              <a:t>          "tooltip": "2026년 09월 합계  6,877 건 인스타그램  781 건 블로그  5,982 건 뉴스  114 건",</a:t>
            </a:r>
          </a:p>
          <a:p>
            <a:r>
              <a:t>          "days": 30,</a:t>
            </a:r>
          </a:p>
          <a:p>
            <a:r>
              <a:t>          "value": 229.23333333333332,</a:t>
            </a:r>
          </a:p>
          <a:p>
            <a:r>
              <a:t>          "value_label": "229.2",</a:t>
            </a:r>
          </a:p>
          <a:p>
            <a:r>
              <a:t>          "partial": false</a:t>
            </a:r>
          </a:p>
          <a:p>
            <a:r>
              <a:t>        }</a:t>
            </a:r>
          </a:p>
          <a:p>
            <a:r>
              <a:t>      ]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"SOME_10",</a:t>
            </a:r>
          </a:p>
          <a:p>
            <a:r>
              <a:t>      "label": "BBQ(비비큐)",</a:t>
            </a:r>
          </a:p>
          <a:p>
            <a:r>
              <a:t>      "keyword": "비비큐",</a:t>
            </a:r>
          </a:p>
          <a:p>
            <a:r>
              <a:t>      "points": [</a:t>
            </a:r>
          </a:p>
          <a:p>
            <a:r>
              <a:t>        {</a:t>
            </a:r>
          </a:p>
          <a:p>
            <a:r>
              <a:t>          "month": "2026-01",</a:t>
            </a:r>
          </a:p>
          <a:p>
            <a:r>
              <a:t>          "total": 3133,</a:t>
            </a:r>
          </a:p>
          <a:p>
            <a:r>
              <a:t>          "instagram": 337,</a:t>
            </a:r>
          </a:p>
          <a:p>
            <a:r>
              <a:t>          "blog": 2783,</a:t>
            </a:r>
          </a:p>
          <a:p>
            <a:r>
              <a:t>          "news": 13,</a:t>
            </a:r>
          </a:p>
          <a:p>
            <a:r>
              <a:t>          "tooltip": "2026년 01월 합계 3,133 건 인스타그램 337 건 블로그 2,783 건 뉴스 13 건",</a:t>
            </a:r>
          </a:p>
          <a:p>
            <a:r>
              <a:t>          "days": 31,</a:t>
            </a:r>
          </a:p>
          <a:p>
            <a:r>
              <a:t>          "value": 101.06451612903226,</a:t>
            </a:r>
          </a:p>
          <a:p>
            <a:r>
              <a:t>          "value_label": "101.1",</a:t>
            </a:r>
          </a:p>
          <a:p>
            <a:r>
              <a:t>          "partial": false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"2026-02",</a:t>
            </a:r>
          </a:p>
          <a:p>
            <a:r>
              <a:t>          "total": 2735,</a:t>
            </a:r>
          </a:p>
          <a:p>
            <a:r>
              <a:t>          "instagram": 326,</a:t>
            </a:r>
          </a:p>
          <a:p>
            <a:r>
              <a:t>          "blog": 2399,</a:t>
            </a:r>
          </a:p>
          <a:p>
            <a:r>
              <a:t>          "news": 10,</a:t>
            </a:r>
          </a:p>
          <a:p>
            <a:r>
              <a:t>          "tooltip": "2026년 02월 합계 2,735 건 인스타그램 326 건 블로그 2,399 건 뉴스 10 건",</a:t>
            </a:r>
          </a:p>
          <a:p>
            <a:r>
              <a:t>          "days": 28,</a:t>
            </a:r>
          </a:p>
          <a:p>
            <a:r>
              <a:t>          "value": 97.67857142857143,</a:t>
            </a:r>
          </a:p>
          <a:p>
            <a:r>
              <a:t>          "value_label": "97.7",</a:t>
            </a:r>
          </a:p>
          <a:p>
            <a:r>
              <a:t>          "partial": false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"2026-03",</a:t>
            </a:r>
          </a:p>
          <a:p>
            <a:r>
              <a:t>          "total": 3147,</a:t>
            </a:r>
          </a:p>
          <a:p>
            <a:r>
              <a:t>          "instagram": 362,</a:t>
            </a:r>
          </a:p>
          <a:p>
            <a:r>
              <a:t>          "blog": 2749,</a:t>
            </a:r>
          </a:p>
          <a:p>
            <a:r>
              <a:t>          "news": 36,</a:t>
            </a:r>
          </a:p>
          <a:p>
            <a:r>
              <a:t>          "tooltip": "2026년 03월 합계 3,147 건 인스타그램 362 건 블로그 2,749 건 뉴스 36 건",</a:t>
            </a:r>
          </a:p>
          <a:p>
            <a:r>
              <a:t>          "days": 31,</a:t>
            </a:r>
          </a:p>
          <a:p>
            <a:r>
              <a:t>          "value": 101.51612903225806,</a:t>
            </a:r>
          </a:p>
          <a:p>
            <a:r>
              <a:t>          "value_label": "101.5",</a:t>
            </a:r>
          </a:p>
          <a:p>
            <a:r>
              <a:t>          "partial": false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"2026-04",</a:t>
            </a:r>
          </a:p>
          <a:p>
            <a:r>
              <a:t>          "total": 2886,</a:t>
            </a:r>
          </a:p>
          <a:p>
            <a:r>
              <a:t>          "instagram": 357,</a:t>
            </a:r>
          </a:p>
          <a:p>
            <a:r>
              <a:t>          "blog": 2520,</a:t>
            </a:r>
          </a:p>
          <a:p>
            <a:r>
              <a:t>          "news": 9,</a:t>
            </a:r>
          </a:p>
          <a:p>
            <a:r>
              <a:t>          "tooltip": "2026년 04월 합계 2,886 건 인스타그램 357 건 블로그 2,520 건 뉴스 9 건",</a:t>
            </a:r>
          </a:p>
          <a:p>
            <a:r>
              <a:t>          "days": 30,</a:t>
            </a:r>
          </a:p>
          <a:p>
            <a:r>
              <a:t>          "value": 96.2,</a:t>
            </a:r>
          </a:p>
          <a:p>
            <a:r>
              <a:t>          "value_label": "96.2",</a:t>
            </a:r>
          </a:p>
          <a:p>
            <a:r>
              <a:t>          "partial": false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"2026-05",</a:t>
            </a:r>
          </a:p>
          <a:p>
            <a:r>
              <a:t>          "total": 2855,</a:t>
            </a:r>
          </a:p>
          <a:p>
            <a:r>
              <a:t>          "instagram": 320,</a:t>
            </a:r>
          </a:p>
          <a:p>
            <a:r>
              <a:t>          "blog": 2516,</a:t>
            </a:r>
          </a:p>
          <a:p>
            <a:r>
              <a:t>          "news": 19,</a:t>
            </a:r>
          </a:p>
          <a:p>
            <a:r>
              <a:t>          "tooltip": "2026년 05월 합계 2,855 건 인스타그램 320 건 블로그 2,516 건 뉴스 19 건",</a:t>
            </a:r>
          </a:p>
          <a:p>
            <a:r>
              <a:t>          "days": 31,</a:t>
            </a:r>
          </a:p>
          <a:p>
            <a:r>
              <a:t>          "value": 92.09677419354838,</a:t>
            </a:r>
          </a:p>
          <a:p>
            <a:r>
              <a:t>          "value_label": "92.1",</a:t>
            </a:r>
          </a:p>
          <a:p>
            <a:r>
              <a:t>          "partial": false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"2026-06",</a:t>
            </a:r>
          </a:p>
          <a:p>
            <a:r>
              <a:t>          "total": 2865,</a:t>
            </a:r>
          </a:p>
          <a:p>
            <a:r>
              <a:t>          "instagram": 288,</a:t>
            </a:r>
          </a:p>
          <a:p>
            <a:r>
              <a:t>          "blog": 2558,</a:t>
            </a:r>
          </a:p>
          <a:p>
            <a:r>
              <a:t>          "news": 19,</a:t>
            </a:r>
          </a:p>
          <a:p>
            <a:r>
              <a:t>          "tooltip": "2026년 06월 합계 2,865 건 인스타그램 288 건 블로그 2,558 건 뉴스 19 건",</a:t>
            </a:r>
          </a:p>
          <a:p>
            <a:r>
              <a:t>          "days": 30,</a:t>
            </a:r>
          </a:p>
          <a:p>
            <a:r>
              <a:t>          "value": 95.5,</a:t>
            </a:r>
          </a:p>
          <a:p>
            <a:r>
              <a:t>          "value_label": "95.5",</a:t>
            </a:r>
          </a:p>
          <a:p>
            <a:r>
              <a:t>          "partial": false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"2026-07",</a:t>
            </a:r>
          </a:p>
          <a:p>
            <a:r>
              <a:t>          "total": 3570,</a:t>
            </a:r>
          </a:p>
          <a:p>
            <a:r>
              <a:t>          "instagram": 376,</a:t>
            </a:r>
          </a:p>
          <a:p>
            <a:r>
              <a:t>          "blog": 3181,</a:t>
            </a:r>
          </a:p>
          <a:p>
            <a:r>
              <a:t>          "news": 13,</a:t>
            </a:r>
          </a:p>
          <a:p>
            <a:r>
              <a:t>          "tooltip": "2026년 07월 합계 3,570 건 인스타그램 376 건 블로그 3,181 건 뉴스 13 건",</a:t>
            </a:r>
          </a:p>
          <a:p>
            <a:r>
              <a:t>          "days": 31,</a:t>
            </a:r>
          </a:p>
          <a:p>
            <a:r>
              <a:t>          "value": 115.16129032258064,</a:t>
            </a:r>
          </a:p>
          <a:p>
            <a:r>
              <a:t>          "value_label": "115.2",</a:t>
            </a:r>
          </a:p>
          <a:p>
            <a:r>
              <a:t>          "partial": false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"2026-08",</a:t>
            </a:r>
          </a:p>
          <a:p>
            <a:r>
              <a:t>          "total": 3617,</a:t>
            </a:r>
          </a:p>
          <a:p>
            <a:r>
              <a:t>          "instagram": 393,</a:t>
            </a:r>
          </a:p>
          <a:p>
            <a:r>
              <a:t>          "blog": 3221,</a:t>
            </a:r>
          </a:p>
          <a:p>
            <a:r>
              <a:t>          "news": 3,</a:t>
            </a:r>
          </a:p>
          <a:p>
            <a:r>
              <a:t>          "tooltip": "2026년 08월 합계 3,617 건 인스타그램 393 건 블로그 3,221 건 뉴스 3 건",</a:t>
            </a:r>
          </a:p>
          <a:p>
            <a:r>
              <a:t>          "days": 31,</a:t>
            </a:r>
          </a:p>
          <a:p>
            <a:r>
              <a:t>          "value": 116.6774193548387,</a:t>
            </a:r>
          </a:p>
          <a:p>
            <a:r>
              <a:t>          "value_label": "116.7",</a:t>
            </a:r>
          </a:p>
          <a:p>
            <a:r>
              <a:t>          "partial": false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"2026-09",</a:t>
            </a:r>
          </a:p>
          <a:p>
            <a:r>
              <a:t>          "total": 2933,</a:t>
            </a:r>
          </a:p>
          <a:p>
            <a:r>
              <a:t>          "instagram": 238,</a:t>
            </a:r>
          </a:p>
          <a:p>
            <a:r>
              <a:t>          "blog": 2691,</a:t>
            </a:r>
          </a:p>
          <a:p>
            <a:r>
              <a:t>          "news": 4,</a:t>
            </a:r>
          </a:p>
          <a:p>
            <a:r>
              <a:t>          "tooltip": "2026년 09월 합계 2,933 건 인스타그램 238 건 블로그 2,691 건 뉴스 4 건",</a:t>
            </a:r>
          </a:p>
          <a:p>
            <a:r>
              <a:t>          "days": 30,</a:t>
            </a:r>
          </a:p>
          <a:p>
            <a:r>
              <a:t>          "value": 97.76666666666667,</a:t>
            </a:r>
          </a:p>
          <a:p>
            <a:r>
              <a:t>          "value_label": "97.8",</a:t>
            </a:r>
          </a:p>
          <a:p>
            <a:r>
              <a:t>          "partial": false</a:t>
            </a:r>
          </a:p>
          <a:p>
            <a:r>
              <a:t>        }</a:t>
            </a:r>
          </a:p>
          <a:p>
            <a:r>
              <a:t>      ]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"SOME_8",</a:t>
            </a:r>
          </a:p>
          <a:p>
            <a:r>
              <a:t>      "label": "교촌치킨",</a:t>
            </a:r>
          </a:p>
          <a:p>
            <a:r>
              <a:t>      "keyword": "교촌치킨",</a:t>
            </a:r>
          </a:p>
          <a:p>
            <a:r>
              <a:t>      "points": [</a:t>
            </a:r>
          </a:p>
          <a:p>
            <a:r>
              <a:t>        {</a:t>
            </a:r>
          </a:p>
          <a:p>
            <a:r>
              <a:t>          "month": "2026-01",</a:t>
            </a:r>
          </a:p>
          <a:p>
            <a:r>
              <a:t>          "total": 4829,</a:t>
            </a:r>
          </a:p>
          <a:p>
            <a:r>
              <a:t>          "instagram": 804,</a:t>
            </a:r>
          </a:p>
          <a:p>
            <a:r>
              <a:t>          "blog": 3827,</a:t>
            </a:r>
          </a:p>
          <a:p>
            <a:r>
              <a:t>          "news": 198,</a:t>
            </a:r>
          </a:p>
          <a:p>
            <a:r>
              <a:t>          "day_count": 31,</a:t>
            </a:r>
          </a:p>
          <a:p>
            <a:r>
              <a:t>          "tooltip": "2026년 01월 합계  4,829 건 인스타그램  804 건 블로그  3,827 건 뉴스  198 건",</a:t>
            </a:r>
          </a:p>
          <a:p>
            <a:r>
              <a:t>          "days": 31,</a:t>
            </a:r>
          </a:p>
          <a:p>
            <a:r>
              <a:t>          "value": 155.7741935483871,</a:t>
            </a:r>
          </a:p>
          <a:p>
            <a:r>
              <a:t>          "value_label": "155.8",</a:t>
            </a:r>
          </a:p>
          <a:p>
            <a:r>
              <a:t>          "partial": false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"2026-02",</a:t>
            </a:r>
          </a:p>
          <a:p>
            <a:r>
              <a:t>          "total": 3958,</a:t>
            </a:r>
          </a:p>
          <a:p>
            <a:r>
              <a:t>          "instagram": 657,</a:t>
            </a:r>
          </a:p>
          <a:p>
            <a:r>
              <a:t>          "blog": 3158,</a:t>
            </a:r>
          </a:p>
          <a:p>
            <a:r>
              <a:t>          "news": 143,</a:t>
            </a:r>
          </a:p>
          <a:p>
            <a:r>
              <a:t>          "day_count": 28,</a:t>
            </a:r>
          </a:p>
          <a:p>
            <a:r>
              <a:t>          "tooltip": "2026년 02월 합계  3,958 건 인스타그램  657 건 블로그  3,158 건 뉴스  143 건",</a:t>
            </a:r>
          </a:p>
          <a:p>
            <a:r>
              <a:t>          "days": 28,</a:t>
            </a:r>
          </a:p>
          <a:p>
            <a:r>
              <a:t>          "value": 141.35714285714286,</a:t>
            </a:r>
          </a:p>
          <a:p>
            <a:r>
              <a:t>          "value_label": "141.4",</a:t>
            </a:r>
          </a:p>
          <a:p>
            <a:r>
              <a:t>          "partial": false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"2026-03",</a:t>
            </a:r>
          </a:p>
          <a:p>
            <a:r>
              <a:t>          "total": 4626,</a:t>
            </a:r>
          </a:p>
          <a:p>
            <a:r>
              <a:t>          "instagram": 927,</a:t>
            </a:r>
          </a:p>
          <a:p>
            <a:r>
              <a:t>          "blog": 3539,</a:t>
            </a:r>
          </a:p>
          <a:p>
            <a:r>
              <a:t>          "news": 160,</a:t>
            </a:r>
          </a:p>
          <a:p>
            <a:r>
              <a:t>          "day_count": 31,</a:t>
            </a:r>
          </a:p>
          <a:p>
            <a:r>
              <a:t>          "tooltip": "2026년 03월 합계  4,626 건 인스타그램  927 건 블로그  3,539 건 뉴스  160 건",</a:t>
            </a:r>
          </a:p>
          <a:p>
            <a:r>
              <a:t>          "days": 31,</a:t>
            </a:r>
          </a:p>
          <a:p>
            <a:r>
              <a:t>          "value": 149.2258064516129,</a:t>
            </a:r>
          </a:p>
          <a:p>
            <a:r>
              <a:t>          "value_label": "149.2",</a:t>
            </a:r>
          </a:p>
          <a:p>
            <a:r>
              <a:t>          "partial": false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"2026-04",</a:t>
            </a:r>
          </a:p>
          <a:p>
            <a:r>
              <a:t>          "total": 4190,</a:t>
            </a:r>
          </a:p>
          <a:p>
            <a:r>
              <a:t>          "instagram": 865,</a:t>
            </a:r>
          </a:p>
          <a:p>
            <a:r>
              <a:t>          "blog": 3105,</a:t>
            </a:r>
          </a:p>
          <a:p>
            <a:r>
              <a:t>          "news": 220,</a:t>
            </a:r>
          </a:p>
          <a:p>
            <a:r>
              <a:t>          "day_count": 30,</a:t>
            </a:r>
          </a:p>
          <a:p>
            <a:r>
              <a:t>          "tooltip": "2026년 04월 합계  4,190 건 인스타그램  865 건 블로그  3,105 건 뉴스  220 건",</a:t>
            </a:r>
          </a:p>
          <a:p>
            <a:r>
              <a:t>          "days": 30,</a:t>
            </a:r>
          </a:p>
          <a:p>
            <a:r>
              <a:t>          "value": 139.66666666666666,</a:t>
            </a:r>
          </a:p>
          <a:p>
            <a:r>
              <a:t>          "value_label": "139.7",</a:t>
            </a:r>
          </a:p>
          <a:p>
            <a:r>
              <a:t>          "partial": false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"2026-05",</a:t>
            </a:r>
          </a:p>
          <a:p>
            <a:r>
              <a:t>          "total": 4059,</a:t>
            </a:r>
          </a:p>
          <a:p>
            <a:r>
              <a:t>          "instagram": 781,</a:t>
            </a:r>
          </a:p>
          <a:p>
            <a:r>
              <a:t>          "blog": 3130,</a:t>
            </a:r>
          </a:p>
          <a:p>
            <a:r>
              <a:t>          "news": 148,</a:t>
            </a:r>
          </a:p>
          <a:p>
            <a:r>
              <a:t>          "day_count": 31,</a:t>
            </a:r>
          </a:p>
          <a:p>
            <a:r>
              <a:t>          "tooltip": "2026년 05월 합계  4,059 건 인스타그램  781 건 블로그  3,130 건 뉴스  148 건",</a:t>
            </a:r>
          </a:p>
          <a:p>
            <a:r>
              <a:t>          "days": 31,</a:t>
            </a:r>
          </a:p>
          <a:p>
            <a:r>
              <a:t>          "value": 130.93548387096774,</a:t>
            </a:r>
          </a:p>
          <a:p>
            <a:r>
              <a:t>          "value_label": "130.9",</a:t>
            </a:r>
          </a:p>
          <a:p>
            <a:r>
              <a:t>          "partial": false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"2026-06",</a:t>
            </a:r>
          </a:p>
          <a:p>
            <a:r>
              <a:t>          "total": 4260,</a:t>
            </a:r>
          </a:p>
          <a:p>
            <a:r>
              <a:t>          "instagram": 953,</a:t>
            </a:r>
          </a:p>
          <a:p>
            <a:r>
              <a:t>          "blog": 3154,</a:t>
            </a:r>
          </a:p>
          <a:p>
            <a:r>
              <a:t>          "news": 153,</a:t>
            </a:r>
          </a:p>
          <a:p>
            <a:r>
              <a:t>          "day_count": 30,</a:t>
            </a:r>
          </a:p>
          <a:p>
            <a:r>
              <a:t>          "tooltip": "2026년 06월 합계  4,260 건 인스타그램  953 건 블로그  3,154 건 뉴스  153 건",</a:t>
            </a:r>
          </a:p>
          <a:p>
            <a:r>
              <a:t>          "days": 30,</a:t>
            </a:r>
          </a:p>
          <a:p>
            <a:r>
              <a:t>          "value": 142,</a:t>
            </a:r>
          </a:p>
          <a:p>
            <a:r>
              <a:t>          "value_label": "142.0",</a:t>
            </a:r>
          </a:p>
          <a:p>
            <a:r>
              <a:t>          "partial": false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"2026-07",</a:t>
            </a:r>
          </a:p>
          <a:p>
            <a:r>
              <a:t>          "total": 4795,</a:t>
            </a:r>
          </a:p>
          <a:p>
            <a:r>
              <a:t>          "instagram": 958,</a:t>
            </a:r>
          </a:p>
          <a:p>
            <a:r>
              <a:t>          "blog": 3711,</a:t>
            </a:r>
          </a:p>
          <a:p>
            <a:r>
              <a:t>          "news": 126,</a:t>
            </a:r>
          </a:p>
          <a:p>
            <a:r>
              <a:t>          "day_count": 31,</a:t>
            </a:r>
          </a:p>
          <a:p>
            <a:r>
              <a:t>          "tooltip": "2026년 07월 합계  4,795 건 인스타그램  958 건 블로그  3,711 건 뉴스  126 건",</a:t>
            </a:r>
          </a:p>
          <a:p>
            <a:r>
              <a:t>          "days": 31,</a:t>
            </a:r>
          </a:p>
          <a:p>
            <a:r>
              <a:t>          "value": 154.67741935483872,</a:t>
            </a:r>
          </a:p>
          <a:p>
            <a:r>
              <a:t>          "value_label": "154.7",</a:t>
            </a:r>
          </a:p>
          <a:p>
            <a:r>
              <a:t>          "partial": false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"2026-08",</a:t>
            </a:r>
          </a:p>
          <a:p>
            <a:r>
              <a:t>          "total": 4624,</a:t>
            </a:r>
          </a:p>
          <a:p>
            <a:r>
              <a:t>          "instagram": 829,</a:t>
            </a:r>
          </a:p>
          <a:p>
            <a:r>
              <a:t>          "blog": 3689,</a:t>
            </a:r>
          </a:p>
          <a:p>
            <a:r>
              <a:t>          "news": 106,</a:t>
            </a:r>
          </a:p>
          <a:p>
            <a:r>
              <a:t>          "day_count": 31,</a:t>
            </a:r>
          </a:p>
          <a:p>
            <a:r>
              <a:t>          "tooltip": "2026년 08월 합계  4,624 건 인스타그램  829 건 블로그  3,689 건 뉴스  106 건",</a:t>
            </a:r>
          </a:p>
          <a:p>
            <a:r>
              <a:t>          "days": 31,</a:t>
            </a:r>
          </a:p>
          <a:p>
            <a:r>
              <a:t>          "value": 149.16129032258064,</a:t>
            </a:r>
          </a:p>
          <a:p>
            <a:r>
              <a:t>          "value_label": "149.2",</a:t>
            </a:r>
          </a:p>
          <a:p>
            <a:r>
              <a:t>          "partial": false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"2026-09",</a:t>
            </a:r>
          </a:p>
          <a:p>
            <a:r>
              <a:t>          "total": 4920,</a:t>
            </a:r>
          </a:p>
          <a:p>
            <a:r>
              <a:t>          "instagram": 827,</a:t>
            </a:r>
          </a:p>
          <a:p>
            <a:r>
              <a:t>          "blog": 3974,</a:t>
            </a:r>
          </a:p>
          <a:p>
            <a:r>
              <a:t>          "news": 119,</a:t>
            </a:r>
          </a:p>
          <a:p>
            <a:r>
              <a:t>          "day_count": 30,</a:t>
            </a:r>
          </a:p>
          <a:p>
            <a:r>
              <a:t>          "tooltip": "2026년 09월 합계  4,920 건 인스타그램  827 건 블로그  3,974 건 뉴스  119 건",</a:t>
            </a:r>
          </a:p>
          <a:p>
            <a:r>
              <a:t>          "days": 30,</a:t>
            </a:r>
          </a:p>
          <a:p>
            <a:r>
              <a:t>          "value": 164,</a:t>
            </a:r>
          </a:p>
          <a:p>
            <a:r>
              <a:t>          "value_label": "164.0",</a:t>
            </a:r>
          </a:p>
          <a:p>
            <a:r>
              <a:t>          "partial": false</a:t>
            </a:r>
          </a:p>
          <a:p>
            <a:r>
              <a:t>        }</a:t>
            </a:r>
          </a:p>
          <a:p>
            <a:r>
              <a:t>      ]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"SOME_9",</a:t>
            </a:r>
          </a:p>
          <a:p>
            <a:r>
              <a:t>      "label": "굽네치킨",</a:t>
            </a:r>
          </a:p>
          <a:p>
            <a:r>
              <a:t>      "keyword": "굽네치킨",</a:t>
            </a:r>
          </a:p>
          <a:p>
            <a:r>
              <a:t>      "points": [</a:t>
            </a:r>
          </a:p>
          <a:p>
            <a:r>
              <a:t>        {</a:t>
            </a:r>
          </a:p>
          <a:p>
            <a:r>
              <a:t>          "month": "2026-01",</a:t>
            </a:r>
          </a:p>
          <a:p>
            <a:r>
              <a:t>          "total": 1898,</a:t>
            </a:r>
          </a:p>
          <a:p>
            <a:r>
              <a:t>          "instagram": 376,</a:t>
            </a:r>
          </a:p>
          <a:p>
            <a:r>
              <a:t>          "blog": 1448,</a:t>
            </a:r>
          </a:p>
          <a:p>
            <a:r>
              <a:t>          "news": 74,</a:t>
            </a:r>
          </a:p>
          <a:p>
            <a:r>
              <a:t>          "day_count": 31,</a:t>
            </a:r>
          </a:p>
          <a:p>
            <a:r>
              <a:t>          "tooltip": "2026년 01월 합계  1,898 건 인스타그램  376 건 블로그  1,448 건 뉴스  74 건",</a:t>
            </a:r>
          </a:p>
          <a:p>
            <a:r>
              <a:t>          "days": 31,</a:t>
            </a:r>
          </a:p>
          <a:p>
            <a:r>
              <a:t>          "value": 61.225806451612904,</a:t>
            </a:r>
          </a:p>
          <a:p>
            <a:r>
              <a:t>          "value_label": "61.2",</a:t>
            </a:r>
          </a:p>
          <a:p>
            <a:r>
              <a:t>          "partial": false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"2026-02",</a:t>
            </a:r>
          </a:p>
          <a:p>
            <a:r>
              <a:t>          "total": 1344,</a:t>
            </a:r>
          </a:p>
          <a:p>
            <a:r>
              <a:t>          "instagram": 231,</a:t>
            </a:r>
          </a:p>
          <a:p>
            <a:r>
              <a:t>          "blog": 1066,</a:t>
            </a:r>
          </a:p>
          <a:p>
            <a:r>
              <a:t>          "news": 47,</a:t>
            </a:r>
          </a:p>
          <a:p>
            <a:r>
              <a:t>          "day_count": 28,</a:t>
            </a:r>
          </a:p>
          <a:p>
            <a:r>
              <a:t>          "tooltip": "2026년 02월 합계  1,344 건 인스타그램  231 건 블로그  1,066 건 뉴스  47 건",</a:t>
            </a:r>
          </a:p>
          <a:p>
            <a:r>
              <a:t>          "days": 28,</a:t>
            </a:r>
          </a:p>
          <a:p>
            <a:r>
              <a:t>          "value": 48,</a:t>
            </a:r>
          </a:p>
          <a:p>
            <a:r>
              <a:t>          "value_label": "48.0",</a:t>
            </a:r>
          </a:p>
          <a:p>
            <a:r>
              <a:t>          "partial": false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"2026-03",</a:t>
            </a:r>
          </a:p>
          <a:p>
            <a:r>
              <a:t>          "total": 2134,</a:t>
            </a:r>
          </a:p>
          <a:p>
            <a:r>
              <a:t>          "instagram": 399,</a:t>
            </a:r>
          </a:p>
          <a:p>
            <a:r>
              <a:t>          "blog": 1713,</a:t>
            </a:r>
          </a:p>
          <a:p>
            <a:r>
              <a:t>          "news": 22,</a:t>
            </a:r>
          </a:p>
          <a:p>
            <a:r>
              <a:t>          "day_count": 31,</a:t>
            </a:r>
          </a:p>
          <a:p>
            <a:r>
              <a:t>          "tooltip": "2026년 03월 합계  2,134 건 인스타그램  399 건 블로그  1,713 건 뉴스  22 건",</a:t>
            </a:r>
          </a:p>
          <a:p>
            <a:r>
              <a:t>          "days": 31,</a:t>
            </a:r>
          </a:p>
          <a:p>
            <a:r>
              <a:t>          "value": 68.83870967741936,</a:t>
            </a:r>
          </a:p>
          <a:p>
            <a:r>
              <a:t>          "value_label": "68.8",</a:t>
            </a:r>
          </a:p>
          <a:p>
            <a:r>
              <a:t>          "partial": false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"2026-04",</a:t>
            </a:r>
          </a:p>
          <a:p>
            <a:r>
              <a:t>          "total": 1718,</a:t>
            </a:r>
          </a:p>
          <a:p>
            <a:r>
              <a:t>          "instagram": 320,</a:t>
            </a:r>
          </a:p>
          <a:p>
            <a:r>
              <a:t>          "blog": 1374,</a:t>
            </a:r>
          </a:p>
          <a:p>
            <a:r>
              <a:t>          "news": 24,</a:t>
            </a:r>
          </a:p>
          <a:p>
            <a:r>
              <a:t>          "day_count": 30,</a:t>
            </a:r>
          </a:p>
          <a:p>
            <a:r>
              <a:t>          "tooltip": "2026년 04월 합계  1,718 건 인스타그램  320 건 블로그  1,374 건 뉴스  24 건",</a:t>
            </a:r>
          </a:p>
          <a:p>
            <a:r>
              <a:t>          "days": 30,</a:t>
            </a:r>
          </a:p>
          <a:p>
            <a:r>
              <a:t>          "value": 57.266666666666666,</a:t>
            </a:r>
          </a:p>
          <a:p>
            <a:r>
              <a:t>          "value_label": "57.3",</a:t>
            </a:r>
          </a:p>
          <a:p>
            <a:r>
              <a:t>          "partial": false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"2026-05",</a:t>
            </a:r>
          </a:p>
          <a:p>
            <a:r>
              <a:t>          "total": 1858,</a:t>
            </a:r>
          </a:p>
          <a:p>
            <a:r>
              <a:t>          "instagram": 338,</a:t>
            </a:r>
          </a:p>
          <a:p>
            <a:r>
              <a:t>          "blog": 1486,</a:t>
            </a:r>
          </a:p>
          <a:p>
            <a:r>
              <a:t>          "news": 34,</a:t>
            </a:r>
          </a:p>
          <a:p>
            <a:r>
              <a:t>          "day_count": 31,</a:t>
            </a:r>
          </a:p>
          <a:p>
            <a:r>
              <a:t>          "tooltip": "2026년 05월 합계  1,858 건 인스타그램  338 건 블로그  1,486 건 뉴스  34 건",</a:t>
            </a:r>
          </a:p>
          <a:p>
            <a:r>
              <a:t>          "days": 31,</a:t>
            </a:r>
          </a:p>
          <a:p>
            <a:r>
              <a:t>          "value": 59.935483870967744,</a:t>
            </a:r>
          </a:p>
          <a:p>
            <a:r>
              <a:t>          "value_label": "59.9",</a:t>
            </a:r>
          </a:p>
          <a:p>
            <a:r>
              <a:t>          "partial": false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"2026-06",</a:t>
            </a:r>
          </a:p>
          <a:p>
            <a:r>
              <a:t>          "total": 2207,</a:t>
            </a:r>
          </a:p>
          <a:p>
            <a:r>
              <a:t>          "instagram": 460,</a:t>
            </a:r>
          </a:p>
          <a:p>
            <a:r>
              <a:t>          "blog": 1608,</a:t>
            </a:r>
          </a:p>
          <a:p>
            <a:r>
              <a:t>          "news": 139,</a:t>
            </a:r>
          </a:p>
          <a:p>
            <a:r>
              <a:t>          "day_count": 30,</a:t>
            </a:r>
          </a:p>
          <a:p>
            <a:r>
              <a:t>          "tooltip": "2026년 06월 합계  2,207 건 인스타그램  460 건 블로그  1,608 건 뉴스  139 건",</a:t>
            </a:r>
          </a:p>
          <a:p>
            <a:r>
              <a:t>          "days": 30,</a:t>
            </a:r>
          </a:p>
          <a:p>
            <a:r>
              <a:t>          "value": 73.56666666666666,</a:t>
            </a:r>
          </a:p>
          <a:p>
            <a:r>
              <a:t>          "value_label": "73.6",</a:t>
            </a:r>
          </a:p>
          <a:p>
            <a:r>
              <a:t>          "partial": false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"2026-07",</a:t>
            </a:r>
          </a:p>
          <a:p>
            <a:r>
              <a:t>          "total": 2078,</a:t>
            </a:r>
          </a:p>
          <a:p>
            <a:r>
              <a:t>          "instagram": 473,</a:t>
            </a:r>
          </a:p>
          <a:p>
            <a:r>
              <a:t>          "blog": 1527,</a:t>
            </a:r>
          </a:p>
          <a:p>
            <a:r>
              <a:t>          "news": 78,</a:t>
            </a:r>
          </a:p>
          <a:p>
            <a:r>
              <a:t>          "day_count": 31,</a:t>
            </a:r>
          </a:p>
          <a:p>
            <a:r>
              <a:t>          "tooltip": "2026년 07월 합계  2,078 건 인스타그램  473 건 블로그  1,527 건 뉴스  78 건",</a:t>
            </a:r>
          </a:p>
          <a:p>
            <a:r>
              <a:t>          "days": 31,</a:t>
            </a:r>
          </a:p>
          <a:p>
            <a:r>
              <a:t>          "value": 67.03225806451613,</a:t>
            </a:r>
          </a:p>
          <a:p>
            <a:r>
              <a:t>          "value_label": "67.0",</a:t>
            </a:r>
          </a:p>
          <a:p>
            <a:r>
              <a:t>          "partial": false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"2026-08",</a:t>
            </a:r>
          </a:p>
          <a:p>
            <a:r>
              <a:t>          "total": 1821,</a:t>
            </a:r>
          </a:p>
          <a:p>
            <a:r>
              <a:t>          "instagram": 334,</a:t>
            </a:r>
          </a:p>
          <a:p>
            <a:r>
              <a:t>          "blog": 1472,</a:t>
            </a:r>
          </a:p>
          <a:p>
            <a:r>
              <a:t>          "news": 15,</a:t>
            </a:r>
          </a:p>
          <a:p>
            <a:r>
              <a:t>          "day_count": 31,</a:t>
            </a:r>
          </a:p>
          <a:p>
            <a:r>
              <a:t>          "tooltip": "2026년 08월 합계  1,821 건 인스타그램  334 건 블로그  1,472 건 뉴스  15 건",</a:t>
            </a:r>
          </a:p>
          <a:p>
            <a:r>
              <a:t>          "days": 31,</a:t>
            </a:r>
          </a:p>
          <a:p>
            <a:r>
              <a:t>          "value": 58.74193548387097,</a:t>
            </a:r>
          </a:p>
          <a:p>
            <a:r>
              <a:t>          "value_label": "58.7",</a:t>
            </a:r>
          </a:p>
          <a:p>
            <a:r>
              <a:t>          "partial": false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"2026-09",</a:t>
            </a:r>
          </a:p>
          <a:p>
            <a:r>
              <a:t>          "total": 2719,</a:t>
            </a:r>
          </a:p>
          <a:p>
            <a:r>
              <a:t>          "instagram": 358,</a:t>
            </a:r>
          </a:p>
          <a:p>
            <a:r>
              <a:t>          "blog": 2341,</a:t>
            </a:r>
          </a:p>
          <a:p>
            <a:r>
              <a:t>          "news": 20,</a:t>
            </a:r>
          </a:p>
          <a:p>
            <a:r>
              <a:t>          "day_count": 30,</a:t>
            </a:r>
          </a:p>
          <a:p>
            <a:r>
              <a:t>          "tooltip": "2026년 09월 합계  2,719 건 인스타그램  358 건 블로그  2,341 건 뉴스  20 건",</a:t>
            </a:r>
          </a:p>
          <a:p>
            <a:r>
              <a:t>          "days": 30,</a:t>
            </a:r>
          </a:p>
          <a:p>
            <a:r>
              <a:t>          "value": 90.63333333333334,</a:t>
            </a:r>
          </a:p>
          <a:p>
            <a:r>
              <a:t>          "value_label": "90.6",</a:t>
            </a:r>
          </a:p>
          <a:p>
            <a:r>
              <a:t>          "partial": false</a:t>
            </a:r>
          </a:p>
          <a:p>
            <a:r>
              <a:t>        }</a:t>
            </a:r>
          </a:p>
          <a:p>
            <a:r>
              <a:t>      ]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"SOME_11",</a:t>
            </a:r>
          </a:p>
          <a:p>
            <a:r>
              <a:t>      "label": "푸라닭",</a:t>
            </a:r>
          </a:p>
          <a:p>
            <a:r>
              <a:t>      "keyword": "푸라닭",</a:t>
            </a:r>
          </a:p>
          <a:p>
            <a:r>
              <a:t>      "points": [</a:t>
            </a:r>
          </a:p>
          <a:p>
            <a:r>
              <a:t>        {</a:t>
            </a:r>
          </a:p>
          <a:p>
            <a:r>
              <a:t>          "month": "2026-01",</a:t>
            </a:r>
          </a:p>
          <a:p>
            <a:r>
              <a:t>          "total": 1878,</a:t>
            </a:r>
          </a:p>
          <a:p>
            <a:r>
              <a:t>          "instagram": 271,</a:t>
            </a:r>
          </a:p>
          <a:p>
            <a:r>
              <a:t>          "blog": 1559,</a:t>
            </a:r>
          </a:p>
          <a:p>
            <a:r>
              <a:t>          "news": 48,</a:t>
            </a:r>
          </a:p>
          <a:p>
            <a:r>
              <a:t>          "tooltip": "2026년 01월 합계  1,878 건 인스타그램  271 건 블로그  1,559 건 뉴스  48 건",</a:t>
            </a:r>
          </a:p>
          <a:p>
            <a:r>
              <a:t>          "days": 31,</a:t>
            </a:r>
          </a:p>
          <a:p>
            <a:r>
              <a:t>          "value": 60.58064516129032,</a:t>
            </a:r>
          </a:p>
          <a:p>
            <a:r>
              <a:t>          "value_label": "60.6",</a:t>
            </a:r>
          </a:p>
          <a:p>
            <a:r>
              <a:t>          "partial": false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"2026-02",</a:t>
            </a:r>
          </a:p>
          <a:p>
            <a:r>
              <a:t>          "total": 2662,</a:t>
            </a:r>
          </a:p>
          <a:p>
            <a:r>
              <a:t>          "instagram": 386,</a:t>
            </a:r>
          </a:p>
          <a:p>
            <a:r>
              <a:t>          "blog": 2237,</a:t>
            </a:r>
          </a:p>
          <a:p>
            <a:r>
              <a:t>          "news": 39,</a:t>
            </a:r>
          </a:p>
          <a:p>
            <a:r>
              <a:t>          "tooltip": "2026년 02월 합계  2,662 건 인스타그램  386 건 블로그  2,237 건 뉴스  39 건",</a:t>
            </a:r>
          </a:p>
          <a:p>
            <a:r>
              <a:t>          "days": 28,</a:t>
            </a:r>
          </a:p>
          <a:p>
            <a:r>
              <a:t>          "value": 95.07142857142857,</a:t>
            </a:r>
          </a:p>
          <a:p>
            <a:r>
              <a:t>          "value_label": "95.1",</a:t>
            </a:r>
          </a:p>
          <a:p>
            <a:r>
              <a:t>          "partial": false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"2026-03",</a:t>
            </a:r>
          </a:p>
          <a:p>
            <a:r>
              <a:t>          "total": 2248,</a:t>
            </a:r>
          </a:p>
          <a:p>
            <a:r>
              <a:t>          "instagram": 276,</a:t>
            </a:r>
          </a:p>
          <a:p>
            <a:r>
              <a:t>          "blog": 1958,</a:t>
            </a:r>
          </a:p>
          <a:p>
            <a:r>
              <a:t>          "news": 14,</a:t>
            </a:r>
          </a:p>
          <a:p>
            <a:r>
              <a:t>          "tooltip": "2026년 03월 합계  2,248 건 인스타그램  276 건 블로그  1,958 건 뉴스  14 건",</a:t>
            </a:r>
          </a:p>
          <a:p>
            <a:r>
              <a:t>          "days": 31,</a:t>
            </a:r>
          </a:p>
          <a:p>
            <a:r>
              <a:t>          "value": 72.51612903225806,</a:t>
            </a:r>
          </a:p>
          <a:p>
            <a:r>
              <a:t>          "value_label": "72.5",</a:t>
            </a:r>
          </a:p>
          <a:p>
            <a:r>
              <a:t>          "partial": false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"2026-04",</a:t>
            </a:r>
          </a:p>
          <a:p>
            <a:r>
              <a:t>          "total": 2022,</a:t>
            </a:r>
          </a:p>
          <a:p>
            <a:r>
              <a:t>          "instagram": 258,</a:t>
            </a:r>
          </a:p>
          <a:p>
            <a:r>
              <a:t>          "blog": 1741,</a:t>
            </a:r>
          </a:p>
          <a:p>
            <a:r>
              <a:t>          "news": 23,</a:t>
            </a:r>
          </a:p>
          <a:p>
            <a:r>
              <a:t>          "tooltip": "2026년 04월 합계  2,022 건 인스타그램  258 건 블로그  1,741 건 뉴스  23 건",</a:t>
            </a:r>
          </a:p>
          <a:p>
            <a:r>
              <a:t>          "days": 30,</a:t>
            </a:r>
          </a:p>
          <a:p>
            <a:r>
              <a:t>          "value": 67.4,</a:t>
            </a:r>
          </a:p>
          <a:p>
            <a:r>
              <a:t>          "value_label": "67.4",</a:t>
            </a:r>
          </a:p>
          <a:p>
            <a:r>
              <a:t>          "partial": false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"2026-05",</a:t>
            </a:r>
          </a:p>
          <a:p>
            <a:r>
              <a:t>          "total": 1773,</a:t>
            </a:r>
          </a:p>
          <a:p>
            <a:r>
              <a:t>          "instagram": 226,</a:t>
            </a:r>
          </a:p>
          <a:p>
            <a:r>
              <a:t>          "blog": 1532,</a:t>
            </a:r>
          </a:p>
          <a:p>
            <a:r>
              <a:t>          "news": 15,</a:t>
            </a:r>
          </a:p>
          <a:p>
            <a:r>
              <a:t>          "tooltip": "2026년 05월 합계  1,773 건 인스타그램  226 건 블로그  1,532 건 뉴스  15 건",</a:t>
            </a:r>
          </a:p>
          <a:p>
            <a:r>
              <a:t>          "days": 31,</a:t>
            </a:r>
          </a:p>
          <a:p>
            <a:r>
              <a:t>          "value": 57.193548387096776,</a:t>
            </a:r>
          </a:p>
          <a:p>
            <a:r>
              <a:t>          "value_label": "57.2",</a:t>
            </a:r>
          </a:p>
          <a:p>
            <a:r>
              <a:t>          "partial": false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"2026-06",</a:t>
            </a:r>
          </a:p>
          <a:p>
            <a:r>
              <a:t>          "total": 1814,</a:t>
            </a:r>
          </a:p>
          <a:p>
            <a:r>
              <a:t>          "instagram": 284,</a:t>
            </a:r>
          </a:p>
          <a:p>
            <a:r>
              <a:t>          "blog": 1519,</a:t>
            </a:r>
          </a:p>
          <a:p>
            <a:r>
              <a:t>          "news": 11,</a:t>
            </a:r>
          </a:p>
          <a:p>
            <a:r>
              <a:t>          "tooltip": "2026년 06월 합계  1,814 건 인스타그램  284 건 블로그  1,519 건 뉴스  11 건",</a:t>
            </a:r>
          </a:p>
          <a:p>
            <a:r>
              <a:t>          "days": 30,</a:t>
            </a:r>
          </a:p>
          <a:p>
            <a:r>
              <a:t>          "value": 60.46666666666667,</a:t>
            </a:r>
          </a:p>
          <a:p>
            <a:r>
              <a:t>          "value_label": "60.5",</a:t>
            </a:r>
          </a:p>
          <a:p>
            <a:r>
              <a:t>          "partial": false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"2026-07",</a:t>
            </a:r>
          </a:p>
          <a:p>
            <a:r>
              <a:t>          "total": 2536,</a:t>
            </a:r>
          </a:p>
          <a:p>
            <a:r>
              <a:t>          "instagram": 394,</a:t>
            </a:r>
          </a:p>
          <a:p>
            <a:r>
              <a:t>          "blog": 2133,</a:t>
            </a:r>
          </a:p>
          <a:p>
            <a:r>
              <a:t>          "news": 9,</a:t>
            </a:r>
          </a:p>
          <a:p>
            <a:r>
              <a:t>          "tooltip": "2026년 07월 합계  2,536 건 인스타그램  394 건 블로그  2,133 건 뉴스  9 건",</a:t>
            </a:r>
          </a:p>
          <a:p>
            <a:r>
              <a:t>          "days": 31,</a:t>
            </a:r>
          </a:p>
          <a:p>
            <a:r>
              <a:t>          "value": 81.80645161290323,</a:t>
            </a:r>
          </a:p>
          <a:p>
            <a:r>
              <a:t>          "value_label": "81.8",</a:t>
            </a:r>
          </a:p>
          <a:p>
            <a:r>
              <a:t>          "partial": false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"2026-08",</a:t>
            </a:r>
          </a:p>
          <a:p>
            <a:r>
              <a:t>          "total": 2271,</a:t>
            </a:r>
          </a:p>
          <a:p>
            <a:r>
              <a:t>          "instagram": 427,</a:t>
            </a:r>
          </a:p>
          <a:p>
            <a:r>
              <a:t>          "blog": 1838,</a:t>
            </a:r>
          </a:p>
          <a:p>
            <a:r>
              <a:t>          "news": 6,</a:t>
            </a:r>
          </a:p>
          <a:p>
            <a:r>
              <a:t>          "tooltip": "2026년 08월 합계  2,271 건 인스타그램  427 건 블로그  1,838 건 뉴스  6 건",</a:t>
            </a:r>
          </a:p>
          <a:p>
            <a:r>
              <a:t>          "days": 31,</a:t>
            </a:r>
          </a:p>
          <a:p>
            <a:r>
              <a:t>          "value": 73.25806451612904,</a:t>
            </a:r>
          </a:p>
          <a:p>
            <a:r>
              <a:t>          "value_label": "73.3",</a:t>
            </a:r>
          </a:p>
          <a:p>
            <a:r>
              <a:t>          "partial": false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"2026-09",</a:t>
            </a:r>
          </a:p>
          <a:p>
            <a:r>
              <a:t>          "total": 1728,</a:t>
            </a:r>
          </a:p>
          <a:p>
            <a:r>
              <a:t>          "instagram": 207,</a:t>
            </a:r>
          </a:p>
          <a:p>
            <a:r>
              <a:t>          "blog": 1509,</a:t>
            </a:r>
          </a:p>
          <a:p>
            <a:r>
              <a:t>          "news": 12,</a:t>
            </a:r>
          </a:p>
          <a:p>
            <a:r>
              <a:t>          "tooltip": "2026년 09월 합계  1,728 건 인스타그램  207 건 블로그  1,509 건 뉴스  12 건",</a:t>
            </a:r>
          </a:p>
          <a:p>
            <a:r>
              <a:t>          "days": 30,</a:t>
            </a:r>
          </a:p>
          <a:p>
            <a:r>
              <a:t>          "value": 57.6,</a:t>
            </a:r>
          </a:p>
          <a:p>
            <a:r>
              <a:t>          "value_label": "57.6",</a:t>
            </a:r>
          </a:p>
          <a:p>
            <a:r>
              <a:t>          "partial": false</a:t>
            </a:r>
          </a:p>
          <a:p>
            <a:r>
              <a:t>        }</a:t>
            </a:r>
          </a:p>
          <a:p>
            <a:r>
              <a:t>      ]</a:t>
            </a:r>
          </a:p>
          <a:p>
            <a:r>
              <a:t>    }</a:t>
            </a:r>
          </a:p>
          <a:p>
            <a:r>
              <a:t>  ]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"metric": "Naverrelativeinterestnotsearchcounts/sales/preferences",</a:t>
            </a:r>
          </a:p>
          <a:p>
            <a:r>
              <a:t>  "analysis_end": "2026-10-19",</a:t>
            </a:r>
          </a:p>
          <a:p>
            <a:r>
              <a:t>  "original_query_capture_end": "2026-10-20",</a:t>
            </a:r>
          </a:p>
          <a:p>
            <a:r>
              <a:t>  "method": "trimdailycacheto19,recomputegroupmaxandmonthlydailymean;nointerpolation",</a:t>
            </a:r>
          </a:p>
          <a:p>
            <a:r>
              <a:t>  "latest_comparison": [</a:t>
            </a:r>
          </a:p>
          <a:p>
            <a:r>
              <a:t>    "2025-10-01..19",</a:t>
            </a:r>
          </a:p>
          <a:p>
            <a:r>
              <a:t>    "2026-10-01..19"</a:t>
            </a:r>
          </a:p>
          <a:p>
            <a:r>
              <a:t>  ],</a:t>
            </a:r>
          </a:p>
          <a:p>
            <a:r>
              <a:t>  "key": "common_flavor",</a:t>
            </a:r>
          </a:p>
          <a:p>
            <a:r>
              <a:t>  "insight": "2026.10.1~19 전년비, 버거 매운·고추 +133.6%·치킨 매운맛 -41.8%,\n치즈 검색지수는 버거 -59.6%·치킨 -37.8%로 모두 하락",</a:t>
            </a:r>
          </a:p>
          <a:p>
            <a:r>
              <a:t>  "series": [</a:t>
            </a:r>
          </a:p>
          <a:p>
            <a:r>
              <a:t>    {</a:t>
            </a:r>
          </a:p>
          <a:p>
            <a:r>
              <a:t>      "id": "NV_XC17",</a:t>
            </a:r>
          </a:p>
          <a:p>
            <a:r>
              <a:t>      "label": "치킨 치즈",</a:t>
            </a:r>
          </a:p>
          <a:p>
            <a:r>
              <a:t>      "points": [</a:t>
            </a:r>
          </a:p>
          <a:p>
            <a:r>
              <a:t>        {</a:t>
            </a:r>
          </a:p>
          <a:p>
            <a:r>
              <a:t>          "group_id": "NV_XC17",</a:t>
            </a:r>
          </a:p>
          <a:p>
            <a:r>
              <a:t>          "month": "2025-01",</a:t>
            </a:r>
          </a:p>
          <a:p>
            <a:r>
              <a:t>          "start": "2025-01-01",</a:t>
            </a:r>
          </a:p>
          <a:p>
            <a:r>
              <a:t>          "end": "2025-01-31",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63.12,</a:t>
            </a:r>
          </a:p>
          <a:p>
            <a:r>
              <a:t>          "raw_mean": 2.0361290322580645,</a:t>
            </a:r>
          </a:p>
          <a:p>
            <a:r>
              <a:t>          "value": 5.018032800126539,</a:t>
            </a:r>
          </a:p>
          <a:p>
            <a:r>
              <a:t>          "prior_start": "2024-01-01",</a:t>
            </a:r>
          </a:p>
          <a:p>
            <a:r>
              <a:t>          "prior_end": "2024-01-31",</a:t>
            </a:r>
          </a:p>
          <a:p>
            <a:r>
              <a:t>          "prior_days": 31,</a:t>
            </a:r>
          </a:p>
          <a:p>
            <a:r>
              <a:t>          "prior_raw_mean": 0.5055145161290322,</a:t>
            </a:r>
          </a:p>
          <a:p>
            <a:r>
              <a:t>          "prior_value": 1.2458387374705795,</a:t>
            </a:r>
          </a:p>
          <a:p>
            <a:r>
              <a:t>          "yoy_fraction": 3.027834942999627,</a:t>
            </a:r>
          </a:p>
          <a:p>
            <a:r>
              <a:t>          "yoy_pct": 302.78349429996274,</a:t>
            </a:r>
          </a:p>
          <a:p>
            <a:r>
              <a:t>          "value_label": "5.0",</a:t>
            </a:r>
          </a:p>
          <a:p>
            <a:r>
              <a:t>          "yoy_label": "(+302.8%)",</a:t>
            </a:r>
          </a:p>
          <a:p>
            <a:r>
              <a:t>          "label": "5.0\n(+302.8%)"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"NV_XC17",</a:t>
            </a:r>
          </a:p>
          <a:p>
            <a:r>
              <a:t>          "month": "2025-02",</a:t>
            </a:r>
          </a:p>
          <a:p>
            <a:r>
              <a:t>          "start": "2025-02-01",</a:t>
            </a:r>
          </a:p>
          <a:p>
            <a:r>
              <a:t>          "end": "2025-02-28",</a:t>
            </a:r>
          </a:p>
          <a:p>
            <a:r>
              <a:t>          "days": 28,</a:t>
            </a:r>
          </a:p>
          <a:p>
            <a:r>
              <a:t>          "partial": false,</a:t>
            </a:r>
          </a:p>
          <a:p>
            <a:r>
              <a:t>          "raw_sum": 45.05962,</a:t>
            </a:r>
          </a:p>
          <a:p>
            <a:r>
              <a:t>          "raw_mean": 1.609272142857143,</a:t>
            </a:r>
          </a:p>
          <a:p>
            <a:r>
              <a:t>          "value": 3.9660455055893378,</a:t>
            </a:r>
          </a:p>
          <a:p>
            <a:r>
              <a:t>          "prior_start": "2024-02-01",</a:t>
            </a:r>
          </a:p>
          <a:p>
            <a:r>
              <a:t>          "prior_end": "2024-02-29",</a:t>
            </a:r>
          </a:p>
          <a:p>
            <a:r>
              <a:t>          "prior_days": 29,</a:t>
            </a:r>
          </a:p>
          <a:p>
            <a:r>
              <a:t>          "prior_raw_mean": 0.4444179310344828,</a:t>
            </a:r>
          </a:p>
          <a:p>
            <a:r>
              <a:t>          "prior_value": 1.095266419546224,</a:t>
            </a:r>
          </a:p>
          <a:p>
            <a:r>
              <a:t>          "yoy_fraction": 2.621078337481118,</a:t>
            </a:r>
          </a:p>
          <a:p>
            <a:r>
              <a:t>          "yoy_pct": 262.1078337481118,</a:t>
            </a:r>
          </a:p>
          <a:p>
            <a:r>
              <a:t>          "value_label": "4.0",</a:t>
            </a:r>
          </a:p>
          <a:p>
            <a:r>
              <a:t>          "yoy_label": "(+262.1%)",</a:t>
            </a:r>
          </a:p>
          <a:p>
            <a:r>
              <a:t>          "label": "4.0\n(+262.1%)"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"NV_XC17",</a:t>
            </a:r>
          </a:p>
          <a:p>
            <a:r>
              <a:t>          "month": "2025-03",</a:t>
            </a:r>
          </a:p>
          <a:p>
            <a:r>
              <a:t>          "start": "2025-03-01",</a:t>
            </a:r>
          </a:p>
          <a:p>
            <a:r>
              <a:t>          "end": "2025-03-31",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119.016,</a:t>
            </a:r>
          </a:p>
          <a:p>
            <a:r>
              <a:t>          "raw_mean": 3.839225806451613,</a:t>
            </a:r>
          </a:p>
          <a:p>
            <a:r>
              <a:t>          "value": 9.461758424269012,</a:t>
            </a:r>
          </a:p>
          <a:p>
            <a:r>
              <a:t>          "prior_start": "2024-03-01",</a:t>
            </a:r>
          </a:p>
          <a:p>
            <a:r>
              <a:t>          "prior_end": "2024-03-31",</a:t>
            </a:r>
          </a:p>
          <a:p>
            <a:r>
              <a:t>          "prior_days": 31,</a:t>
            </a:r>
          </a:p>
          <a:p>
            <a:r>
              <a:t>          "prior_raw_mean": 0.421638064516129,</a:t>
            </a:r>
          </a:p>
          <a:p>
            <a:r>
              <a:t>          "prior_value": 1.0391255190627053,</a:t>
            </a:r>
          </a:p>
          <a:p>
            <a:r>
              <a:t>          "yoy_fraction": 8.105500972397973,</a:t>
            </a:r>
          </a:p>
          <a:p>
            <a:r>
              <a:t>          "yoy_pct": 810.5500972397973,</a:t>
            </a:r>
          </a:p>
          <a:p>
            <a:r>
              <a:t>          "value_label": "9.5",</a:t>
            </a:r>
          </a:p>
          <a:p>
            <a:r>
              <a:t>          "yoy_label": "(+810.6%)",</a:t>
            </a:r>
          </a:p>
          <a:p>
            <a:r>
              <a:t>          "label": "9.5\n(+810.6%)"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"NV_XC17",</a:t>
            </a:r>
          </a:p>
          <a:p>
            <a:r>
              <a:t>          "month": "2025-04",</a:t>
            </a:r>
          </a:p>
          <a:p>
            <a:r>
              <a:t>          "start": "2025-04-01",</a:t>
            </a:r>
          </a:p>
          <a:p>
            <a:r>
              <a:t>          "end": "2025-04-30",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196.90781,</a:t>
            </a:r>
          </a:p>
          <a:p>
            <a:r>
              <a:t>          "raw_mean": 6.563593666666667,</a:t>
            </a:r>
          </a:p>
          <a:p>
            <a:r>
              <a:t>          "value": 16.17595338224209,</a:t>
            </a:r>
          </a:p>
          <a:p>
            <a:r>
              <a:t>          "prior_start": "2024-04-01",</a:t>
            </a:r>
          </a:p>
          <a:p>
            <a:r>
              <a:t>          "prior_end": "2024-04-30",</a:t>
            </a:r>
          </a:p>
          <a:p>
            <a:r>
              <a:t>          "prior_days": 30,</a:t>
            </a:r>
          </a:p>
          <a:p>
            <a:r>
              <a:t>          "prior_raw_mean": 0.39352966666666667,</a:t>
            </a:r>
          </a:p>
          <a:p>
            <a:r>
              <a:t>          "prior_value": 0.9698524719556733,</a:t>
            </a:r>
          </a:p>
          <a:p>
            <a:r>
              <a:t>          "yoy_fraction": 15.678777288285765,</a:t>
            </a:r>
          </a:p>
          <a:p>
            <a:r>
              <a:t>          "yoy_pct": 1567.8777288285764,</a:t>
            </a:r>
          </a:p>
          <a:p>
            <a:r>
              <a:t>          "value_label": "16.2",</a:t>
            </a:r>
          </a:p>
          <a:p>
            <a:r>
              <a:t>          "yoy_label": "(+1567.9%)",</a:t>
            </a:r>
          </a:p>
          <a:p>
            <a:r>
              <a:t>          "label": "16.2\n(+1567.9%)"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"NV_XC17",</a:t>
            </a:r>
          </a:p>
          <a:p>
            <a:r>
              <a:t>          "month": "2025-05",</a:t>
            </a:r>
          </a:p>
          <a:p>
            <a:r>
              <a:t>          "start": "2025-05-01",</a:t>
            </a:r>
          </a:p>
          <a:p>
            <a:r>
              <a:t>          "end": "2025-05-31",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379.71877,</a:t>
            </a:r>
          </a:p>
          <a:p>
            <a:r>
              <a:t>          "raw_mean": 12.248992580645162,</a:t>
            </a:r>
          </a:p>
          <a:p>
            <a:r>
              <a:t>          "value": 30.1875989018331,</a:t>
            </a:r>
          </a:p>
          <a:p>
            <a:r>
              <a:t>          "prior_start": "2024-05-01",</a:t>
            </a:r>
          </a:p>
          <a:p>
            <a:r>
              <a:t>          "prior_end": "2024-05-31",</a:t>
            </a:r>
          </a:p>
          <a:p>
            <a:r>
              <a:t>          "prior_days": 31,</a:t>
            </a:r>
          </a:p>
          <a:p>
            <a:r>
              <a:t>          "prior_raw_mean": 0.393076129032258,</a:t>
            </a:r>
          </a:p>
          <a:p>
            <a:r>
              <a:t>          "prior_value": 0.9687347300594094,</a:t>
            </a:r>
          </a:p>
          <a:p>
            <a:r>
              <a:t>          "yoy_fraction": 30.161883604587803,</a:t>
            </a:r>
          </a:p>
          <a:p>
            <a:r>
              <a:t>          "yoy_pct": 3016.18836045878,</a:t>
            </a:r>
          </a:p>
          <a:p>
            <a:r>
              <a:t>          "value_label": "30.2",</a:t>
            </a:r>
          </a:p>
          <a:p>
            <a:r>
              <a:t>          "yoy_label": "(+3016.2%)",</a:t>
            </a:r>
          </a:p>
          <a:p>
            <a:r>
              <a:t>          "label": "30.2\n(+3016.2%)"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"NV_XC17",</a:t>
            </a:r>
          </a:p>
          <a:p>
            <a:r>
              <a:t>          "month": "2025-06",</a:t>
            </a:r>
          </a:p>
          <a:p>
            <a:r>
              <a:t>          "start": "2025-06-01",</a:t>
            </a:r>
          </a:p>
          <a:p>
            <a:r>
              <a:t>          "end": "2025-06-30",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361.34911,</a:t>
            </a:r>
          </a:p>
          <a:p>
            <a:r>
              <a:t>          "raw_mean": 12.044970333333334,</a:t>
            </a:r>
          </a:p>
          <a:p>
            <a:r>
              <a:t>          "value": 29.684786794767906,</a:t>
            </a:r>
          </a:p>
          <a:p>
            <a:r>
              <a:t>          "prior_start": "2024-06-01",</a:t>
            </a:r>
          </a:p>
          <a:p>
            <a:r>
              <a:t>          "prior_end": "2024-06-30",</a:t>
            </a:r>
          </a:p>
          <a:p>
            <a:r>
              <a:t>          "prior_days": 30,</a:t>
            </a:r>
          </a:p>
          <a:p>
            <a:r>
              <a:t>          "prior_raw_mean": 0.46474133333333334,</a:t>
            </a:r>
          </a:p>
          <a:p>
            <a:r>
              <a:t>          "prior_value": 1.145353372646981,</a:t>
            </a:r>
          </a:p>
          <a:p>
            <a:r>
              <a:t>          "yoy_fraction": 24.917579241212316,</a:t>
            </a:r>
          </a:p>
          <a:p>
            <a:r>
              <a:t>          "yoy_pct": 2491.7579241212316,</a:t>
            </a:r>
          </a:p>
          <a:p>
            <a:r>
              <a:t>          "value_label": "29.7",</a:t>
            </a:r>
          </a:p>
          <a:p>
            <a:r>
              <a:t>          "yoy_label": "(+2491.8%)",</a:t>
            </a:r>
          </a:p>
          <a:p>
            <a:r>
              <a:t>          "label": "29.7\n(+2491.8%)"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"NV_XC17",</a:t>
            </a:r>
          </a:p>
          <a:p>
            <a:r>
              <a:t>          "month": "2025-07",</a:t>
            </a:r>
          </a:p>
          <a:p>
            <a:r>
              <a:t>          "start": "2025-07-01",</a:t>
            </a:r>
          </a:p>
          <a:p>
            <a:r>
              <a:t>          "end": "2025-07-31",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269.02304,</a:t>
            </a:r>
          </a:p>
          <a:p>
            <a:r>
              <a:t>          "raw_mean": 8.67816258064516,</a:t>
            </a:r>
          </a:p>
          <a:p>
            <a:r>
              <a:t>          "value": 21.387300993500535,</a:t>
            </a:r>
          </a:p>
          <a:p>
            <a:r>
              <a:t>          "prior_start": "2024-07-01",</a:t>
            </a:r>
          </a:p>
          <a:p>
            <a:r>
              <a:t>          "prior_end": "2024-07-31",</a:t>
            </a:r>
          </a:p>
          <a:p>
            <a:r>
              <a:t>          "prior_days": 31,</a:t>
            </a:r>
          </a:p>
          <a:p>
            <a:r>
              <a:t>          "prior_raw_mean": 0.4674309677419355,</a:t>
            </a:r>
          </a:p>
          <a:p>
            <a:r>
              <a:t>          "prior_value": 1.1519819671362737,</a:t>
            </a:r>
          </a:p>
          <a:p>
            <a:r>
              <a:t>          "yoy_fraction": 17.565656063755487,</a:t>
            </a:r>
          </a:p>
          <a:p>
            <a:r>
              <a:t>          "yoy_pct": 1756.5656063755487,</a:t>
            </a:r>
          </a:p>
          <a:p>
            <a:r>
              <a:t>          "value_label": "21.4",</a:t>
            </a:r>
          </a:p>
          <a:p>
            <a:r>
              <a:t>          "yoy_label": "(+1756.6%)",</a:t>
            </a:r>
          </a:p>
          <a:p>
            <a:r>
              <a:t>          "label": "21.4\n(+1756.6%)"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"NV_XC17",</a:t>
            </a:r>
          </a:p>
          <a:p>
            <a:r>
              <a:t>          "month": "2025-08",</a:t>
            </a:r>
          </a:p>
          <a:p>
            <a:r>
              <a:t>          "start": "2025-08-01",</a:t>
            </a:r>
          </a:p>
          <a:p>
            <a:r>
              <a:t>          "end": "2025-08-31",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183.42922,</a:t>
            </a:r>
          </a:p>
          <a:p>
            <a:r>
              <a:t>          "raw_mean": 5.917071612903225,</a:t>
            </a:r>
          </a:p>
          <a:p>
            <a:r>
              <a:t>          "value": 14.582602066882554,</a:t>
            </a:r>
          </a:p>
          <a:p>
            <a:r>
              <a:t>          "prior_start": "2024-08-01",</a:t>
            </a:r>
          </a:p>
          <a:p>
            <a:r>
              <a:t>          "prior_end": "2024-08-31",</a:t>
            </a:r>
          </a:p>
          <a:p>
            <a:r>
              <a:t>          "prior_days": 31,</a:t>
            </a:r>
          </a:p>
          <a:p>
            <a:r>
              <a:t>          "prior_raw_mean": 0.385821935483871,</a:t>
            </a:r>
          </a:p>
          <a:p>
            <a:r>
              <a:t>          "prior_value": 0.9508567957106696,</a:t>
            </a:r>
          </a:p>
          <a:p>
            <a:r>
              <a:t>          "yoy_fraction": 14.336275801640067,</a:t>
            </a:r>
          </a:p>
          <a:p>
            <a:r>
              <a:t>          "yoy_pct": 1433.6275801640068,</a:t>
            </a:r>
          </a:p>
          <a:p>
            <a:r>
              <a:t>          "value_label": "14.6",</a:t>
            </a:r>
          </a:p>
          <a:p>
            <a:r>
              <a:t>          "yoy_label": "(+1433.6%)",</a:t>
            </a:r>
          </a:p>
          <a:p>
            <a:r>
              <a:t>          "label": "14.6\n(+1433.6%)"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"NV_XC17",</a:t>
            </a:r>
          </a:p>
          <a:p>
            <a:r>
              <a:t>          "month": "2025-09",</a:t>
            </a:r>
          </a:p>
          <a:p>
            <a:r>
              <a:t>          "start": "2025-09-01",</a:t>
            </a:r>
          </a:p>
          <a:p>
            <a:r>
              <a:t>          "end": "2025-09-30",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83.73842,</a:t>
            </a:r>
          </a:p>
          <a:p>
            <a:r>
              <a:t>          "raw_mean": 2.7912806666666667,</a:t>
            </a:r>
          </a:p>
          <a:p>
            <a:r>
              <a:t>          "value": 6.879101332865408,</a:t>
            </a:r>
          </a:p>
          <a:p>
            <a:r>
              <a:t>          "prior_start": "2024-09-01",</a:t>
            </a:r>
          </a:p>
          <a:p>
            <a:r>
              <a:t>          "prior_end": "2024-09-30",</a:t>
            </a:r>
          </a:p>
          <a:p>
            <a:r>
              <a:t>          "prior_days": 30,</a:t>
            </a:r>
          </a:p>
          <a:p>
            <a:r>
              <a:t>          "prior_raw_mean": 0.28952433333333333,</a:t>
            </a:r>
          </a:p>
          <a:p>
            <a:r>
              <a:t>          "prior_value": 0.7135316957247231,</a:t>
            </a:r>
          </a:p>
          <a:p>
            <a:r>
              <a:t>          "yoy_fraction": 8.640919070705626,</a:t>
            </a:r>
          </a:p>
          <a:p>
            <a:r>
              <a:t>          "yoy_pct": 864.0919070705627,</a:t>
            </a:r>
          </a:p>
          <a:p>
            <a:r>
              <a:t>          "value_label": "6.9",</a:t>
            </a:r>
          </a:p>
          <a:p>
            <a:r>
              <a:t>          "yoy_label": "(+864.1%)",</a:t>
            </a:r>
          </a:p>
          <a:p>
            <a:r>
              <a:t>          "label": "6.9\n(+864.1%)"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"NV_XC17",</a:t>
            </a:r>
          </a:p>
          <a:p>
            <a:r>
              <a:t>          "month": "2025-10",</a:t>
            </a:r>
          </a:p>
          <a:p>
            <a:r>
              <a:t>          "start": "2025-10-01",</a:t>
            </a:r>
          </a:p>
          <a:p>
            <a:r>
              <a:t>          "end": "2025-10-31",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79.14252,</a:t>
            </a:r>
          </a:p>
          <a:p>
            <a:r>
              <a:t>          "raw_mean": 2.5529845161290323,</a:t>
            </a:r>
          </a:p>
          <a:p>
            <a:r>
              <a:t>          "value": 6.291821312494782,</a:t>
            </a:r>
          </a:p>
          <a:p>
            <a:r>
              <a:t>          "prior_start": "2024-10-01",</a:t>
            </a:r>
          </a:p>
          <a:p>
            <a:r>
              <a:t>          "prior_end": "2024-10-31",</a:t>
            </a:r>
          </a:p>
          <a:p>
            <a:r>
              <a:t>          "prior_days": 31,</a:t>
            </a:r>
          </a:p>
          <a:p>
            <a:r>
              <a:t>          "prior_raw_mean": 3.579891612903226,</a:t>
            </a:r>
          </a:p>
          <a:p>
            <a:r>
              <a:t>          "prior_value": 8.82263022129016,</a:t>
            </a:r>
          </a:p>
          <a:p>
            <a:r>
              <a:t>          "yoy_fraction": -0.28685424247841707,</a:t>
            </a:r>
          </a:p>
          <a:p>
            <a:r>
              <a:t>          "yoy_pct": -28.685424247841706,</a:t>
            </a:r>
          </a:p>
          <a:p>
            <a:r>
              <a:t>          "value_label": "6.3",</a:t>
            </a:r>
          </a:p>
          <a:p>
            <a:r>
              <a:t>          "yoy_label": "(-28.7%)",</a:t>
            </a:r>
          </a:p>
          <a:p>
            <a:r>
              <a:t>          "label": "6.3\n(-28.7%)"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"NV_XC17",</a:t>
            </a:r>
          </a:p>
          <a:p>
            <a:r>
              <a:t>          "month": "2025-11",</a:t>
            </a:r>
          </a:p>
          <a:p>
            <a:r>
              <a:t>          "start": "2025-11-01",</a:t>
            </a:r>
          </a:p>
          <a:p>
            <a:r>
              <a:t>          "end": "2025-11-30",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64.44116,</a:t>
            </a:r>
          </a:p>
          <a:p>
            <a:r>
              <a:t>          "raw_mean": 2.1480386666666664,</a:t>
            </a:r>
          </a:p>
          <a:p>
            <a:r>
              <a:t>          "value": 5.2938336984074095,</a:t>
            </a:r>
          </a:p>
          <a:p>
            <a:r>
              <a:t>          "prior_start": "2024-11-01",</a:t>
            </a:r>
          </a:p>
          <a:p>
            <a:r>
              <a:t>          "prior_end": "2024-11-30",</a:t>
            </a:r>
          </a:p>
          <a:p>
            <a:r>
              <a:t>          "prior_days": 30,</a:t>
            </a:r>
          </a:p>
          <a:p>
            <a:r>
              <a:t>          "prior_raw_mean": 7.6242643333333335,</a:t>
            </a:r>
          </a:p>
          <a:p>
            <a:r>
              <a:t>          "prior_value": 18.789972489647475,</a:t>
            </a:r>
          </a:p>
          <a:p>
            <a:r>
              <a:t>          "yoy_fraction": -0.7182628286803453,</a:t>
            </a:r>
          </a:p>
          <a:p>
            <a:r>
              <a:t>          "yoy_pct": -71.82628286803453,</a:t>
            </a:r>
          </a:p>
          <a:p>
            <a:r>
              <a:t>          "value_label": "5.3",</a:t>
            </a:r>
          </a:p>
          <a:p>
            <a:r>
              <a:t>          "yoy_label": "(-71.8%)",</a:t>
            </a:r>
          </a:p>
          <a:p>
            <a:r>
              <a:t>          "label": "5.3\n(-71.8%)"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"NV_XC17",</a:t>
            </a:r>
          </a:p>
          <a:p>
            <a:r>
              <a:t>          "month": "2025-12",</a:t>
            </a:r>
          </a:p>
          <a:p>
            <a:r>
              <a:t>          "start": "2025-12-01",</a:t>
            </a:r>
          </a:p>
          <a:p>
            <a:r>
              <a:t>          "end": "2025-12-31",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56.23314,</a:t>
            </a:r>
          </a:p>
          <a:p>
            <a:r>
              <a:t>          "raw_mean": 1.8139722580645161,</a:t>
            </a:r>
          </a:p>
          <a:p>
            <a:r>
              <a:t>          "value": 4.470528215686117,</a:t>
            </a:r>
          </a:p>
          <a:p>
            <a:r>
              <a:t>          "prior_start": "2024-12-01",</a:t>
            </a:r>
          </a:p>
          <a:p>
            <a:r>
              <a:t>          "prior_end": "2024-12-31",</a:t>
            </a:r>
          </a:p>
          <a:p>
            <a:r>
              <a:t>          "prior_days": 31,</a:t>
            </a:r>
          </a:p>
          <a:p>
            <a:r>
              <a:t>          "prior_raw_mean": 4.8706680645161295,</a:t>
            </a:r>
          </a:p>
          <a:p>
            <a:r>
              <a:t>          "prior_value": 12.00374422202779,</a:t>
            </a:r>
          </a:p>
          <a:p>
            <a:r>
              <a:t>          "yoy_fraction": -0.6275721863947787,</a:t>
            </a:r>
          </a:p>
          <a:p>
            <a:r>
              <a:t>          "yoy_pct": -62.75721863947788,</a:t>
            </a:r>
          </a:p>
          <a:p>
            <a:r>
              <a:t>          "value_label": "4.5",</a:t>
            </a:r>
          </a:p>
          <a:p>
            <a:r>
              <a:t>          "yoy_label": "(-62.8%)",</a:t>
            </a:r>
          </a:p>
          <a:p>
            <a:r>
              <a:t>          "label": "4.5\n(-62.8%)"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"NV_XC17",</a:t>
            </a:r>
          </a:p>
          <a:p>
            <a:r>
              <a:t>          "month": "2026-01",</a:t>
            </a:r>
          </a:p>
          <a:p>
            <a:r>
              <a:t>          "start": "2026-01-01",</a:t>
            </a:r>
          </a:p>
          <a:p>
            <a:r>
              <a:t>          "end": "2026-01-31",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47.64564,</a:t>
            </a:r>
          </a:p>
          <a:p>
            <a:r>
              <a:t>          "raw_mean": 1.536956129032258,</a:t>
            </a:r>
          </a:p>
          <a:p>
            <a:r>
              <a:t>          "value": 3.787822945231638,</a:t>
            </a:r>
          </a:p>
          <a:p>
            <a:r>
              <a:t>          "prior_start": "2025-01-01",</a:t>
            </a:r>
          </a:p>
          <a:p>
            <a:r>
              <a:t>          "prior_end": "2025-01-31",</a:t>
            </a:r>
          </a:p>
          <a:p>
            <a:r>
              <a:t>          "prior_days": 31,</a:t>
            </a:r>
          </a:p>
          <a:p>
            <a:r>
              <a:t>          "prior_raw_mean": 2.0361290322580645,</a:t>
            </a:r>
          </a:p>
          <a:p>
            <a:r>
              <a:t>          "prior_value": 5.018032800126539,</a:t>
            </a:r>
          </a:p>
          <a:p>
            <a:r>
              <a:t>          "yoy_fraction": -0.2451577946768062,</a:t>
            </a:r>
          </a:p>
          <a:p>
            <a:r>
              <a:t>          "yoy_pct": -24.51577946768062,</a:t>
            </a:r>
          </a:p>
          <a:p>
            <a:r>
              <a:t>          "value_label": "3.8",</a:t>
            </a:r>
          </a:p>
          <a:p>
            <a:r>
              <a:t>          "yoy_label": "(-24.5%)",</a:t>
            </a:r>
          </a:p>
          <a:p>
            <a:r>
              <a:t>          "label": "3.8\n(-24.5%)"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"NV_XC17",</a:t>
            </a:r>
          </a:p>
          <a:p>
            <a:r>
              <a:t>          "month": "2026-02",</a:t>
            </a:r>
          </a:p>
          <a:p>
            <a:r>
              <a:t>          "start": "2026-02-01",</a:t>
            </a:r>
          </a:p>
          <a:p>
            <a:r>
              <a:t>          "end": "2026-02-28",</a:t>
            </a:r>
          </a:p>
          <a:p>
            <a:r>
              <a:t>          "days": 28,</a:t>
            </a:r>
          </a:p>
          <a:p>
            <a:r>
              <a:t>          "partial": false,</a:t>
            </a:r>
          </a:p>
          <a:p>
            <a:r>
              <a:t>          "raw_sum": 39.04413,</a:t>
            </a:r>
          </a:p>
          <a:p>
            <a:r>
              <a:t>          "raw_mean": 1.3944332142857143,</a:t>
            </a:r>
          </a:p>
          <a:p>
            <a:r>
              <a:t>          "value": 3.4365757258082916,</a:t>
            </a:r>
          </a:p>
          <a:p>
            <a:r>
              <a:t>          "prior_start": "2025-02-01",</a:t>
            </a:r>
          </a:p>
          <a:p>
            <a:r>
              <a:t>          "prior_end": "2025-02-28",</a:t>
            </a:r>
          </a:p>
          <a:p>
            <a:r>
              <a:t>          "prior_days": 28,</a:t>
            </a:r>
          </a:p>
          <a:p>
            <a:r>
              <a:t>          "prior_raw_mean": 1.609272142857143,</a:t>
            </a:r>
          </a:p>
          <a:p>
            <a:r>
              <a:t>          "prior_value": 3.9660455055893378,</a:t>
            </a:r>
          </a:p>
          <a:p>
            <a:r>
              <a:t>          "yoy_fraction": -0.13350068198533416,</a:t>
            </a:r>
          </a:p>
          <a:p>
            <a:r>
              <a:t>          "yoy_pct": -13.350068198533416,</a:t>
            </a:r>
          </a:p>
          <a:p>
            <a:r>
              <a:t>          "value_label": "3.4",</a:t>
            </a:r>
          </a:p>
          <a:p>
            <a:r>
              <a:t>          "yoy_label": "(-13.4%)",</a:t>
            </a:r>
          </a:p>
          <a:p>
            <a:r>
              <a:t>          "label": "3.4\n(-13.4%)"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"NV_XC17",</a:t>
            </a:r>
          </a:p>
          <a:p>
            <a:r>
              <a:t>          "month": "2026-03",</a:t>
            </a:r>
          </a:p>
          <a:p>
            <a:r>
              <a:t>          "start": "2026-03-01",</a:t>
            </a:r>
          </a:p>
          <a:p>
            <a:r>
              <a:t>          "end": "2026-03-31",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39.26898,</a:t>
            </a:r>
          </a:p>
          <a:p>
            <a:r>
              <a:t>          "raw_mean": 1.2667412903225805,</a:t>
            </a:r>
          </a:p>
          <a:p>
            <a:r>
              <a:t>          "value": 3.1218794307273927,</a:t>
            </a:r>
          </a:p>
          <a:p>
            <a:r>
              <a:t>          "prior_start": "2025-03-01",</a:t>
            </a:r>
          </a:p>
          <a:p>
            <a:r>
              <a:t>          "prior_end": "2025-03-31",</a:t>
            </a:r>
          </a:p>
          <a:p>
            <a:r>
              <a:t>          "prior_days": 31,</a:t>
            </a:r>
          </a:p>
          <a:p>
            <a:r>
              <a:t>          "prior_raw_mean": 3.839225806451613,</a:t>
            </a:r>
          </a:p>
          <a:p>
            <a:r>
              <a:t>          "prior_value": 9.461758424269012,</a:t>
            </a:r>
          </a:p>
          <a:p>
            <a:r>
              <a:t>          "yoy_fraction": -0.6700529340592861,</a:t>
            </a:r>
          </a:p>
          <a:p>
            <a:r>
              <a:t>          "yoy_pct": -67.00529340592861,</a:t>
            </a:r>
          </a:p>
          <a:p>
            <a:r>
              <a:t>          "value_label": "3.1",</a:t>
            </a:r>
          </a:p>
          <a:p>
            <a:r>
              <a:t>          "yoy_label": "(-67.0%)",</a:t>
            </a:r>
          </a:p>
          <a:p>
            <a:r>
              <a:t>          "label": "3.1\n(-67.0%)"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"NV_XC17",</a:t>
            </a:r>
          </a:p>
          <a:p>
            <a:r>
              <a:t>          "month": "2026-04",</a:t>
            </a:r>
          </a:p>
          <a:p>
            <a:r>
              <a:t>          "start": "2026-04-01",</a:t>
            </a:r>
          </a:p>
          <a:p>
            <a:r>
              <a:t>          "end": "2026-04-30",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29.36036,</a:t>
            </a:r>
          </a:p>
          <a:p>
            <a:r>
              <a:t>          "raw_mean": 0.9786786666666667,</a:t>
            </a:r>
          </a:p>
          <a:p>
            <a:r>
              <a:t>          "value": 2.411950113333978,</a:t>
            </a:r>
          </a:p>
          <a:p>
            <a:r>
              <a:t>          "prior_start": "2025-04-01",</a:t>
            </a:r>
          </a:p>
          <a:p>
            <a:r>
              <a:t>          "prior_end": "2025-04-30",</a:t>
            </a:r>
          </a:p>
          <a:p>
            <a:r>
              <a:t>          "prior_days": 30,</a:t>
            </a:r>
          </a:p>
          <a:p>
            <a:r>
              <a:t>          "prior_raw_mean": 6.563593666666667,</a:t>
            </a:r>
          </a:p>
          <a:p>
            <a:r>
              <a:t>          "prior_value": 16.17595338224209,</a:t>
            </a:r>
          </a:p>
          <a:p>
            <a:r>
              <a:t>          "yoy_fraction": -0.8508928619946563,</a:t>
            </a:r>
          </a:p>
          <a:p>
            <a:r>
              <a:t>          "yoy_pct": -85.08928619946563,</a:t>
            </a:r>
          </a:p>
          <a:p>
            <a:r>
              <a:t>          "value_label": "2.4",</a:t>
            </a:r>
          </a:p>
          <a:p>
            <a:r>
              <a:t>          "yoy_label": "(-85.1%)",</a:t>
            </a:r>
          </a:p>
          <a:p>
            <a:r>
              <a:t>          "label": "2.4\n(-85.1%)"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"NV_XC17",</a:t>
            </a:r>
          </a:p>
          <a:p>
            <a:r>
              <a:t>          "month": "2026-05",</a:t>
            </a:r>
          </a:p>
          <a:p>
            <a:r>
              <a:t>          "start": "2026-05-01",</a:t>
            </a:r>
          </a:p>
          <a:p>
            <a:r>
              <a:t>          "end": "2026-05-31",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27.06941,</a:t>
            </a:r>
          </a:p>
          <a:p>
            <a:r>
              <a:t>          "raw_mean": 0.8732067741935484,</a:t>
            </a:r>
          </a:p>
          <a:p>
            <a:r>
              <a:t>          "value": 2.1520150072888677,</a:t>
            </a:r>
          </a:p>
          <a:p>
            <a:r>
              <a:t>          "prior_start": "2025-05-01",</a:t>
            </a:r>
          </a:p>
          <a:p>
            <a:r>
              <a:t>          "prior_end": "2025-05-31",</a:t>
            </a:r>
          </a:p>
          <a:p>
            <a:r>
              <a:t>          "prior_days": 31,</a:t>
            </a:r>
          </a:p>
          <a:p>
            <a:r>
              <a:t>          "prior_raw_mean": 12.248992580645162,</a:t>
            </a:r>
          </a:p>
          <a:p>
            <a:r>
              <a:t>          "prior_value": 30.1875989018331,</a:t>
            </a:r>
          </a:p>
          <a:p>
            <a:r>
              <a:t>          "yoy_fraction": -0.9287119517426015,</a:t>
            </a:r>
          </a:p>
          <a:p>
            <a:r>
              <a:t>          "yoy_pct": -92.87119517426015,</a:t>
            </a:r>
          </a:p>
          <a:p>
            <a:r>
              <a:t>          "value_label": "2.2",</a:t>
            </a:r>
          </a:p>
          <a:p>
            <a:r>
              <a:t>          "yoy_label": "(-92.9%)",</a:t>
            </a:r>
          </a:p>
          <a:p>
            <a:r>
              <a:t>          "label": "2.2\n(-92.9%)"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"NV_XC17",</a:t>
            </a:r>
          </a:p>
          <a:p>
            <a:r>
              <a:t>          "month": "2026-06",</a:t>
            </a:r>
          </a:p>
          <a:p>
            <a:r>
              <a:t>          "start": "2026-06-01",</a:t>
            </a:r>
          </a:p>
          <a:p>
            <a:r>
              <a:t>          "end": "2026-06-30",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26.74615,</a:t>
            </a:r>
          </a:p>
          <a:p>
            <a:r>
              <a:t>          "raw_mean": 0.8915383333333333,</a:t>
            </a:r>
          </a:p>
          <a:p>
            <a:r>
              <a:t>          "value": 2.1971930699673834,</a:t>
            </a:r>
          </a:p>
          <a:p>
            <a:r>
              <a:t>          "prior_start": "2025-06-01",</a:t>
            </a:r>
          </a:p>
          <a:p>
            <a:r>
              <a:t>          "prior_end": "2025-06-30",</a:t>
            </a:r>
          </a:p>
          <a:p>
            <a:r>
              <a:t>          "prior_days": 30,</a:t>
            </a:r>
          </a:p>
          <a:p>
            <a:r>
              <a:t>          "prior_raw_mean": 12.044970333333334,</a:t>
            </a:r>
          </a:p>
          <a:p>
            <a:r>
              <a:t>          "prior_value": 29.684786794767906,</a:t>
            </a:r>
          </a:p>
          <a:p>
            <a:r>
              <a:t>          "yoy_fraction": -0.9259825214458117,</a:t>
            </a:r>
          </a:p>
          <a:p>
            <a:r>
              <a:t>          "yoy_pct": -92.59825214458117,</a:t>
            </a:r>
          </a:p>
          <a:p>
            <a:r>
              <a:t>          "value_label": "2.2",</a:t>
            </a:r>
          </a:p>
          <a:p>
            <a:r>
              <a:t>          "yoy_label": "(-92.6%)",</a:t>
            </a:r>
          </a:p>
          <a:p>
            <a:r>
              <a:t>          "label": "2.2\n(-92.6%)"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"NV_XC17",</a:t>
            </a:r>
          </a:p>
          <a:p>
            <a:r>
              <a:t>          "month": "2026-07",</a:t>
            </a:r>
          </a:p>
          <a:p>
            <a:r>
              <a:t>          "start": "2026-07-01",</a:t>
            </a:r>
          </a:p>
          <a:p>
            <a:r>
              <a:t>          "end": "2026-07-31",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23.82274,</a:t>
            </a:r>
          </a:p>
          <a:p>
            <a:r>
              <a:t>          "raw_mean": 0.7684754838709678,</a:t>
            </a:r>
          </a:p>
          <a:p>
            <a:r>
              <a:t>          "value": 1.8939051126249444,</a:t>
            </a:r>
          </a:p>
          <a:p>
            <a:r>
              <a:t>          "prior_start": "2025-07-01",</a:t>
            </a:r>
          </a:p>
          <a:p>
            <a:r>
              <a:t>          "prior_end": "2025-07-31",</a:t>
            </a:r>
          </a:p>
          <a:p>
            <a:r>
              <a:t>          "prior_days": 31,</a:t>
            </a:r>
          </a:p>
          <a:p>
            <a:r>
              <a:t>          "prior_raw_mean": 8.67816258064516,</a:t>
            </a:r>
          </a:p>
          <a:p>
            <a:r>
              <a:t>          "prior_value": 21.387300993500535,</a:t>
            </a:r>
          </a:p>
          <a:p>
            <a:r>
              <a:t>          "yoy_fraction": -0.9114472128483865,</a:t>
            </a:r>
          </a:p>
          <a:p>
            <a:r>
              <a:t>          "yoy_pct": -91.14472128483865,</a:t>
            </a:r>
          </a:p>
          <a:p>
            <a:r>
              <a:t>          "value_label": "1.9",</a:t>
            </a:r>
          </a:p>
          <a:p>
            <a:r>
              <a:t>          "yoy_label": "(-91.1%)",</a:t>
            </a:r>
          </a:p>
          <a:p>
            <a:r>
              <a:t>          "label": "1.9\n(-91.1%)"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"NV_XC17",</a:t>
            </a:r>
          </a:p>
          <a:p>
            <a:r>
              <a:t>          "month": "2026-08",</a:t>
            </a:r>
          </a:p>
          <a:p>
            <a:r>
              <a:t>          "start": "2026-08-01",</a:t>
            </a:r>
          </a:p>
          <a:p>
            <a:r>
              <a:t>          "end": "2026-08-31",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24.58172,</a:t>
            </a:r>
          </a:p>
          <a:p>
            <a:r>
              <a:t>          "raw_mean": 0.7929587096774193,</a:t>
            </a:r>
          </a:p>
          <a:p>
            <a:r>
              <a:t>          "value": 1.9542439360508006,</a:t>
            </a:r>
          </a:p>
          <a:p>
            <a:r>
              <a:t>          "prior_start": "2025-08-01",</a:t>
            </a:r>
          </a:p>
          <a:p>
            <a:r>
              <a:t>          "prior_end": "2025-08-31",</a:t>
            </a:r>
          </a:p>
          <a:p>
            <a:r>
              <a:t>          "prior_days": 31,</a:t>
            </a:r>
          </a:p>
          <a:p>
            <a:r>
              <a:t>          "prior_raw_mean": 5.917071612903225,</a:t>
            </a:r>
          </a:p>
          <a:p>
            <a:r>
              <a:t>          "prior_value": 14.582602066882554,</a:t>
            </a:r>
          </a:p>
          <a:p>
            <a:r>
              <a:t>          "yoy_fraction": -0.8659879816312799,</a:t>
            </a:r>
          </a:p>
          <a:p>
            <a:r>
              <a:t>          "yoy_pct": -86.59879816312798,</a:t>
            </a:r>
          </a:p>
          <a:p>
            <a:r>
              <a:t>          "value_label": "2.0",</a:t>
            </a:r>
          </a:p>
          <a:p>
            <a:r>
              <a:t>          "yoy_label": "(-86.6%)",</a:t>
            </a:r>
          </a:p>
          <a:p>
            <a:r>
              <a:t>          "label": "2.0\n(-86.6%)"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"NV_XC17",</a:t>
            </a:r>
          </a:p>
          <a:p>
            <a:r>
              <a:t>          "month": "2026-09",</a:t>
            </a:r>
          </a:p>
          <a:p>
            <a:r>
              <a:t>          "start": "2026-09-01",</a:t>
            </a:r>
          </a:p>
          <a:p>
            <a:r>
              <a:t>          "end": "2026-09-30",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31.67941,</a:t>
            </a:r>
          </a:p>
          <a:p>
            <a:r>
              <a:t>          "raw_mean": 1.0559803333333333,</a:t>
            </a:r>
          </a:p>
          <a:p>
            <a:r>
              <a:t>          "value": 2.6024597974906825,</a:t>
            </a:r>
          </a:p>
          <a:p>
            <a:r>
              <a:t>          "prior_start": "2025-09-01",</a:t>
            </a:r>
          </a:p>
          <a:p>
            <a:r>
              <a:t>          "prior_end": "2025-09-30",</a:t>
            </a:r>
          </a:p>
          <a:p>
            <a:r>
              <a:t>          "prior_days": 30,</a:t>
            </a:r>
          </a:p>
          <a:p>
            <a:r>
              <a:t>          "prior_raw_mean": 2.7912806666666667,</a:t>
            </a:r>
          </a:p>
          <a:p>
            <a:r>
              <a:t>          "prior_value": 6.879101332865408,</a:t>
            </a:r>
          </a:p>
          <a:p>
            <a:r>
              <a:t>          "yoy_fraction": -0.6216860791020418,</a:t>
            </a:r>
          </a:p>
          <a:p>
            <a:r>
              <a:t>          "yoy_pct": -62.16860791020417,</a:t>
            </a:r>
          </a:p>
          <a:p>
            <a:r>
              <a:t>          "value_label": "2.6",</a:t>
            </a:r>
          </a:p>
          <a:p>
            <a:r>
              <a:t>          "yoy_label": "(-62.2%)",</a:t>
            </a:r>
          </a:p>
          <a:p>
            <a:r>
              <a:t>          "label": "2.6\n(-62.2%)"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"NV_XC17",</a:t>
            </a:r>
          </a:p>
          <a:p>
            <a:r>
              <a:t>          "month": "2026-10",</a:t>
            </a:r>
          </a:p>
          <a:p>
            <a:r>
              <a:t>          "start": "2026-10-01",</a:t>
            </a:r>
          </a:p>
          <a:p>
            <a:r>
              <a:t>          "end": "2026-10-19",</a:t>
            </a:r>
          </a:p>
          <a:p>
            <a:r>
              <a:t>          "days": 19,</a:t>
            </a:r>
          </a:p>
          <a:p>
            <a:r>
              <a:t>          "partial": true,</a:t>
            </a:r>
          </a:p>
          <a:p>
            <a:r>
              <a:t>          "raw_sum": 33.47844,</a:t>
            </a:r>
          </a:p>
          <a:p>
            <a:r>
              <a:t>          "raw_mean": 1.7620231578947367,</a:t>
            </a:r>
          </a:p>
          <a:p>
            <a:r>
              <a:t>          "value": 4.342499842012806,</a:t>
            </a:r>
          </a:p>
          <a:p>
            <a:r>
              <a:t>          "prior_start": "2025-10-01",</a:t>
            </a:r>
          </a:p>
          <a:p>
            <a:r>
              <a:t>          "prior_end": "2025-10-19",</a:t>
            </a:r>
          </a:p>
          <a:p>
            <a:r>
              <a:t>          "prior_days": 19,</a:t>
            </a:r>
          </a:p>
          <a:p>
            <a:r>
              <a:t>          "prior_raw_mean": 2.83315,</a:t>
            </a:r>
          </a:p>
          <a:p>
            <a:r>
              <a:t>          "prior_value": 6.982288156812953,</a:t>
            </a:r>
          </a:p>
          <a:p>
            <a:r>
              <a:t>          "yoy_fraction": -0.37806923110504675,</a:t>
            </a:r>
          </a:p>
          <a:p>
            <a:r>
              <a:t>          "yoy_pct": -37.80692311050468,</a:t>
            </a:r>
          </a:p>
          <a:p>
            <a:r>
              <a:t>          "value_label": "4.3",</a:t>
            </a:r>
          </a:p>
          <a:p>
            <a:r>
              <a:t>          "yoy_label": "(-37.8%)",</a:t>
            </a:r>
          </a:p>
          <a:p>
            <a:r>
              <a:t>          "label": "4.3\n(-37.8%)"</a:t>
            </a:r>
          </a:p>
          <a:p>
            <a:r>
              <a:t>        }</a:t>
            </a:r>
          </a:p>
          <a:p>
            <a:r>
              <a:t>      ]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"NV_XB01",</a:t>
            </a:r>
          </a:p>
          <a:p>
            <a:r>
              <a:t>      "label": "버거 치즈",</a:t>
            </a:r>
          </a:p>
          <a:p>
            <a:r>
              <a:t>      "points": [</a:t>
            </a:r>
          </a:p>
          <a:p>
            <a:r>
              <a:t>        {</a:t>
            </a:r>
          </a:p>
          <a:p>
            <a:r>
              <a:t>          "group_id": "NV_XB01",</a:t>
            </a:r>
          </a:p>
          <a:p>
            <a:r>
              <a:t>          "month": "2025-01",</a:t>
            </a:r>
          </a:p>
          <a:p>
            <a:r>
              <a:t>          "start": "2025-01-01",</a:t>
            </a:r>
          </a:p>
          <a:p>
            <a:r>
              <a:t>          "end": "2025-01-31",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207.53666,</a:t>
            </a:r>
          </a:p>
          <a:p>
            <a:r>
              <a:t>          "raw_mean": 6.694730967741936,</a:t>
            </a:r>
          </a:p>
          <a:p>
            <a:r>
              <a:t>          "value": 26.994882934443286,</a:t>
            </a:r>
          </a:p>
          <a:p>
            <a:r>
              <a:t>          "prior_start": "2024-01-01",</a:t>
            </a:r>
          </a:p>
          <a:p>
            <a:r>
              <a:t>          "prior_end": "2024-01-31",</a:t>
            </a:r>
          </a:p>
          <a:p>
            <a:r>
              <a:t>          "prior_days": 31,</a:t>
            </a:r>
          </a:p>
          <a:p>
            <a:r>
              <a:t>          "prior_raw_mean": 5.733554516129033,</a:t>
            </a:r>
          </a:p>
          <a:p>
            <a:r>
              <a:t>          "prior_value": 23.119171436004162,</a:t>
            </a:r>
          </a:p>
          <a:p>
            <a:r>
              <a:t>          "yoy_fraction": 0.16764058820911565,</a:t>
            </a:r>
          </a:p>
          <a:p>
            <a:r>
              <a:t>          "yoy_pct": 16.764058820911565,</a:t>
            </a:r>
          </a:p>
          <a:p>
            <a:r>
              <a:t>          "value_label": "27.0",</a:t>
            </a:r>
          </a:p>
          <a:p>
            <a:r>
              <a:t>          "yoy_label": "(+16.8%)",</a:t>
            </a:r>
          </a:p>
          <a:p>
            <a:r>
              <a:t>          "label": "27.0\n(+16.8%)"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"NV_XB01",</a:t>
            </a:r>
          </a:p>
          <a:p>
            <a:r>
              <a:t>          "month": "2025-02",</a:t>
            </a:r>
          </a:p>
          <a:p>
            <a:r>
              <a:t>          "start": "2025-02-01",</a:t>
            </a:r>
          </a:p>
          <a:p>
            <a:r>
              <a:t>          "end": "2025-02-28",</a:t>
            </a:r>
          </a:p>
          <a:p>
            <a:r>
              <a:t>          "days": 28,</a:t>
            </a:r>
          </a:p>
          <a:p>
            <a:r>
              <a:t>          "partial": false,</a:t>
            </a:r>
          </a:p>
          <a:p>
            <a:r>
              <a:t>          "raw_sum": 208.35075,</a:t>
            </a:r>
          </a:p>
          <a:p>
            <a:r>
              <a:t>          "raw_mean": 7.441098214285715,</a:t>
            </a:r>
          </a:p>
          <a:p>
            <a:r>
              <a:t>          "value": 30.00442828341014,</a:t>
            </a:r>
          </a:p>
          <a:p>
            <a:r>
              <a:t>          "prior_start": "2024-02-01",</a:t>
            </a:r>
          </a:p>
          <a:p>
            <a:r>
              <a:t>          "prior_end": "2024-02-29",</a:t>
            </a:r>
          </a:p>
          <a:p>
            <a:r>
              <a:t>          "prior_days": 29,</a:t>
            </a:r>
          </a:p>
          <a:p>
            <a:r>
              <a:t>          "prior_raw_mean": 6.15801172413793,</a:t>
            </a:r>
          </a:p>
          <a:p>
            <a:r>
              <a:t>          "prior_value": 24.830692436040042,</a:t>
            </a:r>
          </a:p>
          <a:p>
            <a:r>
              <a:t>          "yoy_fraction": 0.20836051433913205,</a:t>
            </a:r>
          </a:p>
          <a:p>
            <a:r>
              <a:t>          "yoy_pct": 20.836051433913205,</a:t>
            </a:r>
          </a:p>
          <a:p>
            <a:r>
              <a:t>          "value_label": "30.0",</a:t>
            </a:r>
          </a:p>
          <a:p>
            <a:r>
              <a:t>          "yoy_label": "(+20.8%)",</a:t>
            </a:r>
          </a:p>
          <a:p>
            <a:r>
              <a:t>          "label": "30.0\n(+20.8%)"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"NV_XB01",</a:t>
            </a:r>
          </a:p>
          <a:p>
            <a:r>
              <a:t>          "month": "2025-03",</a:t>
            </a:r>
          </a:p>
          <a:p>
            <a:r>
              <a:t>          "start": "2025-03-01",</a:t>
            </a:r>
          </a:p>
          <a:p>
            <a:r>
              <a:t>          "end": "2025-03-31",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183.92969,</a:t>
            </a:r>
          </a:p>
          <a:p>
            <a:r>
              <a:t>          "raw_mean": 5.933215806451613,</a:t>
            </a:r>
          </a:p>
          <a:p>
            <a:r>
              <a:t>          "value": 23.924257284079083,</a:t>
            </a:r>
          </a:p>
          <a:p>
            <a:r>
              <a:t>          "prior_start": "2024-03-01",</a:t>
            </a:r>
          </a:p>
          <a:p>
            <a:r>
              <a:t>          "prior_end": "2024-03-31",</a:t>
            </a:r>
          </a:p>
          <a:p>
            <a:r>
              <a:t>          "prior_days": 31,</a:t>
            </a:r>
          </a:p>
          <a:p>
            <a:r>
              <a:t>          "prior_raw_mean": 6.048212258064516,</a:t>
            </a:r>
          </a:p>
          <a:p>
            <a:r>
              <a:t>          "prior_value": 24.38795265348595,</a:t>
            </a:r>
          </a:p>
          <a:p>
            <a:r>
              <a:t>          "yoy_fraction": -0.019013296277684333,</a:t>
            </a:r>
          </a:p>
          <a:p>
            <a:r>
              <a:t>          "yoy_pct": -1.9013296277684333,</a:t>
            </a:r>
          </a:p>
          <a:p>
            <a:r>
              <a:t>          "value_label": "23.9",</a:t>
            </a:r>
          </a:p>
          <a:p>
            <a:r>
              <a:t>          "yoy_label": "(-1.9%)",</a:t>
            </a:r>
          </a:p>
          <a:p>
            <a:r>
              <a:t>          "label": "23.9\n(-1.9%)"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"NV_XB01",</a:t>
            </a:r>
          </a:p>
          <a:p>
            <a:r>
              <a:t>          "month": "2025-04",</a:t>
            </a:r>
          </a:p>
          <a:p>
            <a:r>
              <a:t>          "start": "2025-04-01",</a:t>
            </a:r>
          </a:p>
          <a:p>
            <a:r>
              <a:t>          "end": "2025-04-30",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175.34022,</a:t>
            </a:r>
          </a:p>
          <a:p>
            <a:r>
              <a:t>          "raw_mean": 5.8446739999999995,</a:t>
            </a:r>
          </a:p>
          <a:p>
            <a:r>
              <a:t>          "value": 23.567233870967744,</a:t>
            </a:r>
          </a:p>
          <a:p>
            <a:r>
              <a:t>          "prior_start": "2024-04-01",</a:t>
            </a:r>
          </a:p>
          <a:p>
            <a:r>
              <a:t>          "prior_end": "2024-04-30",</a:t>
            </a:r>
          </a:p>
          <a:p>
            <a:r>
              <a:t>          "prior_days": 30,</a:t>
            </a:r>
          </a:p>
          <a:p>
            <a:r>
              <a:t>          "prior_raw_mean": 6.508065666666667,</a:t>
            </a:r>
          </a:p>
          <a:p>
            <a:r>
              <a:t>          "prior_value": 26.242200268817204,</a:t>
            </a:r>
          </a:p>
          <a:p>
            <a:r>
              <a:t>          "yoy_fraction": -0.10193376967052714,</a:t>
            </a:r>
          </a:p>
          <a:p>
            <a:r>
              <a:t>          "yoy_pct": -10.193376967052714,</a:t>
            </a:r>
          </a:p>
          <a:p>
            <a:r>
              <a:t>          "value_label": "23.6",</a:t>
            </a:r>
          </a:p>
          <a:p>
            <a:r>
              <a:t>          "yoy_label": "(-10.2%)",</a:t>
            </a:r>
          </a:p>
          <a:p>
            <a:r>
              <a:t>          "label": "23.6\n(-10.2%)"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"NV_XB01",</a:t>
            </a:r>
          </a:p>
          <a:p>
            <a:r>
              <a:t>          "month": "2025-05",</a:t>
            </a:r>
          </a:p>
          <a:p>
            <a:r>
              <a:t>          "start": "2025-05-01",</a:t>
            </a:r>
          </a:p>
          <a:p>
            <a:r>
              <a:t>          "end": "2025-05-31",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182.32966,</a:t>
            </a:r>
          </a:p>
          <a:p>
            <a:r>
              <a:t>          "raw_mean": 5.881601935483871,</a:t>
            </a:r>
          </a:p>
          <a:p>
            <a:r>
              <a:t>          "value": 23.71613683662851,</a:t>
            </a:r>
          </a:p>
          <a:p>
            <a:r>
              <a:t>          "prior_start": "2024-05-01",</a:t>
            </a:r>
          </a:p>
          <a:p>
            <a:r>
              <a:t>          "prior_end": "2024-05-31",</a:t>
            </a:r>
          </a:p>
          <a:p>
            <a:r>
              <a:t>          "prior_days": 31,</a:t>
            </a:r>
          </a:p>
          <a:p>
            <a:r>
              <a:t>          "prior_raw_mean": 5.818670645161291,</a:t>
            </a:r>
          </a:p>
          <a:p>
            <a:r>
              <a:t>          "prior_value": 23.46238163371488,</a:t>
            </a:r>
          </a:p>
          <a:p>
            <a:r>
              <a:t>          "yoy_fraction": 0.01081540684467397,</a:t>
            </a:r>
          </a:p>
          <a:p>
            <a:r>
              <a:t>          "yoy_pct": 1.081540684467397,</a:t>
            </a:r>
          </a:p>
          <a:p>
            <a:r>
              <a:t>          "value_label": "23.7",</a:t>
            </a:r>
          </a:p>
          <a:p>
            <a:r>
              <a:t>          "yoy_label": "(+1.1%)",</a:t>
            </a:r>
          </a:p>
          <a:p>
            <a:r>
              <a:t>          "label": "23.7\n(+1.1%)"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"NV_XB01",</a:t>
            </a:r>
          </a:p>
          <a:p>
            <a:r>
              <a:t>          "month": "2025-06",</a:t>
            </a:r>
          </a:p>
          <a:p>
            <a:r>
              <a:t>          "start": "2025-06-01",</a:t>
            </a:r>
          </a:p>
          <a:p>
            <a:r>
              <a:t>          "end": "2025-06-30",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193.10861,</a:t>
            </a:r>
          </a:p>
          <a:p>
            <a:r>
              <a:t>          "raw_mean": 6.436953666666667,</a:t>
            </a:r>
          </a:p>
          <a:p>
            <a:r>
              <a:t>          "value": 25.955458333333333,</a:t>
            </a:r>
          </a:p>
          <a:p>
            <a:r>
              <a:t>          "prior_start": "2024-06-01",</a:t>
            </a:r>
          </a:p>
          <a:p>
            <a:r>
              <a:t>          "prior_end": "2024-06-30",</a:t>
            </a:r>
          </a:p>
          <a:p>
            <a:r>
              <a:t>          "prior_days": 30,</a:t>
            </a:r>
          </a:p>
          <a:p>
            <a:r>
              <a:t>          "prior_raw_mean": 5.967713666666667,</a:t>
            </a:r>
          </a:p>
          <a:p>
            <a:r>
              <a:t>          "prior_value": 24.063361559139782,</a:t>
            </a:r>
          </a:p>
          <a:p>
            <a:r>
              <a:t>          "yoy_fraction": 0.07862977786970471,</a:t>
            </a:r>
          </a:p>
          <a:p>
            <a:r>
              <a:t>          "yoy_pct": 7.862977786970471,</a:t>
            </a:r>
          </a:p>
          <a:p>
            <a:r>
              <a:t>          "value_label": "26.0",</a:t>
            </a:r>
          </a:p>
          <a:p>
            <a:r>
              <a:t>          "yoy_label": "(+7.9%)",</a:t>
            </a:r>
          </a:p>
          <a:p>
            <a:r>
              <a:t>          "label": "26.0\n(+7.9%)"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"NV_XB01",</a:t>
            </a:r>
          </a:p>
          <a:p>
            <a:r>
              <a:t>          "month": "2025-07",</a:t>
            </a:r>
          </a:p>
          <a:p>
            <a:r>
              <a:t>          "start": "2025-07-01",</a:t>
            </a:r>
          </a:p>
          <a:p>
            <a:r>
              <a:t>          "end": "2025-07-31",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236.64545,</a:t>
            </a:r>
          </a:p>
          <a:p>
            <a:r>
              <a:t>          "raw_mean": 7.633724193548387,</a:t>
            </a:r>
          </a:p>
          <a:p>
            <a:r>
              <a:t>          "value": 30.781145941727367,</a:t>
            </a:r>
          </a:p>
          <a:p>
            <a:r>
              <a:t>          "prior_start": "2024-07-01",</a:t>
            </a:r>
          </a:p>
          <a:p>
            <a:r>
              <a:t>          "prior_end": "2024-07-31",</a:t>
            </a:r>
          </a:p>
          <a:p>
            <a:r>
              <a:t>          "prior_days": 31,</a:t>
            </a:r>
          </a:p>
          <a:p>
            <a:r>
              <a:t>          "prior_raw_mean": 6.416294193548388,</a:t>
            </a:r>
          </a:p>
          <a:p>
            <a:r>
              <a:t>          "prior_value": 25.872154006243495,</a:t>
            </a:r>
          </a:p>
          <a:p>
            <a:r>
              <a:t>          "yoy_fraction": 0.1897403646522524,</a:t>
            </a:r>
          </a:p>
          <a:p>
            <a:r>
              <a:t>          "yoy_pct": 18.97403646522524,</a:t>
            </a:r>
          </a:p>
          <a:p>
            <a:r>
              <a:t>          "value_label": "30.8",</a:t>
            </a:r>
          </a:p>
          <a:p>
            <a:r>
              <a:t>          "yoy_label": "(+19.0%)",</a:t>
            </a:r>
          </a:p>
          <a:p>
            <a:r>
              <a:t>          "label": "30.8\n(+19.0%)"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"NV_XB01",</a:t>
            </a:r>
          </a:p>
          <a:p>
            <a:r>
              <a:t>          "month": "2025-08",</a:t>
            </a:r>
          </a:p>
          <a:p>
            <a:r>
              <a:t>          "start": "2025-08-01",</a:t>
            </a:r>
          </a:p>
          <a:p>
            <a:r>
              <a:t>          "end": "2025-08-31",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275.84549,</a:t>
            </a:r>
          </a:p>
          <a:p>
            <a:r>
              <a:t>          "raw_mean": 8.898241612903226,</a:t>
            </a:r>
          </a:p>
          <a:p>
            <a:r>
              <a:t>          "value": 35.88000650364204,</a:t>
            </a:r>
          </a:p>
          <a:p>
            <a:r>
              <a:t>          "prior_start": "2024-08-01",</a:t>
            </a:r>
          </a:p>
          <a:p>
            <a:r>
              <a:t>          "prior_end": "2024-08-31",</a:t>
            </a:r>
          </a:p>
          <a:p>
            <a:r>
              <a:t>          "prior_days": 31,</a:t>
            </a:r>
          </a:p>
          <a:p>
            <a:r>
              <a:t>          "prior_raw_mean": 6.309899032258064,</a:t>
            </a:r>
          </a:p>
          <a:p>
            <a:r>
              <a:t>          "prior_value": 25.443141259105097,</a:t>
            </a:r>
          </a:p>
          <a:p>
            <a:r>
              <a:t>          "yoy_fraction": 0.4102034862067987,</a:t>
            </a:r>
          </a:p>
          <a:p>
            <a:r>
              <a:t>          "yoy_pct": 41.02034862067987,</a:t>
            </a:r>
          </a:p>
          <a:p>
            <a:r>
              <a:t>          "value_label": "35.9",</a:t>
            </a:r>
          </a:p>
          <a:p>
            <a:r>
              <a:t>          "yoy_label": "(+41.0%)",</a:t>
            </a:r>
          </a:p>
          <a:p>
            <a:r>
              <a:t>          "label": "35.9\n(+41.0%)"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"NV_XB01",</a:t>
            </a:r>
          </a:p>
          <a:p>
            <a:r>
              <a:t>          "month": "2025-09",</a:t>
            </a:r>
          </a:p>
          <a:p>
            <a:r>
              <a:t>          "start": "2025-09-01",</a:t>
            </a:r>
          </a:p>
          <a:p>
            <a:r>
              <a:t>          "end": "2025-09-30",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210.72265,</a:t>
            </a:r>
          </a:p>
          <a:p>
            <a:r>
              <a:t>          "raw_mean": 7.024088333333333,</a:t>
            </a:r>
          </a:p>
          <a:p>
            <a:r>
              <a:t>          "value": 28.32293682795699,</a:t>
            </a:r>
          </a:p>
          <a:p>
            <a:r>
              <a:t>          "prior_start": "2024-09-01",</a:t>
            </a:r>
          </a:p>
          <a:p>
            <a:r>
              <a:t>          "prior_end": "2024-09-30",</a:t>
            </a:r>
          </a:p>
          <a:p>
            <a:r>
              <a:t>          "prior_days": 30,</a:t>
            </a:r>
          </a:p>
          <a:p>
            <a:r>
              <a:t>          "prior_raw_mean": 5.899877666666667,</a:t>
            </a:r>
          </a:p>
          <a:p>
            <a:r>
              <a:t>          "prior_value": 23.78982930107527,</a:t>
            </a:r>
          </a:p>
          <a:p>
            <a:r>
              <a:t>          "yoy_fraction": 0.1905481317041997,</a:t>
            </a:r>
          </a:p>
          <a:p>
            <a:r>
              <a:t>          "yoy_pct": 19.05481317041997,</a:t>
            </a:r>
          </a:p>
          <a:p>
            <a:r>
              <a:t>          "value_label": "28.3",</a:t>
            </a:r>
          </a:p>
          <a:p>
            <a:r>
              <a:t>          "yoy_label": "(+19.1%)",</a:t>
            </a:r>
          </a:p>
          <a:p>
            <a:r>
              <a:t>          "label": "28.3\n(+19.1%)"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"NV_XB01",</a:t>
            </a:r>
          </a:p>
          <a:p>
            <a:r>
              <a:t>          "month": "2025-10",</a:t>
            </a:r>
          </a:p>
          <a:p>
            <a:r>
              <a:t>          "start": "2025-10-01",</a:t>
            </a:r>
          </a:p>
          <a:p>
            <a:r>
              <a:t>          "end": "2025-10-31",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262.31565,</a:t>
            </a:r>
          </a:p>
          <a:p>
            <a:r>
              <a:t>          "raw_mean": 8.461795161290322,</a:t>
            </a:r>
          </a:p>
          <a:p>
            <a:r>
              <a:t>          "value": 34.120141779396455,</a:t>
            </a:r>
          </a:p>
          <a:p>
            <a:r>
              <a:t>          "prior_start": "2024-10-01",</a:t>
            </a:r>
          </a:p>
          <a:p>
            <a:r>
              <a:t>          "prior_end": "2024-10-31",</a:t>
            </a:r>
          </a:p>
          <a:p>
            <a:r>
              <a:t>          "prior_days": 31,</a:t>
            </a:r>
          </a:p>
          <a:p>
            <a:r>
              <a:t>          "prior_raw_mean": 6.0337241935483865,</a:t>
            </a:r>
          </a:p>
          <a:p>
            <a:r>
              <a:t>          "prior_value": 24.329533038501562,</a:t>
            </a:r>
          </a:p>
          <a:p>
            <a:r>
              <a:t>          "yoy_fraction": 0.40241663189347787,</a:t>
            </a:r>
          </a:p>
          <a:p>
            <a:r>
              <a:t>          "yoy_pct": 40.24166318934779,</a:t>
            </a:r>
          </a:p>
          <a:p>
            <a:r>
              <a:t>          "value_label": "34.1",</a:t>
            </a:r>
          </a:p>
          <a:p>
            <a:r>
              <a:t>          "yoy_label": "(+40.2%)",</a:t>
            </a:r>
          </a:p>
          <a:p>
            <a:r>
              <a:t>          "label": "34.1\n(+40.2%)"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"NV_XB01",</a:t>
            </a:r>
          </a:p>
          <a:p>
            <a:r>
              <a:t>          "month": "2025-11",</a:t>
            </a:r>
          </a:p>
          <a:p>
            <a:r>
              <a:t>          "start": "2025-11-01",</a:t>
            </a:r>
          </a:p>
          <a:p>
            <a:r>
              <a:t>          "end": "2025-11-30",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185.52968,</a:t>
            </a:r>
          </a:p>
          <a:p>
            <a:r>
              <a:t>          "raw_mean": 6.1843226666666675,</a:t>
            </a:r>
          </a:p>
          <a:p>
            <a:r>
              <a:t>          "value": 24.93678494623656,</a:t>
            </a:r>
          </a:p>
          <a:p>
            <a:r>
              <a:t>          "prior_start": "2024-11-01",</a:t>
            </a:r>
          </a:p>
          <a:p>
            <a:r>
              <a:t>          "prior_end": "2024-11-30",</a:t>
            </a:r>
          </a:p>
          <a:p>
            <a:r>
              <a:t>          "prior_days": 30,</a:t>
            </a:r>
          </a:p>
          <a:p>
            <a:r>
              <a:t>          "prior_raw_mean": 5.760463666666666,</a:t>
            </a:r>
          </a:p>
          <a:p>
            <a:r>
              <a:t>          "prior_value": 23.227676075268814,</a:t>
            </a:r>
          </a:p>
          <a:p>
            <a:r>
              <a:t>          "yoy_fraction": 0.07358070886770651,</a:t>
            </a:r>
          </a:p>
          <a:p>
            <a:r>
              <a:t>          "yoy_pct": 7.358070886770651,</a:t>
            </a:r>
          </a:p>
          <a:p>
            <a:r>
              <a:t>          "value_label": "24.9",</a:t>
            </a:r>
          </a:p>
          <a:p>
            <a:r>
              <a:t>          "yoy_label": "(+7.4%)",</a:t>
            </a:r>
          </a:p>
          <a:p>
            <a:r>
              <a:t>          "label": "24.9\n(+7.4%)"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"NV_XB01",</a:t>
            </a:r>
          </a:p>
          <a:p>
            <a:r>
              <a:t>          "month": "2025-12",</a:t>
            </a:r>
          </a:p>
          <a:p>
            <a:r>
              <a:t>          "start": "2025-12-01",</a:t>
            </a:r>
          </a:p>
          <a:p>
            <a:r>
              <a:t>          "end": "2025-12-31",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206.41389,</a:t>
            </a:r>
          </a:p>
          <a:p>
            <a:r>
              <a:t>          "raw_mean": 6.658512580645161,</a:t>
            </a:r>
          </a:p>
          <a:p>
            <a:r>
              <a:t>          "value": 26.848841050988554,</a:t>
            </a:r>
          </a:p>
          <a:p>
            <a:r>
              <a:t>          "prior_start": "2024-12-01",</a:t>
            </a:r>
          </a:p>
          <a:p>
            <a:r>
              <a:t>          "prior_end": "2024-12-31",</a:t>
            </a:r>
          </a:p>
          <a:p>
            <a:r>
              <a:t>          "prior_days": 31,</a:t>
            </a:r>
          </a:p>
          <a:p>
            <a:r>
              <a:t>          "prior_raw_mean": 6.374189677419355,</a:t>
            </a:r>
          </a:p>
          <a:p>
            <a:r>
              <a:t>          "prior_value": 25.702377731529655,</a:t>
            </a:r>
          </a:p>
          <a:p>
            <a:r>
              <a:t>          "yoy_fraction": 0.04460534085344592,</a:t>
            </a:r>
          </a:p>
          <a:p>
            <a:r>
              <a:t>          "yoy_pct": 4.460534085344592,</a:t>
            </a:r>
          </a:p>
          <a:p>
            <a:r>
              <a:t>          "value_label": "26.8",</a:t>
            </a:r>
          </a:p>
          <a:p>
            <a:r>
              <a:t>          "yoy_label": "(+4.5%)",</a:t>
            </a:r>
          </a:p>
          <a:p>
            <a:r>
              <a:t>          "label": "26.8\n(+4.5%)"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"NV_XB01",</a:t>
            </a:r>
          </a:p>
          <a:p>
            <a:r>
              <a:t>          "month": "2026-01",</a:t>
            </a:r>
          </a:p>
          <a:p>
            <a:r>
              <a:t>          "start": "2026-01-01",</a:t>
            </a:r>
          </a:p>
          <a:p>
            <a:r>
              <a:t>          "end": "2026-01-31",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167.99986,</a:t>
            </a:r>
          </a:p>
          <a:p>
            <a:r>
              <a:t>          "raw_mean": 5.419350322580645,</a:t>
            </a:r>
          </a:p>
          <a:p>
            <a:r>
              <a:t>          "value": 21.852219042663894,</a:t>
            </a:r>
          </a:p>
          <a:p>
            <a:r>
              <a:t>          "prior_start": "2025-01-01",</a:t>
            </a:r>
          </a:p>
          <a:p>
            <a:r>
              <a:t>          "prior_end": "2025-01-31",</a:t>
            </a:r>
          </a:p>
          <a:p>
            <a:r>
              <a:t>          "prior_days": 31,</a:t>
            </a:r>
          </a:p>
          <a:p>
            <a:r>
              <a:t>          "prior_raw_mean": 6.694730967741936,</a:t>
            </a:r>
          </a:p>
          <a:p>
            <a:r>
              <a:t>          "prior_value": 26.994882934443286,</a:t>
            </a:r>
          </a:p>
          <a:p>
            <a:r>
              <a:t>          "yoy_fraction": -0.19050513774289313,</a:t>
            </a:r>
          </a:p>
          <a:p>
            <a:r>
              <a:t>          "yoy_pct": -19.050513774289314,</a:t>
            </a:r>
          </a:p>
          <a:p>
            <a:r>
              <a:t>          "value_label": "21.9",</a:t>
            </a:r>
          </a:p>
          <a:p>
            <a:r>
              <a:t>          "yoy_label": "(-19.1%)",</a:t>
            </a:r>
          </a:p>
          <a:p>
            <a:r>
              <a:t>          "label": "21.9\n(-19.1%)"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"NV_XB01",</a:t>
            </a:r>
          </a:p>
          <a:p>
            <a:r>
              <a:t>          "month": "2026-02",</a:t>
            </a:r>
          </a:p>
          <a:p>
            <a:r>
              <a:t>          "start": "2026-02-01",</a:t>
            </a:r>
          </a:p>
          <a:p>
            <a:r>
              <a:t>          "end": "2026-02-28",</a:t>
            </a:r>
          </a:p>
          <a:p>
            <a:r>
              <a:t>          "days": 28,</a:t>
            </a:r>
          </a:p>
          <a:p>
            <a:r>
              <a:t>          "partial": false,</a:t>
            </a:r>
          </a:p>
          <a:p>
            <a:r>
              <a:t>          "raw_sum": 115.4244,</a:t>
            </a:r>
          </a:p>
          <a:p>
            <a:r>
              <a:t>          "raw_mean": 4.1223,</a:t>
            </a:r>
          </a:p>
          <a:p>
            <a:r>
              <a:t>          "value": 16.622177419354838,</a:t>
            </a:r>
          </a:p>
          <a:p>
            <a:r>
              <a:t>          "prior_start": "2025-02-01",</a:t>
            </a:r>
          </a:p>
          <a:p>
            <a:r>
              <a:t>          "prior_end": "2025-02-28",</a:t>
            </a:r>
          </a:p>
          <a:p>
            <a:r>
              <a:t>          "prior_days": 28,</a:t>
            </a:r>
          </a:p>
          <a:p>
            <a:r>
              <a:t>          "prior_raw_mean": 7.441098214285715,</a:t>
            </a:r>
          </a:p>
          <a:p>
            <a:r>
              <a:t>          "prior_value": 30.00442828341014,</a:t>
            </a:r>
          </a:p>
          <a:p>
            <a:r>
              <a:t>          "yoy_fraction": -0.44600919363141245,</a:t>
            </a:r>
          </a:p>
          <a:p>
            <a:r>
              <a:t>          "yoy_pct": -44.600919363141244,</a:t>
            </a:r>
          </a:p>
          <a:p>
            <a:r>
              <a:t>          "value_label": "16.6",</a:t>
            </a:r>
          </a:p>
          <a:p>
            <a:r>
              <a:t>          "yoy_label": "(-44.6%)",</a:t>
            </a:r>
          </a:p>
          <a:p>
            <a:r>
              <a:t>          "label": "16.6\n(-44.6%)"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"NV_XB01",</a:t>
            </a:r>
          </a:p>
          <a:p>
            <a:r>
              <a:t>          "month": "2026-03",</a:t>
            </a:r>
          </a:p>
          <a:p>
            <a:r>
              <a:t>          "start": "2026-03-01",</a:t>
            </a:r>
          </a:p>
          <a:p>
            <a:r>
              <a:t>          "end": "2026-03-31",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136.70163,</a:t>
            </a:r>
          </a:p>
          <a:p>
            <a:r>
              <a:t>          "raw_mean": 4.40973,</a:t>
            </a:r>
          </a:p>
          <a:p>
            <a:r>
              <a:t>          "value": 17.781169354838706,</a:t>
            </a:r>
          </a:p>
          <a:p>
            <a:r>
              <a:t>          "prior_start": "2025-03-01",</a:t>
            </a:r>
          </a:p>
          <a:p>
            <a:r>
              <a:t>          "prior_end": "2025-03-31",</a:t>
            </a:r>
          </a:p>
          <a:p>
            <a:r>
              <a:t>          "prior_days": 31,</a:t>
            </a:r>
          </a:p>
          <a:p>
            <a:r>
              <a:t>          "prior_raw_mean": 5.933215806451613,</a:t>
            </a:r>
          </a:p>
          <a:p>
            <a:r>
              <a:t>          "prior_value": 23.924257284079083,</a:t>
            </a:r>
          </a:p>
          <a:p>
            <a:r>
              <a:t>          "yoy_fraction": -0.25677235687180255,</a:t>
            </a:r>
          </a:p>
          <a:p>
            <a:r>
              <a:t>          "yoy_pct": -25.677235687180257,</a:t>
            </a:r>
          </a:p>
          <a:p>
            <a:r>
              <a:t>          "value_label": "17.8",</a:t>
            </a:r>
          </a:p>
          <a:p>
            <a:r>
              <a:t>          "yoy_label": "(-25.7%)",</a:t>
            </a:r>
          </a:p>
          <a:p>
            <a:r>
              <a:t>          "label": "17.8\n(-25.7%)"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"NV_XB01",</a:t>
            </a:r>
          </a:p>
          <a:p>
            <a:r>
              <a:t>          "month": "2026-04",</a:t>
            </a:r>
          </a:p>
          <a:p>
            <a:r>
              <a:t>          "start": "2026-04-01",</a:t>
            </a:r>
          </a:p>
          <a:p>
            <a:r>
              <a:t>          "end": "2026-04-30",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117.93670999999999,</a:t>
            </a:r>
          </a:p>
          <a:p>
            <a:r>
              <a:t>          "raw_mean": 3.9312236666666664,</a:t>
            </a:r>
          </a:p>
          <a:p>
            <a:r>
              <a:t>          "value": 15.851708333333333,</a:t>
            </a:r>
          </a:p>
          <a:p>
            <a:r>
              <a:t>          "prior_start": "2025-04-01",</a:t>
            </a:r>
          </a:p>
          <a:p>
            <a:r>
              <a:t>          "prior_end": "2025-04-30",</a:t>
            </a:r>
          </a:p>
          <a:p>
            <a:r>
              <a:t>          "prior_days": 30,</a:t>
            </a:r>
          </a:p>
          <a:p>
            <a:r>
              <a:t>          "prior_raw_mean": 5.8446739999999995,</a:t>
            </a:r>
          </a:p>
          <a:p>
            <a:r>
              <a:t>          "prior_value": 23.567233870967744,</a:t>
            </a:r>
          </a:p>
          <a:p>
            <a:r>
              <a:t>          "yoy_fraction": -0.32738358603633566,</a:t>
            </a:r>
          </a:p>
          <a:p>
            <a:r>
              <a:t>          "yoy_pct": -32.738358603633564,</a:t>
            </a:r>
          </a:p>
          <a:p>
            <a:r>
              <a:t>          "value_label": "15.9",</a:t>
            </a:r>
          </a:p>
          <a:p>
            <a:r>
              <a:t>          "yoy_label": "(-32.7%)",</a:t>
            </a:r>
          </a:p>
          <a:p>
            <a:r>
              <a:t>          "label": "15.9\n(-32.7%)"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"NV_XB01",</a:t>
            </a:r>
          </a:p>
          <a:p>
            <a:r>
              <a:t>          "month": "2026-05",</a:t>
            </a:r>
          </a:p>
          <a:p>
            <a:r>
              <a:t>          "start": "2026-05-01",</a:t>
            </a:r>
          </a:p>
          <a:p>
            <a:r>
              <a:t>          "end": "2026-05-31",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121.43144,</a:t>
            </a:r>
          </a:p>
          <a:p>
            <a:r>
              <a:t>          "raw_mean": 3.9171432258064516,</a:t>
            </a:r>
          </a:p>
          <a:p>
            <a:r>
              <a:t>          "value": 15.794932362122788,</a:t>
            </a:r>
          </a:p>
          <a:p>
            <a:r>
              <a:t>          "prior_start": "2025-05-01",</a:t>
            </a:r>
          </a:p>
          <a:p>
            <a:r>
              <a:t>          "prior_end": "2025-05-31",</a:t>
            </a:r>
          </a:p>
          <a:p>
            <a:r>
              <a:t>          "prior_days": 31,</a:t>
            </a:r>
          </a:p>
          <a:p>
            <a:r>
              <a:t>          "prior_raw_mean": 5.881601935483871,</a:t>
            </a:r>
          </a:p>
          <a:p>
            <a:r>
              <a:t>          "prior_value": 23.71613683662851,</a:t>
            </a:r>
          </a:p>
          <a:p>
            <a:r>
              <a:t>          "yoy_fraction": -0.3340006228279041,</a:t>
            </a:r>
          </a:p>
          <a:p>
            <a:r>
              <a:t>          "yoy_pct": -33.40006228279041,</a:t>
            </a:r>
          </a:p>
          <a:p>
            <a:r>
              <a:t>          "value_label": "15.8",</a:t>
            </a:r>
          </a:p>
          <a:p>
            <a:r>
              <a:t>          "yoy_label": "(-33.4%)",</a:t>
            </a:r>
          </a:p>
          <a:p>
            <a:r>
              <a:t>          "label": "15.8\n(-33.4%)"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"NV_XB01",</a:t>
            </a:r>
          </a:p>
          <a:p>
            <a:r>
              <a:t>          "month": "2026-06",</a:t>
            </a:r>
          </a:p>
          <a:p>
            <a:r>
              <a:t>          "start": "2026-06-01",</a:t>
            </a:r>
          </a:p>
          <a:p>
            <a:r>
              <a:t>          "end": "2026-06-30",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129.99287,</a:t>
            </a:r>
          </a:p>
          <a:p>
            <a:r>
              <a:t>          "raw_mean": 4.333095666666667,</a:t>
            </a:r>
          </a:p>
          <a:p>
            <a:r>
              <a:t>          "value": 17.47215994623656,</a:t>
            </a:r>
          </a:p>
          <a:p>
            <a:r>
              <a:t>          "prior_start": "2025-06-01",</a:t>
            </a:r>
          </a:p>
          <a:p>
            <a:r>
              <a:t>          "prior_end": "2025-06-30",</a:t>
            </a:r>
          </a:p>
          <a:p>
            <a:r>
              <a:t>          "prior_days": 30,</a:t>
            </a:r>
          </a:p>
          <a:p>
            <a:r>
              <a:t>          "prior_raw_mean": 6.436953666666667,</a:t>
            </a:r>
          </a:p>
          <a:p>
            <a:r>
              <a:t>          "prior_value": 25.955458333333333,</a:t>
            </a:r>
          </a:p>
          <a:p>
            <a:r>
              <a:t>          "yoy_fraction": -0.3268406312903397,</a:t>
            </a:r>
          </a:p>
          <a:p>
            <a:r>
              <a:t>          "yoy_pct": -32.684063129033966,</a:t>
            </a:r>
          </a:p>
          <a:p>
            <a:r>
              <a:t>          "value_label": "17.5",</a:t>
            </a:r>
          </a:p>
          <a:p>
            <a:r>
              <a:t>          "yoy_label": "(-32.7%)",</a:t>
            </a:r>
          </a:p>
          <a:p>
            <a:r>
              <a:t>          "label": "17.5\n(-32.7%)"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"NV_XB01",</a:t>
            </a:r>
          </a:p>
          <a:p>
            <a:r>
              <a:t>          "month": "2026-07",</a:t>
            </a:r>
          </a:p>
          <a:p>
            <a:r>
              <a:t>          "start": "2026-07-01",</a:t>
            </a:r>
          </a:p>
          <a:p>
            <a:r>
              <a:t>          "end": "2026-07-31",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118.93319,</a:t>
            </a:r>
          </a:p>
          <a:p>
            <a:r>
              <a:t>          "raw_mean": 3.836554516129032,</a:t>
            </a:r>
          </a:p>
          <a:p>
            <a:r>
              <a:t>          "value": 15.469977887617064,</a:t>
            </a:r>
          </a:p>
          <a:p>
            <a:r>
              <a:t>          "prior_start": "2025-07-01",</a:t>
            </a:r>
          </a:p>
          <a:p>
            <a:r>
              <a:t>          "prior_end": "2025-07-31",</a:t>
            </a:r>
          </a:p>
          <a:p>
            <a:r>
              <a:t>          "prior_days": 31,</a:t>
            </a:r>
          </a:p>
          <a:p>
            <a:r>
              <a:t>          "prior_raw_mean": 7.633724193548387,</a:t>
            </a:r>
          </a:p>
          <a:p>
            <a:r>
              <a:t>          "prior_value": 30.781145941727367,</a:t>
            </a:r>
          </a:p>
          <a:p>
            <a:r>
              <a:t>          "yoy_fraction": -0.49742033916139106,</a:t>
            </a:r>
          </a:p>
          <a:p>
            <a:r>
              <a:t>          "yoy_pct": -49.74203391613911,</a:t>
            </a:r>
          </a:p>
          <a:p>
            <a:r>
              <a:t>          "value_label": "15.5",</a:t>
            </a:r>
          </a:p>
          <a:p>
            <a:r>
              <a:t>          "yoy_label": "(-49.7%)",</a:t>
            </a:r>
          </a:p>
          <a:p>
            <a:r>
              <a:t>          "label": "15.5\n(-49.7%)"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"NV_XB01",</a:t>
            </a:r>
          </a:p>
          <a:p>
            <a:r>
              <a:t>          "month": "2026-08",</a:t>
            </a:r>
          </a:p>
          <a:p>
            <a:r>
              <a:t>          "start": "2026-08-01",</a:t>
            </a:r>
          </a:p>
          <a:p>
            <a:r>
              <a:t>          "end": "2026-08-31",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123.07355,</a:t>
            </a:r>
          </a:p>
          <a:p>
            <a:r>
              <a:t>          "raw_mean": 3.970114516129032,</a:t>
            </a:r>
          </a:p>
          <a:p>
            <a:r>
              <a:t>          "value": 16.008526274713837,</a:t>
            </a:r>
          </a:p>
          <a:p>
            <a:r>
              <a:t>          "prior_start": "2025-08-01",</a:t>
            </a:r>
          </a:p>
          <a:p>
            <a:r>
              <a:t>          "prior_end": "2025-08-31",</a:t>
            </a:r>
          </a:p>
          <a:p>
            <a:r>
              <a:t>          "prior_days": 31,</a:t>
            </a:r>
          </a:p>
          <a:p>
            <a:r>
              <a:t>          "prior_raw_mean": 8.898241612903226,</a:t>
            </a:r>
          </a:p>
          <a:p>
            <a:r>
              <a:t>          "prior_value": 35.88000650364204,</a:t>
            </a:r>
          </a:p>
          <a:p>
            <a:r>
              <a:t>          "yoy_fraction": -0.5538315670848925,</a:t>
            </a:r>
          </a:p>
          <a:p>
            <a:r>
              <a:t>          "yoy_pct": -55.383156708489246,</a:t>
            </a:r>
          </a:p>
          <a:p>
            <a:r>
              <a:t>          "value_label": "16.0",</a:t>
            </a:r>
          </a:p>
          <a:p>
            <a:r>
              <a:t>          "yoy_label": "(-55.4%)",</a:t>
            </a:r>
          </a:p>
          <a:p>
            <a:r>
              <a:t>          "label": "16.0\n(-55.4%)"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"NV_XB01",</a:t>
            </a:r>
          </a:p>
          <a:p>
            <a:r>
              <a:t>          "month": "2026-09",</a:t>
            </a:r>
          </a:p>
          <a:p>
            <a:r>
              <a:t>          "start": "2026-09-01",</a:t>
            </a:r>
          </a:p>
          <a:p>
            <a:r>
              <a:t>          "end": "2026-09-30",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102.98933,</a:t>
            </a:r>
          </a:p>
          <a:p>
            <a:r>
              <a:t>          "raw_mean": 3.4329776666666665,</a:t>
            </a:r>
          </a:p>
          <a:p>
            <a:r>
              <a:t>          "value": 13.84265188172043,</a:t>
            </a:r>
          </a:p>
          <a:p>
            <a:r>
              <a:t>          "prior_start": "2025-09-01",</a:t>
            </a:r>
          </a:p>
          <a:p>
            <a:r>
              <a:t>          "prior_end": "2025-09-30",</a:t>
            </a:r>
          </a:p>
          <a:p>
            <a:r>
              <a:t>          "prior_days": 30,</a:t>
            </a:r>
          </a:p>
          <a:p>
            <a:r>
              <a:t>          "prior_raw_mean": 7.024088333333333,</a:t>
            </a:r>
          </a:p>
          <a:p>
            <a:r>
              <a:t>          "prior_value": 28.32293682795699,</a:t>
            </a:r>
          </a:p>
          <a:p>
            <a:r>
              <a:t>          "yoy_fraction": -0.5112564785987648,</a:t>
            </a:r>
          </a:p>
          <a:p>
            <a:r>
              <a:t>          "yoy_pct": -51.12564785987648,</a:t>
            </a:r>
          </a:p>
          <a:p>
            <a:r>
              <a:t>          "value_label": "13.8",</a:t>
            </a:r>
          </a:p>
          <a:p>
            <a:r>
              <a:t>          "yoy_label": "(-51.1%)",</a:t>
            </a:r>
          </a:p>
          <a:p>
            <a:r>
              <a:t>          "label": "13.8\n(-51.1%)"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"NV_XB01",</a:t>
            </a:r>
          </a:p>
          <a:p>
            <a:r>
              <a:t>          "month": "2026-10",</a:t>
            </a:r>
          </a:p>
          <a:p>
            <a:r>
              <a:t>          "start": "2026-10-01",</a:t>
            </a:r>
          </a:p>
          <a:p>
            <a:r>
              <a:t>          "end": "2026-10-19",</a:t>
            </a:r>
          </a:p>
          <a:p>
            <a:r>
              <a:t>          "days": 19,</a:t>
            </a:r>
          </a:p>
          <a:p>
            <a:r>
              <a:t>          "partial": true,</a:t>
            </a:r>
          </a:p>
          <a:p>
            <a:r>
              <a:t>          "raw_sum": 68.99638,</a:t>
            </a:r>
          </a:p>
          <a:p>
            <a:r>
              <a:t>          "raw_mean": 3.6313884210526317,</a:t>
            </a:r>
          </a:p>
          <a:p>
            <a:r>
              <a:t>          "value": 14.642695246179965,</a:t>
            </a:r>
          </a:p>
          <a:p>
            <a:r>
              <a:t>          "prior_start": "2025-10-01",</a:t>
            </a:r>
          </a:p>
          <a:p>
            <a:r>
              <a:t>          "prior_end": "2025-10-19",</a:t>
            </a:r>
          </a:p>
          <a:p>
            <a:r>
              <a:t>          "prior_days": 19,</a:t>
            </a:r>
          </a:p>
          <a:p>
            <a:r>
              <a:t>          "prior_raw_mean": 8.997964210526316,</a:t>
            </a:r>
          </a:p>
          <a:p>
            <a:r>
              <a:t>          "prior_value": 36.28211375212224,</a:t>
            </a:r>
          </a:p>
          <a:p>
            <a:r>
              <a:t>          "yoy_fraction": -0.5964211085876034,</a:t>
            </a:r>
          </a:p>
          <a:p>
            <a:r>
              <a:t>          "yoy_pct": -59.64211085876035,</a:t>
            </a:r>
          </a:p>
          <a:p>
            <a:r>
              <a:t>          "value_label": "14.6",</a:t>
            </a:r>
          </a:p>
          <a:p>
            <a:r>
              <a:t>          "yoy_label": "(-59.6%)",</a:t>
            </a:r>
          </a:p>
          <a:p>
            <a:r>
              <a:t>          "label": "14.6\n(-59.6%)"</a:t>
            </a:r>
          </a:p>
          <a:p>
            <a:r>
              <a:t>        }</a:t>
            </a:r>
          </a:p>
          <a:p>
            <a:r>
              <a:t>      ]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"NV_XC14",</a:t>
            </a:r>
          </a:p>
          <a:p>
            <a:r>
              <a:t>      "label": "치킨 매운맛",</a:t>
            </a:r>
          </a:p>
          <a:p>
            <a:r>
              <a:t>      "points": [</a:t>
            </a:r>
          </a:p>
          <a:p>
            <a:r>
              <a:t>        {</a:t>
            </a:r>
          </a:p>
          <a:p>
            <a:r>
              <a:t>          "group_id": "NV_XC14",</a:t>
            </a:r>
          </a:p>
          <a:p>
            <a:r>
              <a:t>          "month": "2025-01",</a:t>
            </a:r>
          </a:p>
          <a:p>
            <a:r>
              <a:t>          "start": "2025-01-01",</a:t>
            </a:r>
          </a:p>
          <a:p>
            <a:r>
              <a:t>          "end": "2025-01-31",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27.46614,</a:t>
            </a:r>
          </a:p>
          <a:p>
            <a:r>
              <a:t>          "raw_mean": 0.8860045161290322,</a:t>
            </a:r>
          </a:p>
          <a:p>
            <a:r>
              <a:t>          "value": 8.445135646955404,</a:t>
            </a:r>
          </a:p>
          <a:p>
            <a:r>
              <a:t>          "prior_start": "2024-01-01",</a:t>
            </a:r>
          </a:p>
          <a:p>
            <a:r>
              <a:t>          "prior_end": "2024-01-31",</a:t>
            </a:r>
          </a:p>
          <a:p>
            <a:r>
              <a:t>          "prior_days": 31,</a:t>
            </a:r>
          </a:p>
          <a:p>
            <a:r>
              <a:t>          "prior_raw_mean": 0.920081935483871,</a:t>
            </a:r>
          </a:p>
          <a:p>
            <a:r>
              <a:t>          "prior_value": 8.769951631197953,</a:t>
            </a:r>
          </a:p>
          <a:p>
            <a:r>
              <a:t>          "yoy_fraction": -0.0370373746517666,</a:t>
            </a:r>
          </a:p>
          <a:p>
            <a:r>
              <a:t>          "yoy_pct": -3.7037374651766597,</a:t>
            </a:r>
          </a:p>
          <a:p>
            <a:r>
              <a:t>          "value_label": "8.4",</a:t>
            </a:r>
          </a:p>
          <a:p>
            <a:r>
              <a:t>          "yoy_label": "(-3.7%)",</a:t>
            </a:r>
          </a:p>
          <a:p>
            <a:r>
              <a:t>          "label": "8.4\n(-3.7%)"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"NV_XC14",</a:t>
            </a:r>
          </a:p>
          <a:p>
            <a:r>
              <a:t>          "month": "2025-02",</a:t>
            </a:r>
          </a:p>
          <a:p>
            <a:r>
              <a:t>          "start": "2025-02-01",</a:t>
            </a:r>
          </a:p>
          <a:p>
            <a:r>
              <a:t>          "end": "2025-02-28",</a:t>
            </a:r>
          </a:p>
          <a:p>
            <a:r>
              <a:t>          "days": 28,</a:t>
            </a:r>
          </a:p>
          <a:p>
            <a:r>
              <a:t>          "partial": false,</a:t>
            </a:r>
          </a:p>
          <a:p>
            <a:r>
              <a:t>          "raw_sum": 23.1847,</a:t>
            </a:r>
          </a:p>
          <a:p>
            <a:r>
              <a:t>          "raw_mean": 0.828025,</a:t>
            </a:r>
          </a:p>
          <a:p>
            <a:r>
              <a:t>          "value": 7.8924918742195915,</a:t>
            </a:r>
          </a:p>
          <a:p>
            <a:r>
              <a:t>          "prior_start": "2024-02-01",</a:t>
            </a:r>
          </a:p>
          <a:p>
            <a:r>
              <a:t>          "prior_end": "2024-02-29",</a:t>
            </a:r>
          </a:p>
          <a:p>
            <a:r>
              <a:t>          "prior_days": 29,</a:t>
            </a:r>
          </a:p>
          <a:p>
            <a:r>
              <a:t>          "prior_raw_mean": 0.9201268965517241,</a:t>
            </a:r>
          </a:p>
          <a:p>
            <a:r>
              <a:t>          "prior_value": 8.770380186933211,</a:t>
            </a:r>
          </a:p>
          <a:p>
            <a:r>
              <a:t>          "yoy_fraction": -0.10009695064548807,</a:t>
            </a:r>
          </a:p>
          <a:p>
            <a:r>
              <a:t>          "yoy_pct": -10.009695064548808,</a:t>
            </a:r>
          </a:p>
          <a:p>
            <a:r>
              <a:t>          "value_label": "7.9",</a:t>
            </a:r>
          </a:p>
          <a:p>
            <a:r>
              <a:t>          "yoy_label": "(-10.0%)",</a:t>
            </a:r>
          </a:p>
          <a:p>
            <a:r>
              <a:t>          "label": "7.9\n(-10.0%)"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"NV_XC14",</a:t>
            </a:r>
          </a:p>
          <a:p>
            <a:r>
              <a:t>          "month": "2025-03",</a:t>
            </a:r>
          </a:p>
          <a:p>
            <a:r>
              <a:t>          "start": "2025-03-01",</a:t>
            </a:r>
          </a:p>
          <a:p>
            <a:r>
              <a:t>          "end": "2025-03-31",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26.23093,</a:t>
            </a:r>
          </a:p>
          <a:p>
            <a:r>
              <a:t>          "raw_mean": 0.8461590322580645,</a:t>
            </a:r>
          </a:p>
          <a:p>
            <a:r>
              <a:t>          "value": 8.0653401604955,</a:t>
            </a:r>
          </a:p>
          <a:p>
            <a:r>
              <a:t>          "prior_start": "2024-03-01",</a:t>
            </a:r>
          </a:p>
          <a:p>
            <a:r>
              <a:t>          "prior_end": "2024-03-31",</a:t>
            </a:r>
          </a:p>
          <a:p>
            <a:r>
              <a:t>          "prior_days": 31,</a:t>
            </a:r>
          </a:p>
          <a:p>
            <a:r>
              <a:t>          "prior_raw_mean": 0.8549935483870967,</a:t>
            </a:r>
          </a:p>
          <a:p>
            <a:r>
              <a:t>          "prior_value": 8.149548181703857,</a:t>
            </a:r>
          </a:p>
          <a:p>
            <a:r>
              <a:t>          "yoy_fraction": -0.010332845371404442,</a:t>
            </a:r>
          </a:p>
          <a:p>
            <a:r>
              <a:t>          "yoy_pct": -1.0332845371404442,</a:t>
            </a:r>
          </a:p>
          <a:p>
            <a:r>
              <a:t>          "value_label": "8.1",</a:t>
            </a:r>
          </a:p>
          <a:p>
            <a:r>
              <a:t>          "yoy_label": "(-1.0%)",</a:t>
            </a:r>
          </a:p>
          <a:p>
            <a:r>
              <a:t>          "label": "8.1\n(-1.0%)"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"NV_XC14",</a:t>
            </a:r>
          </a:p>
          <a:p>
            <a:r>
              <a:t>          "month": "2025-04",</a:t>
            </a:r>
          </a:p>
          <a:p>
            <a:r>
              <a:t>          "start": "2025-04-01",</a:t>
            </a:r>
          </a:p>
          <a:p>
            <a:r>
              <a:t>          "end": "2025-04-30",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21.56379,</a:t>
            </a:r>
          </a:p>
          <a:p>
            <a:r>
              <a:t>          "raw_mean": 0.718793,</a:t>
            </a:r>
          </a:p>
          <a:p>
            <a:r>
              <a:t>          "value": 6.851324430718786,</a:t>
            </a:r>
          </a:p>
          <a:p>
            <a:r>
              <a:t>          "prior_start": "2024-04-01",</a:t>
            </a:r>
          </a:p>
          <a:p>
            <a:r>
              <a:t>          "prior_end": "2024-04-30",</a:t>
            </a:r>
          </a:p>
          <a:p>
            <a:r>
              <a:t>          "prior_days": 30,</a:t>
            </a:r>
          </a:p>
          <a:p>
            <a:r>
              <a:t>          "prior_raw_mean": 0.7851206666666666,</a:t>
            </a:r>
          </a:p>
          <a:p>
            <a:r>
              <a:t>          "prior_value": 7.483540330241882,</a:t>
            </a:r>
          </a:p>
          <a:p>
            <a:r>
              <a:t>          "yoy_fraction": -0.08448085687040885,</a:t>
            </a:r>
          </a:p>
          <a:p>
            <a:r>
              <a:t>          "yoy_pct": -8.448085687040885,</a:t>
            </a:r>
          </a:p>
          <a:p>
            <a:r>
              <a:t>          "value_label": "6.9",</a:t>
            </a:r>
          </a:p>
          <a:p>
            <a:r>
              <a:t>          "yoy_label": "(-8.4%)",</a:t>
            </a:r>
          </a:p>
          <a:p>
            <a:r>
              <a:t>          "label": "6.9\n(-8.4%)"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"NV_XC14",</a:t>
            </a:r>
          </a:p>
          <a:p>
            <a:r>
              <a:t>          "month": "2025-05",</a:t>
            </a:r>
          </a:p>
          <a:p>
            <a:r>
              <a:t>          "start": "2025-05-01",</a:t>
            </a:r>
          </a:p>
          <a:p>
            <a:r>
              <a:t>          "end": "2025-05-31",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21.21163,</a:t>
            </a:r>
          </a:p>
          <a:p>
            <a:r>
              <a:t>          "raw_mean": 0.684246129032258,</a:t>
            </a:r>
          </a:p>
          <a:p>
            <a:r>
              <a:t>          "value": 6.522033771146169,</a:t>
            </a:r>
          </a:p>
          <a:p>
            <a:r>
              <a:t>          "prior_start": "2024-05-01",</a:t>
            </a:r>
          </a:p>
          <a:p>
            <a:r>
              <a:t>          "prior_end": "2024-05-31",</a:t>
            </a:r>
          </a:p>
          <a:p>
            <a:r>
              <a:t>          "prior_days": 31,</a:t>
            </a:r>
          </a:p>
          <a:p>
            <a:r>
              <a:t>          "prior_raw_mean": 0.7733154838709677,</a:t>
            </a:r>
          </a:p>
          <a:p>
            <a:r>
              <a:t>          "prior_value": 7.371016784106524,</a:t>
            </a:r>
          </a:p>
          <a:p>
            <a:r>
              <a:t>          "yoy_fraction": -0.11517854833690555,</a:t>
            </a:r>
          </a:p>
          <a:p>
            <a:r>
              <a:t>          "yoy_pct": -11.517854833690555,</a:t>
            </a:r>
          </a:p>
          <a:p>
            <a:r>
              <a:t>          "value_label": "6.5",</a:t>
            </a:r>
          </a:p>
          <a:p>
            <a:r>
              <a:t>          "yoy_label": "(-11.5%)",</a:t>
            </a:r>
          </a:p>
          <a:p>
            <a:r>
              <a:t>          "label": "6.5\n(-11.5%)"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"NV_XC14",</a:t>
            </a:r>
          </a:p>
          <a:p>
            <a:r>
              <a:t>          "month": "2025-06",</a:t>
            </a:r>
          </a:p>
          <a:p>
            <a:r>
              <a:t>          "start": "2025-06-01",</a:t>
            </a:r>
          </a:p>
          <a:p>
            <a:r>
              <a:t>          "end": "2025-06-30",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19.97636,</a:t>
            </a:r>
          </a:p>
          <a:p>
            <a:r>
              <a:t>          "raw_mean": 0.6658786666666666,</a:t>
            </a:r>
          </a:p>
          <a:p>
            <a:r>
              <a:t>          "value": 6.346960497428027,</a:t>
            </a:r>
          </a:p>
          <a:p>
            <a:r>
              <a:t>          "prior_start": "2024-06-01",</a:t>
            </a:r>
          </a:p>
          <a:p>
            <a:r>
              <a:t>          "prior_end": "2024-06-30",</a:t>
            </a:r>
          </a:p>
          <a:p>
            <a:r>
              <a:t>          "prior_days": 30,</a:t>
            </a:r>
          </a:p>
          <a:p>
            <a:r>
              <a:t>          "prior_raw_mean": 0.9119996666666667,</a:t>
            </a:r>
          </a:p>
          <a:p>
            <a:r>
              <a:t>          "prior_value": 8.692913811126044,</a:t>
            </a:r>
          </a:p>
          <a:p>
            <a:r>
              <a:t>          "yoy_fraction": -0.2698696161804153,</a:t>
            </a:r>
          </a:p>
          <a:p>
            <a:r>
              <a:t>          "yoy_pct": -26.986961618041526,</a:t>
            </a:r>
          </a:p>
          <a:p>
            <a:r>
              <a:t>          "value_label": "6.3",</a:t>
            </a:r>
          </a:p>
          <a:p>
            <a:r>
              <a:t>          "yoy_label": "(-27.0%)",</a:t>
            </a:r>
          </a:p>
          <a:p>
            <a:r>
              <a:t>          "label": "6.3\n(-27.0%)"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"NV_XC14",</a:t>
            </a:r>
          </a:p>
          <a:p>
            <a:r>
              <a:t>          "month": "2025-07",</a:t>
            </a:r>
          </a:p>
          <a:p>
            <a:r>
              <a:t>          "start": "2025-07-01",</a:t>
            </a:r>
          </a:p>
          <a:p>
            <a:r>
              <a:t>          "end": "2025-07-31",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21.43522,</a:t>
            </a:r>
          </a:p>
          <a:p>
            <a:r>
              <a:t>          "raw_mean": 0.6914587096774194,</a:t>
            </a:r>
          </a:p>
          <a:p>
            <a:r>
              <a:t>          "value": 6.59078197818592,</a:t>
            </a:r>
          </a:p>
          <a:p>
            <a:r>
              <a:t>          "prior_start": "2024-07-01",</a:t>
            </a:r>
          </a:p>
          <a:p>
            <a:r>
              <a:t>          "prior_end": "2024-07-31",</a:t>
            </a:r>
          </a:p>
          <a:p>
            <a:r>
              <a:t>          "prior_days": 31,</a:t>
            </a:r>
          </a:p>
          <a:p>
            <a:r>
              <a:t>          "prior_raw_mean": 1.0708170967741935,</a:t>
            </a:r>
          </a:p>
          <a:p>
            <a:r>
              <a:t>          "prior_value": 10.206715056991921,</a:t>
            </a:r>
          </a:p>
          <a:p>
            <a:r>
              <a:t>          "yoy_fraction": -0.3542700132819887,</a:t>
            </a:r>
          </a:p>
          <a:p>
            <a:r>
              <a:t>          "yoy_pct": -35.42700132819887,</a:t>
            </a:r>
          </a:p>
          <a:p>
            <a:r>
              <a:t>          "value_label": "6.6",</a:t>
            </a:r>
          </a:p>
          <a:p>
            <a:r>
              <a:t>          "yoy_label": "(-35.4%)",</a:t>
            </a:r>
          </a:p>
          <a:p>
            <a:r>
              <a:t>          "label": "6.6\n(-35.4%)"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"NV_XC14",</a:t>
            </a:r>
          </a:p>
          <a:p>
            <a:r>
              <a:t>          "month": "2025-08",</a:t>
            </a:r>
          </a:p>
          <a:p>
            <a:r>
              <a:t>          "start": "2025-08-01",</a:t>
            </a:r>
          </a:p>
          <a:p>
            <a:r>
              <a:t>          "end": "2025-08-31",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22.005300000000002,</a:t>
            </a:r>
          </a:p>
          <a:p>
            <a:r>
              <a:t>          "raw_mean": 0.7098483870967742,</a:t>
            </a:r>
          </a:p>
          <a:p>
            <a:r>
              <a:t>          "value": 6.766066999292501,</a:t>
            </a:r>
          </a:p>
          <a:p>
            <a:r>
              <a:t>          "prior_start": "2024-08-01",</a:t>
            </a:r>
          </a:p>
          <a:p>
            <a:r>
              <a:t>          "prior_end": "2024-08-31",</a:t>
            </a:r>
          </a:p>
          <a:p>
            <a:r>
              <a:t>          "prior_days": 31,</a:t>
            </a:r>
          </a:p>
          <a:p>
            <a:r>
              <a:t>          "prior_raw_mean": 0.9772387096774193,</a:t>
            </a:r>
          </a:p>
          <a:p>
            <a:r>
              <a:t>          "prior_value": 9.31475326868376,</a:t>
            </a:r>
          </a:p>
          <a:p>
            <a:r>
              <a:t>          "yoy_fraction": -0.27361822647089895,</a:t>
            </a:r>
          </a:p>
          <a:p>
            <a:r>
              <a:t>          "yoy_pct": -27.361822647089895,</a:t>
            </a:r>
          </a:p>
          <a:p>
            <a:r>
              <a:t>          "value_label": "6.8",</a:t>
            </a:r>
          </a:p>
          <a:p>
            <a:r>
              <a:t>          "yoy_label": "(-27.4%)",</a:t>
            </a:r>
          </a:p>
          <a:p>
            <a:r>
              <a:t>          "label": "6.8\n(-27.4%)"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"NV_XC14",</a:t>
            </a:r>
          </a:p>
          <a:p>
            <a:r>
              <a:t>          "month": "2025-09",</a:t>
            </a:r>
          </a:p>
          <a:p>
            <a:r>
              <a:t>          "start": "2025-09-01",</a:t>
            </a:r>
          </a:p>
          <a:p>
            <a:r>
              <a:t>          "end": "2025-09-30",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19.16589,</a:t>
            </a:r>
          </a:p>
          <a:p>
            <a:r>
              <a:t>          "raw_mean": 0.6388630000000001,</a:t>
            </a:r>
          </a:p>
          <a:p>
            <a:r>
              <a:t>          "value": 6.089455072297999,</a:t>
            </a:r>
          </a:p>
          <a:p>
            <a:r>
              <a:t>          "prior_start": "2024-09-01",</a:t>
            </a:r>
          </a:p>
          <a:p>
            <a:r>
              <a:t>          "prior_end": "2024-09-30",</a:t>
            </a:r>
          </a:p>
          <a:p>
            <a:r>
              <a:t>          "prior_days": 30,</a:t>
            </a:r>
          </a:p>
          <a:p>
            <a:r>
              <a:t>          "prior_raw_mean": 0.8784639999999999,</a:t>
            </a:r>
          </a:p>
          <a:p>
            <a:r>
              <a:t>          "prior_value": 8.373261654895007,</a:t>
            </a:r>
          </a:p>
          <a:p>
            <a:r>
              <a:t>          "yoy_fraction": -0.27274993625236776,</a:t>
            </a:r>
          </a:p>
          <a:p>
            <a:r>
              <a:t>          "yoy_pct": -27.274993625236775,</a:t>
            </a:r>
          </a:p>
          <a:p>
            <a:r>
              <a:t>          "value_label": "6.1",</a:t>
            </a:r>
          </a:p>
          <a:p>
            <a:r>
              <a:t>          "yoy_label": "(-27.3%)",</a:t>
            </a:r>
          </a:p>
          <a:p>
            <a:r>
              <a:t>          "label": "6.1\n(-27.3%)"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"NV_XC14",</a:t>
            </a:r>
          </a:p>
          <a:p>
            <a:r>
              <a:t>          "month": "2025-10",</a:t>
            </a:r>
          </a:p>
          <a:p>
            <a:r>
              <a:t>          "start": "2025-10-01",</a:t>
            </a:r>
          </a:p>
          <a:p>
            <a:r>
              <a:t>          "end": "2025-10-31",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20.81479,</a:t>
            </a:r>
          </a:p>
          <a:p>
            <a:r>
              <a:t>          "raw_mean": 0.6714448387096774,</a:t>
            </a:r>
          </a:p>
          <a:p>
            <a:r>
              <a:t>          "value": 6.40001561970087,</a:t>
            </a:r>
          </a:p>
          <a:p>
            <a:r>
              <a:t>          "prior_start": "2024-10-01",</a:t>
            </a:r>
          </a:p>
          <a:p>
            <a:r>
              <a:t>          "prior_end": "2024-10-31",</a:t>
            </a:r>
          </a:p>
          <a:p>
            <a:r>
              <a:t>          "prior_days": 31,</a:t>
            </a:r>
          </a:p>
          <a:p>
            <a:r>
              <a:t>          "prior_raw_mean": 0.7799867741935484,</a:t>
            </a:r>
          </a:p>
          <a:p>
            <a:r>
              <a:t>          "prior_value": 7.434605570268207,</a:t>
            </a:r>
          </a:p>
          <a:p>
            <a:r>
              <a:t>          "yoy_fraction": -0.13915868714068358,</a:t>
            </a:r>
          </a:p>
          <a:p>
            <a:r>
              <a:t>          "yoy_pct": -13.915868714068358,</a:t>
            </a:r>
          </a:p>
          <a:p>
            <a:r>
              <a:t>          "value_label": "6.4",</a:t>
            </a:r>
          </a:p>
          <a:p>
            <a:r>
              <a:t>          "yoy_label": "(-13.9%)",</a:t>
            </a:r>
          </a:p>
          <a:p>
            <a:r>
              <a:t>          "label": "6.4\n(-13.9%)"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"NV_XC14",</a:t>
            </a:r>
          </a:p>
          <a:p>
            <a:r>
              <a:t>          "month": "2025-11",</a:t>
            </a:r>
          </a:p>
          <a:p>
            <a:r>
              <a:t>          "start": "2025-11-01",</a:t>
            </a:r>
          </a:p>
          <a:p>
            <a:r>
              <a:t>          "end": "2025-11-30",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17.46113,</a:t>
            </a:r>
          </a:p>
          <a:p>
            <a:r>
              <a:t>          "raw_mean": 0.5820376666666667,</a:t>
            </a:r>
          </a:p>
          <a:p>
            <a:r>
              <a:t>          "value": 5.54781263205386,</a:t>
            </a:r>
          </a:p>
          <a:p>
            <a:r>
              <a:t>          "prior_start": "2024-11-01",</a:t>
            </a:r>
          </a:p>
          <a:p>
            <a:r>
              <a:t>          "prior_end": "2024-11-30",</a:t>
            </a:r>
          </a:p>
          <a:p>
            <a:r>
              <a:t>          "prior_days": 30,</a:t>
            </a:r>
          </a:p>
          <a:p>
            <a:r>
              <a:t>          "prior_raw_mean": 0.8091550000000001,</a:t>
            </a:r>
          </a:p>
          <a:p>
            <a:r>
              <a:t>          "prior_value": 7.7126285589011845,</a:t>
            </a:r>
          </a:p>
          <a:p>
            <a:r>
              <a:t>          "yoy_fraction": -0.2806845824759574,</a:t>
            </a:r>
          </a:p>
          <a:p>
            <a:r>
              <a:t>          "yoy_pct": -28.06845824759574,</a:t>
            </a:r>
          </a:p>
          <a:p>
            <a:r>
              <a:t>          "value_label": "5.5",</a:t>
            </a:r>
          </a:p>
          <a:p>
            <a:r>
              <a:t>          "yoy_label": "(-28.1%)",</a:t>
            </a:r>
          </a:p>
          <a:p>
            <a:r>
              <a:t>          "label": "5.5\n(-28.1%)"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"NV_XC14",</a:t>
            </a:r>
          </a:p>
          <a:p>
            <a:r>
              <a:t>          "month": "2025-12",</a:t>
            </a:r>
          </a:p>
          <a:p>
            <a:r>
              <a:t>          "start": "2025-12-01",</a:t>
            </a:r>
          </a:p>
          <a:p>
            <a:r>
              <a:t>          "end": "2025-12-31",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18.4952,</a:t>
            </a:r>
          </a:p>
          <a:p>
            <a:r>
              <a:t>          "raw_mean": 0.5966193548387096,</a:t>
            </a:r>
          </a:p>
          <a:p>
            <a:r>
              <a:t>          "value": 5.686801014542618,</a:t>
            </a:r>
          </a:p>
          <a:p>
            <a:r>
              <a:t>          "prior_start": "2024-12-01",</a:t>
            </a:r>
          </a:p>
          <a:p>
            <a:r>
              <a:t>          "prior_end": "2024-12-31",</a:t>
            </a:r>
          </a:p>
          <a:p>
            <a:r>
              <a:t>          "prior_days": 31,</a:t>
            </a:r>
          </a:p>
          <a:p>
            <a:r>
              <a:t>          "prior_raw_mean": 0.8187529032258065,</a:t>
            </a:r>
          </a:p>
          <a:p>
            <a:r>
              <a:t>          "prior_value": 7.804112962414632,</a:t>
            </a:r>
          </a:p>
          <a:p>
            <a:r>
              <a:t>          "yoy_fraction": -0.2713071886669497,</a:t>
            </a:r>
          </a:p>
          <a:p>
            <a:r>
              <a:t>          "yoy_pct": -27.13071886669497,</a:t>
            </a:r>
          </a:p>
          <a:p>
            <a:r>
              <a:t>          "value_label": "5.7",</a:t>
            </a:r>
          </a:p>
          <a:p>
            <a:r>
              <a:t>          "yoy_label": "(-27.1%)",</a:t>
            </a:r>
          </a:p>
          <a:p>
            <a:r>
              <a:t>          "label": "5.7\n(-27.1%)"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"NV_XC14",</a:t>
            </a:r>
          </a:p>
          <a:p>
            <a:r>
              <a:t>          "month": "2026-01",</a:t>
            </a:r>
          </a:p>
          <a:p>
            <a:r>
              <a:t>          "start": "2026-01-01",</a:t>
            </a:r>
          </a:p>
          <a:p>
            <a:r>
              <a:t>          "end": "2026-01-31",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17.00281,</a:t>
            </a:r>
          </a:p>
          <a:p>
            <a:r>
              <a:t>          "raw_mean": 0.5484777419354839,</a:t>
            </a:r>
          </a:p>
          <a:p>
            <a:r>
              <a:t>          "value": 5.2279292550540335,</a:t>
            </a:r>
          </a:p>
          <a:p>
            <a:r>
              <a:t>          "prior_start": "2025-01-01",</a:t>
            </a:r>
          </a:p>
          <a:p>
            <a:r>
              <a:t>          "prior_end": "2025-01-31",</a:t>
            </a:r>
          </a:p>
          <a:p>
            <a:r>
              <a:t>          "prior_days": 31,</a:t>
            </a:r>
          </a:p>
          <a:p>
            <a:r>
              <a:t>          "prior_raw_mean": 0.8860045161290322,</a:t>
            </a:r>
          </a:p>
          <a:p>
            <a:r>
              <a:t>          "prior_value": 8.445135646955404,</a:t>
            </a:r>
          </a:p>
          <a:p>
            <a:r>
              <a:t>          "yoy_fraction": -0.38095378527889256,</a:t>
            </a:r>
          </a:p>
          <a:p>
            <a:r>
              <a:t>          "yoy_pct": -38.09537852788926,</a:t>
            </a:r>
          </a:p>
          <a:p>
            <a:r>
              <a:t>          "value_label": "5.2",</a:t>
            </a:r>
          </a:p>
          <a:p>
            <a:r>
              <a:t>          "yoy_label": "(-38.1%)",</a:t>
            </a:r>
          </a:p>
          <a:p>
            <a:r>
              <a:t>          "label": "5.2\n(-38.1%)"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"NV_XC14",</a:t>
            </a:r>
          </a:p>
          <a:p>
            <a:r>
              <a:t>          "month": "2026-02",</a:t>
            </a:r>
          </a:p>
          <a:p>
            <a:r>
              <a:t>          "start": "2026-02-01",</a:t>
            </a:r>
          </a:p>
          <a:p>
            <a:r>
              <a:t>          "end": "2026-02-28",</a:t>
            </a:r>
          </a:p>
          <a:p>
            <a:r>
              <a:t>          "days": 28,</a:t>
            </a:r>
          </a:p>
          <a:p>
            <a:r>
              <a:t>          "partial": false,</a:t>
            </a:r>
          </a:p>
          <a:p>
            <a:r>
              <a:t>          "raw_sum": 103.43735,</a:t>
            </a:r>
          </a:p>
          <a:p>
            <a:r>
              <a:t>          "raw_mean": 3.694191071428571,</a:t>
            </a:r>
          </a:p>
          <a:p>
            <a:r>
              <a:t>          "value": 35.21194772267089,</a:t>
            </a:r>
          </a:p>
          <a:p>
            <a:r>
              <a:t>          "prior_start": "2025-02-01",</a:t>
            </a:r>
          </a:p>
          <a:p>
            <a:r>
              <a:t>          "prior_end": "2025-02-28",</a:t>
            </a:r>
          </a:p>
          <a:p>
            <a:r>
              <a:t>          "prior_days": 28,</a:t>
            </a:r>
          </a:p>
          <a:p>
            <a:r>
              <a:t>          "prior_raw_mean": 0.828025,</a:t>
            </a:r>
          </a:p>
          <a:p>
            <a:r>
              <a:t>          "prior_value": 7.8924918742195915,</a:t>
            </a:r>
          </a:p>
          <a:p>
            <a:r>
              <a:t>          "yoy_fraction": 3.46144871402261,</a:t>
            </a:r>
          </a:p>
          <a:p>
            <a:r>
              <a:t>          "yoy_pct": 346.144871402261,</a:t>
            </a:r>
          </a:p>
          <a:p>
            <a:r>
              <a:t>          "value_label": "35.2",</a:t>
            </a:r>
          </a:p>
          <a:p>
            <a:r>
              <a:t>          "yoy_label": "(+346.1%)",</a:t>
            </a:r>
          </a:p>
          <a:p>
            <a:r>
              <a:t>          "label": "35.2\n(+346.1%)"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"NV_XC14",</a:t>
            </a:r>
          </a:p>
          <a:p>
            <a:r>
              <a:t>          "month": "2026-03",</a:t>
            </a:r>
          </a:p>
          <a:p>
            <a:r>
              <a:t>          "start": "2026-03-01",</a:t>
            </a:r>
          </a:p>
          <a:p>
            <a:r>
              <a:t>          "end": "2026-03-31",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40.71305,</a:t>
            </a:r>
          </a:p>
          <a:p>
            <a:r>
              <a:t>          "raw_mean": 1.3133241935483873,</a:t>
            </a:r>
          </a:p>
          <a:p>
            <a:r>
              <a:t>          "value": 12.518221703205388,</a:t>
            </a:r>
          </a:p>
          <a:p>
            <a:r>
              <a:t>          "prior_start": "2025-03-01",</a:t>
            </a:r>
          </a:p>
          <a:p>
            <a:r>
              <a:t>          "prior_end": "2025-03-31",</a:t>
            </a:r>
          </a:p>
          <a:p>
            <a:r>
              <a:t>          "prior_days": 31,</a:t>
            </a:r>
          </a:p>
          <a:p>
            <a:r>
              <a:t>          "prior_raw_mean": 0.8461590322580645,</a:t>
            </a:r>
          </a:p>
          <a:p>
            <a:r>
              <a:t>          "prior_value": 8.0653401604955,</a:t>
            </a:r>
          </a:p>
          <a:p>
            <a:r>
              <a:t>          "yoy_fraction": 0.5521008976807149,</a:t>
            </a:r>
          </a:p>
          <a:p>
            <a:r>
              <a:t>          "yoy_pct": 55.21008976807149,</a:t>
            </a:r>
          </a:p>
          <a:p>
            <a:r>
              <a:t>          "value_label": "12.5",</a:t>
            </a:r>
          </a:p>
          <a:p>
            <a:r>
              <a:t>          "yoy_label": "(+55.2%)",</a:t>
            </a:r>
          </a:p>
          <a:p>
            <a:r>
              <a:t>          "label": "12.5\n(+55.2%)"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"NV_XC14",</a:t>
            </a:r>
          </a:p>
          <a:p>
            <a:r>
              <a:t>          "month": "2026-04",</a:t>
            </a:r>
          </a:p>
          <a:p>
            <a:r>
              <a:t>          "start": "2026-04-01",</a:t>
            </a:r>
          </a:p>
          <a:p>
            <a:r>
              <a:t>          "end": "2026-04-30",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24.42554,</a:t>
            </a:r>
          </a:p>
          <a:p>
            <a:r>
              <a:t>          "raw_mean": 0.8141846666666667,</a:t>
            </a:r>
          </a:p>
          <a:p>
            <a:r>
              <a:t>          "value": 7.76056986900257,</a:t>
            </a:r>
          </a:p>
          <a:p>
            <a:r>
              <a:t>          "prior_start": "2025-04-01",</a:t>
            </a:r>
          </a:p>
          <a:p>
            <a:r>
              <a:t>          "prior_end": "2025-04-30",</a:t>
            </a:r>
          </a:p>
          <a:p>
            <a:r>
              <a:t>          "prior_days": 30,</a:t>
            </a:r>
          </a:p>
          <a:p>
            <a:r>
              <a:t>          "prior_raw_mean": 0.718793,</a:t>
            </a:r>
          </a:p>
          <a:p>
            <a:r>
              <a:t>          "prior_value": 6.851324430718786,</a:t>
            </a:r>
          </a:p>
          <a:p>
            <a:r>
              <a:t>          "yoy_fraction": 0.13271090100580651,</a:t>
            </a:r>
          </a:p>
          <a:p>
            <a:r>
              <a:t>          "yoy_pct": 13.27109010058065,</a:t>
            </a:r>
          </a:p>
          <a:p>
            <a:r>
              <a:t>          "value_label": "7.8",</a:t>
            </a:r>
          </a:p>
          <a:p>
            <a:r>
              <a:t>          "yoy_label": "(+13.3%)",</a:t>
            </a:r>
          </a:p>
          <a:p>
            <a:r>
              <a:t>          "label": "7.8\n(+13.3%)"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"NV_XC14",</a:t>
            </a:r>
          </a:p>
          <a:p>
            <a:r>
              <a:t>          "month": "2026-05",</a:t>
            </a:r>
          </a:p>
          <a:p>
            <a:r>
              <a:t>          "start": "2026-05-01",</a:t>
            </a:r>
          </a:p>
          <a:p>
            <a:r>
              <a:t>          "end": "2026-05-31",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19.82543,</a:t>
            </a:r>
          </a:p>
          <a:p>
            <a:r>
              <a:t>          "raw_mean": 0.63953,</a:t>
            </a:r>
          </a:p>
          <a:p>
            <a:r>
              <a:t>          "value": 6.095812721016461,</a:t>
            </a:r>
          </a:p>
          <a:p>
            <a:r>
              <a:t>          "prior_start": "2025-05-01",</a:t>
            </a:r>
          </a:p>
          <a:p>
            <a:r>
              <a:t>          "prior_end": "2025-05-31",</a:t>
            </a:r>
          </a:p>
          <a:p>
            <a:r>
              <a:t>          "prior_days": 31,</a:t>
            </a:r>
          </a:p>
          <a:p>
            <a:r>
              <a:t>          "prior_raw_mean": 0.684246129032258,</a:t>
            </a:r>
          </a:p>
          <a:p>
            <a:r>
              <a:t>          "prior_value": 6.522033771146169,</a:t>
            </a:r>
          </a:p>
          <a:p>
            <a:r>
              <a:t>          "yoy_fraction": -0.06535094191252622,</a:t>
            </a:r>
          </a:p>
          <a:p>
            <a:r>
              <a:t>          "yoy_pct": -6.535094191252622,</a:t>
            </a:r>
          </a:p>
          <a:p>
            <a:r>
              <a:t>          "value_label": "6.1",</a:t>
            </a:r>
          </a:p>
          <a:p>
            <a:r>
              <a:t>          "yoy_label": "(-6.5%)",</a:t>
            </a:r>
          </a:p>
          <a:p>
            <a:r>
              <a:t>          "label": "6.1\n(-6.5%)"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"NV_XC14",</a:t>
            </a:r>
          </a:p>
          <a:p>
            <a:r>
              <a:t>          "month": "2026-06",</a:t>
            </a:r>
          </a:p>
          <a:p>
            <a:r>
              <a:t>          "start": "2026-06-01",</a:t>
            </a:r>
          </a:p>
          <a:p>
            <a:r>
              <a:t>          "end": "2026-06-30",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16.68981,</a:t>
            </a:r>
          </a:p>
          <a:p>
            <a:r>
              <a:t>          "raw_mean": 0.556327,</a:t>
            </a:r>
          </a:p>
          <a:p>
            <a:r>
              <a:t>          "value": 5.302746084851257,</a:t>
            </a:r>
          </a:p>
          <a:p>
            <a:r>
              <a:t>          "prior_start": "2025-06-01",</a:t>
            </a:r>
          </a:p>
          <a:p>
            <a:r>
              <a:t>          "prior_end": "2025-06-30",</a:t>
            </a:r>
          </a:p>
          <a:p>
            <a:r>
              <a:t>          "prior_days": 30,</a:t>
            </a:r>
          </a:p>
          <a:p>
            <a:r>
              <a:t>          "prior_raw_mean": 0.6658786666666666,</a:t>
            </a:r>
          </a:p>
          <a:p>
            <a:r>
              <a:t>          "prior_value": 6.346960497428027,</a:t>
            </a:r>
          </a:p>
          <a:p>
            <a:r>
              <a:t>          "yoy_fraction": -0.16452196496258586,</a:t>
            </a:r>
          </a:p>
          <a:p>
            <a:r>
              <a:t>          "yoy_pct": -16.452196496258587,</a:t>
            </a:r>
          </a:p>
          <a:p>
            <a:r>
              <a:t>          "value_label": "5.3",</a:t>
            </a:r>
          </a:p>
          <a:p>
            <a:r>
              <a:t>          "yoy_label": "(-16.5%)",</a:t>
            </a:r>
          </a:p>
          <a:p>
            <a:r>
              <a:t>          "label": "5.3\n(-16.5%)"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"NV_XC14",</a:t>
            </a:r>
          </a:p>
          <a:p>
            <a:r>
              <a:t>          "month": "2026-07",</a:t>
            </a:r>
          </a:p>
          <a:p>
            <a:r>
              <a:t>          "start": "2026-07-01",</a:t>
            </a:r>
          </a:p>
          <a:p>
            <a:r>
              <a:t>          "end": "2026-07-31",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16.18674,</a:t>
            </a:r>
          </a:p>
          <a:p>
            <a:r>
              <a:t>          "raw_mean": 0.5221529032258064,</a:t>
            </a:r>
          </a:p>
          <a:p>
            <a:r>
              <a:t>          "value": 4.977008599752236,</a:t>
            </a:r>
          </a:p>
          <a:p>
            <a:r>
              <a:t>          "prior_start": "2025-07-01",</a:t>
            </a:r>
          </a:p>
          <a:p>
            <a:r>
              <a:t>          "prior_end": "2025-07-31",</a:t>
            </a:r>
          </a:p>
          <a:p>
            <a:r>
              <a:t>          "prior_days": 31,</a:t>
            </a:r>
          </a:p>
          <a:p>
            <a:r>
              <a:t>          "prior_raw_mean": 0.6914587096774194,</a:t>
            </a:r>
          </a:p>
          <a:p>
            <a:r>
              <a:t>          "prior_value": 6.59078197818592,</a:t>
            </a:r>
          </a:p>
          <a:p>
            <a:r>
              <a:t>          "yoy_fraction": -0.24485309691246482,</a:t>
            </a:r>
          </a:p>
          <a:p>
            <a:r>
              <a:t>          "yoy_pct": -24.48530969124648,</a:t>
            </a:r>
          </a:p>
          <a:p>
            <a:r>
              <a:t>          "value_label": "5.0",</a:t>
            </a:r>
          </a:p>
          <a:p>
            <a:r>
              <a:t>          "yoy_label": "(-24.5%)",</a:t>
            </a:r>
          </a:p>
          <a:p>
            <a:r>
              <a:t>          "label": "5.0\n(-24.5%)"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"NV_XC14",</a:t>
            </a:r>
          </a:p>
          <a:p>
            <a:r>
              <a:t>          "month": "2026-08",</a:t>
            </a:r>
          </a:p>
          <a:p>
            <a:r>
              <a:t>          "start": "2026-08-01",</a:t>
            </a:r>
          </a:p>
          <a:p>
            <a:r>
              <a:t>          "end": "2026-08-31",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14.76144,</a:t>
            </a:r>
          </a:p>
          <a:p>
            <a:r>
              <a:t>          "raw_mean": 0.47617548387096775,</a:t>
            </a:r>
          </a:p>
          <a:p>
            <a:r>
              <a:t>          "value": 4.538765299543123,</a:t>
            </a:r>
          </a:p>
          <a:p>
            <a:r>
              <a:t>          "prior_start": "2025-08-01",</a:t>
            </a:r>
          </a:p>
          <a:p>
            <a:r>
              <a:t>          "prior_end": "2025-08-31",</a:t>
            </a:r>
          </a:p>
          <a:p>
            <a:r>
              <a:t>          "prior_days": 31,</a:t>
            </a:r>
          </a:p>
          <a:p>
            <a:r>
              <a:t>          "prior_raw_mean": 0.7098483870967742,</a:t>
            </a:r>
          </a:p>
          <a:p>
            <a:r>
              <a:t>          "prior_value": 6.766066999292501,</a:t>
            </a:r>
          </a:p>
          <a:p>
            <a:r>
              <a:t>          "yoy_fraction": -0.32918705948112503,</a:t>
            </a:r>
          </a:p>
          <a:p>
            <a:r>
              <a:t>          "yoy_pct": -32.9187059481125,</a:t>
            </a:r>
          </a:p>
          <a:p>
            <a:r>
              <a:t>          "value_label": "4.5",</a:t>
            </a:r>
          </a:p>
          <a:p>
            <a:r>
              <a:t>          "yoy_label": "(-32.9%)",</a:t>
            </a:r>
          </a:p>
          <a:p>
            <a:r>
              <a:t>          "label": "4.5\n(-32.9%)"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"NV_XC14",</a:t>
            </a:r>
          </a:p>
          <a:p>
            <a:r>
              <a:t>          "month": "2026-09",</a:t>
            </a:r>
          </a:p>
          <a:p>
            <a:r>
              <a:t>          "start": "2026-09-01",</a:t>
            </a:r>
          </a:p>
          <a:p>
            <a:r>
              <a:t>          "end": "2026-09-30",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12.52013,</a:t>
            </a:r>
          </a:p>
          <a:p>
            <a:r>
              <a:t>          "raw_mean": 0.41733766666666666,</a:t>
            </a:r>
          </a:p>
          <a:p>
            <a:r>
              <a:t>          "value": 3.977940452247735,</a:t>
            </a:r>
          </a:p>
          <a:p>
            <a:r>
              <a:t>          "prior_start": "2025-09-01",</a:t>
            </a:r>
          </a:p>
          <a:p>
            <a:r>
              <a:t>          "prior_end": "2025-09-30",</a:t>
            </a:r>
          </a:p>
          <a:p>
            <a:r>
              <a:t>          "prior_days": 30,</a:t>
            </a:r>
          </a:p>
          <a:p>
            <a:r>
              <a:t>          "prior_raw_mean": 0.6388630000000001,</a:t>
            </a:r>
          </a:p>
          <a:p>
            <a:r>
              <a:t>          "prior_value": 6.089455072297999,</a:t>
            </a:r>
          </a:p>
          <a:p>
            <a:r>
              <a:t>          "yoy_fraction": -0.3467493552347426,</a:t>
            </a:r>
          </a:p>
          <a:p>
            <a:r>
              <a:t>          "yoy_pct": -34.67493552347426,</a:t>
            </a:r>
          </a:p>
          <a:p>
            <a:r>
              <a:t>          "value_label": "4.0",</a:t>
            </a:r>
          </a:p>
          <a:p>
            <a:r>
              <a:t>          "yoy_label": "(-34.7%)",</a:t>
            </a:r>
          </a:p>
          <a:p>
            <a:r>
              <a:t>          "label": "4.0\n(-34.7%)"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"NV_XC14",</a:t>
            </a:r>
          </a:p>
          <a:p>
            <a:r>
              <a:t>          "month": "2026-10",</a:t>
            </a:r>
          </a:p>
          <a:p>
            <a:r>
              <a:t>          "start": "2026-10-01",</a:t>
            </a:r>
          </a:p>
          <a:p>
            <a:r>
              <a:t>          "end": "2026-10-19",</a:t>
            </a:r>
          </a:p>
          <a:p>
            <a:r>
              <a:t>          "days": 19,</a:t>
            </a:r>
          </a:p>
          <a:p>
            <a:r>
              <a:t>          "partial": true,</a:t>
            </a:r>
          </a:p>
          <a:p>
            <a:r>
              <a:t>          "raw_sum": 7.81387,</a:t>
            </a:r>
          </a:p>
          <a:p>
            <a:r>
              <a:t>          "raw_mean": 0.4112563157894737,</a:t>
            </a:r>
          </a:p>
          <a:p>
            <a:r>
              <a:t>          "value": 3.919974796159424,</a:t>
            </a:r>
          </a:p>
          <a:p>
            <a:r>
              <a:t>          "prior_start": "2025-10-01",</a:t>
            </a:r>
          </a:p>
          <a:p>
            <a:r>
              <a:t>          "prior_end": "2025-10-19",</a:t>
            </a:r>
          </a:p>
          <a:p>
            <a:r>
              <a:t>          "prior_days": 19,</a:t>
            </a:r>
          </a:p>
          <a:p>
            <a:r>
              <a:t>          "prior_raw_mean": 0.7063194736842106,</a:t>
            </a:r>
          </a:p>
          <a:p>
            <a:r>
              <a:t>          "prior_value": 6.732430429824812,</a:t>
            </a:r>
          </a:p>
          <a:p>
            <a:r>
              <a:t>          "yoy_fraction": -0.4177474484112229,</a:t>
            </a:r>
          </a:p>
          <a:p>
            <a:r>
              <a:t>          "yoy_pct": -41.77474484112229,</a:t>
            </a:r>
          </a:p>
          <a:p>
            <a:r>
              <a:t>          "value_label": "3.9",</a:t>
            </a:r>
          </a:p>
          <a:p>
            <a:r>
              <a:t>          "yoy_label": "(-41.8%)",</a:t>
            </a:r>
          </a:p>
          <a:p>
            <a:r>
              <a:t>          "label": "3.9\n(-41.8%)"</a:t>
            </a:r>
          </a:p>
          <a:p>
            <a:r>
              <a:t>        }</a:t>
            </a:r>
          </a:p>
          <a:p>
            <a:r>
              <a:t>      ]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"NV_XB03",</a:t>
            </a:r>
          </a:p>
          <a:p>
            <a:r>
              <a:t>      "label": "버거 매운·고추",</a:t>
            </a:r>
          </a:p>
          <a:p>
            <a:r>
              <a:t>      "points": [</a:t>
            </a:r>
          </a:p>
          <a:p>
            <a:r>
              <a:t>        {</a:t>
            </a:r>
          </a:p>
          <a:p>
            <a:r>
              <a:t>          "group_id": "NV_XB03",</a:t>
            </a:r>
          </a:p>
          <a:p>
            <a:r>
              <a:t>          "month": "2025-01",</a:t>
            </a:r>
          </a:p>
          <a:p>
            <a:r>
              <a:t>          "start": "2025-01-01",</a:t>
            </a:r>
          </a:p>
          <a:p>
            <a:r>
              <a:t>          "end": "2025-01-31",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153.61387,</a:t>
            </a:r>
          </a:p>
          <a:p>
            <a:r>
              <a:t>          "raw_mean": 4.955286129032258,</a:t>
            </a:r>
          </a:p>
          <a:p>
            <a:r>
              <a:t>          "value": 33.85084307322125,</a:t>
            </a:r>
          </a:p>
          <a:p>
            <a:r>
              <a:t>          "prior_start": "2024-01-01",</a:t>
            </a:r>
          </a:p>
          <a:p>
            <a:r>
              <a:t>          "prior_end": "2024-01-31",</a:t>
            </a:r>
          </a:p>
          <a:p>
            <a:r>
              <a:t>          "prior_days": 31,</a:t>
            </a:r>
          </a:p>
          <a:p>
            <a:r>
              <a:t>          "prior_raw_mean": 4.817199677419355,</a:t>
            </a:r>
          </a:p>
          <a:p>
            <a:r>
              <a:t>          "prior_value": 32.90753875488934,</a:t>
            </a:r>
          </a:p>
          <a:p>
            <a:r>
              <a:t>          "yoy_fraction": 0.02866529537070761,</a:t>
            </a:r>
          </a:p>
          <a:p>
            <a:r>
              <a:t>          "yoy_pct": 2.866529537070761,</a:t>
            </a:r>
          </a:p>
          <a:p>
            <a:r>
              <a:t>          "value_label": "33.9",</a:t>
            </a:r>
          </a:p>
          <a:p>
            <a:r>
              <a:t>          "yoy_label": "(+2.9%)",</a:t>
            </a:r>
          </a:p>
          <a:p>
            <a:r>
              <a:t>          "label": "33.9\n(+2.9%)"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"NV_XB03",</a:t>
            </a:r>
          </a:p>
          <a:p>
            <a:r>
              <a:t>          "month": "2025-02",</a:t>
            </a:r>
          </a:p>
          <a:p>
            <a:r>
              <a:t>          "start": "2025-02-01",</a:t>
            </a:r>
          </a:p>
          <a:p>
            <a:r>
              <a:t>          "end": "2025-02-28",</a:t>
            </a:r>
          </a:p>
          <a:p>
            <a:r>
              <a:t>          "days": 28,</a:t>
            </a:r>
          </a:p>
          <a:p>
            <a:r>
              <a:t>          "partial": false,</a:t>
            </a:r>
          </a:p>
          <a:p>
            <a:r>
              <a:t>          "raw_sum": 153.41744,</a:t>
            </a:r>
          </a:p>
          <a:p>
            <a:r>
              <a:t>          "raw_mean": 5.479194285714286,</a:t>
            </a:r>
          </a:p>
          <a:p>
            <a:r>
              <a:t>          "value": 37.42979539500926,</a:t>
            </a:r>
          </a:p>
          <a:p>
            <a:r>
              <a:t>          "prior_start": "2024-02-01",</a:t>
            </a:r>
          </a:p>
          <a:p>
            <a:r>
              <a:t>          "prior_end": "2024-02-29",</a:t>
            </a:r>
          </a:p>
          <a:p>
            <a:r>
              <a:t>          "prior_days": 29,</a:t>
            </a:r>
          </a:p>
          <a:p>
            <a:r>
              <a:t>          "prior_raw_mean": 5.149904827586207,</a:t>
            </a:r>
          </a:p>
          <a:p>
            <a:r>
              <a:t>          "prior_value": 35.180333813476615,</a:t>
            </a:r>
          </a:p>
          <a:p>
            <a:r>
              <a:t>          "yoy_fraction": 0.06394088224003536,</a:t>
            </a:r>
          </a:p>
          <a:p>
            <a:r>
              <a:t>          "yoy_pct": 6.394088224003536,</a:t>
            </a:r>
          </a:p>
          <a:p>
            <a:r>
              <a:t>          "value_label": "37.4",</a:t>
            </a:r>
          </a:p>
          <a:p>
            <a:r>
              <a:t>          "yoy_label": "(+6.4%)",</a:t>
            </a:r>
          </a:p>
          <a:p>
            <a:r>
              <a:t>          "label": "37.4\n(+6.4%)"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"NV_XB03",</a:t>
            </a:r>
          </a:p>
          <a:p>
            <a:r>
              <a:t>          "month": "2025-03",</a:t>
            </a:r>
          </a:p>
          <a:p>
            <a:r>
              <a:t>          "start": "2025-03-01",</a:t>
            </a:r>
          </a:p>
          <a:p>
            <a:r>
              <a:t>          "end": "2025-03-31",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129.99285,</a:t>
            </a:r>
          </a:p>
          <a:p>
            <a:r>
              <a:t>          "raw_mean": 4.193317741935484,</a:t>
            </a:r>
          </a:p>
          <a:p>
            <a:r>
              <a:t>          "value": 28.64563965474464,</a:t>
            </a:r>
          </a:p>
          <a:p>
            <a:r>
              <a:t>          "prior_start": "2024-03-01",</a:t>
            </a:r>
          </a:p>
          <a:p>
            <a:r>
              <a:t>          "prior_end": "2024-03-31",</a:t>
            </a:r>
          </a:p>
          <a:p>
            <a:r>
              <a:t>          "prior_days": 31,</a:t>
            </a:r>
          </a:p>
          <a:p>
            <a:r>
              <a:t>          "prior_raw_mean": 5.065756129032258,</a:t>
            </a:r>
          </a:p>
          <a:p>
            <a:r>
              <a:t>          "prior_value": 34.60549225732982,</a:t>
            </a:r>
          </a:p>
          <a:p>
            <a:r>
              <a:t>          "yoy_fraction": -0.17222273731196003,</a:t>
            </a:r>
          </a:p>
          <a:p>
            <a:r>
              <a:t>          "yoy_pct": -17.222273731196005,</a:t>
            </a:r>
          </a:p>
          <a:p>
            <a:r>
              <a:t>          "value_label": "28.6",</a:t>
            </a:r>
          </a:p>
          <a:p>
            <a:r>
              <a:t>          "yoy_label": "(-17.2%)",</a:t>
            </a:r>
          </a:p>
          <a:p>
            <a:r>
              <a:t>          "label": "28.6\n(-17.2%)"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"NV_XB03",</a:t>
            </a:r>
          </a:p>
          <a:p>
            <a:r>
              <a:t>          "month": "2025-04",</a:t>
            </a:r>
          </a:p>
          <a:p>
            <a:r>
              <a:t>          "start": "2025-04-01",</a:t>
            </a:r>
          </a:p>
          <a:p>
            <a:r>
              <a:t>          "end": "2025-04-30",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124.75774,</a:t>
            </a:r>
          </a:p>
          <a:p>
            <a:r>
              <a:t>          "raw_mean": 4.158591333333333,</a:t>
            </a:r>
          </a:p>
          <a:p>
            <a:r>
              <a:t>          "value": 28.408414562695818,</a:t>
            </a:r>
          </a:p>
          <a:p>
            <a:r>
              <a:t>          "prior_start": "2024-04-01",</a:t>
            </a:r>
          </a:p>
          <a:p>
            <a:r>
              <a:t>          "prior_end": "2024-04-30",</a:t>
            </a:r>
          </a:p>
          <a:p>
            <a:r>
              <a:t>          "prior_days": 30,</a:t>
            </a:r>
          </a:p>
          <a:p>
            <a:r>
              <a:t>          "prior_raw_mean": 5.357656,</a:t>
            </a:r>
          </a:p>
          <a:p>
            <a:r>
              <a:t>          "prior_value": 36.599535884262075,</a:t>
            </a:r>
          </a:p>
          <a:p>
            <a:r>
              <a:t>          "yoy_fraction": -0.22380396700845784,</a:t>
            </a:r>
          </a:p>
          <a:p>
            <a:r>
              <a:t>          "yoy_pct": -22.380396700845782,</a:t>
            </a:r>
          </a:p>
          <a:p>
            <a:r>
              <a:t>          "value_label": "28.4",</a:t>
            </a:r>
          </a:p>
          <a:p>
            <a:r>
              <a:t>          "yoy_label": "(-22.4%)",</a:t>
            </a:r>
          </a:p>
          <a:p>
            <a:r>
              <a:t>          "label": "28.4\n(-22.4%)"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"NV_XB03",</a:t>
            </a:r>
          </a:p>
          <a:p>
            <a:r>
              <a:t>          "month": "2025-05",</a:t>
            </a:r>
          </a:p>
          <a:p>
            <a:r>
              <a:t>          "start": "2025-05-01",</a:t>
            </a:r>
          </a:p>
          <a:p>
            <a:r>
              <a:t>          "end": "2025-05-31",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132.19632,</a:t>
            </a:r>
          </a:p>
          <a:p>
            <a:r>
              <a:t>          "raw_mean": 4.264397419354839,</a:t>
            </a:r>
          </a:p>
          <a:p>
            <a:r>
              <a:t>          "value": 29.131203342363154,</a:t>
            </a:r>
          </a:p>
          <a:p>
            <a:r>
              <a:t>          "prior_start": "2024-05-01",</a:t>
            </a:r>
          </a:p>
          <a:p>
            <a:r>
              <a:t>          "prior_end": "2024-05-31",</a:t>
            </a:r>
          </a:p>
          <a:p>
            <a:r>
              <a:t>          "prior_days": 31,</a:t>
            </a:r>
          </a:p>
          <a:p>
            <a:r>
              <a:t>          "prior_raw_mean": 4.922688387096774,</a:t>
            </a:r>
          </a:p>
          <a:p>
            <a:r>
              <a:t>          "prior_value": 33.62815945454292,</a:t>
            </a:r>
          </a:p>
          <a:p>
            <a:r>
              <a:t>          "yoy_fraction": -0.1337259066544677,</a:t>
            </a:r>
          </a:p>
          <a:p>
            <a:r>
              <a:t>          "yoy_pct": -13.37259066544677,</a:t>
            </a:r>
          </a:p>
          <a:p>
            <a:r>
              <a:t>          "value_label": "29.1",</a:t>
            </a:r>
          </a:p>
          <a:p>
            <a:r>
              <a:t>          "yoy_label": "(-13.4%)",</a:t>
            </a:r>
          </a:p>
          <a:p>
            <a:r>
              <a:t>          "label": "29.1\n(-13.4%)"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"NV_XB03",</a:t>
            </a:r>
          </a:p>
          <a:p>
            <a:r>
              <a:t>          "month": "2025-06",</a:t>
            </a:r>
          </a:p>
          <a:p>
            <a:r>
              <a:t>          "start": "2025-06-01",</a:t>
            </a:r>
          </a:p>
          <a:p>
            <a:r>
              <a:t>          "end": "2025-06-30",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184.68757,</a:t>
            </a:r>
          </a:p>
          <a:p>
            <a:r>
              <a:t>          "raw_mean": 6.156252333333333,</a:t>
            </a:r>
          </a:p>
          <a:p>
            <a:r>
              <a:t>          "value": 42.05495429090734,</a:t>
            </a:r>
          </a:p>
          <a:p>
            <a:r>
              <a:t>          "prior_start": "2024-06-01",</a:t>
            </a:r>
          </a:p>
          <a:p>
            <a:r>
              <a:t>          "prior_end": "2024-06-30",</a:t>
            </a:r>
          </a:p>
          <a:p>
            <a:r>
              <a:t>          "prior_days": 30,</a:t>
            </a:r>
          </a:p>
          <a:p>
            <a:r>
              <a:t>          "prior_raw_mean": 4.938473666666667,</a:t>
            </a:r>
          </a:p>
          <a:p>
            <a:r>
              <a:t>          "prior_value": 33.73599278801214,</a:t>
            </a:r>
          </a:p>
          <a:p>
            <a:r>
              <a:t>          "yoy_fraction": 0.24659009014998623,</a:t>
            </a:r>
          </a:p>
          <a:p>
            <a:r>
              <a:t>          "yoy_pct": 24.659009014998624,</a:t>
            </a:r>
          </a:p>
          <a:p>
            <a:r>
              <a:t>          "value_label": "42.1",</a:t>
            </a:r>
          </a:p>
          <a:p>
            <a:r>
              <a:t>          "yoy_label": "(+24.7%)",</a:t>
            </a:r>
          </a:p>
          <a:p>
            <a:r>
              <a:t>          "label": "42.1\n(+24.7%)"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"NV_XB03",</a:t>
            </a:r>
          </a:p>
          <a:p>
            <a:r>
              <a:t>          "month": "2025-07",</a:t>
            </a:r>
          </a:p>
          <a:p>
            <a:r>
              <a:t>          "start": "2025-07-01",</a:t>
            </a:r>
          </a:p>
          <a:p>
            <a:r>
              <a:t>          "end": "2025-07-31",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143.95777,</a:t>
            </a:r>
          </a:p>
          <a:p>
            <a:r>
              <a:t>          "raw_mean": 4.643799032258065,</a:t>
            </a:r>
          </a:p>
          <a:p>
            <a:r>
              <a:t>          "value": 31.722994033291897,</a:t>
            </a:r>
          </a:p>
          <a:p>
            <a:r>
              <a:t>          "prior_start": "2024-07-01",</a:t>
            </a:r>
          </a:p>
          <a:p>
            <a:r>
              <a:t>          "prior_end": "2024-07-31",</a:t>
            </a:r>
          </a:p>
          <a:p>
            <a:r>
              <a:t>          "prior_days": 31,</a:t>
            </a:r>
          </a:p>
          <a:p>
            <a:r>
              <a:t>          "prior_raw_mean": 5.917821935483871,</a:t>
            </a:r>
          </a:p>
          <a:p>
            <a:r>
              <a:t>          "prior_value": 40.42617448459087,</a:t>
            </a:r>
          </a:p>
          <a:p>
            <a:r>
              <a:t>          "yoy_fraction": -0.21528577863869702,</a:t>
            </a:r>
          </a:p>
          <a:p>
            <a:r>
              <a:t>          "yoy_pct": -21.528577863869703,</a:t>
            </a:r>
          </a:p>
          <a:p>
            <a:r>
              <a:t>          "value_label": "31.7",</a:t>
            </a:r>
          </a:p>
          <a:p>
            <a:r>
              <a:t>          "yoy_label": "(-21.5%)",</a:t>
            </a:r>
          </a:p>
          <a:p>
            <a:r>
              <a:t>          "label": "31.7\n(-21.5%)"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"NV_XB03",</a:t>
            </a:r>
          </a:p>
          <a:p>
            <a:r>
              <a:t>          "month": "2025-08",</a:t>
            </a:r>
          </a:p>
          <a:p>
            <a:r>
              <a:t>          "start": "2025-08-01",</a:t>
            </a:r>
          </a:p>
          <a:p>
            <a:r>
              <a:t>          "end": "2025-08-31",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139.17177,</a:t>
            </a:r>
          </a:p>
          <a:p>
            <a:r>
              <a:t>          "raw_mean": 4.489411935483871,</a:t>
            </a:r>
          </a:p>
          <a:p>
            <a:r>
              <a:t>          "value": 30.66833578564514,</a:t>
            </a:r>
          </a:p>
          <a:p>
            <a:r>
              <a:t>          "prior_start": "2024-08-01",</a:t>
            </a:r>
          </a:p>
          <a:p>
            <a:r>
              <a:t>          "prior_end": "2024-08-31",</a:t>
            </a:r>
          </a:p>
          <a:p>
            <a:r>
              <a:t>          "prior_days": 31,</a:t>
            </a:r>
          </a:p>
          <a:p>
            <a:r>
              <a:t>          "prior_raw_mean": 5.132761935483871,</a:t>
            </a:r>
          </a:p>
          <a:p>
            <a:r>
              <a:t>          "prior_value": 35.06322627714739,</a:t>
            </a:r>
          </a:p>
          <a:p>
            <a:r>
              <a:t>          "yoy_fraction": -0.12534187404102748,</a:t>
            </a:r>
          </a:p>
          <a:p>
            <a:r>
              <a:t>          "yoy_pct": -12.534187404102749,</a:t>
            </a:r>
          </a:p>
          <a:p>
            <a:r>
              <a:t>          "value_label": "30.7",</a:t>
            </a:r>
          </a:p>
          <a:p>
            <a:r>
              <a:t>          "yoy_label": "(-12.5%)",</a:t>
            </a:r>
          </a:p>
          <a:p>
            <a:r>
              <a:t>          "label": "30.7\n(-12.5%)"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"NV_XB03",</a:t>
            </a:r>
          </a:p>
          <a:p>
            <a:r>
              <a:t>          "month": "2025-09",</a:t>
            </a:r>
          </a:p>
          <a:p>
            <a:r>
              <a:t>          "start": "2025-09-01",</a:t>
            </a:r>
          </a:p>
          <a:p>
            <a:r>
              <a:t>          "end": "2025-09-30",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132.57527,</a:t>
            </a:r>
          </a:p>
          <a:p>
            <a:r>
              <a:t>          "raw_mean": 4.419175666666666,</a:t>
            </a:r>
          </a:p>
          <a:p>
            <a:r>
              <a:t>          "value": 30.188533640648906,</a:t>
            </a:r>
          </a:p>
          <a:p>
            <a:r>
              <a:t>          "prior_start": "2024-09-01",</a:t>
            </a:r>
          </a:p>
          <a:p>
            <a:r>
              <a:t>          "prior_end": "2024-09-30",</a:t>
            </a:r>
          </a:p>
          <a:p>
            <a:r>
              <a:t>          "prior_days": 30,</a:t>
            </a:r>
          </a:p>
          <a:p>
            <a:r>
              <a:t>          "prior_raw_mean": 5.343152666666667,</a:t>
            </a:r>
          </a:p>
          <a:p>
            <a:r>
              <a:t>          "prior_value": 36.50045985758647,</a:t>
            </a:r>
          </a:p>
          <a:p>
            <a:r>
              <a:t>          "yoy_fraction": -0.17292730671242917,</a:t>
            </a:r>
          </a:p>
          <a:p>
            <a:r>
              <a:t>          "yoy_pct": -17.292730671242918,</a:t>
            </a:r>
          </a:p>
          <a:p>
            <a:r>
              <a:t>          "value_label": "30.2",</a:t>
            </a:r>
          </a:p>
          <a:p>
            <a:r>
              <a:t>          "yoy_label": "(-17.3%)",</a:t>
            </a:r>
          </a:p>
          <a:p>
            <a:r>
              <a:t>          "label": "30.2\n(-17.3%)"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"NV_XB03",</a:t>
            </a:r>
          </a:p>
          <a:p>
            <a:r>
              <a:t>          "month": "2025-10",</a:t>
            </a:r>
          </a:p>
          <a:p>
            <a:r>
              <a:t>          "start": "2025-10-01",</a:t>
            </a:r>
          </a:p>
          <a:p>
            <a:r>
              <a:t>          "end": "2025-10-31",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137.1788,</a:t>
            </a:r>
          </a:p>
          <a:p>
            <a:r>
              <a:t>          "raw_mean": 4.425122580645161,</a:t>
            </a:r>
          </a:p>
          <a:p>
            <a:r>
              <a:t>          "value": 30.22915855041477,</a:t>
            </a:r>
          </a:p>
          <a:p>
            <a:r>
              <a:t>          "prior_start": "2024-10-01",</a:t>
            </a:r>
          </a:p>
          <a:p>
            <a:r>
              <a:t>          "prior_end": "2024-10-31",</a:t>
            </a:r>
          </a:p>
          <a:p>
            <a:r>
              <a:t>          "prior_days": 31,</a:t>
            </a:r>
          </a:p>
          <a:p>
            <a:r>
              <a:t>          "prior_raw_mean": 4.993316451612904,</a:t>
            </a:r>
          </a:p>
          <a:p>
            <a:r>
              <a:t>          "prior_value": 34.110638057442024,</a:t>
            </a:r>
          </a:p>
          <a:p>
            <a:r>
              <a:t>          "yoy_fraction": -0.11379087956346279,</a:t>
            </a:r>
          </a:p>
          <a:p>
            <a:r>
              <a:t>          "yoy_pct": -11.379087956346279,</a:t>
            </a:r>
          </a:p>
          <a:p>
            <a:r>
              <a:t>          "value_label": "30.2",</a:t>
            </a:r>
          </a:p>
          <a:p>
            <a:r>
              <a:t>          "yoy_label": "(-11.4%)",</a:t>
            </a:r>
          </a:p>
          <a:p>
            <a:r>
              <a:t>          "label": "30.2\n(-11.4%)"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"NV_XB03",</a:t>
            </a:r>
          </a:p>
          <a:p>
            <a:r>
              <a:t>          "month": "2025-11",</a:t>
            </a:r>
          </a:p>
          <a:p>
            <a:r>
              <a:t>          "start": "2025-11-01",</a:t>
            </a:r>
          </a:p>
          <a:p>
            <a:r>
              <a:t>          "end": "2025-11-30",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116.88406,</a:t>
            </a:r>
          </a:p>
          <a:p>
            <a:r>
              <a:t>          "raw_mean": 3.8961353333333335,</a:t>
            </a:r>
          </a:p>
          <a:p>
            <a:r>
              <a:t>          "value": 26.615509644940758,</a:t>
            </a:r>
          </a:p>
          <a:p>
            <a:r>
              <a:t>          "prior_start": "2024-11-01",</a:t>
            </a:r>
          </a:p>
          <a:p>
            <a:r>
              <a:t>          "prior_end": "2024-11-30",</a:t>
            </a:r>
          </a:p>
          <a:p>
            <a:r>
              <a:t>          "prior_days": 30,</a:t>
            </a:r>
          </a:p>
          <a:p>
            <a:r>
              <a:t>          "prior_raw_mean": 4.896368999999999,</a:t>
            </a:r>
          </a:p>
          <a:p>
            <a:r>
              <a:t>          "prior_value": 33.4483649039969,</a:t>
            </a:r>
          </a:p>
          <a:p>
            <a:r>
              <a:t>          "yoy_fraction": -0.20428069589254116,</a:t>
            </a:r>
          </a:p>
          <a:p>
            <a:r>
              <a:t>          "yoy_pct": -20.428069589254115,</a:t>
            </a:r>
          </a:p>
          <a:p>
            <a:r>
              <a:t>          "value_label": "26.6",</a:t>
            </a:r>
          </a:p>
          <a:p>
            <a:r>
              <a:t>          "yoy_label": "(-20.4%)",</a:t>
            </a:r>
          </a:p>
          <a:p>
            <a:r>
              <a:t>          "label": "26.6\n(-20.4%)"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"NV_XB03",</a:t>
            </a:r>
          </a:p>
          <a:p>
            <a:r>
              <a:t>          "month": "2025-12",</a:t>
            </a:r>
          </a:p>
          <a:p>
            <a:r>
              <a:t>          "start": "2025-12-01",</a:t>
            </a:r>
          </a:p>
          <a:p>
            <a:r>
              <a:t>          "end": "2025-12-31",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121.43145,</a:t>
            </a:r>
          </a:p>
          <a:p>
            <a:r>
              <a:t>          "raw_mean": 3.917143548387097,</a:t>
            </a:r>
          </a:p>
          <a:p>
            <a:r>
              <a:t>          "value": 26.75902220355305,</a:t>
            </a:r>
          </a:p>
          <a:p>
            <a:r>
              <a:t>          "prior_start": "2024-12-01",</a:t>
            </a:r>
          </a:p>
          <a:p>
            <a:r>
              <a:t>          "prior_end": "2024-12-31",</a:t>
            </a:r>
          </a:p>
          <a:p>
            <a:r>
              <a:t>          "prior_days": 31,</a:t>
            </a:r>
          </a:p>
          <a:p>
            <a:r>
              <a:t>          "prior_raw_mean": 5.321557096774193,</a:t>
            </a:r>
          </a:p>
          <a:p>
            <a:r>
              <a:t>          "prior_value": 36.3529349259334,</a:t>
            </a:r>
          </a:p>
          <a:p>
            <a:r>
              <a:t>          "yoy_fraction": -0.2639102658953749,</a:t>
            </a:r>
          </a:p>
          <a:p>
            <a:r>
              <a:t>          "yoy_pct": -26.391026589537493,</a:t>
            </a:r>
          </a:p>
          <a:p>
            <a:r>
              <a:t>          "value_label": "26.8",</a:t>
            </a:r>
          </a:p>
          <a:p>
            <a:r>
              <a:t>          "yoy_label": "(-26.4%)",</a:t>
            </a:r>
          </a:p>
          <a:p>
            <a:r>
              <a:t>          "label": "26.8\n(-26.4%)"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"NV_XB03",</a:t>
            </a:r>
          </a:p>
          <a:p>
            <a:r>
              <a:t>          "month": "2026-01",</a:t>
            </a:r>
          </a:p>
          <a:p>
            <a:r>
              <a:t>          "start": "2026-01-01",</a:t>
            </a:r>
          </a:p>
          <a:p>
            <a:r>
              <a:t>          "end": "2026-01-31",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107.83142,</a:t>
            </a:r>
          </a:p>
          <a:p>
            <a:r>
              <a:t>          "raw_mean": 3.4784329032258063,</a:t>
            </a:r>
          </a:p>
          <a:p>
            <a:r>
              <a:t>          "value": 23.762076150953106,</a:t>
            </a:r>
          </a:p>
          <a:p>
            <a:r>
              <a:t>          "prior_start": "2025-01-01",</a:t>
            </a:r>
          </a:p>
          <a:p>
            <a:r>
              <a:t>          "prior_end": "2025-01-31",</a:t>
            </a:r>
          </a:p>
          <a:p>
            <a:r>
              <a:t>          "prior_days": 31,</a:t>
            </a:r>
          </a:p>
          <a:p>
            <a:r>
              <a:t>          "prior_raw_mean": 4.955286129032258,</a:t>
            </a:r>
          </a:p>
          <a:p>
            <a:r>
              <a:t>          "prior_value": 33.85084307322125,</a:t>
            </a:r>
          </a:p>
          <a:p>
            <a:r>
              <a:t>          "yoy_fraction": -0.2980359130331135,</a:t>
            </a:r>
          </a:p>
          <a:p>
            <a:r>
              <a:t>          "yoy_pct": -29.80359130331135,</a:t>
            </a:r>
          </a:p>
          <a:p>
            <a:r>
              <a:t>          "value_label": "23.8",</a:t>
            </a:r>
          </a:p>
          <a:p>
            <a:r>
              <a:t>          "yoy_label": "(-29.8%)",</a:t>
            </a:r>
          </a:p>
          <a:p>
            <a:r>
              <a:t>          "label": "23.8\n(-29.8%)"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"NV_XB03",</a:t>
            </a:r>
          </a:p>
          <a:p>
            <a:r>
              <a:t>          "month": "2026-02",</a:t>
            </a:r>
          </a:p>
          <a:p>
            <a:r>
              <a:t>          "start": "2026-02-01",</a:t>
            </a:r>
          </a:p>
          <a:p>
            <a:r>
              <a:t>          "end": "2026-02-28",</a:t>
            </a:r>
          </a:p>
          <a:p>
            <a:r>
              <a:t>          "days": 28,</a:t>
            </a:r>
          </a:p>
          <a:p>
            <a:r>
              <a:t>          "partial": false,</a:t>
            </a:r>
          </a:p>
          <a:p>
            <a:r>
              <a:t>          "raw_sum": 84.50514,</a:t>
            </a:r>
          </a:p>
          <a:p>
            <a:r>
              <a:t>          "raw_mean": 3.018040714285714,</a:t>
            </a:r>
          </a:p>
          <a:p>
            <a:r>
              <a:t>          "value": 20.617017856813494,</a:t>
            </a:r>
          </a:p>
          <a:p>
            <a:r>
              <a:t>          "prior_start": "2025-02-01",</a:t>
            </a:r>
          </a:p>
          <a:p>
            <a:r>
              <a:t>          "prior_end": "2025-02-28",</a:t>
            </a:r>
          </a:p>
          <a:p>
            <a:r>
              <a:t>          "prior_days": 28,</a:t>
            </a:r>
          </a:p>
          <a:p>
            <a:r>
              <a:t>          "prior_raw_mean": 5.479194285714286,</a:t>
            </a:r>
          </a:p>
          <a:p>
            <a:r>
              <a:t>          "prior_value": 37.42979539500926,</a:t>
            </a:r>
          </a:p>
          <a:p>
            <a:r>
              <a:t>          "yoy_fraction": -0.44918165757426276,</a:t>
            </a:r>
          </a:p>
          <a:p>
            <a:r>
              <a:t>          "yoy_pct": -44.91816575742627,</a:t>
            </a:r>
          </a:p>
          <a:p>
            <a:r>
              <a:t>          "value_label": "20.6",</a:t>
            </a:r>
          </a:p>
          <a:p>
            <a:r>
              <a:t>          "yoy_label": "(-44.9%)",</a:t>
            </a:r>
          </a:p>
          <a:p>
            <a:r>
              <a:t>          "label": "20.6\n(-44.9%)"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"NV_XB03",</a:t>
            </a:r>
          </a:p>
          <a:p>
            <a:r>
              <a:t>          "month": "2026-03",</a:t>
            </a:r>
          </a:p>
          <a:p>
            <a:r>
              <a:t>          "start": "2026-03-01",</a:t>
            </a:r>
          </a:p>
          <a:p>
            <a:r>
              <a:t>          "end": "2026-03-31",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110.10513999999999,</a:t>
            </a:r>
          </a:p>
          <a:p>
            <a:r>
              <a:t>          "raw_mean": 3.551778709677419,</a:t>
            </a:r>
          </a:p>
          <a:p>
            <a:r>
              <a:t>          "value": 24.26312035296719,</a:t>
            </a:r>
          </a:p>
          <a:p>
            <a:r>
              <a:t>          "prior_start": "2025-03-01",</a:t>
            </a:r>
          </a:p>
          <a:p>
            <a:r>
              <a:t>          "prior_end": "2025-03-31",</a:t>
            </a:r>
          </a:p>
          <a:p>
            <a:r>
              <a:t>          "prior_days": 31,</a:t>
            </a:r>
          </a:p>
          <a:p>
            <a:r>
              <a:t>          "prior_raw_mean": 4.193317741935484,</a:t>
            </a:r>
          </a:p>
          <a:p>
            <a:r>
              <a:t>          "prior_value": 28.64563965474464,</a:t>
            </a:r>
          </a:p>
          <a:p>
            <a:r>
              <a:t>          "yoy_fraction": -0.15299079910933555,</a:t>
            </a:r>
          </a:p>
          <a:p>
            <a:r>
              <a:t>          "yoy_pct": -15.299079910933555,</a:t>
            </a:r>
          </a:p>
          <a:p>
            <a:r>
              <a:t>          "value_label": "24.3",</a:t>
            </a:r>
          </a:p>
          <a:p>
            <a:r>
              <a:t>          "yoy_label": "(-15.3%)",</a:t>
            </a:r>
          </a:p>
          <a:p>
            <a:r>
              <a:t>          "label": "24.3\n(-15.3%)"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"NV_XB03",</a:t>
            </a:r>
          </a:p>
          <a:p>
            <a:r>
              <a:t>          "month": "2026-04",</a:t>
            </a:r>
          </a:p>
          <a:p>
            <a:r>
              <a:t>          "start": "2026-04-01",</a:t>
            </a:r>
          </a:p>
          <a:p>
            <a:r>
              <a:t>          "end": "2026-04-30",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94.79281,</a:t>
            </a:r>
          </a:p>
          <a:p>
            <a:r>
              <a:t>          "raw_mean": 3.1597603333333333,</a:t>
            </a:r>
          </a:p>
          <a:p>
            <a:r>
              <a:t>          "value": 21.58514128296054,</a:t>
            </a:r>
          </a:p>
          <a:p>
            <a:r>
              <a:t>          "prior_start": "2025-04-01",</a:t>
            </a:r>
          </a:p>
          <a:p>
            <a:r>
              <a:t>          "prior_end": "2025-04-30",</a:t>
            </a:r>
          </a:p>
          <a:p>
            <a:r>
              <a:t>          "prior_days": 30,</a:t>
            </a:r>
          </a:p>
          <a:p>
            <a:r>
              <a:t>          "prior_raw_mean": 4.158591333333333,</a:t>
            </a:r>
          </a:p>
          <a:p>
            <a:r>
              <a:t>          "prior_value": 28.408414562695818,</a:t>
            </a:r>
          </a:p>
          <a:p>
            <a:r>
              <a:t>          "yoy_fraction": -0.24018493762391024,</a:t>
            </a:r>
          </a:p>
          <a:p>
            <a:r>
              <a:t>          "yoy_pct": -24.018493762391024,</a:t>
            </a:r>
          </a:p>
          <a:p>
            <a:r>
              <a:t>          "value_label": "21.6",</a:t>
            </a:r>
          </a:p>
          <a:p>
            <a:r>
              <a:t>          "yoy_label": "(-24.0%)",</a:t>
            </a:r>
          </a:p>
          <a:p>
            <a:r>
              <a:t>          "label": "21.6\n(-24.0%)"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"NV_XB03",</a:t>
            </a:r>
          </a:p>
          <a:p>
            <a:r>
              <a:t>          "month": "2026-05",</a:t>
            </a:r>
          </a:p>
          <a:p>
            <a:r>
              <a:t>          "start": "2026-05-01",</a:t>
            </a:r>
          </a:p>
          <a:p>
            <a:r>
              <a:t>          "end": "2026-05-31",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98.30157,</a:t>
            </a:r>
          </a:p>
          <a:p>
            <a:r>
              <a:t>          "raw_mean": 3.1710183870967743,</a:t>
            </a:r>
          </a:p>
          <a:p>
            <a:r>
              <a:t>          "value": 21.66204796429693,</a:t>
            </a:r>
          </a:p>
          <a:p>
            <a:r>
              <a:t>          "prior_start": "2025-05-01",</a:t>
            </a:r>
          </a:p>
          <a:p>
            <a:r>
              <a:t>          "prior_end": "2025-05-31",</a:t>
            </a:r>
          </a:p>
          <a:p>
            <a:r>
              <a:t>          "prior_days": 31,</a:t>
            </a:r>
          </a:p>
          <a:p>
            <a:r>
              <a:t>          "prior_raw_mean": 4.264397419354839,</a:t>
            </a:r>
          </a:p>
          <a:p>
            <a:r>
              <a:t>          "prior_value": 29.131203342363154,</a:t>
            </a:r>
          </a:p>
          <a:p>
            <a:r>
              <a:t>          "yoy_fraction": -0.2563970767113638,</a:t>
            </a:r>
          </a:p>
          <a:p>
            <a:r>
              <a:t>          "yoy_pct": -25.63970767113638,</a:t>
            </a:r>
          </a:p>
          <a:p>
            <a:r>
              <a:t>          "value_label": "21.7",</a:t>
            </a:r>
          </a:p>
          <a:p>
            <a:r>
              <a:t>          "yoy_label": "(-25.6%)",</a:t>
            </a:r>
          </a:p>
          <a:p>
            <a:r>
              <a:t>          "label": "21.7\n(-25.6%)"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"NV_XB03",</a:t>
            </a:r>
          </a:p>
          <a:p>
            <a:r>
              <a:t>          "month": "2026-06",</a:t>
            </a:r>
          </a:p>
          <a:p>
            <a:r>
              <a:t>          "start": "2026-06-01",</a:t>
            </a:r>
          </a:p>
          <a:p>
            <a:r>
              <a:t>          "end": "2026-06-30",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105.55774,</a:t>
            </a:r>
          </a:p>
          <a:p>
            <a:r>
              <a:t>          "raw_mean": 3.518591333333333,</a:t>
            </a:r>
          </a:p>
          <a:p>
            <a:r>
              <a:t>          "value": 24.03640878891569,</a:t>
            </a:r>
          </a:p>
          <a:p>
            <a:r>
              <a:t>          "prior_start": "2025-06-01",</a:t>
            </a:r>
          </a:p>
          <a:p>
            <a:r>
              <a:t>          "prior_end": "2025-06-30",</a:t>
            </a:r>
          </a:p>
          <a:p>
            <a:r>
              <a:t>          "prior_days": 30,</a:t>
            </a:r>
          </a:p>
          <a:p>
            <a:r>
              <a:t>          "prior_raw_mean": 6.156252333333333,</a:t>
            </a:r>
          </a:p>
          <a:p>
            <a:r>
              <a:t>          "prior_value": 42.05495429090734,</a:t>
            </a:r>
          </a:p>
          <a:p>
            <a:r>
              <a:t>          "yoy_fraction": -0.42845238583192136,</a:t>
            </a:r>
          </a:p>
          <a:p>
            <a:r>
              <a:t>          "yoy_pct": -42.845238583192135,</a:t>
            </a:r>
          </a:p>
          <a:p>
            <a:r>
              <a:t>          "value_label": "24.0",</a:t>
            </a:r>
          </a:p>
          <a:p>
            <a:r>
              <a:t>          "yoy_label": "(-42.8%)",</a:t>
            </a:r>
          </a:p>
          <a:p>
            <a:r>
              <a:t>          "label": "24.0\n(-42.8%)"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"NV_XB03",</a:t>
            </a:r>
          </a:p>
          <a:p>
            <a:r>
              <a:t>          "month": "2026-07",</a:t>
            </a:r>
          </a:p>
          <a:p>
            <a:r>
              <a:t>          "start": "2026-07-01",</a:t>
            </a:r>
          </a:p>
          <a:p>
            <a:r>
              <a:t>          "end": "2026-07-31",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112.05598,</a:t>
            </a:r>
          </a:p>
          <a:p>
            <a:r>
              <a:t>          "raw_mean": 3.6147090322580646,</a:t>
            </a:r>
          </a:p>
          <a:p>
            <a:r>
              <a:t>          "value": 24.693013686824102,</a:t>
            </a:r>
          </a:p>
          <a:p>
            <a:r>
              <a:t>          "prior_start": "2025-07-01",</a:t>
            </a:r>
          </a:p>
          <a:p>
            <a:r>
              <a:t>          "prior_end": "2025-07-31",</a:t>
            </a:r>
          </a:p>
          <a:p>
            <a:r>
              <a:t>          "prior_days": 31,</a:t>
            </a:r>
          </a:p>
          <a:p>
            <a:r>
              <a:t>          "prior_raw_mean": 4.643799032258065,</a:t>
            </a:r>
          </a:p>
          <a:p>
            <a:r>
              <a:t>          "prior_value": 31.722994033291897,</a:t>
            </a:r>
          </a:p>
          <a:p>
            <a:r>
              <a:t>          "yoy_fraction": -0.22160519713524318,</a:t>
            </a:r>
          </a:p>
          <a:p>
            <a:r>
              <a:t>          "yoy_pct": -22.16051971352432,</a:t>
            </a:r>
          </a:p>
          <a:p>
            <a:r>
              <a:t>          "value_label": "24.7",</a:t>
            </a:r>
          </a:p>
          <a:p>
            <a:r>
              <a:t>          "yoy_label": "(-22.2%)",</a:t>
            </a:r>
          </a:p>
          <a:p>
            <a:r>
              <a:t>          "label": "24.7\n(-22.2%)"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"NV_XB03",</a:t>
            </a:r>
          </a:p>
          <a:p>
            <a:r>
              <a:t>          "month": "2026-08",</a:t>
            </a:r>
          </a:p>
          <a:p>
            <a:r>
              <a:t>          "start": "2026-08-01",</a:t>
            </a:r>
          </a:p>
          <a:p>
            <a:r>
              <a:t>          "end": "2026-08-31",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105.08056,</a:t>
            </a:r>
          </a:p>
          <a:p>
            <a:r>
              <a:t>          "raw_mean": 3.389695483870968,</a:t>
            </a:r>
          </a:p>
          <a:p>
            <a:r>
              <a:t>          "value": 23.155887854437946,</a:t>
            </a:r>
          </a:p>
          <a:p>
            <a:r>
              <a:t>          "prior_start": "2025-08-01",</a:t>
            </a:r>
          </a:p>
          <a:p>
            <a:r>
              <a:t>          "prior_end": "2025-08-31",</a:t>
            </a:r>
          </a:p>
          <a:p>
            <a:r>
              <a:t>          "prior_days": 31,</a:t>
            </a:r>
          </a:p>
          <a:p>
            <a:r>
              <a:t>          "prior_raw_mean": 4.489411935483871,</a:t>
            </a:r>
          </a:p>
          <a:p>
            <a:r>
              <a:t>          "prior_value": 30.66833578564514,</a:t>
            </a:r>
          </a:p>
          <a:p>
            <a:r>
              <a:t>          "yoy_fraction": -0.2449577956793968,</a:t>
            </a:r>
          </a:p>
          <a:p>
            <a:r>
              <a:t>          "yoy_pct": -24.495779567939678,</a:t>
            </a:r>
          </a:p>
          <a:p>
            <a:r>
              <a:t>          "value_label": "23.2",</a:t>
            </a:r>
          </a:p>
          <a:p>
            <a:r>
              <a:t>          "yoy_label": "(-24.5%)",</a:t>
            </a:r>
          </a:p>
          <a:p>
            <a:r>
              <a:t>          "label": "23.2\n(-24.5%)"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"NV_XB03",</a:t>
            </a:r>
          </a:p>
          <a:p>
            <a:r>
              <a:t>          "month": "2026-09",</a:t>
            </a:r>
          </a:p>
          <a:p>
            <a:r>
              <a:t>          "start": "2026-09-01",</a:t>
            </a:r>
          </a:p>
          <a:p>
            <a:r>
              <a:t>          "end": "2026-09-30",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207.18581,</a:t>
            </a:r>
          </a:p>
          <a:p>
            <a:r>
              <a:t>          "raw_mean": 6.906193666666667,</a:t>
            </a:r>
          </a:p>
          <a:p>
            <a:r>
              <a:t>          "value": 47.177997789859994,</a:t>
            </a:r>
          </a:p>
          <a:p>
            <a:r>
              <a:t>          "prior_start": "2025-09-01",</a:t>
            </a:r>
          </a:p>
          <a:p>
            <a:r>
              <a:t>          "prior_end": "2025-09-30",</a:t>
            </a:r>
          </a:p>
          <a:p>
            <a:r>
              <a:t>          "prior_days": 30,</a:t>
            </a:r>
          </a:p>
          <a:p>
            <a:r>
              <a:t>          "prior_raw_mean": 4.419175666666666,</a:t>
            </a:r>
          </a:p>
          <a:p>
            <a:r>
              <a:t>          "prior_value": 30.188533640648906,</a:t>
            </a:r>
          </a:p>
          <a:p>
            <a:r>
              <a:t>          "yoy_fraction": 0.5627787143107457,</a:t>
            </a:r>
          </a:p>
          <a:p>
            <a:r>
              <a:t>          "yoy_pct": 56.277871431074566,</a:t>
            </a:r>
          </a:p>
          <a:p>
            <a:r>
              <a:t>          "value_label": "47.2",</a:t>
            </a:r>
          </a:p>
          <a:p>
            <a:r>
              <a:t>          "yoy_label": "(+56.3%)",</a:t>
            </a:r>
          </a:p>
          <a:p>
            <a:r>
              <a:t>          "label": "47.2\n(+56.3%)"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"NV_XB03",</a:t>
            </a:r>
          </a:p>
          <a:p>
            <a:r>
              <a:t>          "month": "2026-10",</a:t>
            </a:r>
          </a:p>
          <a:p>
            <a:r>
              <a:t>          "start": "2026-10-01",</a:t>
            </a:r>
          </a:p>
          <a:p>
            <a:r>
              <a:t>          "end": "2026-10-19",</a:t>
            </a:r>
          </a:p>
          <a:p>
            <a:r>
              <a:t>          "days": 19,</a:t>
            </a:r>
          </a:p>
          <a:p>
            <a:r>
              <a:t>          "partial": true,</a:t>
            </a:r>
          </a:p>
          <a:p>
            <a:r>
              <a:t>          "raw_sum": 180.5192,</a:t>
            </a:r>
          </a:p>
          <a:p>
            <a:r>
              <a:t>          "raw_mean": 9.50101052631579,</a:t>
            </a:r>
          </a:p>
          <a:p>
            <a:r>
              <a:t>          "value": 64.90386387155996,</a:t>
            </a:r>
          </a:p>
          <a:p>
            <a:r>
              <a:t>          "prior_start": "2025-10-01",</a:t>
            </a:r>
          </a:p>
          <a:p>
            <a:r>
              <a:t>          "prior_end": "2025-10-19",</a:t>
            </a:r>
          </a:p>
          <a:p>
            <a:r>
              <a:t>          "prior_days": 19,</a:t>
            </a:r>
          </a:p>
          <a:p>
            <a:r>
              <a:t>          "prior_raw_mean": 4.067954736842105,</a:t>
            </a:r>
          </a:p>
          <a:p>
            <a:r>
              <a:t>          "prior_value": 27.789252495234205,</a:t>
            </a:r>
          </a:p>
          <a:p>
            <a:r>
              <a:t>          "yoy_fraction": 1.335574297390361,</a:t>
            </a:r>
          </a:p>
          <a:p>
            <a:r>
              <a:t>          "yoy_pct": 133.5574297390361,</a:t>
            </a:r>
          </a:p>
          <a:p>
            <a:r>
              <a:t>          "value_label": "64.9",</a:t>
            </a:r>
          </a:p>
          <a:p>
            <a:r>
              <a:t>          "yoy_label": "(+133.6%)",</a:t>
            </a:r>
          </a:p>
          <a:p>
            <a:r>
              <a:t>          "label": "64.9\n(+133.6%)"</a:t>
            </a:r>
          </a:p>
          <a:p>
            <a:r>
              <a:t>        }</a:t>
            </a:r>
          </a:p>
          <a:p>
            <a:r>
              <a:t>      ]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"formulas": {</a:t>
            </a:r>
          </a:p>
          <a:p>
            <a:r>
              <a:t>    "normalization": "raw_ratio/group_raw_max*100",</a:t>
            </a:r>
          </a:p>
          <a:p>
            <a:r>
              <a:t>    "monthly_average": "AVERAGE(normalized daily within actual start-end)",</a:t>
            </a:r>
          </a:p>
          <a:p>
            <a:r>
              <a:t>    "year_over_year": "current_mean/prior_same_period_mean-1",</a:t>
            </a:r>
          </a:p>
          <a:p>
            <a:r>
              <a:t>    "october": "2026Oct1~20 vs2025Oct1~20;2025Octplotpointfull31days",</a:t>
            </a:r>
          </a:p>
          <a:p>
            <a:r>
              <a:t>    "some": "monthly_documents/actual_calendar_days_or_Oct20",</a:t>
            </a:r>
          </a:p>
          <a:p>
            <a:r>
              <a:t>    "pos": "monthly_kg/calendar_days"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"slide": 3,</a:t>
            </a:r>
          </a:p>
          <a:p>
            <a:r>
              <a:t>  "key": "price",</a:t>
            </a:r>
          </a:p>
          <a:p>
            <a:r>
              <a:t>  "section": "03 외식 가격 수준",</a:t>
            </a:r>
          </a:p>
          <a:p>
            <a:r>
              <a:t>  "title": "9월 외식 가격 수준,\n작년과 올해의 소비자물가지수 비교",</a:t>
            </a:r>
          </a:p>
          <a:p>
            <a:r>
              <a:t>  "unit": "각 품목의2020년 평균가격=100 · 회색:2025년9월 / 색상:2026년9월",</a:t>
            </a:r>
          </a:p>
          <a:p>
            <a:r>
              <a:t>  "charts": [</a:t>
            </a:r>
          </a:p>
          <a:p>
            <a:r>
              <a:t>    {</a:t>
            </a:r>
          </a:p>
          <a:p>
            <a:r>
              <a:t>      "id": "C205",</a:t>
            </a:r>
          </a:p>
          <a:p>
            <a:r>
              <a:t>      "kind": "column",</a:t>
            </a:r>
          </a:p>
          <a:p>
            <a:r>
              <a:t>      "label": "외식",</a:t>
            </a:r>
          </a:p>
          <a:p>
            <a:r>
              <a:t>      "categories": [</a:t>
            </a:r>
          </a:p>
          <a:p>
            <a:r>
              <a:t>        "2025.9",</a:t>
            </a:r>
          </a:p>
          <a:p>
            <a:r>
              <a:t>        "2026.9"</a:t>
            </a:r>
          </a:p>
          <a:p>
            <a:r>
              <a:t>      ],</a:t>
            </a:r>
          </a:p>
          <a:p>
            <a:r>
              <a:t>      "series": [</a:t>
            </a:r>
          </a:p>
          <a:p>
            <a:r>
              <a:t>        {</a:t>
            </a:r>
          </a:p>
          <a:p>
            <a:r>
              <a:t>          "name": "외식",</a:t>
            </a:r>
          </a:p>
          <a:p>
            <a:r>
              <a:t>          "values": [</a:t>
            </a:r>
          </a:p>
          <a:p>
            <a:r>
              <a:t>            125.42,</a:t>
            </a:r>
          </a:p>
          <a:p>
            <a:r>
              <a:t>            128.59</a:t>
            </a:r>
          </a:p>
          <a:p>
            <a:r>
              <a:t>          ],</a:t>
            </a:r>
          </a:p>
          <a:p>
            <a:r>
              <a:t>          "color": "8B8A81"</a:t>
            </a:r>
          </a:p>
          <a:p>
            <a:r>
              <a:t>        }</a:t>
            </a:r>
          </a:p>
          <a:p>
            <a:r>
              <a:t>      ],</a:t>
            </a:r>
          </a:p>
          <a:p>
            <a:r>
              <a:t>      "point_colors": [</a:t>
            </a:r>
          </a:p>
          <a:p>
            <a:r>
              <a:t>        "ABA79B",</a:t>
            </a:r>
          </a:p>
          <a:p>
            <a:r>
              <a:t>        "8B8A81"</a:t>
            </a:r>
          </a:p>
          <a:p>
            <a:r>
              <a:t>      ],</a:t>
            </a:r>
          </a:p>
          <a:p>
            <a:r>
              <a:t>      "minimum": 0,</a:t>
            </a:r>
          </a:p>
          <a:p>
            <a:r>
              <a:t>      "maximum": 160,</a:t>
            </a:r>
          </a:p>
          <a:p>
            <a:r>
              <a:t>      "major": 40,</a:t>
            </a:r>
          </a:p>
          <a:p>
            <a:r>
              <a:t>      "format": "0",</a:t>
            </a:r>
          </a:p>
          <a:p>
            <a:r>
              <a:t>      "label_format": "0.00",</a:t>
            </a:r>
          </a:p>
          <a:p>
            <a:r>
              <a:t>      "level_note": "작년 같은 달보다 +2.5%",</a:t>
            </a:r>
          </a:p>
          <a:p>
            <a:r>
              <a:t>      "latest_index": 128.59,</a:t>
            </a:r>
          </a:p>
          <a:p>
            <a:r>
              <a:t>      "previous_index": 125.42,</a:t>
            </a:r>
          </a:p>
          <a:p>
            <a:r>
              <a:t>      "monthly_2025": [</a:t>
            </a:r>
          </a:p>
          <a:p>
            <a:r>
              <a:t>        122.89,</a:t>
            </a:r>
          </a:p>
          <a:p>
            <a:r>
              <a:t>        123.41,</a:t>
            </a:r>
          </a:p>
          <a:p>
            <a:r>
              <a:t>        123.8,</a:t>
            </a:r>
          </a:p>
          <a:p>
            <a:r>
              <a:t>        124.36,</a:t>
            </a:r>
          </a:p>
          <a:p>
            <a:r>
              <a:t>        124.56,</a:t>
            </a:r>
          </a:p>
          <a:p>
            <a:r>
              <a:t>        124.79,</a:t>
            </a:r>
          </a:p>
          <a:p>
            <a:r>
              <a:t>        125.08,</a:t>
            </a:r>
          </a:p>
          <a:p>
            <a:r>
              <a:t>        125.08,</a:t>
            </a:r>
          </a:p>
          <a:p>
            <a:r>
              <a:t>        125.42</a:t>
            </a:r>
          </a:p>
          <a:p>
            <a:r>
              <a:t>      ],</a:t>
            </a:r>
          </a:p>
          <a:p>
            <a:r>
              <a:t>      "monthly_2026": [</a:t>
            </a:r>
          </a:p>
          <a:p>
            <a:r>
              <a:t>        126.45,</a:t>
            </a:r>
          </a:p>
          <a:p>
            <a:r>
              <a:t>        126.95,</a:t>
            </a:r>
          </a:p>
          <a:p>
            <a:r>
              <a:t>        127.28,</a:t>
            </a:r>
          </a:p>
          <a:p>
            <a:r>
              <a:t>        127.65,</a:t>
            </a:r>
          </a:p>
          <a:p>
            <a:r>
              <a:t>        127.83,</a:t>
            </a:r>
          </a:p>
          <a:p>
            <a:r>
              <a:t>        128.06,</a:t>
            </a:r>
          </a:p>
          <a:p>
            <a:r>
              <a:t>        128.31,</a:t>
            </a:r>
          </a:p>
          <a:p>
            <a:r>
              <a:t>        128.5,</a:t>
            </a:r>
          </a:p>
          <a:p>
            <a:r>
              <a:t>        128.59</a:t>
            </a:r>
          </a:p>
          <a:p>
            <a:r>
              <a:t>      ],</a:t>
            </a:r>
          </a:p>
          <a:p>
            <a:r>
              <a:t>      "quarter_levels": [</a:t>
            </a:r>
          </a:p>
          <a:p>
            <a:r>
              <a:t>        {</a:t>
            </a:r>
          </a:p>
          <a:p>
            <a:r>
              <a:t>          "period": "1~3월평균",</a:t>
            </a:r>
          </a:p>
          <a:p>
            <a:r>
              <a:t>          "previous": 123.36666666666667,</a:t>
            </a:r>
          </a:p>
          <a:p>
            <a:r>
              <a:t>          "current": 126.89333333333333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"period": "4~6월평균",</a:t>
            </a:r>
          </a:p>
          <a:p>
            <a:r>
              <a:t>          "previous": 124.57000000000001,</a:t>
            </a:r>
          </a:p>
          <a:p>
            <a:r>
              <a:t>          "current": 127.84666666666668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"period": "7~9월평균",</a:t>
            </a:r>
          </a:p>
          <a:p>
            <a:r>
              <a:t>          "previous": 125.19333333333333,</a:t>
            </a:r>
          </a:p>
          <a:p>
            <a:r>
              <a:t>          "current": 128.46666666666667</a:t>
            </a:r>
          </a:p>
          <a:p>
            <a:r>
              <a:t>        }</a:t>
            </a:r>
          </a:p>
          <a:p>
            <a:r>
              <a:t>      ]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"C206",</a:t>
            </a:r>
          </a:p>
          <a:p>
            <a:r>
              <a:t>      "kind": "column",</a:t>
            </a:r>
          </a:p>
          <a:p>
            <a:r>
              <a:t>      "label": "햄버거",</a:t>
            </a:r>
          </a:p>
          <a:p>
            <a:r>
              <a:t>      "categories": [</a:t>
            </a:r>
          </a:p>
          <a:p>
            <a:r>
              <a:t>        "2025.9",</a:t>
            </a:r>
          </a:p>
          <a:p>
            <a:r>
              <a:t>        "2026.9"</a:t>
            </a:r>
          </a:p>
          <a:p>
            <a:r>
              <a:t>      ],</a:t>
            </a:r>
          </a:p>
          <a:p>
            <a:r>
              <a:t>      "series": [</a:t>
            </a:r>
          </a:p>
          <a:p>
            <a:r>
              <a:t>        {</a:t>
            </a:r>
          </a:p>
          <a:p>
            <a:r>
              <a:t>          "name": "햄버거",</a:t>
            </a:r>
          </a:p>
          <a:p>
            <a:r>
              <a:t>          "values": [</a:t>
            </a:r>
          </a:p>
          <a:p>
            <a:r>
              <a:t>            137.2,</a:t>
            </a:r>
          </a:p>
          <a:p>
            <a:r>
              <a:t>            134.99</a:t>
            </a:r>
          </a:p>
          <a:p>
            <a:r>
              <a:t>          ],</a:t>
            </a:r>
          </a:p>
          <a:p>
            <a:r>
              <a:t>          "color": "BD432D"</a:t>
            </a:r>
          </a:p>
          <a:p>
            <a:r>
              <a:t>        }</a:t>
            </a:r>
          </a:p>
          <a:p>
            <a:r>
              <a:t>      ],</a:t>
            </a:r>
          </a:p>
          <a:p>
            <a:r>
              <a:t>      "point_colors": [</a:t>
            </a:r>
          </a:p>
          <a:p>
            <a:r>
              <a:t>        "ABA79B",</a:t>
            </a:r>
          </a:p>
          <a:p>
            <a:r>
              <a:t>        "BD432D"</a:t>
            </a:r>
          </a:p>
          <a:p>
            <a:r>
              <a:t>      ],</a:t>
            </a:r>
          </a:p>
          <a:p>
            <a:r>
              <a:t>      "minimum": 0,</a:t>
            </a:r>
          </a:p>
          <a:p>
            <a:r>
              <a:t>      "maximum": 160,</a:t>
            </a:r>
          </a:p>
          <a:p>
            <a:r>
              <a:t>      "major": 40,</a:t>
            </a:r>
          </a:p>
          <a:p>
            <a:r>
              <a:t>      "format": "0",</a:t>
            </a:r>
          </a:p>
          <a:p>
            <a:r>
              <a:t>      "label_format": "0.00",</a:t>
            </a:r>
          </a:p>
          <a:p>
            <a:r>
              <a:t>      "level_note": "작년 같은 달보다 -1.6%",</a:t>
            </a:r>
          </a:p>
          <a:p>
            <a:r>
              <a:t>      "latest_index": 134.99,</a:t>
            </a:r>
          </a:p>
          <a:p>
            <a:r>
              <a:t>      "previous_index": 137.2,</a:t>
            </a:r>
          </a:p>
          <a:p>
            <a:r>
              <a:t>      "monthly_2025": [</a:t>
            </a:r>
          </a:p>
          <a:p>
            <a:r>
              <a:t>        133.82,</a:t>
            </a:r>
          </a:p>
          <a:p>
            <a:r>
              <a:t>        134.08,</a:t>
            </a:r>
          </a:p>
          <a:p>
            <a:r>
              <a:t>        134.08,</a:t>
            </a:r>
          </a:p>
          <a:p>
            <a:r>
              <a:t>        137.2,</a:t>
            </a:r>
          </a:p>
          <a:p>
            <a:r>
              <a:t>        137.2,</a:t>
            </a:r>
          </a:p>
          <a:p>
            <a:r>
              <a:t>        137.2,</a:t>
            </a:r>
          </a:p>
          <a:p>
            <a:r>
              <a:t>        137.2,</a:t>
            </a:r>
          </a:p>
          <a:p>
            <a:r>
              <a:t>        131.94,</a:t>
            </a:r>
          </a:p>
          <a:p>
            <a:r>
              <a:t>        137.2</a:t>
            </a:r>
          </a:p>
          <a:p>
            <a:r>
              <a:t>      ],</a:t>
            </a:r>
          </a:p>
          <a:p>
            <a:r>
              <a:t>      "monthly_2026": [</a:t>
            </a:r>
          </a:p>
          <a:p>
            <a:r>
              <a:t>        137.2,</a:t>
            </a:r>
          </a:p>
          <a:p>
            <a:r>
              <a:t>        139.59,</a:t>
            </a:r>
          </a:p>
          <a:p>
            <a:r>
              <a:t>        140.82,</a:t>
            </a:r>
          </a:p>
          <a:p>
            <a:r>
              <a:t>        140.82,</a:t>
            </a:r>
          </a:p>
          <a:p>
            <a:r>
              <a:t>        140.82,</a:t>
            </a:r>
          </a:p>
          <a:p>
            <a:r>
              <a:t>        141.81,</a:t>
            </a:r>
          </a:p>
          <a:p>
            <a:r>
              <a:t>        141.81,</a:t>
            </a:r>
          </a:p>
          <a:p>
            <a:r>
              <a:t>        141.81,</a:t>
            </a:r>
          </a:p>
          <a:p>
            <a:r>
              <a:t>        134.99</a:t>
            </a:r>
          </a:p>
          <a:p>
            <a:r>
              <a:t>      ],</a:t>
            </a:r>
          </a:p>
          <a:p>
            <a:r>
              <a:t>      "quarter_levels": [</a:t>
            </a:r>
          </a:p>
          <a:p>
            <a:r>
              <a:t>        {</a:t>
            </a:r>
          </a:p>
          <a:p>
            <a:r>
              <a:t>          "period": "1~3월평균",</a:t>
            </a:r>
          </a:p>
          <a:p>
            <a:r>
              <a:t>          "previous": 133.99333333333334,</a:t>
            </a:r>
          </a:p>
          <a:p>
            <a:r>
              <a:t>          "current": 139.20333333333335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"period": "4~6월평균",</a:t>
            </a:r>
          </a:p>
          <a:p>
            <a:r>
              <a:t>          "previous": 137.2,</a:t>
            </a:r>
          </a:p>
          <a:p>
            <a:r>
              <a:t>          "current": 141.15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"period": "7~9월평균",</a:t>
            </a:r>
          </a:p>
          <a:p>
            <a:r>
              <a:t>          "previous": 135.44666666666666,</a:t>
            </a:r>
          </a:p>
          <a:p>
            <a:r>
              <a:t>          "current": 139.53666666666666</a:t>
            </a:r>
          </a:p>
          <a:p>
            <a:r>
              <a:t>        }</a:t>
            </a:r>
          </a:p>
          <a:p>
            <a:r>
              <a:t>      ]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"C207",</a:t>
            </a:r>
          </a:p>
          <a:p>
            <a:r>
              <a:t>      "kind": "column",</a:t>
            </a:r>
          </a:p>
          <a:p>
            <a:r>
              <a:t>      "label": "치킨",</a:t>
            </a:r>
          </a:p>
          <a:p>
            <a:r>
              <a:t>      "categories": [</a:t>
            </a:r>
          </a:p>
          <a:p>
            <a:r>
              <a:t>        "2025.9",</a:t>
            </a:r>
          </a:p>
          <a:p>
            <a:r>
              <a:t>        "2026.9"</a:t>
            </a:r>
          </a:p>
          <a:p>
            <a:r>
              <a:t>      ],</a:t>
            </a:r>
          </a:p>
          <a:p>
            <a:r>
              <a:t>      "series": [</a:t>
            </a:r>
          </a:p>
          <a:p>
            <a:r>
              <a:t>        {</a:t>
            </a:r>
          </a:p>
          <a:p>
            <a:r>
              <a:t>          "name": "치킨",</a:t>
            </a:r>
          </a:p>
          <a:p>
            <a:r>
              <a:t>          "values": [</a:t>
            </a:r>
          </a:p>
          <a:p>
            <a:r>
              <a:t>            130.01,</a:t>
            </a:r>
          </a:p>
          <a:p>
            <a:r>
              <a:t>            132.21</a:t>
            </a:r>
          </a:p>
          <a:p>
            <a:r>
              <a:t>          ],</a:t>
            </a:r>
          </a:p>
          <a:p>
            <a:r>
              <a:t>          "color": "2F7770"</a:t>
            </a:r>
          </a:p>
          <a:p>
            <a:r>
              <a:t>        }</a:t>
            </a:r>
          </a:p>
          <a:p>
            <a:r>
              <a:t>      ],</a:t>
            </a:r>
          </a:p>
          <a:p>
            <a:r>
              <a:t>      "point_colors": [</a:t>
            </a:r>
          </a:p>
          <a:p>
            <a:r>
              <a:t>        "ABA79B",</a:t>
            </a:r>
          </a:p>
          <a:p>
            <a:r>
              <a:t>        "2F7770"</a:t>
            </a:r>
          </a:p>
          <a:p>
            <a:r>
              <a:t>      ],</a:t>
            </a:r>
          </a:p>
          <a:p>
            <a:r>
              <a:t>      "minimum": 0,</a:t>
            </a:r>
          </a:p>
          <a:p>
            <a:r>
              <a:t>      "maximum": 160,</a:t>
            </a:r>
          </a:p>
          <a:p>
            <a:r>
              <a:t>      "major": 40,</a:t>
            </a:r>
          </a:p>
          <a:p>
            <a:r>
              <a:t>      "format": "0",</a:t>
            </a:r>
          </a:p>
          <a:p>
            <a:r>
              <a:t>      "label_format": "0.00",</a:t>
            </a:r>
          </a:p>
          <a:p>
            <a:r>
              <a:t>      "level_note": "작년 같은 달보다 +1.7%",</a:t>
            </a:r>
          </a:p>
          <a:p>
            <a:r>
              <a:t>      "latest_index": 132.21,</a:t>
            </a:r>
          </a:p>
          <a:p>
            <a:r>
              <a:t>      "previous_index": 130.01,</a:t>
            </a:r>
          </a:p>
          <a:p>
            <a:r>
              <a:t>      "monthly_2025": [</a:t>
            </a:r>
          </a:p>
          <a:p>
            <a:r>
              <a:t>        127.32,</a:t>
            </a:r>
          </a:p>
          <a:p>
            <a:r>
              <a:t>        127.53,</a:t>
            </a:r>
          </a:p>
          <a:p>
            <a:r>
              <a:t>        127.98,</a:t>
            </a:r>
          </a:p>
          <a:p>
            <a:r>
              <a:t>        128.31,</a:t>
            </a:r>
          </a:p>
          <a:p>
            <a:r>
              <a:t>        128.21,</a:t>
            </a:r>
          </a:p>
          <a:p>
            <a:r>
              <a:t>        128.72,</a:t>
            </a:r>
          </a:p>
          <a:p>
            <a:r>
              <a:t>        129.36,</a:t>
            </a:r>
          </a:p>
          <a:p>
            <a:r>
              <a:t>        129.65,</a:t>
            </a:r>
          </a:p>
          <a:p>
            <a:r>
              <a:t>        130.01</a:t>
            </a:r>
          </a:p>
          <a:p>
            <a:r>
              <a:t>      ],</a:t>
            </a:r>
          </a:p>
          <a:p>
            <a:r>
              <a:t>      "monthly_2026": [</a:t>
            </a:r>
          </a:p>
          <a:p>
            <a:r>
              <a:t>        129.57,</a:t>
            </a:r>
          </a:p>
          <a:p>
            <a:r>
              <a:t>        131.09,</a:t>
            </a:r>
          </a:p>
          <a:p>
            <a:r>
              <a:t>        131.31,</a:t>
            </a:r>
          </a:p>
          <a:p>
            <a:r>
              <a:t>        131.47,</a:t>
            </a:r>
          </a:p>
          <a:p>
            <a:r>
              <a:t>        131.77,</a:t>
            </a:r>
          </a:p>
          <a:p>
            <a:r>
              <a:t>        132.11,</a:t>
            </a:r>
          </a:p>
          <a:p>
            <a:r>
              <a:t>        132.06,</a:t>
            </a:r>
          </a:p>
          <a:p>
            <a:r>
              <a:t>        132.22,</a:t>
            </a:r>
          </a:p>
          <a:p>
            <a:r>
              <a:t>        132.21</a:t>
            </a:r>
          </a:p>
          <a:p>
            <a:r>
              <a:t>      ],</a:t>
            </a:r>
          </a:p>
          <a:p>
            <a:r>
              <a:t>      "quarter_levels": [</a:t>
            </a:r>
          </a:p>
          <a:p>
            <a:r>
              <a:t>        {</a:t>
            </a:r>
          </a:p>
          <a:p>
            <a:r>
              <a:t>          "period": "1~3월평균",</a:t>
            </a:r>
          </a:p>
          <a:p>
            <a:r>
              <a:t>          "previous": 127.61,</a:t>
            </a:r>
          </a:p>
          <a:p>
            <a:r>
              <a:t>          "current": 130.65666666666667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"period": "4~6월평균",</a:t>
            </a:r>
          </a:p>
          <a:p>
            <a:r>
              <a:t>          "previous": 128.41333333333333,</a:t>
            </a:r>
          </a:p>
          <a:p>
            <a:r>
              <a:t>          "current": 131.78333333333333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"period": "7~9월평균",</a:t>
            </a:r>
          </a:p>
          <a:p>
            <a:r>
              <a:t>          "previous": 129.67333333333332,</a:t>
            </a:r>
          </a:p>
          <a:p>
            <a:r>
              <a:t>          "current": 132.16333333333333</a:t>
            </a:r>
          </a:p>
          <a:p>
            <a:r>
              <a:t>        }</a:t>
            </a:r>
          </a:p>
          <a:p>
            <a:r>
              <a:t>      ]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"C208",</a:t>
            </a:r>
          </a:p>
          <a:p>
            <a:r>
              <a:t>      "kind": "column",</a:t>
            </a:r>
          </a:p>
          <a:p>
            <a:r>
              <a:t>      "label": "피자",</a:t>
            </a:r>
          </a:p>
          <a:p>
            <a:r>
              <a:t>      "categories": [</a:t>
            </a:r>
          </a:p>
          <a:p>
            <a:r>
              <a:t>        "2025.9",</a:t>
            </a:r>
          </a:p>
          <a:p>
            <a:r>
              <a:t>        "2026.9"</a:t>
            </a:r>
          </a:p>
          <a:p>
            <a:r>
              <a:t>      ],</a:t>
            </a:r>
          </a:p>
          <a:p>
            <a:r>
              <a:t>      "series": [</a:t>
            </a:r>
          </a:p>
          <a:p>
            <a:r>
              <a:t>        {</a:t>
            </a:r>
          </a:p>
          <a:p>
            <a:r>
              <a:t>          "name": "피자",</a:t>
            </a:r>
          </a:p>
          <a:p>
            <a:r>
              <a:t>          "values": [</a:t>
            </a:r>
          </a:p>
          <a:p>
            <a:r>
              <a:t>            119.68,</a:t>
            </a:r>
          </a:p>
          <a:p>
            <a:r>
              <a:t>            119.68</a:t>
            </a:r>
          </a:p>
          <a:p>
            <a:r>
              <a:t>          ],</a:t>
            </a:r>
          </a:p>
          <a:p>
            <a:r>
              <a:t>          "color": "B39136"</a:t>
            </a:r>
          </a:p>
          <a:p>
            <a:r>
              <a:t>        }</a:t>
            </a:r>
          </a:p>
          <a:p>
            <a:r>
              <a:t>      ],</a:t>
            </a:r>
          </a:p>
          <a:p>
            <a:r>
              <a:t>      "point_colors": [</a:t>
            </a:r>
          </a:p>
          <a:p>
            <a:r>
              <a:t>        "ABA79B",</a:t>
            </a:r>
          </a:p>
          <a:p>
            <a:r>
              <a:t>        "B39136"</a:t>
            </a:r>
          </a:p>
          <a:p>
            <a:r>
              <a:t>      ],</a:t>
            </a:r>
          </a:p>
          <a:p>
            <a:r>
              <a:t>      "minimum": 0,</a:t>
            </a:r>
          </a:p>
          <a:p>
            <a:r>
              <a:t>      "maximum": 160,</a:t>
            </a:r>
          </a:p>
          <a:p>
            <a:r>
              <a:t>      "major": 40,</a:t>
            </a:r>
          </a:p>
          <a:p>
            <a:r>
              <a:t>      "format": "0",</a:t>
            </a:r>
          </a:p>
          <a:p>
            <a:r>
              <a:t>      "label_format": "0.00",</a:t>
            </a:r>
          </a:p>
          <a:p>
            <a:r>
              <a:t>      "level_note": "작년 같은 달보다 +0.0%",</a:t>
            </a:r>
          </a:p>
          <a:p>
            <a:r>
              <a:t>      "latest_index": 119.68,</a:t>
            </a:r>
          </a:p>
          <a:p>
            <a:r>
              <a:t>      "previous_index": 119.68,</a:t>
            </a:r>
          </a:p>
          <a:p>
            <a:r>
              <a:t>      "monthly_2025": [</a:t>
            </a:r>
          </a:p>
          <a:p>
            <a:r>
              <a:t>        118.78,</a:t>
            </a:r>
          </a:p>
          <a:p>
            <a:r>
              <a:t>        118.78,</a:t>
            </a:r>
          </a:p>
          <a:p>
            <a:r>
              <a:t>        118.78,</a:t>
            </a:r>
          </a:p>
          <a:p>
            <a:r>
              <a:t>        118.78,</a:t>
            </a:r>
          </a:p>
          <a:p>
            <a:r>
              <a:t>        119.31,</a:t>
            </a:r>
          </a:p>
          <a:p>
            <a:r>
              <a:t>        119.57,</a:t>
            </a:r>
          </a:p>
          <a:p>
            <a:r>
              <a:t>        119.57,</a:t>
            </a:r>
          </a:p>
          <a:p>
            <a:r>
              <a:t>        119.57,</a:t>
            </a:r>
          </a:p>
          <a:p>
            <a:r>
              <a:t>        119.68</a:t>
            </a:r>
          </a:p>
          <a:p>
            <a:r>
              <a:t>      ],</a:t>
            </a:r>
          </a:p>
          <a:p>
            <a:r>
              <a:t>      "monthly_2026": [</a:t>
            </a:r>
          </a:p>
          <a:p>
            <a:r>
              <a:t>        119.68,</a:t>
            </a:r>
          </a:p>
          <a:p>
            <a:r>
              <a:t>        119.68,</a:t>
            </a:r>
          </a:p>
          <a:p>
            <a:r>
              <a:t>        119.68,</a:t>
            </a:r>
          </a:p>
          <a:p>
            <a:r>
              <a:t>        119.68,</a:t>
            </a:r>
          </a:p>
          <a:p>
            <a:r>
              <a:t>        119.68,</a:t>
            </a:r>
          </a:p>
          <a:p>
            <a:r>
              <a:t>        119.68,</a:t>
            </a:r>
          </a:p>
          <a:p>
            <a:r>
              <a:t>        119.68,</a:t>
            </a:r>
          </a:p>
          <a:p>
            <a:r>
              <a:t>        119.68,</a:t>
            </a:r>
          </a:p>
          <a:p>
            <a:r>
              <a:t>        119.68</a:t>
            </a:r>
          </a:p>
          <a:p>
            <a:r>
              <a:t>      ],</a:t>
            </a:r>
          </a:p>
          <a:p>
            <a:r>
              <a:t>      "quarter_levels": [</a:t>
            </a:r>
          </a:p>
          <a:p>
            <a:r>
              <a:t>        {</a:t>
            </a:r>
          </a:p>
          <a:p>
            <a:r>
              <a:t>          "period": "1~3월평균",</a:t>
            </a:r>
          </a:p>
          <a:p>
            <a:r>
              <a:t>          "previous": 118.78000000000002,</a:t>
            </a:r>
          </a:p>
          <a:p>
            <a:r>
              <a:t>          "current": 119.68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"period": "4~6월평균",</a:t>
            </a:r>
          </a:p>
          <a:p>
            <a:r>
              <a:t>          "previous": 119.21999999999998,</a:t>
            </a:r>
          </a:p>
          <a:p>
            <a:r>
              <a:t>          "current": 119.68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"period": "7~9월평균",</a:t>
            </a:r>
          </a:p>
          <a:p>
            <a:r>
              <a:t>          "previous": 119.60666666666667,</a:t>
            </a:r>
          </a:p>
          <a:p>
            <a:r>
              <a:t>          "current": 119.68</a:t>
            </a:r>
          </a:p>
          <a:p>
            <a:r>
              <a:t>        }</a:t>
            </a:r>
          </a:p>
          <a:p>
            <a:r>
              <a:t>      ]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"captions": [</a:t>
            </a:r>
          </a:p>
          <a:p>
            <a:r>
              <a:t>    "가격지수130은 기준해 평균보다 가격 수준이30.0% 높다는 뜻이며,130원이라는 뜻은 아닙니다. 실제 메뉴가격 비교가 아닙니다.",</a:t>
            </a:r>
          </a:p>
          <a:p>
            <a:r>
              <a:t>    "분기평균은 금액 합계가 아니라3개월 월지수의 평균입니다. 월별값·기간평균값은 Excel 근거에 함께 담았습니다."</a:t>
            </a:r>
          </a:p>
          <a:p>
            <a:r>
              <a:t>  ],</a:t>
            </a:r>
          </a:p>
          <a:p>
            <a:r>
              <a:t>  "sources": [</a:t>
            </a:r>
          </a:p>
          <a:p>
            <a:r>
              <a:t>    {</a:t>
            </a:r>
          </a:p>
          <a:p>
            <a:r>
              <a:t>      "label": "자료: 국가데이터처 KOSIS | 소비자물가조사(품목별 지수)",</a:t>
            </a:r>
          </a:p>
          <a:p>
            <a:r>
              <a:t>      "url": "https://kosis.kr/statHtml/statHtml.do?orgId=101&amp;tblId=DT_1J22112"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"label": "국가데이터처 | 2026년 9월 소비자물가동향 p.7",</a:t>
            </a:r>
          </a:p>
          <a:p>
            <a:r>
              <a:t>      "url": "https://www.korea.kr/common/download.do?fileId=198564236&amp;tblKey=GMN"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"role": "소비자물가지수. 개별메뉴가격/부위·브랜드판매량 아님"</a:t>
            </a:r>
          </a:p>
          <a:p>
            <a:r>
              <a:t>}</a:t>
            </a:r>
          </a:p>
          <a:p>
            <a:r>
              <a:t>지표 정의와 측정범위:</a:t>
            </a:r>
          </a:p>
          <a:p>
            <a:r>
              <a:t>[</a:t>
            </a:r>
          </a:p>
          <a:p>
            <a:r>
              <a:t>  [</a:t>
            </a:r>
          </a:p>
          <a:p>
            <a:r>
              <a:t>    "사이트 자동 전년비",</a:t>
            </a:r>
          </a:p>
          <a:p>
            <a:r>
              <a:t>    "조회화면에 표시된 ‘작년 같은 기간과 비교한 증감률’",</a:t>
            </a:r>
          </a:p>
          <a:p>
            <a:r>
              <a:t>    "사이트가 제공한 비율입니다. 작년 원건수가 없으면 직접 검산하지 못한 값으로 구분하고 원건수를 역산하지 않습니다."</a:t>
            </a:r>
          </a:p>
          <a:p>
            <a:r>
              <a:t>  ],</a:t>
            </a:r>
          </a:p>
          <a:p>
            <a:r>
              <a:t>  [</a:t>
            </a:r>
          </a:p>
          <a:p>
            <a:r>
              <a:t>    "전년동월비",</a:t>
            </a:r>
          </a:p>
          <a:p>
            <a:r>
              <a:t>    "작년 같은 달보다 늘거나 줄어든 비율",</a:t>
            </a:r>
          </a:p>
          <a:p>
            <a:r>
              <a:t>    "(올해값÷작년같은달값−1)×100. 예:2026년9월을2025년9월과비교합니다."</a:t>
            </a:r>
          </a:p>
          <a:p>
            <a:r>
              <a:t>  ],</a:t>
            </a:r>
          </a:p>
          <a:p>
            <a:r>
              <a:t>  [</a:t>
            </a:r>
          </a:p>
          <a:p>
            <a:r>
              <a:t>    "분기 평균지수",</a:t>
            </a:r>
          </a:p>
          <a:p>
            <a:r>
              <a:t>    "해당3개월의 월별 지수를 더해3으로 나눈 평균",</a:t>
            </a:r>
          </a:p>
          <a:p>
            <a:r>
              <a:t>    "1~3월/4~6월/7~9월 각각의 평균입니다. 월지수의 합계나 분기 매출이 아닙니다."</a:t>
            </a:r>
          </a:p>
          <a:p>
            <a:r>
              <a:t>  ],</a:t>
            </a:r>
          </a:p>
          <a:p>
            <a:r>
              <a:t>  [</a:t>
            </a:r>
          </a:p>
          <a:p>
            <a:r>
              <a:t>    "분기 평균지수의 전년동기비",</a:t>
            </a:r>
          </a:p>
          <a:p>
            <a:r>
              <a:t>    "올해3개월 평균을 작년 같은3개월 평균과 비교한 비율",</a:t>
            </a:r>
          </a:p>
          <a:p>
            <a:r>
              <a:t>    "7~8월은2개월만 있으므로 7~9월3개월 분기값으로 부르지 않습니다."</a:t>
            </a:r>
          </a:p>
          <a:p>
            <a:r>
              <a:t>  ],</a:t>
            </a:r>
          </a:p>
          <a:p>
            <a:r>
              <a:t>  [</a:t>
            </a:r>
          </a:p>
          <a:p>
            <a:r>
              <a:t>    "지수2020=100",</a:t>
            </a:r>
          </a:p>
          <a:p>
            <a:r>
              <a:t>    "2020년 연평균 수준을100으로 맞춘 비교 숫자",</a:t>
            </a:r>
          </a:p>
          <a:p>
            <a:r>
              <a:t>    "지수116.1은 기준해보다16.1% 높은 수준입니다. 작년보다16.1%증가 또는116.1원이라는 뜻이 아닙니다."</a:t>
            </a:r>
          </a:p>
          <a:p>
            <a:r>
              <a:t>  ],</a:t>
            </a:r>
          </a:p>
          <a:p>
            <a:r>
              <a:t>  [</a:t>
            </a:r>
          </a:p>
          <a:p>
            <a:r>
              <a:t>    "경상·명목",</a:t>
            </a:r>
          </a:p>
          <a:p>
            <a:r>
              <a:t>    "가격이 오른 효과를 포함한 값",</a:t>
            </a:r>
          </a:p>
          <a:p>
            <a:r>
              <a:t>    "영업활동과 가격변화가 함께 반영됩니다."</a:t>
            </a:r>
          </a:p>
          <a:p>
            <a:r>
              <a:t>  ],</a:t>
            </a:r>
          </a:p>
          <a:p>
            <a:r>
              <a:t>  [</a:t>
            </a:r>
          </a:p>
          <a:p>
            <a:r>
              <a:t>    "불변·실질",</a:t>
            </a:r>
          </a:p>
          <a:p>
            <a:r>
              <a:t>    "가격이 오른 효과를 뺀 값",</a:t>
            </a:r>
          </a:p>
          <a:p>
            <a:r>
              <a:t>    "가격효과를 제거한 활동지수이며 주문수·방문객수는 아닙니다."</a:t>
            </a:r>
          </a:p>
          <a:p>
            <a:r>
              <a:t>  ],</a:t>
            </a:r>
          </a:p>
          <a:p>
            <a:r>
              <a:t>  [</a:t>
            </a:r>
          </a:p>
          <a:p>
            <a:r>
              <a:t>    "원지수",</a:t>
            </a:r>
          </a:p>
          <a:p>
            <a:r>
              <a:t>    "휴가·명절 등 계절영향을 따로 조정하지 않은 발표값",</a:t>
            </a:r>
          </a:p>
          <a:p>
            <a:r>
              <a:t>    "다른달끼리보다 작년 같은달과 비교하는 이유입니다."</a:t>
            </a:r>
          </a:p>
          <a:p>
            <a:r>
              <a:t>  ],</a:t>
            </a:r>
          </a:p>
          <a:p>
            <a:r>
              <a:t>  [</a:t>
            </a:r>
          </a:p>
          <a:p>
            <a:r>
              <a:t>    "CPI",</a:t>
            </a:r>
          </a:p>
          <a:p>
            <a:r>
              <a:t>    "소비자물가지수,가격 수준의 움직임",</a:t>
            </a:r>
          </a:p>
          <a:p>
            <a:r>
              <a:t>    "메뉴1개의 원화가격이 아니며 품목별 기준해 평균을100으로 맞춥니다."</a:t>
            </a:r>
          </a:p>
          <a:p>
            <a:r>
              <a:t>  ],</a:t>
            </a:r>
          </a:p>
          <a:p>
            <a:r>
              <a:t>  [</a:t>
            </a:r>
          </a:p>
          <a:p>
            <a:r>
              <a:t>    "POS·소매표본",</a:t>
            </a:r>
          </a:p>
          <a:p>
            <a:r>
              <a:t>    "자료를 제공한 일부마트·슈퍼의 계산대 판매기록",</a:t>
            </a:r>
          </a:p>
          <a:p>
            <a:r>
              <a:t>    "전국 판매량이나 외식브랜드 발주·입고·사용량은 아닙니다."</a:t>
            </a:r>
          </a:p>
          <a:p>
            <a:r>
              <a:t>  ],</a:t>
            </a:r>
          </a:p>
          <a:p>
            <a:r>
              <a:t>  [</a:t>
            </a:r>
          </a:p>
          <a:p>
            <a:r>
              <a:t>    "동일점포 패널 불변 미확인",</a:t>
            </a:r>
          </a:p>
          <a:p>
            <a:r>
              <a:t>    "두해에 자료를 제공한 매장이 똑같은지는 확인되지 않음",</a:t>
            </a:r>
          </a:p>
          <a:p>
            <a:r>
              <a:t>    "표본매장이 바뀌면 판매량 변화에 영향을 줄 수 있습니다."</a:t>
            </a:r>
          </a:p>
          <a:p>
            <a:r>
              <a:t>  ],</a:t>
            </a:r>
          </a:p>
          <a:p>
            <a:r>
              <a:t>  [</a:t>
            </a:r>
          </a:p>
          <a:p>
            <a:r>
              <a:t>    "MAU",</a:t>
            </a:r>
          </a:p>
          <a:p>
            <a:r>
              <a:t>    "한 달 동안 해당앱을 사용한 이용자수",</a:t>
            </a:r>
          </a:p>
          <a:p>
            <a:r>
              <a:t>    "같은 사람이 여러앱에 각각 포함될 수 있습니다. 구매자나 주문건수가 아닙니다."</a:t>
            </a:r>
          </a:p>
          <a:p>
            <a:r>
              <a:t>  ],</a:t>
            </a:r>
          </a:p>
          <a:p>
            <a:r>
              <a:t>  [</a:t>
            </a:r>
          </a:p>
          <a:p>
            <a:r>
              <a:t>    "구성비",</a:t>
            </a:r>
          </a:p>
          <a:p>
            <a:r>
              <a:t>    "정해진 비교대상 합계 안에서 차지하는 비율",</a:t>
            </a:r>
          </a:p>
          <a:p>
            <a:r>
              <a:t>    "카드4개사와 언급6브랜드 등 분모를 반드시 함께 씁니다. 전체시장점유율이 아닙니다."</a:t>
            </a:r>
          </a:p>
          <a:p>
            <a:r>
              <a:t>  ],</a:t>
            </a:r>
          </a:p>
          <a:p>
            <a:r>
              <a:t>  [</a:t>
            </a:r>
          </a:p>
          <a:p>
            <a:r>
              <a:t>    "언급량",</a:t>
            </a:r>
          </a:p>
          <a:p>
            <a:r>
              <a:t>    "브랜드명이 들어간 문서(게시물·기사)의 수",</a:t>
            </a:r>
          </a:p>
          <a:p>
            <a:r>
              <a:t>    "단어반복횟수,구매자수,판매량이 아닙니다."</a:t>
            </a:r>
          </a:p>
          <a:p>
            <a:r>
              <a:t>  ],</a:t>
            </a:r>
          </a:p>
          <a:p>
            <a:r>
              <a:t>  [</a:t>
            </a:r>
          </a:p>
          <a:p>
            <a:r>
              <a:t>    "10월 누적",</a:t>
            </a:r>
          </a:p>
          <a:p>
            <a:r>
              <a:t>    "10월1일부터 실제 자료가 있는 마지막날까지의 합계",</a:t>
            </a:r>
          </a:p>
          <a:p>
            <a:r>
              <a:t>    "한달완결값과 구분합니다. 1~10월누적은1월1일부터집계종료일까지로별도표시해야합니다."</a:t>
            </a:r>
          </a:p>
          <a:p>
            <a:r>
              <a:t>  ],</a:t>
            </a:r>
          </a:p>
          <a:p>
            <a:r>
              <a:t>  [</a:t>
            </a:r>
          </a:p>
          <a:p>
            <a:r>
              <a:t>    "북채·정육·봉·윙",</a:t>
            </a:r>
          </a:p>
          <a:p>
            <a:r>
              <a:t>    "아랫다리·뼈뺀다리살·윗날개·아랫날개",</a:t>
            </a:r>
          </a:p>
          <a:p>
            <a:r>
              <a:t>    "다봄 품목명에 맞춰 설명했습니다. 뼈를 포함한 상품과 뺀 상품은 고기만의 무게가 같지 않습니다."</a:t>
            </a:r>
          </a:p>
          <a:p>
            <a:r>
              <a:t>  ],</a:t>
            </a:r>
          </a:p>
          <a:p>
            <a:r>
              <a:t>  [</a:t>
            </a:r>
          </a:p>
          <a:p>
            <a:r>
              <a:t>    "플레이버",</a:t>
            </a:r>
          </a:p>
          <a:p>
            <a:r>
              <a:t>    "맛이나 소스·시즈닝의 종류",</a:t>
            </a:r>
          </a:p>
          <a:p>
            <a:r>
              <a:t>    "예:간장맛·매운맛. 메뉴개수와 소스원료kg는 다른 값이며 검증된 규격없이 환산하지 않습니다."</a:t>
            </a:r>
          </a:p>
          <a:p>
            <a:r>
              <a:t>  ],</a:t>
            </a:r>
          </a:p>
          <a:p>
            <a:r>
              <a:t>  [</a:t>
            </a:r>
          </a:p>
          <a:p>
            <a:r>
              <a:t>    "소요량·발주량·입고량·사용량",</a:t>
            </a:r>
          </a:p>
          <a:p>
            <a:r>
              <a:t>    "필요계획·주문한양·실제받은양·실제로쓴양",</a:t>
            </a:r>
          </a:p>
          <a:p>
            <a:r>
              <a:t>    "서로 같은 값이 아닙니다. 브랜드/품목/기간/단위와 함께 어떤 종류의 물량인지 기록해야 합니다."</a:t>
            </a:r>
          </a:p>
          <a:p>
            <a:r>
              <a:t>  ]</a:t>
            </a:r>
          </a:p>
          <a:p>
            <a:r>
              <a:t>]</a:t>
            </a:r>
          </a:p>
          <a:p>
            <a:r>
              <a:t>상세근거: 최종_통합보고본/2026_외식시장_통합근거_20261021.xlsx</a:t>
            </a:r>
          </a:p>
          <a:p>
            <a:r>
              <a:t>거래금액/상품판매kg/언급문서수/검색관심지수는서로다른지표로합산·환산하지않음.실제Office렌더및Excel엔진재계산미검증.</a:t>
            </a:r>
          </a:p>
          <a:p/>
          <a:p>
            <a:r>
              <a:t>[현황 요약 근거] {"page": 3, "topic_title": "외식 품목별 소비자물가", "insight": "9월 치킨지수 132.21(전년비 +1.7%)·햄버거 134.99(−1.6%),\n외식 전체 +2.5%인 반면 피자는 보합(0.0%)", "comparison_period": "2026Sep versus2025Sep", "evidence": [{"C205": [125.42, 128.59], "C206": [137.2, 134.99], "C207": [130.01, 132.21], "C208": [119.68, 119.68]}]}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"slide": 2,</a:t>
            </a:r>
          </a:p>
          <a:p>
            <a:r>
              <a:t>  "key": "production",</a:t>
            </a:r>
          </a:p>
          <a:p>
            <a:r>
              <a:t>  "section": "02 음식점 영업활동 수준",</a:t>
            </a:r>
          </a:p>
          <a:p>
            <a:r>
              <a:t>  "title": "가격이 포함된 영업활동과\n가격영향을 뺀 영업활동을 구분",</a:t>
            </a:r>
          </a:p>
          <a:p>
            <a:r>
              <a:t>  "unit": "2020년 연평균을100으로 맞춘 비교 숫자 · 월별 발표값 · 최신8월",</a:t>
            </a:r>
          </a:p>
          <a:p>
            <a:r>
              <a:t>  "charts": [</a:t>
            </a:r>
          </a:p>
          <a:p>
            <a:r>
              <a:t>    {</a:t>
            </a:r>
          </a:p>
          <a:p>
            <a:r>
              <a:t>      "id": "C203",</a:t>
            </a:r>
          </a:p>
          <a:p>
            <a:r>
              <a:t>      "kind": "line",</a:t>
            </a:r>
          </a:p>
          <a:p>
            <a:r>
              <a:t>      "label": "가격상승을 포함한 영업활동",</a:t>
            </a:r>
          </a:p>
          <a:p>
            <a:r>
              <a:t>      "categories": [</a:t>
            </a:r>
          </a:p>
          <a:p>
            <a:r>
              <a:t>        "1월",</a:t>
            </a:r>
          </a:p>
          <a:p>
            <a:r>
              <a:t>        "2월",</a:t>
            </a:r>
          </a:p>
          <a:p>
            <a:r>
              <a:t>        "3월",</a:t>
            </a:r>
          </a:p>
          <a:p>
            <a:r>
              <a:t>        "4월",</a:t>
            </a:r>
          </a:p>
          <a:p>
            <a:r>
              <a:t>        "5월",</a:t>
            </a:r>
          </a:p>
          <a:p>
            <a:r>
              <a:t>        "6월",</a:t>
            </a:r>
          </a:p>
          <a:p>
            <a:r>
              <a:t>        "7월",</a:t>
            </a:r>
          </a:p>
          <a:p>
            <a:r>
              <a:t>        "8월"</a:t>
            </a:r>
          </a:p>
          <a:p>
            <a:r>
              <a:t>      ],</a:t>
            </a:r>
          </a:p>
          <a:p>
            <a:r>
              <a:t>      "series": [</a:t>
            </a:r>
          </a:p>
          <a:p>
            <a:r>
              <a:t>        {</a:t>
            </a:r>
          </a:p>
          <a:p>
            <a:r>
              <a:t>          "name": "2025년",</a:t>
            </a:r>
          </a:p>
          <a:p>
            <a:r>
              <a:t>          "values": [</a:t>
            </a:r>
          </a:p>
          <a:p>
            <a:r>
              <a:t>            132.3,</a:t>
            </a:r>
          </a:p>
          <a:p>
            <a:r>
              <a:t>            125.5,</a:t>
            </a:r>
          </a:p>
          <a:p>
            <a:r>
              <a:t>            139.5,</a:t>
            </a:r>
          </a:p>
          <a:p>
            <a:r>
              <a:t>            139.6,</a:t>
            </a:r>
          </a:p>
          <a:p>
            <a:r>
              <a:t>            147.2,</a:t>
            </a:r>
          </a:p>
          <a:p>
            <a:r>
              <a:t>            140.3,</a:t>
            </a:r>
          </a:p>
          <a:p>
            <a:r>
              <a:t>            147,</a:t>
            </a:r>
          </a:p>
          <a:p>
            <a:r>
              <a:t>            148.8</a:t>
            </a:r>
          </a:p>
          <a:p>
            <a:r>
              <a:t>          ],</a:t>
            </a:r>
          </a:p>
          <a:p>
            <a:r>
              <a:t>          "color": "92918A"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"name": "2026년",</a:t>
            </a:r>
          </a:p>
          <a:p>
            <a:r>
              <a:t>          "values": [</a:t>
            </a:r>
          </a:p>
          <a:p>
            <a:r>
              <a:t>            139.6,</a:t>
            </a:r>
          </a:p>
          <a:p>
            <a:r>
              <a:t>            126.9,</a:t>
            </a:r>
          </a:p>
          <a:p>
            <a:r>
              <a:t>            141.8,</a:t>
            </a:r>
          </a:p>
          <a:p>
            <a:r>
              <a:t>            143.7,</a:t>
            </a:r>
          </a:p>
          <a:p>
            <a:r>
              <a:t>            153.6,</a:t>
            </a:r>
          </a:p>
          <a:p>
            <a:r>
              <a:t>            144.8,</a:t>
            </a:r>
          </a:p>
          <a:p>
            <a:r>
              <a:t>            148.5,</a:t>
            </a:r>
          </a:p>
          <a:p>
            <a:r>
              <a:t>            147.5</a:t>
            </a:r>
          </a:p>
          <a:p>
            <a:r>
              <a:t>          ],</a:t>
            </a:r>
          </a:p>
          <a:p>
            <a:r>
              <a:t>          "color": "A99F8D"</a:t>
            </a:r>
          </a:p>
          <a:p>
            <a:r>
              <a:t>        }</a:t>
            </a:r>
          </a:p>
          <a:p>
            <a:r>
              <a:t>      ],</a:t>
            </a:r>
          </a:p>
          <a:p>
            <a:r>
              <a:t>      "minimum": 100,</a:t>
            </a:r>
          </a:p>
          <a:p>
            <a:r>
              <a:t>      "maximum": 170,</a:t>
            </a:r>
          </a:p>
          <a:p>
            <a:r>
              <a:t>      "major": 20,</a:t>
            </a:r>
          </a:p>
          <a:p>
            <a:r>
              <a:t>      "format": "0.0",</a:t>
            </a:r>
          </a:p>
          <a:p>
            <a:r>
              <a:t>      "label_format": "0.0",</a:t>
            </a:r>
          </a:p>
          <a:p>
            <a:r>
              <a:t>      "level_note": "8월 148.8 → 147.5 | 작년8월보다 -0.9%",</a:t>
            </a:r>
          </a:p>
          <a:p>
            <a:r>
              <a:t>      "quarter_levels": [</a:t>
            </a:r>
          </a:p>
          <a:p>
            <a:r>
              <a:t>        {</a:t>
            </a:r>
          </a:p>
          <a:p>
            <a:r>
              <a:t>          "period": "1~3월평균",</a:t>
            </a:r>
          </a:p>
          <a:p>
            <a:r>
              <a:t>          "months": [</a:t>
            </a:r>
          </a:p>
          <a:p>
            <a:r>
              <a:t>            1,</a:t>
            </a:r>
          </a:p>
          <a:p>
            <a:r>
              <a:t>            2,</a:t>
            </a:r>
          </a:p>
          <a:p>
            <a:r>
              <a:t>            3</a:t>
            </a:r>
          </a:p>
          <a:p>
            <a:r>
              <a:t>          ],</a:t>
            </a:r>
          </a:p>
          <a:p>
            <a:r>
              <a:t>          "previous": 132.43333333333334,</a:t>
            </a:r>
          </a:p>
          <a:p>
            <a:r>
              <a:t>          "current": 136.1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"period": "4~6월평균",</a:t>
            </a:r>
          </a:p>
          <a:p>
            <a:r>
              <a:t>          "months": [</a:t>
            </a:r>
          </a:p>
          <a:p>
            <a:r>
              <a:t>            4,</a:t>
            </a:r>
          </a:p>
          <a:p>
            <a:r>
              <a:t>            5,</a:t>
            </a:r>
          </a:p>
          <a:p>
            <a:r>
              <a:t>            6</a:t>
            </a:r>
          </a:p>
          <a:p>
            <a:r>
              <a:t>          ],</a:t>
            </a:r>
          </a:p>
          <a:p>
            <a:r>
              <a:t>          "previous": 142.36666666666667,</a:t>
            </a:r>
          </a:p>
          <a:p>
            <a:r>
              <a:t>          "current": 147.36666666666667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"period": "7~8월평균(2개월)",</a:t>
            </a:r>
          </a:p>
          <a:p>
            <a:r>
              <a:t>          "months": [</a:t>
            </a:r>
          </a:p>
          <a:p>
            <a:r>
              <a:t>            7,</a:t>
            </a:r>
          </a:p>
          <a:p>
            <a:r>
              <a:t>            8</a:t>
            </a:r>
          </a:p>
          <a:p>
            <a:r>
              <a:t>          ],</a:t>
            </a:r>
          </a:p>
          <a:p>
            <a:r>
              <a:t>          "previous": 147.9,</a:t>
            </a:r>
          </a:p>
          <a:p>
            <a:r>
              <a:t>          "current": 148</a:t>
            </a:r>
          </a:p>
          <a:p>
            <a:r>
              <a:t>        }</a:t>
            </a:r>
          </a:p>
          <a:p>
            <a:r>
              <a:t>      ]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"C204",</a:t>
            </a:r>
          </a:p>
          <a:p>
            <a:r>
              <a:t>      "kind": "line",</a:t>
            </a:r>
          </a:p>
          <a:p>
            <a:r>
              <a:t>      "label": "가격상승 영향을 뺀 영업활동",</a:t>
            </a:r>
          </a:p>
          <a:p>
            <a:r>
              <a:t>      "categories": [</a:t>
            </a:r>
          </a:p>
          <a:p>
            <a:r>
              <a:t>        "1월",</a:t>
            </a:r>
          </a:p>
          <a:p>
            <a:r>
              <a:t>        "2월",</a:t>
            </a:r>
          </a:p>
          <a:p>
            <a:r>
              <a:t>        "3월",</a:t>
            </a:r>
          </a:p>
          <a:p>
            <a:r>
              <a:t>        "4월",</a:t>
            </a:r>
          </a:p>
          <a:p>
            <a:r>
              <a:t>        "5월",</a:t>
            </a:r>
          </a:p>
          <a:p>
            <a:r>
              <a:t>        "6월",</a:t>
            </a:r>
          </a:p>
          <a:p>
            <a:r>
              <a:t>        "7월",</a:t>
            </a:r>
          </a:p>
          <a:p>
            <a:r>
              <a:t>        "8월"</a:t>
            </a:r>
          </a:p>
          <a:p>
            <a:r>
              <a:t>      ],</a:t>
            </a:r>
          </a:p>
          <a:p>
            <a:r>
              <a:t>      "series": [</a:t>
            </a:r>
          </a:p>
          <a:p>
            <a:r>
              <a:t>        {</a:t>
            </a:r>
          </a:p>
          <a:p>
            <a:r>
              <a:t>          "name": "2025년",</a:t>
            </a:r>
          </a:p>
          <a:p>
            <a:r>
              <a:t>          "values": [</a:t>
            </a:r>
          </a:p>
          <a:p>
            <a:r>
              <a:t>            108.7,</a:t>
            </a:r>
          </a:p>
          <a:p>
            <a:r>
              <a:t>            102.6,</a:t>
            </a:r>
          </a:p>
          <a:p>
            <a:r>
              <a:t>            113.8,</a:t>
            </a:r>
          </a:p>
          <a:p>
            <a:r>
              <a:t>            113.2,</a:t>
            </a:r>
          </a:p>
          <a:p>
            <a:r>
              <a:t>            119.2,</a:t>
            </a:r>
          </a:p>
          <a:p>
            <a:r>
              <a:t>            113.4,</a:t>
            </a:r>
          </a:p>
          <a:p>
            <a:r>
              <a:t>            118.6,</a:t>
            </a:r>
          </a:p>
          <a:p>
            <a:r>
              <a:t>            120.1</a:t>
            </a:r>
          </a:p>
          <a:p>
            <a:r>
              <a:t>          ],</a:t>
            </a:r>
          </a:p>
          <a:p>
            <a:r>
              <a:t>          "color": "92918A"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"name": "2026년",</a:t>
            </a:r>
          </a:p>
          <a:p>
            <a:r>
              <a:t>          "values": [</a:t>
            </a:r>
          </a:p>
          <a:p>
            <a:r>
              <a:t>            111.6,</a:t>
            </a:r>
          </a:p>
          <a:p>
            <a:r>
              <a:t>            101.1,</a:t>
            </a:r>
          </a:p>
          <a:p>
            <a:r>
              <a:t>            112.7,</a:t>
            </a:r>
          </a:p>
          <a:p>
            <a:r>
              <a:t>            114,</a:t>
            </a:r>
          </a:p>
          <a:p>
            <a:r>
              <a:t>            121.6,</a:t>
            </a:r>
          </a:p>
          <a:p>
            <a:r>
              <a:t>            114.5,</a:t>
            </a:r>
          </a:p>
          <a:p>
            <a:r>
              <a:t>            117.1,</a:t>
            </a:r>
          </a:p>
          <a:p>
            <a:r>
              <a:t>            116.1</a:t>
            </a:r>
          </a:p>
          <a:p>
            <a:r>
              <a:t>          ],</a:t>
            </a:r>
          </a:p>
          <a:p>
            <a:r>
              <a:t>          "color": "BD432D"</a:t>
            </a:r>
          </a:p>
          <a:p>
            <a:r>
              <a:t>        }</a:t>
            </a:r>
          </a:p>
          <a:p>
            <a:r>
              <a:t>      ],</a:t>
            </a:r>
          </a:p>
          <a:p>
            <a:r>
              <a:t>      "minimum": 90,</a:t>
            </a:r>
          </a:p>
          <a:p>
            <a:r>
              <a:t>      "maximum": 135,</a:t>
            </a:r>
          </a:p>
          <a:p>
            <a:r>
              <a:t>      "major": 15,</a:t>
            </a:r>
          </a:p>
          <a:p>
            <a:r>
              <a:t>      "format": "0.0",</a:t>
            </a:r>
          </a:p>
          <a:p>
            <a:r>
              <a:t>      "label_format": "0.0",</a:t>
            </a:r>
          </a:p>
          <a:p>
            <a:r>
              <a:t>      "level_note": "8월 120.1 → 116.1 | 작년8월보다 -3.3%",</a:t>
            </a:r>
          </a:p>
          <a:p>
            <a:r>
              <a:t>      "quarter_levels": [</a:t>
            </a:r>
          </a:p>
          <a:p>
            <a:r>
              <a:t>        {</a:t>
            </a:r>
          </a:p>
          <a:p>
            <a:r>
              <a:t>          "period": "1~3월평균",</a:t>
            </a:r>
          </a:p>
          <a:p>
            <a:r>
              <a:t>          "months": [</a:t>
            </a:r>
          </a:p>
          <a:p>
            <a:r>
              <a:t>            1,</a:t>
            </a:r>
          </a:p>
          <a:p>
            <a:r>
              <a:t>            2,</a:t>
            </a:r>
          </a:p>
          <a:p>
            <a:r>
              <a:t>            3</a:t>
            </a:r>
          </a:p>
          <a:p>
            <a:r>
              <a:t>          ],</a:t>
            </a:r>
          </a:p>
          <a:p>
            <a:r>
              <a:t>          "previous": 108.36666666666667,</a:t>
            </a:r>
          </a:p>
          <a:p>
            <a:r>
              <a:t>          "current": 108.46666666666665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"period": "4~6월평균",</a:t>
            </a:r>
          </a:p>
          <a:p>
            <a:r>
              <a:t>          "months": [</a:t>
            </a:r>
          </a:p>
          <a:p>
            <a:r>
              <a:t>            4,</a:t>
            </a:r>
          </a:p>
          <a:p>
            <a:r>
              <a:t>            5,</a:t>
            </a:r>
          </a:p>
          <a:p>
            <a:r>
              <a:t>            6</a:t>
            </a:r>
          </a:p>
          <a:p>
            <a:r>
              <a:t>          ],</a:t>
            </a:r>
          </a:p>
          <a:p>
            <a:r>
              <a:t>          "previous": 115.26666666666667,</a:t>
            </a:r>
          </a:p>
          <a:p>
            <a:r>
              <a:t>          "current": 116.7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"period": "7~8월평균(2개월)",</a:t>
            </a:r>
          </a:p>
          <a:p>
            <a:r>
              <a:t>          "months": [</a:t>
            </a:r>
          </a:p>
          <a:p>
            <a:r>
              <a:t>            7,</a:t>
            </a:r>
          </a:p>
          <a:p>
            <a:r>
              <a:t>            8</a:t>
            </a:r>
          </a:p>
          <a:p>
            <a:r>
              <a:t>          ],</a:t>
            </a:r>
          </a:p>
          <a:p>
            <a:r>
              <a:t>          "previous": 119.35,</a:t>
            </a:r>
          </a:p>
          <a:p>
            <a:r>
              <a:t>          "current": 116.6</a:t>
            </a:r>
          </a:p>
          <a:p>
            <a:r>
              <a:t>        }</a:t>
            </a:r>
          </a:p>
          <a:p>
            <a:r>
              <a:t>      ]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"captions": [</a:t>
            </a:r>
          </a:p>
          <a:p>
            <a:r>
              <a:t>    "지수116.1은 기준해인2020년 평균보다 활동 수준이16.1% 높다는 뜻입니다. 작년보다16.1% 증가했다는 뜻이 아닙니다.",</a:t>
            </a:r>
          </a:p>
          <a:p>
            <a:r>
              <a:t>    "‘분기평균’은3개월의 월별 지수를 더해3으로 나눈 값입니다. 7~8월평균은2개월만 계산한 값으로,3분기 전체가 아닙니다.",</a:t>
            </a:r>
          </a:p>
          <a:p>
            <a:r>
              <a:t>    "휴가·명절 등 계절영향이 남아 있는 발표값이므로 작년의 같은 달과 비교했습니다."</a:t>
            </a:r>
          </a:p>
          <a:p>
            <a:r>
              <a:t>  ],</a:t>
            </a:r>
          </a:p>
          <a:p>
            <a:r>
              <a:t>  "sources": [</a:t>
            </a:r>
          </a:p>
          <a:p>
            <a:r>
              <a:t>    {</a:t>
            </a:r>
          </a:p>
          <a:p>
            <a:r>
              <a:t>      "label": "자료: 국가데이터처 KOSIS | 서비스업동향조사(생산지수)",</a:t>
            </a:r>
          </a:p>
          <a:p>
            <a:r>
              <a:t>      "url": "https://kosis.kr/statHtml/statHtml.do?orgId=101&amp;tblId=DT_1KC2020"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"role": "생산지수의 실제수준. 매출원화/방문객/주문건수 아님"</a:t>
            </a:r>
          </a:p>
          <a:p>
            <a:r>
              <a:t>}</a:t>
            </a:r>
          </a:p>
          <a:p>
            <a:r>
              <a:t>지표 정의와 측정범위:</a:t>
            </a:r>
          </a:p>
          <a:p>
            <a:r>
              <a:t>[</a:t>
            </a:r>
          </a:p>
          <a:p>
            <a:r>
              <a:t>  [</a:t>
            </a:r>
          </a:p>
          <a:p>
            <a:r>
              <a:t>    "사이트 자동 전년비",</a:t>
            </a:r>
          </a:p>
          <a:p>
            <a:r>
              <a:t>    "조회화면에 표시된 ‘작년 같은 기간과 비교한 증감률’",</a:t>
            </a:r>
          </a:p>
          <a:p>
            <a:r>
              <a:t>    "사이트가 제공한 비율입니다. 작년 원건수가 없으면 직접 검산하지 못한 값으로 구분하고 원건수를 역산하지 않습니다."</a:t>
            </a:r>
          </a:p>
          <a:p>
            <a:r>
              <a:t>  ],</a:t>
            </a:r>
          </a:p>
          <a:p>
            <a:r>
              <a:t>  [</a:t>
            </a:r>
          </a:p>
          <a:p>
            <a:r>
              <a:t>    "전년동월비",</a:t>
            </a:r>
          </a:p>
          <a:p>
            <a:r>
              <a:t>    "작년 같은 달보다 늘거나 줄어든 비율",</a:t>
            </a:r>
          </a:p>
          <a:p>
            <a:r>
              <a:t>    "(올해값÷작년같은달값−1)×100. 예:2026년9월을2025년9월과비교합니다."</a:t>
            </a:r>
          </a:p>
          <a:p>
            <a:r>
              <a:t>  ],</a:t>
            </a:r>
          </a:p>
          <a:p>
            <a:r>
              <a:t>  [</a:t>
            </a:r>
          </a:p>
          <a:p>
            <a:r>
              <a:t>    "분기 평균지수",</a:t>
            </a:r>
          </a:p>
          <a:p>
            <a:r>
              <a:t>    "해당3개월의 월별 지수를 더해3으로 나눈 평균",</a:t>
            </a:r>
          </a:p>
          <a:p>
            <a:r>
              <a:t>    "1~3월/4~6월/7~9월 각각의 평균입니다. 월지수의 합계나 분기 매출이 아닙니다."</a:t>
            </a:r>
          </a:p>
          <a:p>
            <a:r>
              <a:t>  ],</a:t>
            </a:r>
          </a:p>
          <a:p>
            <a:r>
              <a:t>  [</a:t>
            </a:r>
          </a:p>
          <a:p>
            <a:r>
              <a:t>    "분기 평균지수의 전년동기비",</a:t>
            </a:r>
          </a:p>
          <a:p>
            <a:r>
              <a:t>    "올해3개월 평균을 작년 같은3개월 평균과 비교한 비율",</a:t>
            </a:r>
          </a:p>
          <a:p>
            <a:r>
              <a:t>    "7~8월은2개월만 있으므로 7~9월3개월 분기값으로 부르지 않습니다."</a:t>
            </a:r>
          </a:p>
          <a:p>
            <a:r>
              <a:t>  ],</a:t>
            </a:r>
          </a:p>
          <a:p>
            <a:r>
              <a:t>  [</a:t>
            </a:r>
          </a:p>
          <a:p>
            <a:r>
              <a:t>    "지수2020=100",</a:t>
            </a:r>
          </a:p>
          <a:p>
            <a:r>
              <a:t>    "2020년 연평균 수준을100으로 맞춘 비교 숫자",</a:t>
            </a:r>
          </a:p>
          <a:p>
            <a:r>
              <a:t>    "지수116.1은 기준해보다16.1% 높은 수준입니다. 작년보다16.1%증가 또는116.1원이라는 뜻이 아닙니다."</a:t>
            </a:r>
          </a:p>
          <a:p>
            <a:r>
              <a:t>  ],</a:t>
            </a:r>
          </a:p>
          <a:p>
            <a:r>
              <a:t>  [</a:t>
            </a:r>
          </a:p>
          <a:p>
            <a:r>
              <a:t>    "경상·명목",</a:t>
            </a:r>
          </a:p>
          <a:p>
            <a:r>
              <a:t>    "가격이 오른 효과를 포함한 값",</a:t>
            </a:r>
          </a:p>
          <a:p>
            <a:r>
              <a:t>    "영업활동과 가격변화가 함께 반영됩니다."</a:t>
            </a:r>
          </a:p>
          <a:p>
            <a:r>
              <a:t>  ],</a:t>
            </a:r>
          </a:p>
          <a:p>
            <a:r>
              <a:t>  [</a:t>
            </a:r>
          </a:p>
          <a:p>
            <a:r>
              <a:t>    "불변·실질",</a:t>
            </a:r>
          </a:p>
          <a:p>
            <a:r>
              <a:t>    "가격이 오른 효과를 뺀 값",</a:t>
            </a:r>
          </a:p>
          <a:p>
            <a:r>
              <a:t>    "가격효과를 제거한 활동지수이며 주문수·방문객수는 아닙니다."</a:t>
            </a:r>
          </a:p>
          <a:p>
            <a:r>
              <a:t>  ],</a:t>
            </a:r>
          </a:p>
          <a:p>
            <a:r>
              <a:t>  [</a:t>
            </a:r>
          </a:p>
          <a:p>
            <a:r>
              <a:t>    "원지수",</a:t>
            </a:r>
          </a:p>
          <a:p>
            <a:r>
              <a:t>    "휴가·명절 등 계절영향을 따로 조정하지 않은 발표값",</a:t>
            </a:r>
          </a:p>
          <a:p>
            <a:r>
              <a:t>    "다른달끼리보다 작년 같은달과 비교하는 이유입니다."</a:t>
            </a:r>
          </a:p>
          <a:p>
            <a:r>
              <a:t>  ],</a:t>
            </a:r>
          </a:p>
          <a:p>
            <a:r>
              <a:t>  [</a:t>
            </a:r>
          </a:p>
          <a:p>
            <a:r>
              <a:t>    "CPI",</a:t>
            </a:r>
          </a:p>
          <a:p>
            <a:r>
              <a:t>    "소비자물가지수,가격 수준의 움직임",</a:t>
            </a:r>
          </a:p>
          <a:p>
            <a:r>
              <a:t>    "메뉴1개의 원화가격이 아니며 품목별 기준해 평균을100으로 맞춥니다."</a:t>
            </a:r>
          </a:p>
          <a:p>
            <a:r>
              <a:t>  ],</a:t>
            </a:r>
          </a:p>
          <a:p>
            <a:r>
              <a:t>  [</a:t>
            </a:r>
          </a:p>
          <a:p>
            <a:r>
              <a:t>    "POS·소매표본",</a:t>
            </a:r>
          </a:p>
          <a:p>
            <a:r>
              <a:t>    "자료를 제공한 일부마트·슈퍼의 계산대 판매기록",</a:t>
            </a:r>
          </a:p>
          <a:p>
            <a:r>
              <a:t>    "전국 판매량이나 외식브랜드 발주·입고·사용량은 아닙니다."</a:t>
            </a:r>
          </a:p>
          <a:p>
            <a:r>
              <a:t>  ],</a:t>
            </a:r>
          </a:p>
          <a:p>
            <a:r>
              <a:t>  [</a:t>
            </a:r>
          </a:p>
          <a:p>
            <a:r>
              <a:t>    "동일점포 패널 불변 미확인",</a:t>
            </a:r>
          </a:p>
          <a:p>
            <a:r>
              <a:t>    "두해에 자료를 제공한 매장이 똑같은지는 확인되지 않음",</a:t>
            </a:r>
          </a:p>
          <a:p>
            <a:r>
              <a:t>    "표본매장이 바뀌면 판매량 변화에 영향을 줄 수 있습니다."</a:t>
            </a:r>
          </a:p>
          <a:p>
            <a:r>
              <a:t>  ],</a:t>
            </a:r>
          </a:p>
          <a:p>
            <a:r>
              <a:t>  [</a:t>
            </a:r>
          </a:p>
          <a:p>
            <a:r>
              <a:t>    "MAU",</a:t>
            </a:r>
          </a:p>
          <a:p>
            <a:r>
              <a:t>    "한 달 동안 해당앱을 사용한 이용자수",</a:t>
            </a:r>
          </a:p>
          <a:p>
            <a:r>
              <a:t>    "같은 사람이 여러앱에 각각 포함될 수 있습니다. 구매자나 주문건수가 아닙니다."</a:t>
            </a:r>
          </a:p>
          <a:p>
            <a:r>
              <a:t>  ],</a:t>
            </a:r>
          </a:p>
          <a:p>
            <a:r>
              <a:t>  [</a:t>
            </a:r>
          </a:p>
          <a:p>
            <a:r>
              <a:t>    "구성비",</a:t>
            </a:r>
          </a:p>
          <a:p>
            <a:r>
              <a:t>    "정해진 비교대상 합계 안에서 차지하는 비율",</a:t>
            </a:r>
          </a:p>
          <a:p>
            <a:r>
              <a:t>    "카드4개사와 언급6브랜드 등 분모를 반드시 함께 씁니다. 전체시장점유율이 아닙니다."</a:t>
            </a:r>
          </a:p>
          <a:p>
            <a:r>
              <a:t>  ],</a:t>
            </a:r>
          </a:p>
          <a:p>
            <a:r>
              <a:t>  [</a:t>
            </a:r>
          </a:p>
          <a:p>
            <a:r>
              <a:t>    "언급량",</a:t>
            </a:r>
          </a:p>
          <a:p>
            <a:r>
              <a:t>    "브랜드명이 들어간 문서(게시물·기사)의 수",</a:t>
            </a:r>
          </a:p>
          <a:p>
            <a:r>
              <a:t>    "단어반복횟수,구매자수,판매량이 아닙니다."</a:t>
            </a:r>
          </a:p>
          <a:p>
            <a:r>
              <a:t>  ],</a:t>
            </a:r>
          </a:p>
          <a:p>
            <a:r>
              <a:t>  [</a:t>
            </a:r>
          </a:p>
          <a:p>
            <a:r>
              <a:t>    "10월 누적",</a:t>
            </a:r>
          </a:p>
          <a:p>
            <a:r>
              <a:t>    "10월1일부터 실제 자료가 있는 마지막날까지의 합계",</a:t>
            </a:r>
          </a:p>
          <a:p>
            <a:r>
              <a:t>    "한달완결값과 구분합니다. 1~10월누적은1월1일부터집계종료일까지로별도표시해야합니다."</a:t>
            </a:r>
          </a:p>
          <a:p>
            <a:r>
              <a:t>  ],</a:t>
            </a:r>
          </a:p>
          <a:p>
            <a:r>
              <a:t>  [</a:t>
            </a:r>
          </a:p>
          <a:p>
            <a:r>
              <a:t>    "북채·정육·봉·윙",</a:t>
            </a:r>
          </a:p>
          <a:p>
            <a:r>
              <a:t>    "아랫다리·뼈뺀다리살·윗날개·아랫날개",</a:t>
            </a:r>
          </a:p>
          <a:p>
            <a:r>
              <a:t>    "다봄 품목명에 맞춰 설명했습니다. 뼈를 포함한 상품과 뺀 상품은 고기만의 무게가 같지 않습니다."</a:t>
            </a:r>
          </a:p>
          <a:p>
            <a:r>
              <a:t>  ],</a:t>
            </a:r>
          </a:p>
          <a:p>
            <a:r>
              <a:t>  [</a:t>
            </a:r>
          </a:p>
          <a:p>
            <a:r>
              <a:t>    "플레이버",</a:t>
            </a:r>
          </a:p>
          <a:p>
            <a:r>
              <a:t>    "맛이나 소스·시즈닝의 종류",</a:t>
            </a:r>
          </a:p>
          <a:p>
            <a:r>
              <a:t>    "예:간장맛·매운맛. 메뉴개수와 소스원료kg는 다른 값이며 검증된 규격없이 환산하지 않습니다."</a:t>
            </a:r>
          </a:p>
          <a:p>
            <a:r>
              <a:t>  ],</a:t>
            </a:r>
          </a:p>
          <a:p>
            <a:r>
              <a:t>  [</a:t>
            </a:r>
          </a:p>
          <a:p>
            <a:r>
              <a:t>    "소요량·발주량·입고량·사용량",</a:t>
            </a:r>
          </a:p>
          <a:p>
            <a:r>
              <a:t>    "필요계획·주문한양·실제받은양·실제로쓴양",</a:t>
            </a:r>
          </a:p>
          <a:p>
            <a:r>
              <a:t>    "서로 같은 값이 아닙니다. 브랜드/품목/기간/단위와 함께 어떤 종류의 물량인지 기록해야 합니다."</a:t>
            </a:r>
          </a:p>
          <a:p>
            <a:r>
              <a:t>  ]</a:t>
            </a:r>
          </a:p>
          <a:p>
            <a:r>
              <a:t>]</a:t>
            </a:r>
          </a:p>
          <a:p>
            <a:r>
              <a:t>상세근거: 최종_통합보고본/2026_외식시장_통합근거_20261021.xlsx</a:t>
            </a:r>
          </a:p>
          <a:p>
            <a:r>
              <a:t>거래금액/상품판매kg/언급문서수/검색관심지수는서로다른지표로합산·환산하지않음.실제Office렌더및Excel엔진재계산미검증.</a:t>
            </a:r>
          </a:p>
          <a:p/>
          <a:p>
            <a:r>
              <a:t>[현황 요약 근거] {"page": 2, "topic_title": "음식점업 활동 | 명목·실질 생산지수", "insight": "8월 명목지수 147.5(전년비 −0.9%),\n가격효과를 뺀 실질지수 116.1(−3.3%)로 둘 다 하락", "comparison_period": "2026Aug versus2025Aug", "evidence": [{"nominal": [148.8, 147.5], "real": [120.1, 116.1]}]}</a:t>
            </a:r>
          </a:p>
          <a:p>
            <a:r>
              <a:t>[동기간자사집계]</a:t>
            </a:r>
          </a:p>
          <a:p>
            <a:r>
              <a:t>{"period": "8월", "values": {"2025": {"days": 31, "expected_days": 31, "missing": [], "POS_total_VATincl": 80315701736, "POS_delivery_VATincl": 44884777039, "total_TC": 4510514, "delivery_TC": 1808685}, "2026": {"days": 31, "expected_days": 31, "missing": [], "POS_total_VATincl": 78995437146, "POS_delivery_VATincl": 46666082880, "total_TC": 4287953, "delivery_TC": 1821078}}, "yoy_pct": {"POS_total_VATincl": -1.6438436836918258, "POS_delivery_VATincl": 3.9686191143430083, "total_TC": -4.934271349118968, "delivery_TC": 0.6851939392431561}}</a:t>
            </a:r>
          </a:p>
          <a:p>
            <a:r>
              <a:t>[공표상태]2026년7~8월명목·실질생산지수는잠정(p).이전확인공표상태보존.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"slide": 1,</a:t>
            </a:r>
          </a:p>
          <a:p>
            <a:r>
              <a:t>  "key": "online",</a:t>
            </a:r>
          </a:p>
          <a:p>
            <a:r>
              <a:t>  "section": "01 온라인 주문 금액",</a:t>
            </a:r>
          </a:p>
          <a:p>
            <a:r>
              <a:t>  "title": "온라인 음식주문 거래금액,\n8월3.97조원·1~8월누적29.63조원",</a:t>
            </a:r>
          </a:p>
          <a:p>
            <a:r>
              <a:t>  "unit": "실제 발표된 거래금액을 표시 · 2025년과2026년의 같은 달·같은8개월 비교",</a:t>
            </a:r>
          </a:p>
          <a:p>
            <a:r>
              <a:t>  "charts": [</a:t>
            </a:r>
          </a:p>
          <a:p>
            <a:r>
              <a:t>    {</a:t>
            </a:r>
          </a:p>
          <a:p>
            <a:r>
              <a:t>      "id": "C201",</a:t>
            </a:r>
          </a:p>
          <a:p>
            <a:r>
              <a:t>      "kind": "line",</a:t>
            </a:r>
          </a:p>
          <a:p>
            <a:r>
              <a:t>      "label": "매월 온라인 음식주문 거래금액(조원)",</a:t>
            </a:r>
          </a:p>
          <a:p>
            <a:r>
              <a:t>      "categories": [</a:t>
            </a:r>
          </a:p>
          <a:p>
            <a:r>
              <a:t>        "1월",</a:t>
            </a:r>
          </a:p>
          <a:p>
            <a:r>
              <a:t>        "2월",</a:t>
            </a:r>
          </a:p>
          <a:p>
            <a:r>
              <a:t>        "3월",</a:t>
            </a:r>
          </a:p>
          <a:p>
            <a:r>
              <a:t>        "4월",</a:t>
            </a:r>
          </a:p>
          <a:p>
            <a:r>
              <a:t>        "5월",</a:t>
            </a:r>
          </a:p>
          <a:p>
            <a:r>
              <a:t>        "6월",</a:t>
            </a:r>
          </a:p>
          <a:p>
            <a:r>
              <a:t>        "7월",</a:t>
            </a:r>
          </a:p>
          <a:p>
            <a:r>
              <a:t>        "8월"</a:t>
            </a:r>
          </a:p>
          <a:p>
            <a:r>
              <a:t>      ],</a:t>
            </a:r>
          </a:p>
          <a:p>
            <a:r>
              <a:t>      "series": [</a:t>
            </a:r>
          </a:p>
          <a:p>
            <a:r>
              <a:t>        {</a:t>
            </a:r>
          </a:p>
          <a:p>
            <a:r>
              <a:t>          "name": "2025년",</a:t>
            </a:r>
          </a:p>
          <a:p>
            <a:r>
              <a:t>          "values": [</a:t>
            </a:r>
          </a:p>
          <a:p>
            <a:r>
              <a:t>            3.442943,</a:t>
            </a:r>
          </a:p>
          <a:p>
            <a:r>
              <a:t>            3.102506,</a:t>
            </a:r>
          </a:p>
          <a:p>
            <a:r>
              <a:t>            3.383354,</a:t>
            </a:r>
          </a:p>
          <a:p>
            <a:r>
              <a:t>            3.214391,</a:t>
            </a:r>
          </a:p>
          <a:p>
            <a:r>
              <a:t>            3.483328,</a:t>
            </a:r>
          </a:p>
          <a:p>
            <a:r>
              <a:t>            3.450321,</a:t>
            </a:r>
          </a:p>
          <a:p>
            <a:r>
              <a:t>            3.576551,</a:t>
            </a:r>
          </a:p>
          <a:p>
            <a:r>
              <a:t>            3.686368</a:t>
            </a:r>
          </a:p>
          <a:p>
            <a:r>
              <a:t>          ],</a:t>
            </a:r>
          </a:p>
          <a:p>
            <a:r>
              <a:t>          "color": "8B8A81"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"name": "2026년",</a:t>
            </a:r>
          </a:p>
          <a:p>
            <a:r>
              <a:t>          "values": [</a:t>
            </a:r>
          </a:p>
          <a:p>
            <a:r>
              <a:t>            3.816134,</a:t>
            </a:r>
          </a:p>
          <a:p>
            <a:r>
              <a:t>            3.40669,</a:t>
            </a:r>
          </a:p>
          <a:p>
            <a:r>
              <a:t>            3.630668,</a:t>
            </a:r>
          </a:p>
          <a:p>
            <a:r>
              <a:t>            3.466198,</a:t>
            </a:r>
          </a:p>
          <a:p>
            <a:r>
              <a:t>            3.834176,</a:t>
            </a:r>
          </a:p>
          <a:p>
            <a:r>
              <a:t>            3.610889,</a:t>
            </a:r>
          </a:p>
          <a:p>
            <a:r>
              <a:t>            3.893929,</a:t>
            </a:r>
          </a:p>
          <a:p>
            <a:r>
              <a:t>            3.967691</a:t>
            </a:r>
          </a:p>
          <a:p>
            <a:r>
              <a:t>          ],</a:t>
            </a:r>
          </a:p>
          <a:p>
            <a:r>
              <a:t>          "color": "BD432D"</a:t>
            </a:r>
          </a:p>
          <a:p>
            <a:r>
              <a:t>        }</a:t>
            </a:r>
          </a:p>
          <a:p>
            <a:r>
              <a:t>      ],</a:t>
            </a:r>
          </a:p>
          <a:p>
            <a:r>
              <a:t>      "minimum": 0,</a:t>
            </a:r>
          </a:p>
          <a:p>
            <a:r>
              <a:t>      "maximum": 4.5,</a:t>
            </a:r>
          </a:p>
          <a:p>
            <a:r>
              <a:t>      "major": 1.5,</a:t>
            </a:r>
          </a:p>
          <a:p>
            <a:r>
              <a:t>      "format": "0.0",</a:t>
            </a:r>
          </a:p>
          <a:p>
            <a:r>
              <a:t>      "label_format": "0.00",</a:t>
            </a:r>
          </a:p>
          <a:p>
            <a:r>
              <a:t>      "level_note": "8월 3.69 → 3.97조원 | 작년8월보다 +7.6%"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"C202",</a:t>
            </a:r>
          </a:p>
          <a:p>
            <a:r>
              <a:t>      "kind": "column",</a:t>
            </a:r>
          </a:p>
          <a:p>
            <a:r>
              <a:t>      "label": "1~8월 거래금액을 더한 누적액(조원)",</a:t>
            </a:r>
          </a:p>
          <a:p>
            <a:r>
              <a:t>      "categories": [</a:t>
            </a:r>
          </a:p>
          <a:p>
            <a:r>
              <a:t>        "2025년1~8월",</a:t>
            </a:r>
          </a:p>
          <a:p>
            <a:r>
              <a:t>        "2026년1~8월"</a:t>
            </a:r>
          </a:p>
          <a:p>
            <a:r>
              <a:t>      ],</a:t>
            </a:r>
          </a:p>
          <a:p>
            <a:r>
              <a:t>      "series": [</a:t>
            </a:r>
          </a:p>
          <a:p>
            <a:r>
              <a:t>        {</a:t>
            </a:r>
          </a:p>
          <a:p>
            <a:r>
              <a:t>          "name": "8개월 누적액",</a:t>
            </a:r>
          </a:p>
          <a:p>
            <a:r>
              <a:t>          "values": [</a:t>
            </a:r>
          </a:p>
          <a:p>
            <a:r>
              <a:t>            27.339762,</a:t>
            </a:r>
          </a:p>
          <a:p>
            <a:r>
              <a:t>            29.626375</a:t>
            </a:r>
          </a:p>
          <a:p>
            <a:r>
              <a:t>          ],</a:t>
            </a:r>
          </a:p>
          <a:p>
            <a:r>
              <a:t>          "color": "2F7770"</a:t>
            </a:r>
          </a:p>
          <a:p>
            <a:r>
              <a:t>        }</a:t>
            </a:r>
          </a:p>
          <a:p>
            <a:r>
              <a:t>      ],</a:t>
            </a:r>
          </a:p>
          <a:p>
            <a:r>
              <a:t>      "point_colors": [</a:t>
            </a:r>
          </a:p>
          <a:p>
            <a:r>
              <a:t>        "ABA79B",</a:t>
            </a:r>
          </a:p>
          <a:p>
            <a:r>
              <a:t>        "2F7770"</a:t>
            </a:r>
          </a:p>
          <a:p>
            <a:r>
              <a:t>      ],</a:t>
            </a:r>
          </a:p>
          <a:p>
            <a:r>
              <a:t>      "minimum": 0,</a:t>
            </a:r>
          </a:p>
          <a:p>
            <a:r>
              <a:t>      "maximum": 35,</a:t>
            </a:r>
          </a:p>
          <a:p>
            <a:r>
              <a:t>      "major": 10,</a:t>
            </a:r>
          </a:p>
          <a:p>
            <a:r>
              <a:t>      "format": "0",</a:t>
            </a:r>
          </a:p>
          <a:p>
            <a:r>
              <a:t>      "label_format": "0.00",</a:t>
            </a:r>
          </a:p>
          <a:p>
            <a:r>
              <a:t>      "level_note": "같은8개월끼리 비교: +8.4%"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"captions": [</a:t>
            </a:r>
          </a:p>
          <a:p>
            <a:r>
              <a:t>    "온라인으로 주문한 음식서비스 거래금액이며 외식 전체 매출은 아닙니다. 누적액은 해당8개월 금액의 합계입니다.",</a:t>
            </a:r>
          </a:p>
          <a:p>
            <a:r>
              <a:t>    "2026년8월까지의 공개 거래금액입니다. 최근2개월은 추후 수정될 수 있는 값(잠정치)입니다."</a:t>
            </a:r>
          </a:p>
          <a:p>
            <a:r>
              <a:t>  ],</a:t>
            </a:r>
          </a:p>
          <a:p>
            <a:r>
              <a:t>  "sources": [</a:t>
            </a:r>
          </a:p>
          <a:p>
            <a:r>
              <a:t>    {</a:t>
            </a:r>
          </a:p>
          <a:p>
            <a:r>
              <a:t>      "label": "자료: 국가데이터처 KOSIS | 온라인쇼핑동향조사(상품군별 거래액)",</a:t>
            </a:r>
          </a:p>
          <a:p>
            <a:r>
              <a:t>      "url": "https://kosis.kr/statHtml/statHtml.do?orgId=101&amp;tblId=DT_1KE10041&amp;conn_path=I3"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"role": "공공 월별 거래금액. 전체 외식매출 아님"</a:t>
            </a:r>
          </a:p>
          <a:p>
            <a:r>
              <a:t>}</a:t>
            </a:r>
          </a:p>
          <a:p>
            <a:r>
              <a:t>지표 정의와 측정범위:</a:t>
            </a:r>
          </a:p>
          <a:p>
            <a:r>
              <a:t>[</a:t>
            </a:r>
          </a:p>
          <a:p>
            <a:r>
              <a:t>  [</a:t>
            </a:r>
          </a:p>
          <a:p>
            <a:r>
              <a:t>    "사이트 자동 전년비",</a:t>
            </a:r>
          </a:p>
          <a:p>
            <a:r>
              <a:t>    "조회화면에 표시된 ‘작년 같은 기간과 비교한 증감률’",</a:t>
            </a:r>
          </a:p>
          <a:p>
            <a:r>
              <a:t>    "사이트가 제공한 비율입니다. 작년 원건수가 없으면 직접 검산하지 못한 값으로 구분하고 원건수를 역산하지 않습니다."</a:t>
            </a:r>
          </a:p>
          <a:p>
            <a:r>
              <a:t>  ],</a:t>
            </a:r>
          </a:p>
          <a:p>
            <a:r>
              <a:t>  [</a:t>
            </a:r>
          </a:p>
          <a:p>
            <a:r>
              <a:t>    "전년동월비",</a:t>
            </a:r>
          </a:p>
          <a:p>
            <a:r>
              <a:t>    "작년 같은 달보다 늘거나 줄어든 비율",</a:t>
            </a:r>
          </a:p>
          <a:p>
            <a:r>
              <a:t>    "(올해값÷작년같은달값−1)×100. 예:2026년9월을2025년9월과비교합니다."</a:t>
            </a:r>
          </a:p>
          <a:p>
            <a:r>
              <a:t>  ],</a:t>
            </a:r>
          </a:p>
          <a:p>
            <a:r>
              <a:t>  [</a:t>
            </a:r>
          </a:p>
          <a:p>
            <a:r>
              <a:t>    "분기 평균지수",</a:t>
            </a:r>
          </a:p>
          <a:p>
            <a:r>
              <a:t>    "해당3개월의 월별 지수를 더해3으로 나눈 평균",</a:t>
            </a:r>
          </a:p>
          <a:p>
            <a:r>
              <a:t>    "1~3월/4~6월/7~9월 각각의 평균입니다. 월지수의 합계나 분기 매출이 아닙니다."</a:t>
            </a:r>
          </a:p>
          <a:p>
            <a:r>
              <a:t>  ],</a:t>
            </a:r>
          </a:p>
          <a:p>
            <a:r>
              <a:t>  [</a:t>
            </a:r>
          </a:p>
          <a:p>
            <a:r>
              <a:t>    "분기 평균지수의 전년동기비",</a:t>
            </a:r>
          </a:p>
          <a:p>
            <a:r>
              <a:t>    "올해3개월 평균을 작년 같은3개월 평균과 비교한 비율",</a:t>
            </a:r>
          </a:p>
          <a:p>
            <a:r>
              <a:t>    "7~8월은2개월만 있으므로 7~9월3개월 분기값으로 부르지 않습니다."</a:t>
            </a:r>
          </a:p>
          <a:p>
            <a:r>
              <a:t>  ],</a:t>
            </a:r>
          </a:p>
          <a:p>
            <a:r>
              <a:t>  [</a:t>
            </a:r>
          </a:p>
          <a:p>
            <a:r>
              <a:t>    "지수2020=100",</a:t>
            </a:r>
          </a:p>
          <a:p>
            <a:r>
              <a:t>    "2020년 연평균 수준을100으로 맞춘 비교 숫자",</a:t>
            </a:r>
          </a:p>
          <a:p>
            <a:r>
              <a:t>    "지수116.1은 기준해보다16.1% 높은 수준입니다. 작년보다16.1%증가 또는116.1원이라는 뜻이 아닙니다."</a:t>
            </a:r>
          </a:p>
          <a:p>
            <a:r>
              <a:t>  ],</a:t>
            </a:r>
          </a:p>
          <a:p>
            <a:r>
              <a:t>  [</a:t>
            </a:r>
          </a:p>
          <a:p>
            <a:r>
              <a:t>    "경상·명목",</a:t>
            </a:r>
          </a:p>
          <a:p>
            <a:r>
              <a:t>    "가격이 오른 효과를 포함한 값",</a:t>
            </a:r>
          </a:p>
          <a:p>
            <a:r>
              <a:t>    "영업활동과 가격변화가 함께 반영됩니다."</a:t>
            </a:r>
          </a:p>
          <a:p>
            <a:r>
              <a:t>  ],</a:t>
            </a:r>
          </a:p>
          <a:p>
            <a:r>
              <a:t>  [</a:t>
            </a:r>
          </a:p>
          <a:p>
            <a:r>
              <a:t>    "불변·실질",</a:t>
            </a:r>
          </a:p>
          <a:p>
            <a:r>
              <a:t>    "가격이 오른 효과를 뺀 값",</a:t>
            </a:r>
          </a:p>
          <a:p>
            <a:r>
              <a:t>    "가격효과를 제거한 활동지수이며 주문수·방문객수는 아닙니다."</a:t>
            </a:r>
          </a:p>
          <a:p>
            <a:r>
              <a:t>  ],</a:t>
            </a:r>
          </a:p>
          <a:p>
            <a:r>
              <a:t>  [</a:t>
            </a:r>
          </a:p>
          <a:p>
            <a:r>
              <a:t>    "원지수",</a:t>
            </a:r>
          </a:p>
          <a:p>
            <a:r>
              <a:t>    "휴가·명절 등 계절영향을 따로 조정하지 않은 발표값",</a:t>
            </a:r>
          </a:p>
          <a:p>
            <a:r>
              <a:t>    "다른달끼리보다 작년 같은달과 비교하는 이유입니다."</a:t>
            </a:r>
          </a:p>
          <a:p>
            <a:r>
              <a:t>  ],</a:t>
            </a:r>
          </a:p>
          <a:p>
            <a:r>
              <a:t>  [</a:t>
            </a:r>
          </a:p>
          <a:p>
            <a:r>
              <a:t>    "CPI",</a:t>
            </a:r>
          </a:p>
          <a:p>
            <a:r>
              <a:t>    "소비자물가지수,가격 수준의 움직임",</a:t>
            </a:r>
          </a:p>
          <a:p>
            <a:r>
              <a:t>    "메뉴1개의 원화가격이 아니며 품목별 기준해 평균을100으로 맞춥니다."</a:t>
            </a:r>
          </a:p>
          <a:p>
            <a:r>
              <a:t>  ],</a:t>
            </a:r>
          </a:p>
          <a:p>
            <a:r>
              <a:t>  [</a:t>
            </a:r>
          </a:p>
          <a:p>
            <a:r>
              <a:t>    "POS·소매표본",</a:t>
            </a:r>
          </a:p>
          <a:p>
            <a:r>
              <a:t>    "자료를 제공한 일부마트·슈퍼의 계산대 판매기록",</a:t>
            </a:r>
          </a:p>
          <a:p>
            <a:r>
              <a:t>    "전국 판매량이나 외식브랜드 발주·입고·사용량은 아닙니다."</a:t>
            </a:r>
          </a:p>
          <a:p>
            <a:r>
              <a:t>  ],</a:t>
            </a:r>
          </a:p>
          <a:p>
            <a:r>
              <a:t>  [</a:t>
            </a:r>
          </a:p>
          <a:p>
            <a:r>
              <a:t>    "동일점포 패널 불변 미확인",</a:t>
            </a:r>
          </a:p>
          <a:p>
            <a:r>
              <a:t>    "두해에 자료를 제공한 매장이 똑같은지는 확인되지 않음",</a:t>
            </a:r>
          </a:p>
          <a:p>
            <a:r>
              <a:t>    "표본매장이 바뀌면 판매량 변화에 영향을 줄 수 있습니다."</a:t>
            </a:r>
          </a:p>
          <a:p>
            <a:r>
              <a:t>  ],</a:t>
            </a:r>
          </a:p>
          <a:p>
            <a:r>
              <a:t>  [</a:t>
            </a:r>
          </a:p>
          <a:p>
            <a:r>
              <a:t>    "MAU",</a:t>
            </a:r>
          </a:p>
          <a:p>
            <a:r>
              <a:t>    "한 달 동안 해당앱을 사용한 이용자수",</a:t>
            </a:r>
          </a:p>
          <a:p>
            <a:r>
              <a:t>    "같은 사람이 여러앱에 각각 포함될 수 있습니다. 구매자나 주문건수가 아닙니다."</a:t>
            </a:r>
          </a:p>
          <a:p>
            <a:r>
              <a:t>  ],</a:t>
            </a:r>
          </a:p>
          <a:p>
            <a:r>
              <a:t>  [</a:t>
            </a:r>
          </a:p>
          <a:p>
            <a:r>
              <a:t>    "구성비",</a:t>
            </a:r>
          </a:p>
          <a:p>
            <a:r>
              <a:t>    "정해진 비교대상 합계 안에서 차지하는 비율",</a:t>
            </a:r>
          </a:p>
          <a:p>
            <a:r>
              <a:t>    "카드4개사와 언급6브랜드 등 분모를 반드시 함께 씁니다. 전체시장점유율이 아닙니다."</a:t>
            </a:r>
          </a:p>
          <a:p>
            <a:r>
              <a:t>  ],</a:t>
            </a:r>
          </a:p>
          <a:p>
            <a:r>
              <a:t>  [</a:t>
            </a:r>
          </a:p>
          <a:p>
            <a:r>
              <a:t>    "언급량",</a:t>
            </a:r>
          </a:p>
          <a:p>
            <a:r>
              <a:t>    "브랜드명이 들어간 문서(게시물·기사)의 수",</a:t>
            </a:r>
          </a:p>
          <a:p>
            <a:r>
              <a:t>    "단어반복횟수,구매자수,판매량이 아닙니다."</a:t>
            </a:r>
          </a:p>
          <a:p>
            <a:r>
              <a:t>  ],</a:t>
            </a:r>
          </a:p>
          <a:p>
            <a:r>
              <a:t>  [</a:t>
            </a:r>
          </a:p>
          <a:p>
            <a:r>
              <a:t>    "10월 누적",</a:t>
            </a:r>
          </a:p>
          <a:p>
            <a:r>
              <a:t>    "10월1일부터 실제 자료가 있는 마지막날까지의 합계",</a:t>
            </a:r>
          </a:p>
          <a:p>
            <a:r>
              <a:t>    "한달완결값과 구분합니다. 1~10월누적은1월1일부터집계종료일까지로별도표시해야합니다."</a:t>
            </a:r>
          </a:p>
          <a:p>
            <a:r>
              <a:t>  ],</a:t>
            </a:r>
          </a:p>
          <a:p>
            <a:r>
              <a:t>  [</a:t>
            </a:r>
          </a:p>
          <a:p>
            <a:r>
              <a:t>    "북채·정육·봉·윙",</a:t>
            </a:r>
          </a:p>
          <a:p>
            <a:r>
              <a:t>    "아랫다리·뼈뺀다리살·윗날개·아랫날개",</a:t>
            </a:r>
          </a:p>
          <a:p>
            <a:r>
              <a:t>    "다봄 품목명에 맞춰 설명했습니다. 뼈를 포함한 상품과 뺀 상품은 고기만의 무게가 같지 않습니다."</a:t>
            </a:r>
          </a:p>
          <a:p>
            <a:r>
              <a:t>  ],</a:t>
            </a:r>
          </a:p>
          <a:p>
            <a:r>
              <a:t>  [</a:t>
            </a:r>
          </a:p>
          <a:p>
            <a:r>
              <a:t>    "플레이버",</a:t>
            </a:r>
          </a:p>
          <a:p>
            <a:r>
              <a:t>    "맛이나 소스·시즈닝의 종류",</a:t>
            </a:r>
          </a:p>
          <a:p>
            <a:r>
              <a:t>    "예:간장맛·매운맛. 메뉴개수와 소스원료kg는 다른 값이며 검증된 규격없이 환산하지 않습니다."</a:t>
            </a:r>
          </a:p>
          <a:p>
            <a:r>
              <a:t>  ],</a:t>
            </a:r>
          </a:p>
          <a:p>
            <a:r>
              <a:t>  [</a:t>
            </a:r>
          </a:p>
          <a:p>
            <a:r>
              <a:t>    "소요량·발주량·입고량·사용량",</a:t>
            </a:r>
          </a:p>
          <a:p>
            <a:r>
              <a:t>    "필요계획·주문한양·실제받은양·실제로쓴양",</a:t>
            </a:r>
          </a:p>
          <a:p>
            <a:r>
              <a:t>    "서로 같은 값이 아닙니다. 브랜드/품목/기간/단위와 함께 어떤 종류의 물량인지 기록해야 합니다."</a:t>
            </a:r>
          </a:p>
          <a:p>
            <a:r>
              <a:t>  ]</a:t>
            </a:r>
          </a:p>
          <a:p>
            <a:r>
              <a:t>]</a:t>
            </a:r>
          </a:p>
          <a:p>
            <a:r>
              <a:t>상세근거: 최종_통합보고본/2026_외식시장_통합근거_20261021.xlsx</a:t>
            </a:r>
          </a:p>
          <a:p>
            <a:r>
              <a:t>거래금액/상품판매kg/언급문서수/검색관심지수는서로다른지표로합산·환산하지않음.실제Office렌더및Excel엔진재계산미검증.</a:t>
            </a:r>
          </a:p>
          <a:p/>
          <a:p>
            <a:r>
              <a:t>[현황 요약 근거] {"page": 1, "topic_title": "온라인 음식주문 거래금액", "insight": "1~8월 누적 29.63조원(전년비 +8.4%),\n8개 달 모두 전년동월보다 증가·8월 3.97조원(+7.6%)", "comparison_period": "2026Jan~Aug versus2025Jan~Aug;Augustsame month", "evidence": [{"cumulative": [27.339762, 29.626375], "yoy": 8.363690217932396, "august": [3.686368, 3.967691], "august_yoy": 7.631441028133934, "all_eight_months_positive": true}]}</a:t>
            </a:r>
          </a:p>
          <a:p>
            <a:r>
              <a:t>[동기간자사집계]</a:t>
            </a:r>
          </a:p>
          <a:p>
            <a:r>
              <a:t>{"period": "1~8월", "values": {"2025": {"days": 243, "expected_days": 243, "missing": [], "POS_total_VATincl": 652559087466, "POS_delivery_VATincl": 364040813330, "total_TC": 36761233, "delivery_TC": 14431525}, "2026": {"days": 243, "expected_days": 243, "missing": [], "POS_total_VATincl": 680389298528, "POS_delivery_VATincl": 399698644632, "total_TC": 37180480, "delivery_TC": 15616526}}, "yoy_pct": {"POS_total_VATincl": 4.264780246961175, "POS_delivery_VATincl": 9.795009239713037, "total_TC": 1.1404595705481357, "delivery_TC": 8.211197361332223}}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"metric": "Some documents/day,notsearch/sales/positiveopinion",</a:t>
            </a:r>
          </a:p>
          <a:p>
            <a:r>
              <a:t>  "display_period": "2026-01-01..2026-09-30",</a:t>
            </a:r>
          </a:p>
          <a:p>
            <a:r>
              <a:t>  "source_snapshot_end": "2026-10-20",</a:t>
            </a:r>
          </a:p>
          <a:p>
            <a:r>
              <a:t>  "October_archive_only": true,</a:t>
            </a:r>
          </a:p>
          <a:p>
            <a:r>
              <a:t>  "exclusion": "same3channelOct1–19unavailable;excludeOctoberpoint,nodailyestimation",</a:t>
            </a:r>
          </a:p>
          <a:p>
            <a:r>
              <a:t>  "key": "burger_brand",</a:t>
            </a:r>
          </a:p>
          <a:p>
            <a:r>
              <a:t>  "insight": "2026.9 일평균, 맘스터치 399.4건·버거킹 485.5건,\n맘스터치는 8월 대비 +62.3% 상승·행사시점의 언급 증가는 인과와 구분",</a:t>
            </a:r>
          </a:p>
          <a:p>
            <a:r>
              <a:t>  "series": [</a:t>
            </a:r>
          </a:p>
          <a:p>
            <a:r>
              <a:t>    {</a:t>
            </a:r>
          </a:p>
          <a:p>
            <a:r>
              <a:t>      "id": "SOME_1",</a:t>
            </a:r>
          </a:p>
          <a:p>
            <a:r>
              <a:t>      "label": "맘스터치",</a:t>
            </a:r>
          </a:p>
          <a:p>
            <a:r>
              <a:t>      "keyword": "맘스터치",</a:t>
            </a:r>
          </a:p>
          <a:p>
            <a:r>
              <a:t>      "points": [</a:t>
            </a:r>
          </a:p>
          <a:p>
            <a:r>
              <a:t>        {</a:t>
            </a:r>
          </a:p>
          <a:p>
            <a:r>
              <a:t>          "month": "2026-01",</a:t>
            </a:r>
          </a:p>
          <a:p>
            <a:r>
              <a:t>          "total": 6358,</a:t>
            </a:r>
          </a:p>
          <a:p>
            <a:r>
              <a:t>          "instagram": 1090,</a:t>
            </a:r>
          </a:p>
          <a:p>
            <a:r>
              <a:t>          "blog": 5139,</a:t>
            </a:r>
          </a:p>
          <a:p>
            <a:r>
              <a:t>          "news": 129,</a:t>
            </a:r>
          </a:p>
          <a:p>
            <a:r>
              <a:t>          "tooltip": "2026년 01월 합계  6,358 건 인스타그램  1,090 건 블로그  5,139 건 뉴스  129 건",</a:t>
            </a:r>
          </a:p>
          <a:p>
            <a:r>
              <a:t>          "days": 31,</a:t>
            </a:r>
          </a:p>
          <a:p>
            <a:r>
              <a:t>          "value": 205.09677419354838,</a:t>
            </a:r>
          </a:p>
          <a:p>
            <a:r>
              <a:t>          "value_label": "205.1",</a:t>
            </a:r>
          </a:p>
          <a:p>
            <a:r>
              <a:t>          "partial": false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"2026-02",</a:t>
            </a:r>
          </a:p>
          <a:p>
            <a:r>
              <a:t>          "total": 5246,</a:t>
            </a:r>
          </a:p>
          <a:p>
            <a:r>
              <a:t>          "instagram": 870,</a:t>
            </a:r>
          </a:p>
          <a:p>
            <a:r>
              <a:t>          "blog": 4259,</a:t>
            </a:r>
          </a:p>
          <a:p>
            <a:r>
              <a:t>          "news": 117,</a:t>
            </a:r>
          </a:p>
          <a:p>
            <a:r>
              <a:t>          "tooltip": "2026년 02월 합계  5,246 건 인스타그램  870 건 블로그  4,259 건 뉴스  117 건",</a:t>
            </a:r>
          </a:p>
          <a:p>
            <a:r>
              <a:t>          "days": 28,</a:t>
            </a:r>
          </a:p>
          <a:p>
            <a:r>
              <a:t>          "value": 187.35714285714286,</a:t>
            </a:r>
          </a:p>
          <a:p>
            <a:r>
              <a:t>          "value_label": "187.4",</a:t>
            </a:r>
          </a:p>
          <a:p>
            <a:r>
              <a:t>          "partial": false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"2026-03",</a:t>
            </a:r>
          </a:p>
          <a:p>
            <a:r>
              <a:t>          "total": 9045,</a:t>
            </a:r>
          </a:p>
          <a:p>
            <a:r>
              <a:t>          "instagram": 1150,</a:t>
            </a:r>
          </a:p>
          <a:p>
            <a:r>
              <a:t>          "blog": 7773,</a:t>
            </a:r>
          </a:p>
          <a:p>
            <a:r>
              <a:t>          "news": 122,</a:t>
            </a:r>
          </a:p>
          <a:p>
            <a:r>
              <a:t>          "tooltip": "2026년 03월 합계  9,045 건 인스타그램  1,150 건 블로그  7,773 건 뉴스  122 건",</a:t>
            </a:r>
          </a:p>
          <a:p>
            <a:r>
              <a:t>          "days": 31,</a:t>
            </a:r>
          </a:p>
          <a:p>
            <a:r>
              <a:t>          "value": 291.7741935483871,</a:t>
            </a:r>
          </a:p>
          <a:p>
            <a:r>
              <a:t>          "value_label": "291.8",</a:t>
            </a:r>
          </a:p>
          <a:p>
            <a:r>
              <a:t>          "partial": false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"2026-04",</a:t>
            </a:r>
          </a:p>
          <a:p>
            <a:r>
              <a:t>          "total": 10155,</a:t>
            </a:r>
          </a:p>
          <a:p>
            <a:r>
              <a:t>          "instagram": 1745,</a:t>
            </a:r>
          </a:p>
          <a:p>
            <a:r>
              <a:t>          "blog": 8202,</a:t>
            </a:r>
          </a:p>
          <a:p>
            <a:r>
              <a:t>          "news": 208,</a:t>
            </a:r>
          </a:p>
          <a:p>
            <a:r>
              <a:t>          "tooltip": "2026년 04월 합계  10,155 건 인스타그램  1,745 건 블로그  8,202 건 뉴스  208 건",</a:t>
            </a:r>
          </a:p>
          <a:p>
            <a:r>
              <a:t>          "days": 30,</a:t>
            </a:r>
          </a:p>
          <a:p>
            <a:r>
              <a:t>          "value": 338.5,</a:t>
            </a:r>
          </a:p>
          <a:p>
            <a:r>
              <a:t>          "value_label": "338.5",</a:t>
            </a:r>
          </a:p>
          <a:p>
            <a:r>
              <a:t>          "partial": false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"2026-05",</a:t>
            </a:r>
          </a:p>
          <a:p>
            <a:r>
              <a:t>          "total": 8063,</a:t>
            </a:r>
          </a:p>
          <a:p>
            <a:r>
              <a:t>          "instagram": 1364,</a:t>
            </a:r>
          </a:p>
          <a:p>
            <a:r>
              <a:t>          "blog": 6610,</a:t>
            </a:r>
          </a:p>
          <a:p>
            <a:r>
              <a:t>          "news": 89,</a:t>
            </a:r>
          </a:p>
          <a:p>
            <a:r>
              <a:t>          "tooltip": "2026년 05월 합계  8,063 건 인스타그램  1,364 건 블로그  6,610 건 뉴스  89 건",</a:t>
            </a:r>
          </a:p>
          <a:p>
            <a:r>
              <a:t>          "days": 31,</a:t>
            </a:r>
          </a:p>
          <a:p>
            <a:r>
              <a:t>          "value": 260.0967741935484,</a:t>
            </a:r>
          </a:p>
          <a:p>
            <a:r>
              <a:t>          "value_label": "260.1",</a:t>
            </a:r>
          </a:p>
          <a:p>
            <a:r>
              <a:t>          "partial": false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"2026-06",</a:t>
            </a:r>
          </a:p>
          <a:p>
            <a:r>
              <a:t>          "total": 10158,</a:t>
            </a:r>
          </a:p>
          <a:p>
            <a:r>
              <a:t>          "instagram": 1707,</a:t>
            </a:r>
          </a:p>
          <a:p>
            <a:r>
              <a:t>          "blog": 8336,</a:t>
            </a:r>
          </a:p>
          <a:p>
            <a:r>
              <a:t>          "news": 115,</a:t>
            </a:r>
          </a:p>
          <a:p>
            <a:r>
              <a:t>          "tooltip": "2026년 06월 합계  10,158 건 인스타그램  1,707 건 블로그  8,336 건 뉴스  115 건",</a:t>
            </a:r>
          </a:p>
          <a:p>
            <a:r>
              <a:t>          "days": 30,</a:t>
            </a:r>
          </a:p>
          <a:p>
            <a:r>
              <a:t>          "value": 338.6,</a:t>
            </a:r>
          </a:p>
          <a:p>
            <a:r>
              <a:t>          "value_label": "338.6",</a:t>
            </a:r>
          </a:p>
          <a:p>
            <a:r>
              <a:t>          "partial": false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"2026-07",</a:t>
            </a:r>
          </a:p>
          <a:p>
            <a:r>
              <a:t>          "total": 7949,</a:t>
            </a:r>
          </a:p>
          <a:p>
            <a:r>
              <a:t>          "instagram": 1014,</a:t>
            </a:r>
          </a:p>
          <a:p>
            <a:r>
              <a:t>          "blog": 6826,</a:t>
            </a:r>
          </a:p>
          <a:p>
            <a:r>
              <a:t>          "news": 109,</a:t>
            </a:r>
          </a:p>
          <a:p>
            <a:r>
              <a:t>          "tooltip": "2026년 07월 합계  7,949 건 인스타그램  1,014 건 블로그  6,826 건 뉴스  109 건",</a:t>
            </a:r>
          </a:p>
          <a:p>
            <a:r>
              <a:t>          "days": 31,</a:t>
            </a:r>
          </a:p>
          <a:p>
            <a:r>
              <a:t>          "value": 256.4193548387097,</a:t>
            </a:r>
          </a:p>
          <a:p>
            <a:r>
              <a:t>          "value_label": "256.4",</a:t>
            </a:r>
          </a:p>
          <a:p>
            <a:r>
              <a:t>          "partial": false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"2026-08",</a:t>
            </a:r>
          </a:p>
          <a:p>
            <a:r>
              <a:t>          "total": 7626,</a:t>
            </a:r>
          </a:p>
          <a:p>
            <a:r>
              <a:t>          "instagram": 984,</a:t>
            </a:r>
          </a:p>
          <a:p>
            <a:r>
              <a:t>          "blog": 6492,</a:t>
            </a:r>
          </a:p>
          <a:p>
            <a:r>
              <a:t>          "news": 150,</a:t>
            </a:r>
          </a:p>
          <a:p>
            <a:r>
              <a:t>          "tooltip": "2026년 08월 합계  7,626 건 인스타그램  984 건 블로그  6,492 건 뉴스  150 건",</a:t>
            </a:r>
          </a:p>
          <a:p>
            <a:r>
              <a:t>          "days": 31,</a:t>
            </a:r>
          </a:p>
          <a:p>
            <a:r>
              <a:t>          "value": 246,</a:t>
            </a:r>
          </a:p>
          <a:p>
            <a:r>
              <a:t>          "value_label": "246.0",</a:t>
            </a:r>
          </a:p>
          <a:p>
            <a:r>
              <a:t>          "partial": false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"2026-09",</a:t>
            </a:r>
          </a:p>
          <a:p>
            <a:r>
              <a:t>          "total": 11981,</a:t>
            </a:r>
          </a:p>
          <a:p>
            <a:r>
              <a:t>          "instagram": 1606,</a:t>
            </a:r>
          </a:p>
          <a:p>
            <a:r>
              <a:t>          "blog": 10302,</a:t>
            </a:r>
          </a:p>
          <a:p>
            <a:r>
              <a:t>          "news": 73,</a:t>
            </a:r>
          </a:p>
          <a:p>
            <a:r>
              <a:t>          "tooltip": "2026년 09월 합계  11,981 건 인스타그램  1,606 건 블로그  10,302 건 뉴스  73 건",</a:t>
            </a:r>
          </a:p>
          <a:p>
            <a:r>
              <a:t>          "days": 30,</a:t>
            </a:r>
          </a:p>
          <a:p>
            <a:r>
              <a:t>          "value": 399.3666666666667,</a:t>
            </a:r>
          </a:p>
          <a:p>
            <a:r>
              <a:t>          "value_label": "399.4",</a:t>
            </a:r>
          </a:p>
          <a:p>
            <a:r>
              <a:t>          "partial": false</a:t>
            </a:r>
          </a:p>
          <a:p>
            <a:r>
              <a:t>        }</a:t>
            </a:r>
          </a:p>
          <a:p>
            <a:r>
              <a:t>      ]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"SOME_2",</a:t>
            </a:r>
          </a:p>
          <a:p>
            <a:r>
              <a:t>      "label": "롯데리아",</a:t>
            </a:r>
          </a:p>
          <a:p>
            <a:r>
              <a:t>      "keyword": "롯데리아",</a:t>
            </a:r>
          </a:p>
          <a:p>
            <a:r>
              <a:t>      "points": [</a:t>
            </a:r>
          </a:p>
          <a:p>
            <a:r>
              <a:t>        {</a:t>
            </a:r>
          </a:p>
          <a:p>
            <a:r>
              <a:t>          "month": "2026-01",</a:t>
            </a:r>
          </a:p>
          <a:p>
            <a:r>
              <a:t>          "total": 14175,</a:t>
            </a:r>
          </a:p>
          <a:p>
            <a:r>
              <a:t>          "instagram": 2104,</a:t>
            </a:r>
          </a:p>
          <a:p>
            <a:r>
              <a:t>          "blog": 11882,</a:t>
            </a:r>
          </a:p>
          <a:p>
            <a:r>
              <a:t>          "news": 189,</a:t>
            </a:r>
          </a:p>
          <a:p>
            <a:r>
              <a:t>          "tooltip": "\"2026년 01월 합계  14,175 건 인스타그램  2,104 건 블로그  11,882 건 뉴스  189 건\"",</a:t>
            </a:r>
          </a:p>
          <a:p>
            <a:r>
              <a:t>          "days": 31,</a:t>
            </a:r>
          </a:p>
          <a:p>
            <a:r>
              <a:t>          "value": 457.258064516129,</a:t>
            </a:r>
          </a:p>
          <a:p>
            <a:r>
              <a:t>          "value_label": "457.3",</a:t>
            </a:r>
          </a:p>
          <a:p>
            <a:r>
              <a:t>          "partial": false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"2026-02",</a:t>
            </a:r>
          </a:p>
          <a:p>
            <a:r>
              <a:t>          "total": 11634,</a:t>
            </a:r>
          </a:p>
          <a:p>
            <a:r>
              <a:t>          "instagram": 1626,</a:t>
            </a:r>
          </a:p>
          <a:p>
            <a:r>
              <a:t>          "blog": 9799,</a:t>
            </a:r>
          </a:p>
          <a:p>
            <a:r>
              <a:t>          "news": 209,</a:t>
            </a:r>
          </a:p>
          <a:p>
            <a:r>
              <a:t>          "tooltip": "\"2026년 02월 합계  11,634 건 인스타그램  1,626 건 블로그  9,799 건 뉴스  209 건\"",</a:t>
            </a:r>
          </a:p>
          <a:p>
            <a:r>
              <a:t>          "days": 28,</a:t>
            </a:r>
          </a:p>
          <a:p>
            <a:r>
              <a:t>          "value": 415.5,</a:t>
            </a:r>
          </a:p>
          <a:p>
            <a:r>
              <a:t>          "value_label": "415.5",</a:t>
            </a:r>
          </a:p>
          <a:p>
            <a:r>
              <a:t>          "partial": false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"2026-03",</a:t>
            </a:r>
          </a:p>
          <a:p>
            <a:r>
              <a:t>          "total": 16620,</a:t>
            </a:r>
          </a:p>
          <a:p>
            <a:r>
              <a:t>          "instagram": 2395,</a:t>
            </a:r>
          </a:p>
          <a:p>
            <a:r>
              <a:t>          "blog": 14102,</a:t>
            </a:r>
          </a:p>
          <a:p>
            <a:r>
              <a:t>          "news": 123,</a:t>
            </a:r>
          </a:p>
          <a:p>
            <a:r>
              <a:t>          "tooltip": "\"2026년 03월 합계  16,620 건 인스타그램  2,395 건 블로그  14,102 건 뉴스  123 건\"",</a:t>
            </a:r>
          </a:p>
          <a:p>
            <a:r>
              <a:t>          "days": 31,</a:t>
            </a:r>
          </a:p>
          <a:p>
            <a:r>
              <a:t>          "value": 536.1290322580645,</a:t>
            </a:r>
          </a:p>
          <a:p>
            <a:r>
              <a:t>          "value_label": "536.1",</a:t>
            </a:r>
          </a:p>
          <a:p>
            <a:r>
              <a:t>          "partial": false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"2026-04",</a:t>
            </a:r>
          </a:p>
          <a:p>
            <a:r>
              <a:t>          "total": 16484,</a:t>
            </a:r>
          </a:p>
          <a:p>
            <a:r>
              <a:t>          "instagram": 2710,</a:t>
            </a:r>
          </a:p>
          <a:p>
            <a:r>
              <a:t>          "blog": 13560,</a:t>
            </a:r>
          </a:p>
          <a:p>
            <a:r>
              <a:t>          "news": 214,</a:t>
            </a:r>
          </a:p>
          <a:p>
            <a:r>
              <a:t>          "tooltip": "\"2026년 04월 합계  16,484 건 인스타그램  2,710 건 블로그  13,560 건 뉴스  214 건\"",</a:t>
            </a:r>
          </a:p>
          <a:p>
            <a:r>
              <a:t>          "days": 30,</a:t>
            </a:r>
          </a:p>
          <a:p>
            <a:r>
              <a:t>          "value": 549.4666666666667,</a:t>
            </a:r>
          </a:p>
          <a:p>
            <a:r>
              <a:t>          "value_label": "549.5",</a:t>
            </a:r>
          </a:p>
          <a:p>
            <a:r>
              <a:t>          "partial": false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"2026-05",</a:t>
            </a:r>
          </a:p>
          <a:p>
            <a:r>
              <a:t>          "total": 14742,</a:t>
            </a:r>
          </a:p>
          <a:p>
            <a:r>
              <a:t>          "instagram": 2386,</a:t>
            </a:r>
          </a:p>
          <a:p>
            <a:r>
              <a:t>          "blog": 12203,</a:t>
            </a:r>
          </a:p>
          <a:p>
            <a:r>
              <a:t>          "news": 153,</a:t>
            </a:r>
          </a:p>
          <a:p>
            <a:r>
              <a:t>          "tooltip": "\"2026년 05월 합계  14,742 건 인스타그램  2,386 건 블로그  12,203 건 뉴스  153 건\"",</a:t>
            </a:r>
          </a:p>
          <a:p>
            <a:r>
              <a:t>          "days": 31,</a:t>
            </a:r>
          </a:p>
          <a:p>
            <a:r>
              <a:t>          "value": 475.5483870967742,</a:t>
            </a:r>
          </a:p>
          <a:p>
            <a:r>
              <a:t>          "value_label": "475.5",</a:t>
            </a:r>
          </a:p>
          <a:p>
            <a:r>
              <a:t>          "partial": false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"2026-06",</a:t>
            </a:r>
          </a:p>
          <a:p>
            <a:r>
              <a:t>          "total": 13716,</a:t>
            </a:r>
          </a:p>
          <a:p>
            <a:r>
              <a:t>          "instagram": 2105,</a:t>
            </a:r>
          </a:p>
          <a:p>
            <a:r>
              <a:t>          "blog": 11477,</a:t>
            </a:r>
          </a:p>
          <a:p>
            <a:r>
              <a:t>          "news": 134,</a:t>
            </a:r>
          </a:p>
          <a:p>
            <a:r>
              <a:t>          "tooltip": "\"2026년 06월 합계  13,716 건 인스타그램  2,105 건 블로그  11,477 건 뉴스  134 건\"",</a:t>
            </a:r>
          </a:p>
          <a:p>
            <a:r>
              <a:t>          "days": 30,</a:t>
            </a:r>
          </a:p>
          <a:p>
            <a:r>
              <a:t>          "value": 457.2,</a:t>
            </a:r>
          </a:p>
          <a:p>
            <a:r>
              <a:t>          "value_label": "457.2",</a:t>
            </a:r>
          </a:p>
          <a:p>
            <a:r>
              <a:t>          "partial": false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"2026-07",</a:t>
            </a:r>
          </a:p>
          <a:p>
            <a:r>
              <a:t>          "total": 15992,</a:t>
            </a:r>
          </a:p>
          <a:p>
            <a:r>
              <a:t>          "instagram": 2499,</a:t>
            </a:r>
          </a:p>
          <a:p>
            <a:r>
              <a:t>          "blog": 13312,</a:t>
            </a:r>
          </a:p>
          <a:p>
            <a:r>
              <a:t>          "news": 181,</a:t>
            </a:r>
          </a:p>
          <a:p>
            <a:r>
              <a:t>          "tooltip": "\"2026년 07월 합계  15,992 건 인스타그램  2,499 건 블로그  13,312 건 뉴스  181 건\"",</a:t>
            </a:r>
          </a:p>
          <a:p>
            <a:r>
              <a:t>          "days": 31,</a:t>
            </a:r>
          </a:p>
          <a:p>
            <a:r>
              <a:t>          "value": 515.8709677419355,</a:t>
            </a:r>
          </a:p>
          <a:p>
            <a:r>
              <a:t>          "value_label": "515.9",</a:t>
            </a:r>
          </a:p>
          <a:p>
            <a:r>
              <a:t>          "partial": false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"2026-08",</a:t>
            </a:r>
          </a:p>
          <a:p>
            <a:r>
              <a:t>          "total": 15649,</a:t>
            </a:r>
          </a:p>
          <a:p>
            <a:r>
              <a:t>          "instagram": 2003,</a:t>
            </a:r>
          </a:p>
          <a:p>
            <a:r>
              <a:t>          "blog": 13501,</a:t>
            </a:r>
          </a:p>
          <a:p>
            <a:r>
              <a:t>          "news": 145,</a:t>
            </a:r>
          </a:p>
          <a:p>
            <a:r>
              <a:t>          "tooltip": "\"2026년 08월 합계  15,649 건 인스타그램  2,003 건 블로그  13,501 건 뉴스  145 건\"",</a:t>
            </a:r>
          </a:p>
          <a:p>
            <a:r>
              <a:t>          "days": 31,</a:t>
            </a:r>
          </a:p>
          <a:p>
            <a:r>
              <a:t>          "value": 504.80645161290323,</a:t>
            </a:r>
          </a:p>
          <a:p>
            <a:r>
              <a:t>          "value_label": "504.8",</a:t>
            </a:r>
          </a:p>
          <a:p>
            <a:r>
              <a:t>          "partial": false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"2026-09",</a:t>
            </a:r>
          </a:p>
          <a:p>
            <a:r>
              <a:t>          "total": 14172,</a:t>
            </a:r>
          </a:p>
          <a:p>
            <a:r>
              <a:t>          "instagram": 1792,</a:t>
            </a:r>
          </a:p>
          <a:p>
            <a:r>
              <a:t>          "blog": 12252,</a:t>
            </a:r>
          </a:p>
          <a:p>
            <a:r>
              <a:t>          "news": 128,</a:t>
            </a:r>
          </a:p>
          <a:p>
            <a:r>
              <a:t>          "tooltip": "\"2026년 09월 합계  14,172 건 인스타그램  1,792 건 블로그  12,252 건 뉴스  128 건\"",</a:t>
            </a:r>
          </a:p>
          <a:p>
            <a:r>
              <a:t>          "days": 30,</a:t>
            </a:r>
          </a:p>
          <a:p>
            <a:r>
              <a:t>          "value": 472.4,</a:t>
            </a:r>
          </a:p>
          <a:p>
            <a:r>
              <a:t>          "value_label": "472.4",</a:t>
            </a:r>
          </a:p>
          <a:p>
            <a:r>
              <a:t>          "partial": false</a:t>
            </a:r>
          </a:p>
          <a:p>
            <a:r>
              <a:t>        }</a:t>
            </a:r>
          </a:p>
          <a:p>
            <a:r>
              <a:t>      ]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"SOME_3",</a:t>
            </a:r>
          </a:p>
          <a:p>
            <a:r>
              <a:t>      "label": "맥도날드",</a:t>
            </a:r>
          </a:p>
          <a:p>
            <a:r>
              <a:t>      "keyword": "맥도날드",</a:t>
            </a:r>
          </a:p>
          <a:p>
            <a:r>
              <a:t>      "points": [</a:t>
            </a:r>
          </a:p>
          <a:p>
            <a:r>
              <a:t>        {</a:t>
            </a:r>
          </a:p>
          <a:p>
            <a:r>
              <a:t>          "month": "2026-01",</a:t>
            </a:r>
          </a:p>
          <a:p>
            <a:r>
              <a:t>          "total": 23135,</a:t>
            </a:r>
          </a:p>
          <a:p>
            <a:r>
              <a:t>          "instagram": 3640,</a:t>
            </a:r>
          </a:p>
          <a:p>
            <a:r>
              <a:t>          "blog": 19194,</a:t>
            </a:r>
          </a:p>
          <a:p>
            <a:r>
              <a:t>          "news": 301,</a:t>
            </a:r>
          </a:p>
          <a:p>
            <a:r>
              <a:t>          "tooltip": "\"2026년 01월 합계  23,135 건 인스타그램  3,640 건 블로그  19,194 건 뉴스  301 건\"",</a:t>
            </a:r>
          </a:p>
          <a:p>
            <a:r>
              <a:t>          "days": 31,</a:t>
            </a:r>
          </a:p>
          <a:p>
            <a:r>
              <a:t>          "value": 746.2903225806451,</a:t>
            </a:r>
          </a:p>
          <a:p>
            <a:r>
              <a:t>          "value_label": "746.3",</a:t>
            </a:r>
          </a:p>
          <a:p>
            <a:r>
              <a:t>          "partial": false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"2026-02",</a:t>
            </a:r>
          </a:p>
          <a:p>
            <a:r>
              <a:t>          "total": 20402,</a:t>
            </a:r>
          </a:p>
          <a:p>
            <a:r>
              <a:t>          "instagram": 3020,</a:t>
            </a:r>
          </a:p>
          <a:p>
            <a:r>
              <a:t>          "blog": 17039,</a:t>
            </a:r>
          </a:p>
          <a:p>
            <a:r>
              <a:t>          "news": 343,</a:t>
            </a:r>
          </a:p>
          <a:p>
            <a:r>
              <a:t>          "tooltip": "\"2026년 02월 합계  20,402 건 인스타그램  3,020 건 블로그  17,039 건 뉴스  343 건\"",</a:t>
            </a:r>
          </a:p>
          <a:p>
            <a:r>
              <a:t>          "days": 28,</a:t>
            </a:r>
          </a:p>
          <a:p>
            <a:r>
              <a:t>          "value": 728.6428571428571,</a:t>
            </a:r>
          </a:p>
          <a:p>
            <a:r>
              <a:t>          "value_label": "728.6",</a:t>
            </a:r>
          </a:p>
          <a:p>
            <a:r>
              <a:t>          "partial": false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"2026-03",</a:t>
            </a:r>
          </a:p>
          <a:p>
            <a:r>
              <a:t>          "total": 24157,</a:t>
            </a:r>
          </a:p>
          <a:p>
            <a:r>
              <a:t>          "instagram": 3700,</a:t>
            </a:r>
          </a:p>
          <a:p>
            <a:r>
              <a:t>          "blog": 20209,</a:t>
            </a:r>
          </a:p>
          <a:p>
            <a:r>
              <a:t>          "news": 248,</a:t>
            </a:r>
          </a:p>
          <a:p>
            <a:r>
              <a:t>          "tooltip": "\"2026년 03월 합계  24,157 건 인스타그램  3,700 건 블로그  20,209 건 뉴스  248 건\"",</a:t>
            </a:r>
          </a:p>
          <a:p>
            <a:r>
              <a:t>          "days": 31,</a:t>
            </a:r>
          </a:p>
          <a:p>
            <a:r>
              <a:t>          "value": 779.258064516129,</a:t>
            </a:r>
          </a:p>
          <a:p>
            <a:r>
              <a:t>          "value_label": "779.3",</a:t>
            </a:r>
          </a:p>
          <a:p>
            <a:r>
              <a:t>          "partial": false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"2026-04",</a:t>
            </a:r>
          </a:p>
          <a:p>
            <a:r>
              <a:t>          "total": 21940,</a:t>
            </a:r>
          </a:p>
          <a:p>
            <a:r>
              <a:t>          "instagram": 3640,</a:t>
            </a:r>
          </a:p>
          <a:p>
            <a:r>
              <a:t>          "blog": 18033,</a:t>
            </a:r>
          </a:p>
          <a:p>
            <a:r>
              <a:t>          "news": 267,</a:t>
            </a:r>
          </a:p>
          <a:p>
            <a:r>
              <a:t>          "tooltip": "\"2026년 04월 합계  21,940 건 인스타그램  3,640 건 블로그  18,033 건 뉴스  267 건\"",</a:t>
            </a:r>
          </a:p>
          <a:p>
            <a:r>
              <a:t>          "days": 30,</a:t>
            </a:r>
          </a:p>
          <a:p>
            <a:r>
              <a:t>          "value": 731.3333333333334,</a:t>
            </a:r>
          </a:p>
          <a:p>
            <a:r>
              <a:t>          "value_label": "731.3",</a:t>
            </a:r>
          </a:p>
          <a:p>
            <a:r>
              <a:t>          "partial": false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"2026-05",</a:t>
            </a:r>
          </a:p>
          <a:p>
            <a:r>
              <a:t>          "total": 21486,</a:t>
            </a:r>
          </a:p>
          <a:p>
            <a:r>
              <a:t>          "instagram": 3510,</a:t>
            </a:r>
          </a:p>
          <a:p>
            <a:r>
              <a:t>          "blog": 17635,</a:t>
            </a:r>
          </a:p>
          <a:p>
            <a:r>
              <a:t>          "news": 341,</a:t>
            </a:r>
          </a:p>
          <a:p>
            <a:r>
              <a:t>          "tooltip": "\"2026년 05월 합계  21,486 건 인스타그램  3,510 건 블로그  17,635 건 뉴스  341 건\"",</a:t>
            </a:r>
          </a:p>
          <a:p>
            <a:r>
              <a:t>          "days": 31,</a:t>
            </a:r>
          </a:p>
          <a:p>
            <a:r>
              <a:t>          "value": 693.0967741935484,</a:t>
            </a:r>
          </a:p>
          <a:p>
            <a:r>
              <a:t>          "value_label": "693.1",</a:t>
            </a:r>
          </a:p>
          <a:p>
            <a:r>
              <a:t>          "partial": false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"2026-06",</a:t>
            </a:r>
          </a:p>
          <a:p>
            <a:r>
              <a:t>          "total": 21490,</a:t>
            </a:r>
          </a:p>
          <a:p>
            <a:r>
              <a:t>          "instagram": 3433,</a:t>
            </a:r>
          </a:p>
          <a:p>
            <a:r>
              <a:t>          "blog": 17706,</a:t>
            </a:r>
          </a:p>
          <a:p>
            <a:r>
              <a:t>          "news": 351,</a:t>
            </a:r>
          </a:p>
          <a:p>
            <a:r>
              <a:t>          "tooltip": "\"2026년 06월 합계  21,490 건 인스타그램  3,433 건 블로그  17,706 건 뉴스  351 건\"",</a:t>
            </a:r>
          </a:p>
          <a:p>
            <a:r>
              <a:t>          "days": 30,</a:t>
            </a:r>
          </a:p>
          <a:p>
            <a:r>
              <a:t>          "value": 716.3333333333334,</a:t>
            </a:r>
          </a:p>
          <a:p>
            <a:r>
              <a:t>          "value_label": "716.3",</a:t>
            </a:r>
          </a:p>
          <a:p>
            <a:r>
              <a:t>          "partial": false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"2026-07",</a:t>
            </a:r>
          </a:p>
          <a:p>
            <a:r>
              <a:t>          "total": 25095,</a:t>
            </a:r>
          </a:p>
          <a:p>
            <a:r>
              <a:t>          "instagram": 3917,</a:t>
            </a:r>
          </a:p>
          <a:p>
            <a:r>
              <a:t>          "blog": 20759,</a:t>
            </a:r>
          </a:p>
          <a:p>
            <a:r>
              <a:t>          "news": 419,</a:t>
            </a:r>
          </a:p>
          <a:p>
            <a:r>
              <a:t>          "tooltip": "\"2026년 07월 합계  25,095 건 인스타그램  3,917 건 블로그  20,759 건 뉴스  419 건\"",</a:t>
            </a:r>
          </a:p>
          <a:p>
            <a:r>
              <a:t>          "days": 31,</a:t>
            </a:r>
          </a:p>
          <a:p>
            <a:r>
              <a:t>          "value": 809.516129032258,</a:t>
            </a:r>
          </a:p>
          <a:p>
            <a:r>
              <a:t>          "value_label": "809.5",</a:t>
            </a:r>
          </a:p>
          <a:p>
            <a:r>
              <a:t>          "partial": false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"2026-08",</a:t>
            </a:r>
          </a:p>
          <a:p>
            <a:r>
              <a:t>          "total": 26263,</a:t>
            </a:r>
          </a:p>
          <a:p>
            <a:r>
              <a:t>          "instagram": 3908,</a:t>
            </a:r>
          </a:p>
          <a:p>
            <a:r>
              <a:t>          "blog": 22088,</a:t>
            </a:r>
          </a:p>
          <a:p>
            <a:r>
              <a:t>          "news": 267,</a:t>
            </a:r>
          </a:p>
          <a:p>
            <a:r>
              <a:t>          "tooltip": "\"2026년 08월 합계  26,263 건 인스타그램  3,908 건 블로그  22,088 건 뉴스  267 건\"",</a:t>
            </a:r>
          </a:p>
          <a:p>
            <a:r>
              <a:t>          "days": 31,</a:t>
            </a:r>
          </a:p>
          <a:p>
            <a:r>
              <a:t>          "value": 847.1935483870968,</a:t>
            </a:r>
          </a:p>
          <a:p>
            <a:r>
              <a:t>          "value_label": "847.2",</a:t>
            </a:r>
          </a:p>
          <a:p>
            <a:r>
              <a:t>          "partial": false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"2026-09",</a:t>
            </a:r>
          </a:p>
          <a:p>
            <a:r>
              <a:t>          "total": 29284,</a:t>
            </a:r>
          </a:p>
          <a:p>
            <a:r>
              <a:t>          "instagram": 5822,</a:t>
            </a:r>
          </a:p>
          <a:p>
            <a:r>
              <a:t>          "blog": 23213,</a:t>
            </a:r>
          </a:p>
          <a:p>
            <a:r>
              <a:t>          "news": 249,</a:t>
            </a:r>
          </a:p>
          <a:p>
            <a:r>
              <a:t>          "tooltip": "\"2026년 09월 합계  29,284 건 인스타그램  5,822 건 블로그  23,213 건 뉴스  249 건\"",</a:t>
            </a:r>
          </a:p>
          <a:p>
            <a:r>
              <a:t>          "days": 30,</a:t>
            </a:r>
          </a:p>
          <a:p>
            <a:r>
              <a:t>          "value": 976.1333333333333,</a:t>
            </a:r>
          </a:p>
          <a:p>
            <a:r>
              <a:t>          "value_label": "976.1",</a:t>
            </a:r>
          </a:p>
          <a:p>
            <a:r>
              <a:t>          "partial": false</a:t>
            </a:r>
          </a:p>
          <a:p>
            <a:r>
              <a:t>        }</a:t>
            </a:r>
          </a:p>
          <a:p>
            <a:r>
              <a:t>      ]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"SOME_4",</a:t>
            </a:r>
          </a:p>
          <a:p>
            <a:r>
              <a:t>      "label": "버거킹",</a:t>
            </a:r>
          </a:p>
          <a:p>
            <a:r>
              <a:t>      "keyword": "버거킹",</a:t>
            </a:r>
          </a:p>
          <a:p>
            <a:r>
              <a:t>      "points": [</a:t>
            </a:r>
          </a:p>
          <a:p>
            <a:r>
              <a:t>        {</a:t>
            </a:r>
          </a:p>
          <a:p>
            <a:r>
              <a:t>          "month": "2026-01",</a:t>
            </a:r>
          </a:p>
          <a:p>
            <a:r>
              <a:t>          "total": 11660,</a:t>
            </a:r>
          </a:p>
          <a:p>
            <a:r>
              <a:t>          "instagram": 1560,</a:t>
            </a:r>
          </a:p>
          <a:p>
            <a:r>
              <a:t>          "blog": 9982,</a:t>
            </a:r>
          </a:p>
          <a:p>
            <a:r>
              <a:t>          "news": 118,</a:t>
            </a:r>
          </a:p>
          <a:p>
            <a:r>
              <a:t>          "tooltip": "2026년 01월 합계  11,660 건 인스타그램  1,560 건 블로그  9,982 건 뉴스  118 건",</a:t>
            </a:r>
          </a:p>
          <a:p>
            <a:r>
              <a:t>          "days": 31,</a:t>
            </a:r>
          </a:p>
          <a:p>
            <a:r>
              <a:t>          "value": 376.1290322580645,</a:t>
            </a:r>
          </a:p>
          <a:p>
            <a:r>
              <a:t>          "value_label": "376.1",</a:t>
            </a:r>
          </a:p>
          <a:p>
            <a:r>
              <a:t>          "partial": false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"2026-02",</a:t>
            </a:r>
          </a:p>
          <a:p>
            <a:r>
              <a:t>          "total": 10146,</a:t>
            </a:r>
          </a:p>
          <a:p>
            <a:r>
              <a:t>          "instagram": 1266,</a:t>
            </a:r>
          </a:p>
          <a:p>
            <a:r>
              <a:t>          "blog": 8620,</a:t>
            </a:r>
          </a:p>
          <a:p>
            <a:r>
              <a:t>          "news": 260,</a:t>
            </a:r>
          </a:p>
          <a:p>
            <a:r>
              <a:t>          "tooltip": "2026년 02월 합계  10,146 건 인스타그램  1,266 건 블로그  8,620 건 뉴스  260 건",</a:t>
            </a:r>
          </a:p>
          <a:p>
            <a:r>
              <a:t>          "days": 28,</a:t>
            </a:r>
          </a:p>
          <a:p>
            <a:r>
              <a:t>          "value": 362.35714285714283,</a:t>
            </a:r>
          </a:p>
          <a:p>
            <a:r>
              <a:t>          "value_label": "362.4",</a:t>
            </a:r>
          </a:p>
          <a:p>
            <a:r>
              <a:t>          "partial": false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"2026-03",</a:t>
            </a:r>
          </a:p>
          <a:p>
            <a:r>
              <a:t>          "total": 13073,</a:t>
            </a:r>
          </a:p>
          <a:p>
            <a:r>
              <a:t>          "instagram": 1788,</a:t>
            </a:r>
          </a:p>
          <a:p>
            <a:r>
              <a:t>          "blog": 11127,</a:t>
            </a:r>
          </a:p>
          <a:p>
            <a:r>
              <a:t>          "news": 158,</a:t>
            </a:r>
          </a:p>
          <a:p>
            <a:r>
              <a:t>          "tooltip": "2026년 03월 합계  13,073 건 인스타그램  1,788 건 블로그  11,127 건 뉴스  158 건",</a:t>
            </a:r>
          </a:p>
          <a:p>
            <a:r>
              <a:t>          "days": 31,</a:t>
            </a:r>
          </a:p>
          <a:p>
            <a:r>
              <a:t>          "value": 421.7096774193548,</a:t>
            </a:r>
          </a:p>
          <a:p>
            <a:r>
              <a:t>          "value_label": "421.7",</a:t>
            </a:r>
          </a:p>
          <a:p>
            <a:r>
              <a:t>          "partial": false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"2026-04",</a:t>
            </a:r>
          </a:p>
          <a:p>
            <a:r>
              <a:t>          "total": 12834,</a:t>
            </a:r>
          </a:p>
          <a:p>
            <a:r>
              <a:t>          "instagram": 1745,</a:t>
            </a:r>
          </a:p>
          <a:p>
            <a:r>
              <a:t>          "blog": 10929,</a:t>
            </a:r>
          </a:p>
          <a:p>
            <a:r>
              <a:t>          "news": 160,</a:t>
            </a:r>
          </a:p>
          <a:p>
            <a:r>
              <a:t>          "tooltip": "2026년 04월 합계  12,834 건 인스타그램  1,745 건 블로그  10,929 건 뉴스  160 건",</a:t>
            </a:r>
          </a:p>
          <a:p>
            <a:r>
              <a:t>          "days": 30,</a:t>
            </a:r>
          </a:p>
          <a:p>
            <a:r>
              <a:t>          "value": 427.8,</a:t>
            </a:r>
          </a:p>
          <a:p>
            <a:r>
              <a:t>          "value_label": "427.8",</a:t>
            </a:r>
          </a:p>
          <a:p>
            <a:r>
              <a:t>          "partial": false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"2026-05",</a:t>
            </a:r>
          </a:p>
          <a:p>
            <a:r>
              <a:t>          "total": 10725,</a:t>
            </a:r>
          </a:p>
          <a:p>
            <a:r>
              <a:t>          "instagram": 1406,</a:t>
            </a:r>
          </a:p>
          <a:p>
            <a:r>
              <a:t>          "blog": 9224,</a:t>
            </a:r>
          </a:p>
          <a:p>
            <a:r>
              <a:t>          "news": 95,</a:t>
            </a:r>
          </a:p>
          <a:p>
            <a:r>
              <a:t>          "tooltip": "2026년 05월 합계  10,725 건 인스타그램  1,406 건 블로그  9,224 건 뉴스  95 건",</a:t>
            </a:r>
          </a:p>
          <a:p>
            <a:r>
              <a:t>          "days": 31,</a:t>
            </a:r>
          </a:p>
          <a:p>
            <a:r>
              <a:t>          "value": 345.96774193548384,</a:t>
            </a:r>
          </a:p>
          <a:p>
            <a:r>
              <a:t>          "value_label": "346.0",</a:t>
            </a:r>
          </a:p>
          <a:p>
            <a:r>
              <a:t>          "partial": false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"2026-06",</a:t>
            </a:r>
          </a:p>
          <a:p>
            <a:r>
              <a:t>          "total": 12845,</a:t>
            </a:r>
          </a:p>
          <a:p>
            <a:r>
              <a:t>          "instagram": 1816,</a:t>
            </a:r>
          </a:p>
          <a:p>
            <a:r>
              <a:t>          "blog": 10926,</a:t>
            </a:r>
          </a:p>
          <a:p>
            <a:r>
              <a:t>          "news": 103,</a:t>
            </a:r>
          </a:p>
          <a:p>
            <a:r>
              <a:t>          "tooltip": "2026년 06월 합계  12,845 건 인스타그램  1,816 건 블로그  10,926 건 뉴스  103 건",</a:t>
            </a:r>
          </a:p>
          <a:p>
            <a:r>
              <a:t>          "days": 30,</a:t>
            </a:r>
          </a:p>
          <a:p>
            <a:r>
              <a:t>          "value": 428.1666666666667,</a:t>
            </a:r>
          </a:p>
          <a:p>
            <a:r>
              <a:t>          "value_label": "428.2",</a:t>
            </a:r>
          </a:p>
          <a:p>
            <a:r>
              <a:t>          "partial": false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"2026-07",</a:t>
            </a:r>
          </a:p>
          <a:p>
            <a:r>
              <a:t>          "total": 13435,</a:t>
            </a:r>
          </a:p>
          <a:p>
            <a:r>
              <a:t>          "instagram": 1931,</a:t>
            </a:r>
          </a:p>
          <a:p>
            <a:r>
              <a:t>          "blog": 11396,</a:t>
            </a:r>
          </a:p>
          <a:p>
            <a:r>
              <a:t>          "news": 108,</a:t>
            </a:r>
          </a:p>
          <a:p>
            <a:r>
              <a:t>          "tooltip": "2026년 07월 합계  13,435 건 인스타그램  1,931 건 블로그  11,396 건 뉴스  108 건",</a:t>
            </a:r>
          </a:p>
          <a:p>
            <a:r>
              <a:t>          "days": 31,</a:t>
            </a:r>
          </a:p>
          <a:p>
            <a:r>
              <a:t>          "value": 433.38709677419354,</a:t>
            </a:r>
          </a:p>
          <a:p>
            <a:r>
              <a:t>          "value_label": "433.4",</a:t>
            </a:r>
          </a:p>
          <a:p>
            <a:r>
              <a:t>          "partial": false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"2026-08",</a:t>
            </a:r>
          </a:p>
          <a:p>
            <a:r>
              <a:t>          "total": 15636,</a:t>
            </a:r>
          </a:p>
          <a:p>
            <a:r>
              <a:t>          "instagram": 2035,</a:t>
            </a:r>
          </a:p>
          <a:p>
            <a:r>
              <a:t>          "blog": 13440,</a:t>
            </a:r>
          </a:p>
          <a:p>
            <a:r>
              <a:t>          "news": 161,</a:t>
            </a:r>
          </a:p>
          <a:p>
            <a:r>
              <a:t>          "tooltip": "2026년 08월 합계  15,636 건 인스타그램  2,035 건 블로그  13,440 건 뉴스  161 건",</a:t>
            </a:r>
          </a:p>
          <a:p>
            <a:r>
              <a:t>          "days": 31,</a:t>
            </a:r>
          </a:p>
          <a:p>
            <a:r>
              <a:t>          "value": 504.38709677419354,</a:t>
            </a:r>
          </a:p>
          <a:p>
            <a:r>
              <a:t>          "value_label": "504.4",</a:t>
            </a:r>
          </a:p>
          <a:p>
            <a:r>
              <a:t>          "partial": false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"2026-09",</a:t>
            </a:r>
          </a:p>
          <a:p>
            <a:r>
              <a:t>          "total": 14564,</a:t>
            </a:r>
          </a:p>
          <a:p>
            <a:r>
              <a:t>          "instagram": 1720,</a:t>
            </a:r>
          </a:p>
          <a:p>
            <a:r>
              <a:t>          "blog": 12687,</a:t>
            </a:r>
          </a:p>
          <a:p>
            <a:r>
              <a:t>          "news": 157,</a:t>
            </a:r>
          </a:p>
          <a:p>
            <a:r>
              <a:t>          "tooltip": "2026년 09월 합계  14,564 건 인스타그램  1,720 건 블로그  12,687 건 뉴스  157 건",</a:t>
            </a:r>
          </a:p>
          <a:p>
            <a:r>
              <a:t>          "days": 30,</a:t>
            </a:r>
          </a:p>
          <a:p>
            <a:r>
              <a:t>          "value": 485.46666666666664,</a:t>
            </a:r>
          </a:p>
          <a:p>
            <a:r>
              <a:t>          "value_label": "485.5",</a:t>
            </a:r>
          </a:p>
          <a:p>
            <a:r>
              <a:t>          "partial": false</a:t>
            </a:r>
          </a:p>
          <a:p>
            <a:r>
              <a:t>        }</a:t>
            </a:r>
          </a:p>
          <a:p>
            <a:r>
              <a:t>      ]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"SOME_5",</a:t>
            </a:r>
          </a:p>
          <a:p>
            <a:r>
              <a:t>      "label": "KFC",</a:t>
            </a:r>
          </a:p>
          <a:p>
            <a:r>
              <a:t>      "keyword": "kfc",</a:t>
            </a:r>
          </a:p>
          <a:p>
            <a:r>
              <a:t>      "points": [</a:t>
            </a:r>
          </a:p>
          <a:p>
            <a:r>
              <a:t>        {</a:t>
            </a:r>
          </a:p>
          <a:p>
            <a:r>
              <a:t>          "month": "2026-01",</a:t>
            </a:r>
          </a:p>
          <a:p>
            <a:r>
              <a:t>          "total": 7876,</a:t>
            </a:r>
          </a:p>
          <a:p>
            <a:r>
              <a:t>          "instagram": 1075,</a:t>
            </a:r>
          </a:p>
          <a:p>
            <a:r>
              <a:t>          "blog": 6717,</a:t>
            </a:r>
          </a:p>
          <a:p>
            <a:r>
              <a:t>          "news": 84,</a:t>
            </a:r>
          </a:p>
          <a:p>
            <a:r>
              <a:t>          "tooltip": "2026년 01월 합계  7,876 건 인스타그램  1,075 건 블로그  6,717 건 뉴스  84 건",</a:t>
            </a:r>
          </a:p>
          <a:p>
            <a:r>
              <a:t>          "days": 31,</a:t>
            </a:r>
          </a:p>
          <a:p>
            <a:r>
              <a:t>          "value": 254.06451612903226,</a:t>
            </a:r>
          </a:p>
          <a:p>
            <a:r>
              <a:t>          "value_label": "254.1",</a:t>
            </a:r>
          </a:p>
          <a:p>
            <a:r>
              <a:t>          "partial": false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"2026-02",</a:t>
            </a:r>
          </a:p>
          <a:p>
            <a:r>
              <a:t>          "total": 7202,</a:t>
            </a:r>
          </a:p>
          <a:p>
            <a:r>
              <a:t>          "instagram": 987,</a:t>
            </a:r>
          </a:p>
          <a:p>
            <a:r>
              <a:t>          "blog": 6091,</a:t>
            </a:r>
          </a:p>
          <a:p>
            <a:r>
              <a:t>          "news": 124,</a:t>
            </a:r>
          </a:p>
          <a:p>
            <a:r>
              <a:t>          "tooltip": "2026년 02월 합계  7,202 건 인스타그램  987 건 블로그  6,091 건 뉴스  124 건",</a:t>
            </a:r>
          </a:p>
          <a:p>
            <a:r>
              <a:t>          "days": 28,</a:t>
            </a:r>
          </a:p>
          <a:p>
            <a:r>
              <a:t>          "value": 257.2142857142857,</a:t>
            </a:r>
          </a:p>
          <a:p>
            <a:r>
              <a:t>          "value_label": "257.2",</a:t>
            </a:r>
          </a:p>
          <a:p>
            <a:r>
              <a:t>          "partial": false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"2026-03",</a:t>
            </a:r>
          </a:p>
          <a:p>
            <a:r>
              <a:t>          "total": 8635,</a:t>
            </a:r>
          </a:p>
          <a:p>
            <a:r>
              <a:t>          "instagram": 1054,</a:t>
            </a:r>
          </a:p>
          <a:p>
            <a:r>
              <a:t>          "blog": 7466,</a:t>
            </a:r>
          </a:p>
          <a:p>
            <a:r>
              <a:t>          "news": 115,</a:t>
            </a:r>
          </a:p>
          <a:p>
            <a:r>
              <a:t>          "tooltip": "2026년 03월 합계  8,635 건 인스타그램  1,054 건 블로그  7,466 건 뉴스  115 건",</a:t>
            </a:r>
          </a:p>
          <a:p>
            <a:r>
              <a:t>          "days": 31,</a:t>
            </a:r>
          </a:p>
          <a:p>
            <a:r>
              <a:t>          "value": 278.5483870967742,</a:t>
            </a:r>
          </a:p>
          <a:p>
            <a:r>
              <a:t>          "value_label": "278.5",</a:t>
            </a:r>
          </a:p>
          <a:p>
            <a:r>
              <a:t>          "partial": false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"2026-04",</a:t>
            </a:r>
          </a:p>
          <a:p>
            <a:r>
              <a:t>          "total": 7997,</a:t>
            </a:r>
          </a:p>
          <a:p>
            <a:r>
              <a:t>          "instagram": 1089,</a:t>
            </a:r>
          </a:p>
          <a:p>
            <a:r>
              <a:t>          "blog": 6778,</a:t>
            </a:r>
          </a:p>
          <a:p>
            <a:r>
              <a:t>          "news": 130,</a:t>
            </a:r>
          </a:p>
          <a:p>
            <a:r>
              <a:t>          "tooltip": "2026년 04월 합계  7,997 건 인스타그램  1,089 건 블로그  6,778 건 뉴스  130 건",</a:t>
            </a:r>
          </a:p>
          <a:p>
            <a:r>
              <a:t>          "days": 30,</a:t>
            </a:r>
          </a:p>
          <a:p>
            <a:r>
              <a:t>          "value": 266.56666666666666,</a:t>
            </a:r>
          </a:p>
          <a:p>
            <a:r>
              <a:t>          "value_label": "266.6",</a:t>
            </a:r>
          </a:p>
          <a:p>
            <a:r>
              <a:t>          "partial": false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"2026-05",</a:t>
            </a:r>
          </a:p>
          <a:p>
            <a:r>
              <a:t>          "total": 7226,</a:t>
            </a:r>
          </a:p>
          <a:p>
            <a:r>
              <a:t>          "instagram": 1241,</a:t>
            </a:r>
          </a:p>
          <a:p>
            <a:r>
              <a:t>          "blog": 5895,</a:t>
            </a:r>
          </a:p>
          <a:p>
            <a:r>
              <a:t>          "news": 90,</a:t>
            </a:r>
          </a:p>
          <a:p>
            <a:r>
              <a:t>          "tooltip": "2026년 05월 합계  7,226 건 인스타그램  1,241 건 블로그  5,895 건 뉴스  90 건",</a:t>
            </a:r>
          </a:p>
          <a:p>
            <a:r>
              <a:t>          "days": 31,</a:t>
            </a:r>
          </a:p>
          <a:p>
            <a:r>
              <a:t>          "value": 233.09677419354838,</a:t>
            </a:r>
          </a:p>
          <a:p>
            <a:r>
              <a:t>          "value_label": "233.1",</a:t>
            </a:r>
          </a:p>
          <a:p>
            <a:r>
              <a:t>          "partial": false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"2026-06",</a:t>
            </a:r>
          </a:p>
          <a:p>
            <a:r>
              <a:t>          "total": 7413,</a:t>
            </a:r>
          </a:p>
          <a:p>
            <a:r>
              <a:t>          "instagram": 1249,</a:t>
            </a:r>
          </a:p>
          <a:p>
            <a:r>
              <a:t>          "blog": 6029,</a:t>
            </a:r>
          </a:p>
          <a:p>
            <a:r>
              <a:t>          "news": 135,</a:t>
            </a:r>
          </a:p>
          <a:p>
            <a:r>
              <a:t>          "tooltip": "2026년 06월 합계  7,413 건 인스타그램  1,249 건 블로그  6,029 건 뉴스  135 건",</a:t>
            </a:r>
          </a:p>
          <a:p>
            <a:r>
              <a:t>          "days": 30,</a:t>
            </a:r>
          </a:p>
          <a:p>
            <a:r>
              <a:t>          "value": 247.1,</a:t>
            </a:r>
          </a:p>
          <a:p>
            <a:r>
              <a:t>          "value_label": "247.1",</a:t>
            </a:r>
          </a:p>
          <a:p>
            <a:r>
              <a:t>          "partial": false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"2026-07",</a:t>
            </a:r>
          </a:p>
          <a:p>
            <a:r>
              <a:t>          "total": 7860,</a:t>
            </a:r>
          </a:p>
          <a:p>
            <a:r>
              <a:t>          "instagram": 1204,</a:t>
            </a:r>
          </a:p>
          <a:p>
            <a:r>
              <a:t>          "blog": 6528,</a:t>
            </a:r>
          </a:p>
          <a:p>
            <a:r>
              <a:t>          "news": 128,</a:t>
            </a:r>
          </a:p>
          <a:p>
            <a:r>
              <a:t>          "tooltip": "2026년 07월 합계  7,860 건 인스타그램  1,204 건 블로그  6,528 건 뉴스  128 건",</a:t>
            </a:r>
          </a:p>
          <a:p>
            <a:r>
              <a:t>          "days": 31,</a:t>
            </a:r>
          </a:p>
          <a:p>
            <a:r>
              <a:t>          "value": 253.5483870967742,</a:t>
            </a:r>
          </a:p>
          <a:p>
            <a:r>
              <a:t>          "value_label": "253.5",</a:t>
            </a:r>
          </a:p>
          <a:p>
            <a:r>
              <a:t>          "partial": false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"2026-08",</a:t>
            </a:r>
          </a:p>
          <a:p>
            <a:r>
              <a:t>          "total": 8057,</a:t>
            </a:r>
          </a:p>
          <a:p>
            <a:r>
              <a:t>          "instagram": 1187,</a:t>
            </a:r>
          </a:p>
          <a:p>
            <a:r>
              <a:t>          "blog": 6798,</a:t>
            </a:r>
          </a:p>
          <a:p>
            <a:r>
              <a:t>          "news": 72,</a:t>
            </a:r>
          </a:p>
          <a:p>
            <a:r>
              <a:t>          "tooltip": "2026년 08월 합계  8,057 건 인스타그램  1,187 건 블로그  6,798 건 뉴스  72 건",</a:t>
            </a:r>
          </a:p>
          <a:p>
            <a:r>
              <a:t>          "days": 31,</a:t>
            </a:r>
          </a:p>
          <a:p>
            <a:r>
              <a:t>          "value": 259.9032258064516,</a:t>
            </a:r>
          </a:p>
          <a:p>
            <a:r>
              <a:t>          "value_label": "259.9",</a:t>
            </a:r>
          </a:p>
          <a:p>
            <a:r>
              <a:t>          "partial": false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"2026-09",</a:t>
            </a:r>
          </a:p>
          <a:p>
            <a:r>
              <a:t>          "total": 7735,</a:t>
            </a:r>
          </a:p>
          <a:p>
            <a:r>
              <a:t>          "instagram": 958,</a:t>
            </a:r>
          </a:p>
          <a:p>
            <a:r>
              <a:t>          "blog": 6705,</a:t>
            </a:r>
          </a:p>
          <a:p>
            <a:r>
              <a:t>          "news": 72,</a:t>
            </a:r>
          </a:p>
          <a:p>
            <a:r>
              <a:t>          "tooltip": "2026년 09월 합계  7,735 건 인스타그램  958 건 블로그  6,705 건 뉴스  72 건",</a:t>
            </a:r>
          </a:p>
          <a:p>
            <a:r>
              <a:t>          "days": 30,</a:t>
            </a:r>
          </a:p>
          <a:p>
            <a:r>
              <a:t>          "value": 257.8333333333333,</a:t>
            </a:r>
          </a:p>
          <a:p>
            <a:r>
              <a:t>          "value_label": "257.8",</a:t>
            </a:r>
          </a:p>
          <a:p>
            <a:r>
              <a:t>          "partial": false</a:t>
            </a:r>
          </a:p>
          <a:p>
            <a:r>
              <a:t>        }</a:t>
            </a:r>
          </a:p>
          <a:p>
            <a:r>
              <a:t>      ]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"SOME_6",</a:t>
            </a:r>
          </a:p>
          <a:p>
            <a:r>
              <a:t>      "label": "노브랜드버거",</a:t>
            </a:r>
          </a:p>
          <a:p>
            <a:r>
              <a:t>      "keyword": "노브랜드버거",</a:t>
            </a:r>
          </a:p>
          <a:p>
            <a:r>
              <a:t>      "points": [</a:t>
            </a:r>
          </a:p>
          <a:p>
            <a:r>
              <a:t>        {</a:t>
            </a:r>
          </a:p>
          <a:p>
            <a:r>
              <a:t>          "month": "2026-01",</a:t>
            </a:r>
          </a:p>
          <a:p>
            <a:r>
              <a:t>          "total": 1072,</a:t>
            </a:r>
          </a:p>
          <a:p>
            <a:r>
              <a:t>          "instagram": 315,</a:t>
            </a:r>
          </a:p>
          <a:p>
            <a:r>
              <a:t>          "blog": 747,</a:t>
            </a:r>
          </a:p>
          <a:p>
            <a:r>
              <a:t>          "news": 10,</a:t>
            </a:r>
          </a:p>
          <a:p>
            <a:r>
              <a:t>          "tooltip": "2026년 01월 합계 1,072 건 인스타그램 315 건 블로그 747 건 뉴스 10 건",</a:t>
            </a:r>
          </a:p>
          <a:p>
            <a:r>
              <a:t>          "days": 31,</a:t>
            </a:r>
          </a:p>
          <a:p>
            <a:r>
              <a:t>          "value": 34.58064516129032,</a:t>
            </a:r>
          </a:p>
          <a:p>
            <a:r>
              <a:t>          "value_label": "34.6",</a:t>
            </a:r>
          </a:p>
          <a:p>
            <a:r>
              <a:t>          "partial": false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"2026-02",</a:t>
            </a:r>
          </a:p>
          <a:p>
            <a:r>
              <a:t>          "total": 1036,</a:t>
            </a:r>
          </a:p>
          <a:p>
            <a:r>
              <a:t>          "instagram": 241,</a:t>
            </a:r>
          </a:p>
          <a:p>
            <a:r>
              <a:t>          "blog": 761,</a:t>
            </a:r>
          </a:p>
          <a:p>
            <a:r>
              <a:t>          "news": 34,</a:t>
            </a:r>
          </a:p>
          <a:p>
            <a:r>
              <a:t>          "tooltip": "2026년 02월합계 1,036 건인스타그램 241 건블로그 761 건뉴스 34 건",</a:t>
            </a:r>
          </a:p>
          <a:p>
            <a:r>
              <a:t>          "days": 28,</a:t>
            </a:r>
          </a:p>
          <a:p>
            <a:r>
              <a:t>          "value": 37,</a:t>
            </a:r>
          </a:p>
          <a:p>
            <a:r>
              <a:t>          "value_label": "37.0",</a:t>
            </a:r>
          </a:p>
          <a:p>
            <a:r>
              <a:t>          "partial": false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"2026-03",</a:t>
            </a:r>
          </a:p>
          <a:p>
            <a:r>
              <a:t>          "total": 1415,</a:t>
            </a:r>
          </a:p>
          <a:p>
            <a:r>
              <a:t>          "instagram": 381,</a:t>
            </a:r>
          </a:p>
          <a:p>
            <a:r>
              <a:t>          "blog": 988,</a:t>
            </a:r>
          </a:p>
          <a:p>
            <a:r>
              <a:t>          "news": 46,</a:t>
            </a:r>
          </a:p>
          <a:p>
            <a:r>
              <a:t>          "tooltip": "2026년 03월합계 1,415 건인스타그램 381 건블로그 988 건뉴스 46 건",</a:t>
            </a:r>
          </a:p>
          <a:p>
            <a:r>
              <a:t>          "days": 31,</a:t>
            </a:r>
          </a:p>
          <a:p>
            <a:r>
              <a:t>          "value": 45.645161290322584,</a:t>
            </a:r>
          </a:p>
          <a:p>
            <a:r>
              <a:t>          "value_label": "45.6",</a:t>
            </a:r>
          </a:p>
          <a:p>
            <a:r>
              <a:t>          "partial": false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"2026-04",</a:t>
            </a:r>
          </a:p>
          <a:p>
            <a:r>
              <a:t>          "total": 1221,</a:t>
            </a:r>
          </a:p>
          <a:p>
            <a:r>
              <a:t>          "instagram": 293,</a:t>
            </a:r>
          </a:p>
          <a:p>
            <a:r>
              <a:t>          "blog": 906,</a:t>
            </a:r>
          </a:p>
          <a:p>
            <a:r>
              <a:t>          "news": 22,</a:t>
            </a:r>
          </a:p>
          <a:p>
            <a:r>
              <a:t>          "tooltip": "2026년 04월합계 1,221 건인스타그램 293 건블로그 906 건뉴스 22 건",</a:t>
            </a:r>
          </a:p>
          <a:p>
            <a:r>
              <a:t>          "days": 30,</a:t>
            </a:r>
          </a:p>
          <a:p>
            <a:r>
              <a:t>          "value": 40.7,</a:t>
            </a:r>
          </a:p>
          <a:p>
            <a:r>
              <a:t>          "value_label": "40.7",</a:t>
            </a:r>
          </a:p>
          <a:p>
            <a:r>
              <a:t>          "partial": false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"2026-05",</a:t>
            </a:r>
          </a:p>
          <a:p>
            <a:r>
              <a:t>          "total": 1264,</a:t>
            </a:r>
          </a:p>
          <a:p>
            <a:r>
              <a:t>          "instagram": 230,</a:t>
            </a:r>
          </a:p>
          <a:p>
            <a:r>
              <a:t>          "blog": 1006,</a:t>
            </a:r>
          </a:p>
          <a:p>
            <a:r>
              <a:t>          "news": 28,</a:t>
            </a:r>
          </a:p>
          <a:p>
            <a:r>
              <a:t>          "tooltip": "2026년 05월합계 1,264 건인스타그램 230 건블로그 1,006 건뉴스 28 건",</a:t>
            </a:r>
          </a:p>
          <a:p>
            <a:r>
              <a:t>          "days": 31,</a:t>
            </a:r>
          </a:p>
          <a:p>
            <a:r>
              <a:t>          "value": 40.774193548387096,</a:t>
            </a:r>
          </a:p>
          <a:p>
            <a:r>
              <a:t>          "value_label": "40.8",</a:t>
            </a:r>
          </a:p>
          <a:p>
            <a:r>
              <a:t>          "partial": false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"2026-06",</a:t>
            </a:r>
          </a:p>
          <a:p>
            <a:r>
              <a:t>          "total": 1270,</a:t>
            </a:r>
          </a:p>
          <a:p>
            <a:r>
              <a:t>          "instagram": 327,</a:t>
            </a:r>
          </a:p>
          <a:p>
            <a:r>
              <a:t>          "blog": 923,</a:t>
            </a:r>
          </a:p>
          <a:p>
            <a:r>
              <a:t>          "news": 20,</a:t>
            </a:r>
          </a:p>
          <a:p>
            <a:r>
              <a:t>          "tooltip": "2026년 06월합계 1,270 건인스타그램 327 건블로그 923 건뉴스 20 건",</a:t>
            </a:r>
          </a:p>
          <a:p>
            <a:r>
              <a:t>          "days": 30,</a:t>
            </a:r>
          </a:p>
          <a:p>
            <a:r>
              <a:t>          "value": 42.333333333333336,</a:t>
            </a:r>
          </a:p>
          <a:p>
            <a:r>
              <a:t>          "value_label": "42.3",</a:t>
            </a:r>
          </a:p>
          <a:p>
            <a:r>
              <a:t>          "partial": false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"2026-07",</a:t>
            </a:r>
          </a:p>
          <a:p>
            <a:r>
              <a:t>          "total": 1296,</a:t>
            </a:r>
          </a:p>
          <a:p>
            <a:r>
              <a:t>          "instagram": 255,</a:t>
            </a:r>
          </a:p>
          <a:p>
            <a:r>
              <a:t>          "blog": 1015,</a:t>
            </a:r>
          </a:p>
          <a:p>
            <a:r>
              <a:t>          "news": 26,</a:t>
            </a:r>
          </a:p>
          <a:p>
            <a:r>
              <a:t>          "tooltip": "2026년 07월합계 1,296 건인스타그램 255 건블로그 1,015 건뉴스 26 건",</a:t>
            </a:r>
          </a:p>
          <a:p>
            <a:r>
              <a:t>          "days": 31,</a:t>
            </a:r>
          </a:p>
          <a:p>
            <a:r>
              <a:t>          "value": 41.806451612903224,</a:t>
            </a:r>
          </a:p>
          <a:p>
            <a:r>
              <a:t>          "value_label": "41.8",</a:t>
            </a:r>
          </a:p>
          <a:p>
            <a:r>
              <a:t>          "partial": false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"2026-08",</a:t>
            </a:r>
          </a:p>
          <a:p>
            <a:r>
              <a:t>          "total": 1453,</a:t>
            </a:r>
          </a:p>
          <a:p>
            <a:r>
              <a:t>          "instagram": 328,</a:t>
            </a:r>
          </a:p>
          <a:p>
            <a:r>
              <a:t>          "blog": 1100,</a:t>
            </a:r>
          </a:p>
          <a:p>
            <a:r>
              <a:t>          "news": 25,</a:t>
            </a:r>
          </a:p>
          <a:p>
            <a:r>
              <a:t>          "tooltip": "2026년 08월합계 1,453 건인스타그램 328 건블로그 1,100 건뉴스 25 건",</a:t>
            </a:r>
          </a:p>
          <a:p>
            <a:r>
              <a:t>          "days": 31,</a:t>
            </a:r>
          </a:p>
          <a:p>
            <a:r>
              <a:t>          "value": 46.87096774193548,</a:t>
            </a:r>
          </a:p>
          <a:p>
            <a:r>
              <a:t>          "value_label": "46.9",</a:t>
            </a:r>
          </a:p>
          <a:p>
            <a:r>
              <a:t>          "partial": false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"2026-09",</a:t>
            </a:r>
          </a:p>
          <a:p>
            <a:r>
              <a:t>          "total": 1209,</a:t>
            </a:r>
          </a:p>
          <a:p>
            <a:r>
              <a:t>          "instagram": 227,</a:t>
            </a:r>
          </a:p>
          <a:p>
            <a:r>
              <a:t>          "blog": 961,</a:t>
            </a:r>
          </a:p>
          <a:p>
            <a:r>
              <a:t>          "news": 21,</a:t>
            </a:r>
          </a:p>
          <a:p>
            <a:r>
              <a:t>          "tooltip": "2026년 09월합계 1,209 건인스타그램 227 건블로그 961 건뉴스 21 건",</a:t>
            </a:r>
          </a:p>
          <a:p>
            <a:r>
              <a:t>          "days": 30,</a:t>
            </a:r>
          </a:p>
          <a:p>
            <a:r>
              <a:t>          "value": 40.3,</a:t>
            </a:r>
          </a:p>
          <a:p>
            <a:r>
              <a:t>          "value_label": "40.3",</a:t>
            </a:r>
          </a:p>
          <a:p>
            <a:r>
              <a:t>          "partial": false</a:t>
            </a:r>
          </a:p>
          <a:p>
            <a:r>
              <a:t>        }</a:t>
            </a:r>
          </a:p>
          <a:p>
            <a:r>
              <a:t>      ]</a:t>
            </a:r>
          </a:p>
          <a:p>
            <a:r>
              <a:t>    }</a:t>
            </a:r>
          </a:p>
          <a:p>
            <a:r>
              <a:t>  ]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"metric": "Naverrelativeinterestnotsearchcounts/sales/preferences",</a:t>
            </a:r>
          </a:p>
          <a:p>
            <a:r>
              <a:t>  "analysis_end": "2026-10-19",</a:t>
            </a:r>
          </a:p>
          <a:p>
            <a:r>
              <a:t>  "original_query_capture_end": "2026-10-20",</a:t>
            </a:r>
          </a:p>
          <a:p>
            <a:r>
              <a:t>  "method": "trimdailycacheto19,recomputegroupmaxandmonthlydailymean;nointerpolation",</a:t>
            </a:r>
          </a:p>
          <a:p>
            <a:r>
              <a:t>  "latest_comparison": [</a:t>
            </a:r>
          </a:p>
          <a:p>
            <a:r>
              <a:t>    "2025-10-01..19",</a:t>
            </a:r>
          </a:p>
          <a:p>
            <a:r>
              <a:t>    "2026-10-01..19"</a:t>
            </a:r>
          </a:p>
          <a:p>
            <a:r>
              <a:t>  ],</a:t>
            </a:r>
          </a:p>
          <a:p>
            <a:r>
              <a:t>  "key": "burger_patty",</a:t>
            </a:r>
          </a:p>
          <a:p>
            <a:r>
              <a:t>  "insight": "2026.10.1~19 전년비, 치킨버거 13.1→15.4(+17.6%)로 상승,\n비프버거 -71.7%·가슴살버거 -78.3%로 하락",</a:t>
            </a:r>
          </a:p>
          <a:p>
            <a:r>
              <a:t>  "series": [</a:t>
            </a:r>
          </a:p>
          <a:p>
            <a:r>
              <a:t>    {</a:t>
            </a:r>
          </a:p>
          <a:p>
            <a:r>
              <a:t>      "id": "NV_BG_CHICKEN",</a:t>
            </a:r>
          </a:p>
          <a:p>
            <a:r>
              <a:t>      "label": "치킨버거",</a:t>
            </a:r>
          </a:p>
          <a:p>
            <a:r>
              <a:t>      "points": [</a:t>
            </a:r>
          </a:p>
          <a:p>
            <a:r>
              <a:t>        {</a:t>
            </a:r>
          </a:p>
          <a:p>
            <a:r>
              <a:t>          "group_id": "NV_BG_CHICKEN",</a:t>
            </a:r>
          </a:p>
          <a:p>
            <a:r>
              <a:t>          "month": "2025-01",</a:t>
            </a:r>
          </a:p>
          <a:p>
            <a:r>
              <a:t>          "start": "2025-01-01",</a:t>
            </a:r>
          </a:p>
          <a:p>
            <a:r>
              <a:t>          "end": "2025-01-31",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482.44788,</a:t>
            </a:r>
          </a:p>
          <a:p>
            <a:r>
              <a:t>          "raw_mean": 15.562834838709678,</a:t>
            </a:r>
          </a:p>
          <a:p>
            <a:r>
              <a:t>          "value": 15.562834838709678,</a:t>
            </a:r>
          </a:p>
          <a:p>
            <a:r>
              <a:t>          "prior_start": "2024-01-01",</a:t>
            </a:r>
          </a:p>
          <a:p>
            <a:r>
              <a:t>          "prior_end": "2024-01-31",</a:t>
            </a:r>
          </a:p>
          <a:p>
            <a:r>
              <a:t>          "prior_days": 31,</a:t>
            </a:r>
          </a:p>
          <a:p>
            <a:r>
              <a:t>          "prior_raw_mean": 16.568571612903227,</a:t>
            </a:r>
          </a:p>
          <a:p>
            <a:r>
              <a:t>          "prior_value": 16.568571612903227,</a:t>
            </a:r>
          </a:p>
          <a:p>
            <a:r>
              <a:t>          "yoy_fraction": -0.06070147733256037,</a:t>
            </a:r>
          </a:p>
          <a:p>
            <a:r>
              <a:t>          "yoy_pct": -6.070147733256038,</a:t>
            </a:r>
          </a:p>
          <a:p>
            <a:r>
              <a:t>          "value_label": "15.6",</a:t>
            </a:r>
          </a:p>
          <a:p>
            <a:r>
              <a:t>          "yoy_label": "(-6.1%)",</a:t>
            </a:r>
          </a:p>
          <a:p>
            <a:r>
              <a:t>          "label": "15.6\n(-6.1%)"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"NV_BG_CHICKEN",</a:t>
            </a:r>
          </a:p>
          <a:p>
            <a:r>
              <a:t>          "month": "2025-02",</a:t>
            </a:r>
          </a:p>
          <a:p>
            <a:r>
              <a:t>          "start": "2025-02-01",</a:t>
            </a:r>
          </a:p>
          <a:p>
            <a:r>
              <a:t>          "end": "2025-02-28",</a:t>
            </a:r>
          </a:p>
          <a:p>
            <a:r>
              <a:t>          "days": 28,</a:t>
            </a:r>
          </a:p>
          <a:p>
            <a:r>
              <a:t>          "partial": false,</a:t>
            </a:r>
          </a:p>
          <a:p>
            <a:r>
              <a:t>          "raw_sum": 468.36012,</a:t>
            </a:r>
          </a:p>
          <a:p>
            <a:r>
              <a:t>          "raw_mean": 16.72714714285714,</a:t>
            </a:r>
          </a:p>
          <a:p>
            <a:r>
              <a:t>          "value": 16.72714714285714,</a:t>
            </a:r>
          </a:p>
          <a:p>
            <a:r>
              <a:t>          "prior_start": "2024-02-01",</a:t>
            </a:r>
          </a:p>
          <a:p>
            <a:r>
              <a:t>          "prior_end": "2024-02-29",</a:t>
            </a:r>
          </a:p>
          <a:p>
            <a:r>
              <a:t>          "prior_days": 29,</a:t>
            </a:r>
          </a:p>
          <a:p>
            <a:r>
              <a:t>          "prior_raw_mean": 14.613357241379312,</a:t>
            </a:r>
          </a:p>
          <a:p>
            <a:r>
              <a:t>          "prior_value": 14.613357241379312,</a:t>
            </a:r>
          </a:p>
          <a:p>
            <a:r>
              <a:t>          "yoy_fraction": 0.14464779492917645,</a:t>
            </a:r>
          </a:p>
          <a:p>
            <a:r>
              <a:t>          "yoy_pct": 14.464779492917646,</a:t>
            </a:r>
          </a:p>
          <a:p>
            <a:r>
              <a:t>          "value_label": "16.7",</a:t>
            </a:r>
          </a:p>
          <a:p>
            <a:r>
              <a:t>          "yoy_label": "(+14.5%)",</a:t>
            </a:r>
          </a:p>
          <a:p>
            <a:r>
              <a:t>          "label": "16.7\n(+14.5%)"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"NV_BG_CHICKEN",</a:t>
            </a:r>
          </a:p>
          <a:p>
            <a:r>
              <a:t>          "month": "2025-03",</a:t>
            </a:r>
          </a:p>
          <a:p>
            <a:r>
              <a:t>          "start": "2025-03-01",</a:t>
            </a:r>
          </a:p>
          <a:p>
            <a:r>
              <a:t>          "end": "2025-03-31",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491.91671,</a:t>
            </a:r>
          </a:p>
          <a:p>
            <a:r>
              <a:t>          "raw_mean": 15.868280967741937,</a:t>
            </a:r>
          </a:p>
          <a:p>
            <a:r>
              <a:t>          "value": 15.868280967741937,</a:t>
            </a:r>
          </a:p>
          <a:p>
            <a:r>
              <a:t>          "prior_start": "2024-03-01",</a:t>
            </a:r>
          </a:p>
          <a:p>
            <a:r>
              <a:t>          "prior_end": "2024-03-31",</a:t>
            </a:r>
          </a:p>
          <a:p>
            <a:r>
              <a:t>          "prior_days": 31,</a:t>
            </a:r>
          </a:p>
          <a:p>
            <a:r>
              <a:t>          "prior_raw_mean": 16.24822516129032,</a:t>
            </a:r>
          </a:p>
          <a:p>
            <a:r>
              <a:t>          "prior_value": 16.24822516129032,</a:t>
            </a:r>
          </a:p>
          <a:p>
            <a:r>
              <a:t>          "yoy_fraction": -0.02338373513271841,</a:t>
            </a:r>
          </a:p>
          <a:p>
            <a:r>
              <a:t>          "yoy_pct": -2.338373513271841,</a:t>
            </a:r>
          </a:p>
          <a:p>
            <a:r>
              <a:t>          "value_label": "15.9",</a:t>
            </a:r>
          </a:p>
          <a:p>
            <a:r>
              <a:t>          "yoy_label": "(-2.3%)",</a:t>
            </a:r>
          </a:p>
          <a:p>
            <a:r>
              <a:t>          "label": "15.9\n(-2.3%)"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"NV_BG_CHICKEN",</a:t>
            </a:r>
          </a:p>
          <a:p>
            <a:r>
              <a:t>          "month": "2025-04",</a:t>
            </a:r>
          </a:p>
          <a:p>
            <a:r>
              <a:t>          "start": "2025-04-01",</a:t>
            </a:r>
          </a:p>
          <a:p>
            <a:r>
              <a:t>          "end": "2025-04-30",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434.8728,</a:t>
            </a:r>
          </a:p>
          <a:p>
            <a:r>
              <a:t>          "raw_mean": 14.495759999999999,</a:t>
            </a:r>
          </a:p>
          <a:p>
            <a:r>
              <a:t>          "value": 14.495759999999999,</a:t>
            </a:r>
          </a:p>
          <a:p>
            <a:r>
              <a:t>          "prior_start": "2024-04-01",</a:t>
            </a:r>
          </a:p>
          <a:p>
            <a:r>
              <a:t>          "prior_end": "2024-04-30",</a:t>
            </a:r>
          </a:p>
          <a:p>
            <a:r>
              <a:t>          "prior_days": 30,</a:t>
            </a:r>
          </a:p>
          <a:p>
            <a:r>
              <a:t>          "prior_raw_mean": 21.431865666666667,</a:t>
            </a:r>
          </a:p>
          <a:p>
            <a:r>
              <a:t>          "prior_value": 21.431865666666667,</a:t>
            </a:r>
          </a:p>
          <a:p>
            <a:r>
              <a:t>          "yoy_fraction": -0.3236351783155541,</a:t>
            </a:r>
          </a:p>
          <a:p>
            <a:r>
              <a:t>          "yoy_pct": -32.36351783155541,</a:t>
            </a:r>
          </a:p>
          <a:p>
            <a:r>
              <a:t>          "value_label": "14.5",</a:t>
            </a:r>
          </a:p>
          <a:p>
            <a:r>
              <a:t>          "yoy_label": "(-32.4%)",</a:t>
            </a:r>
          </a:p>
          <a:p>
            <a:r>
              <a:t>          "label": "14.5\n(-32.4%)"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"NV_BG_CHICKEN",</a:t>
            </a:r>
          </a:p>
          <a:p>
            <a:r>
              <a:t>          "month": "2025-05",</a:t>
            </a:r>
          </a:p>
          <a:p>
            <a:r>
              <a:t>          "start": "2025-05-01",</a:t>
            </a:r>
          </a:p>
          <a:p>
            <a:r>
              <a:t>          "end": "2025-05-31",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459.81510000000003,</a:t>
            </a:r>
          </a:p>
          <a:p>
            <a:r>
              <a:t>          "raw_mean": 14.832745161290324,</a:t>
            </a:r>
          </a:p>
          <a:p>
            <a:r>
              <a:t>          "value": 14.832745161290324,</a:t>
            </a:r>
          </a:p>
          <a:p>
            <a:r>
              <a:t>          "prior_start": "2024-05-01",</a:t>
            </a:r>
          </a:p>
          <a:p>
            <a:r>
              <a:t>          "prior_end": "2024-05-31",</a:t>
            </a:r>
          </a:p>
          <a:p>
            <a:r>
              <a:t>          "prior_days": 31,</a:t>
            </a:r>
          </a:p>
          <a:p>
            <a:r>
              <a:t>          "prior_raw_mean": 18.669443225806454,</a:t>
            </a:r>
          </a:p>
          <a:p>
            <a:r>
              <a:t>          "prior_value": 18.669443225806454,</a:t>
            </a:r>
          </a:p>
          <a:p>
            <a:r>
              <a:t>          "yoy_fraction": -0.20550682835644118,</a:t>
            </a:r>
          </a:p>
          <a:p>
            <a:r>
              <a:t>          "yoy_pct": -20.550682835644118,</a:t>
            </a:r>
          </a:p>
          <a:p>
            <a:r>
              <a:t>          "value_label": "14.8",</a:t>
            </a:r>
          </a:p>
          <a:p>
            <a:r>
              <a:t>          "yoy_label": "(-20.6%)",</a:t>
            </a:r>
          </a:p>
          <a:p>
            <a:r>
              <a:t>          "label": "14.8\n(-20.6%)"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"NV_BG_CHICKEN",</a:t>
            </a:r>
          </a:p>
          <a:p>
            <a:r>
              <a:t>          "month": "2025-06",</a:t>
            </a:r>
          </a:p>
          <a:p>
            <a:r>
              <a:t>          "start": "2025-06-01",</a:t>
            </a:r>
          </a:p>
          <a:p>
            <a:r>
              <a:t>          "end": "2025-06-30",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450.34625,</a:t>
            </a:r>
          </a:p>
          <a:p>
            <a:r>
              <a:t>          "raw_mean": 15.011541666666666,</a:t>
            </a:r>
          </a:p>
          <a:p>
            <a:r>
              <a:t>          "value": 15.011541666666666,</a:t>
            </a:r>
          </a:p>
          <a:p>
            <a:r>
              <a:t>          "prior_start": "2024-06-01",</a:t>
            </a:r>
          </a:p>
          <a:p>
            <a:r>
              <a:t>          "prior_end": "2024-06-30",</a:t>
            </a:r>
          </a:p>
          <a:p>
            <a:r>
              <a:t>          "prior_days": 30,</a:t>
            </a:r>
          </a:p>
          <a:p>
            <a:r>
              <a:t>          "prior_raw_mean": 17.036176,</a:t>
            </a:r>
          </a:p>
          <a:p>
            <a:r>
              <a:t>          "prior_value": 17.036176,</a:t>
            </a:r>
          </a:p>
          <a:p>
            <a:r>
              <a:t>          "yoy_fraction": -0.11884323884264492,</a:t>
            </a:r>
          </a:p>
          <a:p>
            <a:r>
              <a:t>          "yoy_pct": -11.884323884264491,</a:t>
            </a:r>
          </a:p>
          <a:p>
            <a:r>
              <a:t>          "value_label": "15.0",</a:t>
            </a:r>
          </a:p>
          <a:p>
            <a:r>
              <a:t>          "yoy_label": "(-11.9%)",</a:t>
            </a:r>
          </a:p>
          <a:p>
            <a:r>
              <a:t>          "label": "15.0\n(-11.9%)"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"NV_BG_CHICKEN",</a:t>
            </a:r>
          </a:p>
          <a:p>
            <a:r>
              <a:t>          "month": "2025-07",</a:t>
            </a:r>
          </a:p>
          <a:p>
            <a:r>
              <a:t>          "start": "2025-07-01",</a:t>
            </a:r>
          </a:p>
          <a:p>
            <a:r>
              <a:t>          "end": "2025-07-31",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476.44326,</a:t>
            </a:r>
          </a:p>
          <a:p>
            <a:r>
              <a:t>          "raw_mean": 15.36913741935484,</a:t>
            </a:r>
          </a:p>
          <a:p>
            <a:r>
              <a:t>          "value": 15.36913741935484,</a:t>
            </a:r>
          </a:p>
          <a:p>
            <a:r>
              <a:t>          "prior_start": "2024-07-01",</a:t>
            </a:r>
          </a:p>
          <a:p>
            <a:r>
              <a:t>          "prior_end": "2024-07-31",</a:t>
            </a:r>
          </a:p>
          <a:p>
            <a:r>
              <a:t>          "prior_days": 31,</a:t>
            </a:r>
          </a:p>
          <a:p>
            <a:r>
              <a:t>          "prior_raw_mean": 17.44020870967742,</a:t>
            </a:r>
          </a:p>
          <a:p>
            <a:r>
              <a:t>          "prior_value": 17.44020870967742,</a:t>
            </a:r>
          </a:p>
          <a:p>
            <a:r>
              <a:t>          "yoy_fraction": -0.11875266659930295,</a:t>
            </a:r>
          </a:p>
          <a:p>
            <a:r>
              <a:t>          "yoy_pct": -11.875266659930295,</a:t>
            </a:r>
          </a:p>
          <a:p>
            <a:r>
              <a:t>          "value_label": "15.4",</a:t>
            </a:r>
          </a:p>
          <a:p>
            <a:r>
              <a:t>          "yoy_label": "(-11.9%)",</a:t>
            </a:r>
          </a:p>
          <a:p>
            <a:r>
              <a:t>          "label": "15.4\n(-11.9%)"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"NV_BG_CHICKEN",</a:t>
            </a:r>
          </a:p>
          <a:p>
            <a:r>
              <a:t>          "month": "2025-08",</a:t>
            </a:r>
          </a:p>
          <a:p>
            <a:r>
              <a:t>          "start": "2025-08-01",</a:t>
            </a:r>
          </a:p>
          <a:p>
            <a:r>
              <a:t>          "end": "2025-08-31",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439.49175,</a:t>
            </a:r>
          </a:p>
          <a:p>
            <a:r>
              <a:t>          "raw_mean": 14.177153225806453,</a:t>
            </a:r>
          </a:p>
          <a:p>
            <a:r>
              <a:t>          "value": 14.177153225806453,</a:t>
            </a:r>
          </a:p>
          <a:p>
            <a:r>
              <a:t>          "prior_start": "2024-08-01",</a:t>
            </a:r>
          </a:p>
          <a:p>
            <a:r>
              <a:t>          "prior_end": "2024-08-31",</a:t>
            </a:r>
          </a:p>
          <a:p>
            <a:r>
              <a:t>          "prior_days": 31,</a:t>
            </a:r>
          </a:p>
          <a:p>
            <a:r>
              <a:t>          "prior_raw_mean": 16.181176451612902,</a:t>
            </a:r>
          </a:p>
          <a:p>
            <a:r>
              <a:t>          "prior_value": 16.181176451612902,</a:t>
            </a:r>
          </a:p>
          <a:p>
            <a:r>
              <a:t>          "yoy_fraction": -0.12384904347339298,</a:t>
            </a:r>
          </a:p>
          <a:p>
            <a:r>
              <a:t>          "yoy_pct": -12.384904347339297,</a:t>
            </a:r>
          </a:p>
          <a:p>
            <a:r>
              <a:t>          "value_label": "14.2",</a:t>
            </a:r>
          </a:p>
          <a:p>
            <a:r>
              <a:t>          "yoy_label": "(-12.4%)",</a:t>
            </a:r>
          </a:p>
          <a:p>
            <a:r>
              <a:t>          "label": "14.2\n(-12.4%)"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"NV_BG_CHICKEN",</a:t>
            </a:r>
          </a:p>
          <a:p>
            <a:r>
              <a:t>          "month": "2025-09",</a:t>
            </a:r>
          </a:p>
          <a:p>
            <a:r>
              <a:t>          "start": "2025-09-01",</a:t>
            </a:r>
          </a:p>
          <a:p>
            <a:r>
              <a:t>          "end": "2025-09-30",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411.08528,</a:t>
            </a:r>
          </a:p>
          <a:p>
            <a:r>
              <a:t>          "raw_mean": 13.702842666666667,</a:t>
            </a:r>
          </a:p>
          <a:p>
            <a:r>
              <a:t>          "value": 13.702842666666667,</a:t>
            </a:r>
          </a:p>
          <a:p>
            <a:r>
              <a:t>          "prior_start": "2024-09-01",</a:t>
            </a:r>
          </a:p>
          <a:p>
            <a:r>
              <a:t>          "prior_end": "2024-09-30",</a:t>
            </a:r>
          </a:p>
          <a:p>
            <a:r>
              <a:t>          "prior_days": 30,</a:t>
            </a:r>
          </a:p>
          <a:p>
            <a:r>
              <a:t>          "prior_raw_mean": 20.361812333333333,</a:t>
            </a:r>
          </a:p>
          <a:p>
            <a:r>
              <a:t>          "prior_value": 20.361812333333333,</a:t>
            </a:r>
          </a:p>
          <a:p>
            <a:r>
              <a:t>          "yoy_fraction": -0.3270322679364641,</a:t>
            </a:r>
          </a:p>
          <a:p>
            <a:r>
              <a:t>          "yoy_pct": -32.70322679364641,</a:t>
            </a:r>
          </a:p>
          <a:p>
            <a:r>
              <a:t>          "value_label": "13.7",</a:t>
            </a:r>
          </a:p>
          <a:p>
            <a:r>
              <a:t>          "yoy_label": "(-32.7%)",</a:t>
            </a:r>
          </a:p>
          <a:p>
            <a:r>
              <a:t>          "label": "13.7\n(-32.7%)"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"NV_BG_CHICKEN",</a:t>
            </a:r>
          </a:p>
          <a:p>
            <a:r>
              <a:t>          "month": "2025-10",</a:t>
            </a:r>
          </a:p>
          <a:p>
            <a:r>
              <a:t>          "start": "2025-10-01",</a:t>
            </a:r>
          </a:p>
          <a:p>
            <a:r>
              <a:t>          "end": "2025-10-31",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415.24234,</a:t>
            </a:r>
          </a:p>
          <a:p>
            <a:r>
              <a:t>          "raw_mean": 13.394914193548388,</a:t>
            </a:r>
          </a:p>
          <a:p>
            <a:r>
              <a:t>          "value": 13.394914193548388,</a:t>
            </a:r>
          </a:p>
          <a:p>
            <a:r>
              <a:t>          "prior_start": "2024-10-01",</a:t>
            </a:r>
          </a:p>
          <a:p>
            <a:r>
              <a:t>          "prior_end": "2024-10-31",</a:t>
            </a:r>
          </a:p>
          <a:p>
            <a:r>
              <a:t>          "prior_days": 31,</a:t>
            </a:r>
          </a:p>
          <a:p>
            <a:r>
              <a:t>          "prior_raw_mean": 22.573190322580647,</a:t>
            </a:r>
          </a:p>
          <a:p>
            <a:r>
              <a:t>          "prior_value": 22.573190322580647,</a:t>
            </a:r>
          </a:p>
          <a:p>
            <a:r>
              <a:t>          "yoy_fraction": -0.40660075061924017,</a:t>
            </a:r>
          </a:p>
          <a:p>
            <a:r>
              <a:t>          "yoy_pct": -40.66007506192402,</a:t>
            </a:r>
          </a:p>
          <a:p>
            <a:r>
              <a:t>          "value_label": "13.4",</a:t>
            </a:r>
          </a:p>
          <a:p>
            <a:r>
              <a:t>          "yoy_label": "(-40.7%)",</a:t>
            </a:r>
          </a:p>
          <a:p>
            <a:r>
              <a:t>          "label": "13.4\n(-40.7%)"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"NV_BG_CHICKEN",</a:t>
            </a:r>
          </a:p>
          <a:p>
            <a:r>
              <a:t>          "month": "2025-11",</a:t>
            </a:r>
          </a:p>
          <a:p>
            <a:r>
              <a:t>          "start": "2025-11-01",</a:t>
            </a:r>
          </a:p>
          <a:p>
            <a:r>
              <a:t>          "end": "2025-11-30",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409.46868,</a:t>
            </a:r>
          </a:p>
          <a:p>
            <a:r>
              <a:t>          "raw_mean": 13.648956,</a:t>
            </a:r>
          </a:p>
          <a:p>
            <a:r>
              <a:t>          "value": 13.648956,</a:t>
            </a:r>
          </a:p>
          <a:p>
            <a:r>
              <a:t>          "prior_start": "2024-11-01",</a:t>
            </a:r>
          </a:p>
          <a:p>
            <a:r>
              <a:t>          "prior_end": "2024-11-30",</a:t>
            </a:r>
          </a:p>
          <a:p>
            <a:r>
              <a:t>          "prior_days": 30,</a:t>
            </a:r>
          </a:p>
          <a:p>
            <a:r>
              <a:t>          "prior_raw_mean": 16.497301,</a:t>
            </a:r>
          </a:p>
          <a:p>
            <a:r>
              <a:t>          "prior_value": 16.497301,</a:t>
            </a:r>
          </a:p>
          <a:p>
            <a:r>
              <a:t>          "yoy_fraction": -0.1726552119040563,</a:t>
            </a:r>
          </a:p>
          <a:p>
            <a:r>
              <a:t>          "yoy_pct": -17.26552119040563,</a:t>
            </a:r>
          </a:p>
          <a:p>
            <a:r>
              <a:t>          "value_label": "13.6",</a:t>
            </a:r>
          </a:p>
          <a:p>
            <a:r>
              <a:t>          "yoy_label": "(-17.3%)",</a:t>
            </a:r>
          </a:p>
          <a:p>
            <a:r>
              <a:t>          "label": "13.6\n(-17.3%)"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"NV_BG_CHICKEN",</a:t>
            </a:r>
          </a:p>
          <a:p>
            <a:r>
              <a:t>          "month": "2025-12",</a:t>
            </a:r>
          </a:p>
          <a:p>
            <a:r>
              <a:t>          "start": "2025-12-01",</a:t>
            </a:r>
          </a:p>
          <a:p>
            <a:r>
              <a:t>          "end": "2025-12-31",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420.32314,</a:t>
            </a:r>
          </a:p>
          <a:p>
            <a:r>
              <a:t>          "raw_mean": 13.558810967741936,</a:t>
            </a:r>
          </a:p>
          <a:p>
            <a:r>
              <a:t>          "value": 13.558810967741936,</a:t>
            </a:r>
          </a:p>
          <a:p>
            <a:r>
              <a:t>          "prior_start": "2024-12-01",</a:t>
            </a:r>
          </a:p>
          <a:p>
            <a:r>
              <a:t>          "prior_end": "2024-12-31",</a:t>
            </a:r>
          </a:p>
          <a:p>
            <a:r>
              <a:t>          "prior_days": 31,</a:t>
            </a:r>
          </a:p>
          <a:p>
            <a:r>
              <a:t>          "prior_raw_mean": 16.210975806451614,</a:t>
            </a:r>
          </a:p>
          <a:p>
            <a:r>
              <a:t>          "prior_value": 16.210975806451614,</a:t>
            </a:r>
          </a:p>
          <a:p>
            <a:r>
              <a:t>          "yoy_fraction": -0.16360303478179117,</a:t>
            </a:r>
          </a:p>
          <a:p>
            <a:r>
              <a:t>          "yoy_pct": -16.360303478179116,</a:t>
            </a:r>
          </a:p>
          <a:p>
            <a:r>
              <a:t>          "value_label": "13.6",</a:t>
            </a:r>
          </a:p>
          <a:p>
            <a:r>
              <a:t>          "yoy_label": "(-16.4%)",</a:t>
            </a:r>
          </a:p>
          <a:p>
            <a:r>
              <a:t>          "label": "13.6\n(-16.4%)"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"NV_BG_CHICKEN",</a:t>
            </a:r>
          </a:p>
          <a:p>
            <a:r>
              <a:t>          "month": "2026-01",</a:t>
            </a:r>
          </a:p>
          <a:p>
            <a:r>
              <a:t>          "start": "2026-01-01",</a:t>
            </a:r>
          </a:p>
          <a:p>
            <a:r>
              <a:t>          "end": "2026-01-31",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471.13147,</a:t>
            </a:r>
          </a:p>
          <a:p>
            <a:r>
              <a:t>          "raw_mean": 15.19778935483871,</a:t>
            </a:r>
          </a:p>
          <a:p>
            <a:r>
              <a:t>          "value": 15.197789354838712,</a:t>
            </a:r>
          </a:p>
          <a:p>
            <a:r>
              <a:t>          "prior_start": "2025-01-01",</a:t>
            </a:r>
          </a:p>
          <a:p>
            <a:r>
              <a:t>          "prior_end": "2025-01-31",</a:t>
            </a:r>
          </a:p>
          <a:p>
            <a:r>
              <a:t>          "prior_days": 31,</a:t>
            </a:r>
          </a:p>
          <a:p>
            <a:r>
              <a:t>          "prior_raw_mean": 15.562834838709678,</a:t>
            </a:r>
          </a:p>
          <a:p>
            <a:r>
              <a:t>          "prior_value": 15.562834838709678,</a:t>
            </a:r>
          </a:p>
          <a:p>
            <a:r>
              <a:t>          "yoy_fraction": -0.023456233241194835,</a:t>
            </a:r>
          </a:p>
          <a:p>
            <a:r>
              <a:t>          "yoy_pct": -2.3456233241194835,</a:t>
            </a:r>
          </a:p>
          <a:p>
            <a:r>
              <a:t>          "value_label": "15.2",</a:t>
            </a:r>
          </a:p>
          <a:p>
            <a:r>
              <a:t>          "yoy_label": "(-2.3%)",</a:t>
            </a:r>
          </a:p>
          <a:p>
            <a:r>
              <a:t>          "label": "15.2\n(-2.3%)"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"NV_BG_CHICKEN",</a:t>
            </a:r>
          </a:p>
          <a:p>
            <a:r>
              <a:t>          "month": "2026-02",</a:t>
            </a:r>
          </a:p>
          <a:p>
            <a:r>
              <a:t>          "start": "2026-02-01",</a:t>
            </a:r>
          </a:p>
          <a:p>
            <a:r>
              <a:t>          "end": "2026-02-28",</a:t>
            </a:r>
          </a:p>
          <a:p>
            <a:r>
              <a:t>          "days": 28,</a:t>
            </a:r>
          </a:p>
          <a:p>
            <a:r>
              <a:t>          "partial": false,</a:t>
            </a:r>
          </a:p>
          <a:p>
            <a:r>
              <a:t>          "raw_sum": 405.7735,</a:t>
            </a:r>
          </a:p>
          <a:p>
            <a:r>
              <a:t>          "raw_mean": 14.491910714285714,</a:t>
            </a:r>
          </a:p>
          <a:p>
            <a:r>
              <a:t>          "value": 14.491910714285714,</a:t>
            </a:r>
          </a:p>
          <a:p>
            <a:r>
              <a:t>          "prior_start": "2025-02-01",</a:t>
            </a:r>
          </a:p>
          <a:p>
            <a:r>
              <a:t>          "prior_end": "2025-02-28",</a:t>
            </a:r>
          </a:p>
          <a:p>
            <a:r>
              <a:t>          "prior_days": 28,</a:t>
            </a:r>
          </a:p>
          <a:p>
            <a:r>
              <a:t>          "prior_raw_mean": 16.72714714285714,</a:t>
            </a:r>
          </a:p>
          <a:p>
            <a:r>
              <a:t>          "prior_value": 16.72714714285714,</a:t>
            </a:r>
          </a:p>
          <a:p>
            <a:r>
              <a:t>          "yoy_fraction": -0.13362926800855712,</a:t>
            </a:r>
          </a:p>
          <a:p>
            <a:r>
              <a:t>          "yoy_pct": -13.362926800855712,</a:t>
            </a:r>
          </a:p>
          <a:p>
            <a:r>
              <a:t>          "value_label": "14.5",</a:t>
            </a:r>
          </a:p>
          <a:p>
            <a:r>
              <a:t>          "yoy_label": "(-13.4%)",</a:t>
            </a:r>
          </a:p>
          <a:p>
            <a:r>
              <a:t>          "label": "14.5\n(-13.4%)"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"NV_BG_CHICKEN",</a:t>
            </a:r>
          </a:p>
          <a:p>
            <a:r>
              <a:t>          "month": "2026-03",</a:t>
            </a:r>
          </a:p>
          <a:p>
            <a:r>
              <a:t>          "start": "2026-03-01",</a:t>
            </a:r>
          </a:p>
          <a:p>
            <a:r>
              <a:t>          "end": "2026-03-31",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472.05527,</a:t>
            </a:r>
          </a:p>
          <a:p>
            <a:r>
              <a:t>          "raw_mean": 15.22758935483871,</a:t>
            </a:r>
          </a:p>
          <a:p>
            <a:r>
              <a:t>          "value": 15.22758935483871,</a:t>
            </a:r>
          </a:p>
          <a:p>
            <a:r>
              <a:t>          "prior_start": "2025-03-01",</a:t>
            </a:r>
          </a:p>
          <a:p>
            <a:r>
              <a:t>          "prior_end": "2025-03-31",</a:t>
            </a:r>
          </a:p>
          <a:p>
            <a:r>
              <a:t>          "prior_days": 31,</a:t>
            </a:r>
          </a:p>
          <a:p>
            <a:r>
              <a:t>          "prior_raw_mean": 15.868280967741937,</a:t>
            </a:r>
          </a:p>
          <a:p>
            <a:r>
              <a:t>          "prior_value": 15.868280967741937,</a:t>
            </a:r>
          </a:p>
          <a:p>
            <a:r>
              <a:t>          "yoy_fraction": -0.04037561561996961,</a:t>
            </a:r>
          </a:p>
          <a:p>
            <a:r>
              <a:t>          "yoy_pct": -4.037561561996961,</a:t>
            </a:r>
          </a:p>
          <a:p>
            <a:r>
              <a:t>          "value_label": "15.2",</a:t>
            </a:r>
          </a:p>
          <a:p>
            <a:r>
              <a:t>          "yoy_label": "(-4.0%)",</a:t>
            </a:r>
          </a:p>
          <a:p>
            <a:r>
              <a:t>          "label": "15.2\n(-4.0%)"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"NV_BG_CHICKEN",</a:t>
            </a:r>
          </a:p>
          <a:p>
            <a:r>
              <a:t>          "month": "2026-04",</a:t>
            </a:r>
          </a:p>
          <a:p>
            <a:r>
              <a:t>          "start": "2026-04-01",</a:t>
            </a:r>
          </a:p>
          <a:p>
            <a:r>
              <a:t>          "end": "2026-04-30",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559.58414,</a:t>
            </a:r>
          </a:p>
          <a:p>
            <a:r>
              <a:t>          "raw_mean": 18.65280466666667,</a:t>
            </a:r>
          </a:p>
          <a:p>
            <a:r>
              <a:t>          "value": 18.65280466666667,</a:t>
            </a:r>
          </a:p>
          <a:p>
            <a:r>
              <a:t>          "prior_start": "2025-04-01",</a:t>
            </a:r>
          </a:p>
          <a:p>
            <a:r>
              <a:t>          "prior_end": "2025-04-30",</a:t>
            </a:r>
          </a:p>
          <a:p>
            <a:r>
              <a:t>          "prior_days": 30,</a:t>
            </a:r>
          </a:p>
          <a:p>
            <a:r>
              <a:t>          "prior_raw_mean": 14.495759999999999,</a:t>
            </a:r>
          </a:p>
          <a:p>
            <a:r>
              <a:t>          "prior_value": 14.495759999999999,</a:t>
            </a:r>
          </a:p>
          <a:p>
            <a:r>
              <a:t>          "yoy_fraction": 0.2867765930635351,</a:t>
            </a:r>
          </a:p>
          <a:p>
            <a:r>
              <a:t>          "yoy_pct": 28.677659306353508,</a:t>
            </a:r>
          </a:p>
          <a:p>
            <a:r>
              <a:t>          "value_label": "18.7",</a:t>
            </a:r>
          </a:p>
          <a:p>
            <a:r>
              <a:t>          "yoy_label": "(+28.7%)",</a:t>
            </a:r>
          </a:p>
          <a:p>
            <a:r>
              <a:t>          "label": "18.7\n(+28.7%)"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"NV_BG_CHICKEN",</a:t>
            </a:r>
          </a:p>
          <a:p>
            <a:r>
              <a:t>          "month": "2026-05",</a:t>
            </a:r>
          </a:p>
          <a:p>
            <a:r>
              <a:t>          "start": "2026-05-01",</a:t>
            </a:r>
          </a:p>
          <a:p>
            <a:r>
              <a:t>          "end": "2026-05-31",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1046.18922,</a:t>
            </a:r>
          </a:p>
          <a:p>
            <a:r>
              <a:t>          "raw_mean": 33.74803935483871,</a:t>
            </a:r>
          </a:p>
          <a:p>
            <a:r>
              <a:t>          "value": 33.74803935483871,</a:t>
            </a:r>
          </a:p>
          <a:p>
            <a:r>
              <a:t>          "prior_start": "2025-05-01",</a:t>
            </a:r>
          </a:p>
          <a:p>
            <a:r>
              <a:t>          "prior_end": "2025-05-31",</a:t>
            </a:r>
          </a:p>
          <a:p>
            <a:r>
              <a:t>          "prior_days": 31,</a:t>
            </a:r>
          </a:p>
          <a:p>
            <a:r>
              <a:t>          "prior_raw_mean": 14.832745161290324,</a:t>
            </a:r>
          </a:p>
          <a:p>
            <a:r>
              <a:t>          "prior_value": 14.832745161290324,</a:t>
            </a:r>
          </a:p>
          <a:p>
            <a:r>
              <a:t>          "yoy_fraction": 1.2752389384341658,</a:t>
            </a:r>
          </a:p>
          <a:p>
            <a:r>
              <a:t>          "yoy_pct": 127.52389384341657,</a:t>
            </a:r>
          </a:p>
          <a:p>
            <a:r>
              <a:t>          "value_label": "33.7",</a:t>
            </a:r>
          </a:p>
          <a:p>
            <a:r>
              <a:t>          "yoy_label": "(+127.5%)",</a:t>
            </a:r>
          </a:p>
          <a:p>
            <a:r>
              <a:t>          "label": "33.7\n(+127.5%)"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"NV_BG_CHICKEN",</a:t>
            </a:r>
          </a:p>
          <a:p>
            <a:r>
              <a:t>          "month": "2026-06",</a:t>
            </a:r>
          </a:p>
          <a:p>
            <a:r>
              <a:t>          "start": "2026-06-01",</a:t>
            </a:r>
          </a:p>
          <a:p>
            <a:r>
              <a:t>          "end": "2026-06-30",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565.12687,</a:t>
            </a:r>
          </a:p>
          <a:p>
            <a:r>
              <a:t>          "raw_mean": 18.837562333333334,</a:t>
            </a:r>
          </a:p>
          <a:p>
            <a:r>
              <a:t>          "value": 18.837562333333334,</a:t>
            </a:r>
          </a:p>
          <a:p>
            <a:r>
              <a:t>          "prior_start": "2025-06-01",</a:t>
            </a:r>
          </a:p>
          <a:p>
            <a:r>
              <a:t>          "prior_end": "2025-06-30",</a:t>
            </a:r>
          </a:p>
          <a:p>
            <a:r>
              <a:t>          "prior_days": 30,</a:t>
            </a:r>
          </a:p>
          <a:p>
            <a:r>
              <a:t>          "prior_raw_mean": 15.011541666666666,</a:t>
            </a:r>
          </a:p>
          <a:p>
            <a:r>
              <a:t>          "prior_value": 15.011541666666666,</a:t>
            </a:r>
          </a:p>
          <a:p>
            <a:r>
              <a:t>          "yoy_fraction": 0.254871934650283,</a:t>
            </a:r>
          </a:p>
          <a:p>
            <a:r>
              <a:t>          "yoy_pct": 25.4871934650283,</a:t>
            </a:r>
          </a:p>
          <a:p>
            <a:r>
              <a:t>          "value_label": "18.8",</a:t>
            </a:r>
          </a:p>
          <a:p>
            <a:r>
              <a:t>          "yoy_label": "(+25.5%)",</a:t>
            </a:r>
          </a:p>
          <a:p>
            <a:r>
              <a:t>          "label": "18.8\n(+25.5%)"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"NV_BG_CHICKEN",</a:t>
            </a:r>
          </a:p>
          <a:p>
            <a:r>
              <a:t>          "month": "2026-07",</a:t>
            </a:r>
          </a:p>
          <a:p>
            <a:r>
              <a:t>          "start": "2026-07-01",</a:t>
            </a:r>
          </a:p>
          <a:p>
            <a:r>
              <a:t>          "end": "2026-07-31",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490.06911,</a:t>
            </a:r>
          </a:p>
          <a:p>
            <a:r>
              <a:t>          "raw_mean": 15.808680967741937,</a:t>
            </a:r>
          </a:p>
          <a:p>
            <a:r>
              <a:t>          "value": 15.808680967741937,</a:t>
            </a:r>
          </a:p>
          <a:p>
            <a:r>
              <a:t>          "prior_start": "2025-07-01",</a:t>
            </a:r>
          </a:p>
          <a:p>
            <a:r>
              <a:t>          "prior_end": "2025-07-31",</a:t>
            </a:r>
          </a:p>
          <a:p>
            <a:r>
              <a:t>          "prior_days": 31,</a:t>
            </a:r>
          </a:p>
          <a:p>
            <a:r>
              <a:t>          "prior_raw_mean": 15.36913741935484,</a:t>
            </a:r>
          </a:p>
          <a:p>
            <a:r>
              <a:t>          "prior_value": 15.36913741935484,</a:t>
            </a:r>
          </a:p>
          <a:p>
            <a:r>
              <a:t>          "yoy_fraction": 0.028599103280420035,</a:t>
            </a:r>
          </a:p>
          <a:p>
            <a:r>
              <a:t>          "yoy_pct": 2.8599103280420035,</a:t>
            </a:r>
          </a:p>
          <a:p>
            <a:r>
              <a:t>          "value_label": "15.8",</a:t>
            </a:r>
          </a:p>
          <a:p>
            <a:r>
              <a:t>          "yoy_label": "(+2.9%)",</a:t>
            </a:r>
          </a:p>
          <a:p>
            <a:r>
              <a:t>          "label": "15.8\n(+2.9%)"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"NV_BG_CHICKEN",</a:t>
            </a:r>
          </a:p>
          <a:p>
            <a:r>
              <a:t>          "month": "2026-08",</a:t>
            </a:r>
          </a:p>
          <a:p>
            <a:r>
              <a:t>          "start": "2026-08-01",</a:t>
            </a:r>
          </a:p>
          <a:p>
            <a:r>
              <a:t>          "end": "2026-08-31",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464.20306,</a:t>
            </a:r>
          </a:p>
          <a:p>
            <a:r>
              <a:t>          "raw_mean": 14.974292258064516,</a:t>
            </a:r>
          </a:p>
          <a:p>
            <a:r>
              <a:t>          "value": 14.974292258064516,</a:t>
            </a:r>
          </a:p>
          <a:p>
            <a:r>
              <a:t>          "prior_start": "2025-08-01",</a:t>
            </a:r>
          </a:p>
          <a:p>
            <a:r>
              <a:t>          "prior_end": "2025-08-31",</a:t>
            </a:r>
          </a:p>
          <a:p>
            <a:r>
              <a:t>          "prior_days": 31,</a:t>
            </a:r>
          </a:p>
          <a:p>
            <a:r>
              <a:t>          "prior_raw_mean": 14.177153225806453,</a:t>
            </a:r>
          </a:p>
          <a:p>
            <a:r>
              <a:t>          "prior_value": 14.177153225806453,</a:t>
            </a:r>
          </a:p>
          <a:p>
            <a:r>
              <a:t>          "yoy_fraction": 0.05622701677562758,</a:t>
            </a:r>
          </a:p>
          <a:p>
            <a:r>
              <a:t>          "yoy_pct": 5.622701677562758,</a:t>
            </a:r>
          </a:p>
          <a:p>
            <a:r>
              <a:t>          "value_label": "15.0",</a:t>
            </a:r>
          </a:p>
          <a:p>
            <a:r>
              <a:t>          "yoy_label": "(+5.6%)",</a:t>
            </a:r>
          </a:p>
          <a:p>
            <a:r>
              <a:t>          "label": "15.0\n(+5.6%)"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"NV_BG_CHICKEN",</a:t>
            </a:r>
          </a:p>
          <a:p>
            <a:r>
              <a:t>          "month": "2026-09",</a:t>
            </a:r>
          </a:p>
          <a:p>
            <a:r>
              <a:t>          "start": "2026-09-01",</a:t>
            </a:r>
          </a:p>
          <a:p>
            <a:r>
              <a:t>          "end": "2026-09-30",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380.36937,</a:t>
            </a:r>
          </a:p>
          <a:p>
            <a:r>
              <a:t>          "raw_mean": 12.678979,</a:t>
            </a:r>
          </a:p>
          <a:p>
            <a:r>
              <a:t>          "value": 12.678979,</a:t>
            </a:r>
          </a:p>
          <a:p>
            <a:r>
              <a:t>          "prior_start": "2025-09-01",</a:t>
            </a:r>
          </a:p>
          <a:p>
            <a:r>
              <a:t>          "prior_end": "2025-09-30",</a:t>
            </a:r>
          </a:p>
          <a:p>
            <a:r>
              <a:t>          "prior_days": 30,</a:t>
            </a:r>
          </a:p>
          <a:p>
            <a:r>
              <a:t>          "prior_raw_mean": 13.702842666666667,</a:t>
            </a:r>
          </a:p>
          <a:p>
            <a:r>
              <a:t>          "prior_value": 13.702842666666667,</a:t>
            </a:r>
          </a:p>
          <a:p>
            <a:r>
              <a:t>          "yoy_fraction": -0.07471907045662163,</a:t>
            </a:r>
          </a:p>
          <a:p>
            <a:r>
              <a:t>          "yoy_pct": -7.471907045662163,</a:t>
            </a:r>
          </a:p>
          <a:p>
            <a:r>
              <a:t>          "value_label": "12.7",</a:t>
            </a:r>
          </a:p>
          <a:p>
            <a:r>
              <a:t>          "yoy_label": "(-7.5%)",</a:t>
            </a:r>
          </a:p>
          <a:p>
            <a:r>
              <a:t>          "label": "12.7\n(-7.5%)"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"NV_BG_CHICKEN",</a:t>
            </a:r>
          </a:p>
          <a:p>
            <a:r>
              <a:t>          "month": "2026-10",</a:t>
            </a:r>
          </a:p>
          <a:p>
            <a:r>
              <a:t>          "start": "2026-10-01",</a:t>
            </a:r>
          </a:p>
          <a:p>
            <a:r>
              <a:t>          "end": "2026-10-19",</a:t>
            </a:r>
          </a:p>
          <a:p>
            <a:r>
              <a:t>          "days": 19,</a:t>
            </a:r>
          </a:p>
          <a:p>
            <a:r>
              <a:t>          "partial": true,</a:t>
            </a:r>
          </a:p>
          <a:p>
            <a:r>
              <a:t>          "raw_sum": 292.14772,</a:t>
            </a:r>
          </a:p>
          <a:p>
            <a:r>
              <a:t>          "raw_mean": 15.376195789473684,</a:t>
            </a:r>
          </a:p>
          <a:p>
            <a:r>
              <a:t>          "value": 15.376195789473684,</a:t>
            </a:r>
          </a:p>
          <a:p>
            <a:r>
              <a:t>          "prior_start": "2025-10-01",</a:t>
            </a:r>
          </a:p>
          <a:p>
            <a:r>
              <a:t>          "prior_end": "2025-10-19",</a:t>
            </a:r>
          </a:p>
          <a:p>
            <a:r>
              <a:t>          "prior_days": 19,</a:t>
            </a:r>
          </a:p>
          <a:p>
            <a:r>
              <a:t>          "prior_raw_mean": 13.078882105263158,</a:t>
            </a:r>
          </a:p>
          <a:p>
            <a:r>
              <a:t>          "prior_value": 13.078882105263158,</a:t>
            </a:r>
          </a:p>
          <a:p>
            <a:r>
              <a:t>          "yoy_fraction": 0.17565061491654932,</a:t>
            </a:r>
          </a:p>
          <a:p>
            <a:r>
              <a:t>          "yoy_pct": 17.56506149165493,</a:t>
            </a:r>
          </a:p>
          <a:p>
            <a:r>
              <a:t>          "value_label": "15.4",</a:t>
            </a:r>
          </a:p>
          <a:p>
            <a:r>
              <a:t>          "yoy_label": "(+17.6%)",</a:t>
            </a:r>
          </a:p>
          <a:p>
            <a:r>
              <a:t>          "label": "15.4\n(+17.6%)"</a:t>
            </a:r>
          </a:p>
          <a:p>
            <a:r>
              <a:t>        }</a:t>
            </a:r>
          </a:p>
          <a:p>
            <a:r>
              <a:t>      ]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"NV_BG_BEEF",</a:t>
            </a:r>
          </a:p>
          <a:p>
            <a:r>
              <a:t>      "label": "비프버거",</a:t>
            </a:r>
          </a:p>
          <a:p>
            <a:r>
              <a:t>      "points": [</a:t>
            </a:r>
          </a:p>
          <a:p>
            <a:r>
              <a:t>        {</a:t>
            </a:r>
          </a:p>
          <a:p>
            <a:r>
              <a:t>          "group_id": "NV_BG_BEEF",</a:t>
            </a:r>
          </a:p>
          <a:p>
            <a:r>
              <a:t>          "month": "2025-01",</a:t>
            </a:r>
          </a:p>
          <a:p>
            <a:r>
              <a:t>          "start": "2025-01-01",</a:t>
            </a:r>
          </a:p>
          <a:p>
            <a:r>
              <a:t>          "end": "2025-01-31",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66.51261,</a:t>
            </a:r>
          </a:p>
          <a:p>
            <a:r>
              <a:t>          "raw_mean": 2.145568064516129,</a:t>
            </a:r>
          </a:p>
          <a:p>
            <a:r>
              <a:t>          "value": 16.89148354965867,</a:t>
            </a:r>
          </a:p>
          <a:p>
            <a:r>
              <a:t>          "prior_start": "2024-01-01",</a:t>
            </a:r>
          </a:p>
          <a:p>
            <a:r>
              <a:t>          "prior_end": "2024-01-31",</a:t>
            </a:r>
          </a:p>
          <a:p>
            <a:r>
              <a:t>          "prior_days": 31,</a:t>
            </a:r>
          </a:p>
          <a:p>
            <a:r>
              <a:t>          "prior_raw_mean": 1.9891196774193547,</a:t>
            </a:r>
          </a:p>
          <a:p>
            <a:r>
              <a:t>          "prior_value": 15.659807239444868,</a:t>
            </a:r>
          </a:p>
          <a:p>
            <a:r>
              <a:t>          "yoy_fraction": 0.07865207351412229,</a:t>
            </a:r>
          </a:p>
          <a:p>
            <a:r>
              <a:t>          "yoy_pct": 7.865207351412229,</a:t>
            </a:r>
          </a:p>
          <a:p>
            <a:r>
              <a:t>          "value_label": "16.9",</a:t>
            </a:r>
          </a:p>
          <a:p>
            <a:r>
              <a:t>          "yoy_label": "(+7.9%)",</a:t>
            </a:r>
          </a:p>
          <a:p>
            <a:r>
              <a:t>          "label": "16.9\n(+7.9%)"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"NV_BG_BEEF",</a:t>
            </a:r>
          </a:p>
          <a:p>
            <a:r>
              <a:t>          "month": "2025-02",</a:t>
            </a:r>
          </a:p>
          <a:p>
            <a:r>
              <a:t>          "start": "2025-02-01",</a:t>
            </a:r>
          </a:p>
          <a:p>
            <a:r>
              <a:t>          "end": "2025-02-28",</a:t>
            </a:r>
          </a:p>
          <a:p>
            <a:r>
              <a:t>          "days": 28,</a:t>
            </a:r>
          </a:p>
          <a:p>
            <a:r>
              <a:t>          "partial": false,</a:t>
            </a:r>
          </a:p>
          <a:p>
            <a:r>
              <a:t>          "raw_sum": 109.46868,</a:t>
            </a:r>
          </a:p>
          <a:p>
            <a:r>
              <a:t>          "raw_mean": 3.9095957142857145,</a:t>
            </a:r>
          </a:p>
          <a:p>
            <a:r>
              <a:t>          "value": 30.77920145524087,</a:t>
            </a:r>
          </a:p>
          <a:p>
            <a:r>
              <a:t>          "prior_start": "2024-02-01",</a:t>
            </a:r>
          </a:p>
          <a:p>
            <a:r>
              <a:t>          "prior_end": "2024-02-29",</a:t>
            </a:r>
          </a:p>
          <a:p>
            <a:r>
              <a:t>          "prior_days": 29,</a:t>
            </a:r>
          </a:p>
          <a:p>
            <a:r>
              <a:t>          "prior_raw_mean": 4.252603103448276,</a:t>
            </a:r>
          </a:p>
          <a:p>
            <a:r>
              <a:t>          "prior_value": 33.479606894374506,</a:t>
            </a:r>
          </a:p>
          <a:p>
            <a:r>
              <a:t>          "yoy_fraction": -0.08065821822977792,</a:t>
            </a:r>
          </a:p>
          <a:p>
            <a:r>
              <a:t>          "yoy_pct": -8.065821822977792,</a:t>
            </a:r>
          </a:p>
          <a:p>
            <a:r>
              <a:t>          "value_label": "30.8",</a:t>
            </a:r>
          </a:p>
          <a:p>
            <a:r>
              <a:t>          "yoy_label": "(-8.1%)",</a:t>
            </a:r>
          </a:p>
          <a:p>
            <a:r>
              <a:t>          "label": "30.8\n(-8.1%)"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"NV_BG_BEEF",</a:t>
            </a:r>
          </a:p>
          <a:p>
            <a:r>
              <a:t>          "month": "2025-03",</a:t>
            </a:r>
          </a:p>
          <a:p>
            <a:r>
              <a:t>          "start": "2025-03-01",</a:t>
            </a:r>
          </a:p>
          <a:p>
            <a:r>
              <a:t>          "end": "2025-03-31",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64.20307,</a:t>
            </a:r>
          </a:p>
          <a:p>
            <a:r>
              <a:t>          "raw_mean": 2.0710667741935485,</a:t>
            </a:r>
          </a:p>
          <a:p>
            <a:r>
              <a:t>          "value": 16.304954815975258,</a:t>
            </a:r>
          </a:p>
          <a:p>
            <a:r>
              <a:t>          "prior_start": "2024-03-01",</a:t>
            </a:r>
          </a:p>
          <a:p>
            <a:r>
              <a:t>          "prior_end": "2024-03-31",</a:t>
            </a:r>
          </a:p>
          <a:p>
            <a:r>
              <a:t>          "prior_days": 31,</a:t>
            </a:r>
          </a:p>
          <a:p>
            <a:r>
              <a:t>          "prior_raw_mean": 1.5868235483870967,</a:t>
            </a:r>
          </a:p>
          <a:p>
            <a:r>
              <a:t>          "prior_value": 12.492637407816968,</a:t>
            </a:r>
          </a:p>
          <a:p>
            <a:r>
              <a:t>          "yoy_fraction": 0.30516513716893945,</a:t>
            </a:r>
          </a:p>
          <a:p>
            <a:r>
              <a:t>          "yoy_pct": 30.516513716893947,</a:t>
            </a:r>
          </a:p>
          <a:p>
            <a:r>
              <a:t>          "value_label": "16.3",</a:t>
            </a:r>
          </a:p>
          <a:p>
            <a:r>
              <a:t>          "yoy_label": "(+30.5%)",</a:t>
            </a:r>
          </a:p>
          <a:p>
            <a:r>
              <a:t>          "label": "16.3\n(+30.5%)"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"NV_BG_BEEF",</a:t>
            </a:r>
          </a:p>
          <a:p>
            <a:r>
              <a:t>          "month": "2025-04",</a:t>
            </a:r>
          </a:p>
          <a:p>
            <a:r>
              <a:t>          "start": "2025-04-01",</a:t>
            </a:r>
          </a:p>
          <a:p>
            <a:r>
              <a:t>          "end": "2025-04-30",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45.95834,</a:t>
            </a:r>
          </a:p>
          <a:p>
            <a:r>
              <a:t>          "raw_mean": 1.5319446666666667,</a:t>
            </a:r>
          </a:p>
          <a:p>
            <a:r>
              <a:t>          "value": 12.060590649135666,</a:t>
            </a:r>
          </a:p>
          <a:p>
            <a:r>
              <a:t>          "prior_start": "2024-04-01",</a:t>
            </a:r>
          </a:p>
          <a:p>
            <a:r>
              <a:t>          "prior_end": "2024-04-30",</a:t>
            </a:r>
          </a:p>
          <a:p>
            <a:r>
              <a:t>          "prior_days": 30,</a:t>
            </a:r>
          </a:p>
          <a:p>
            <a:r>
              <a:t>          "prior_raw_mean": 2.1401030000000003,</a:t>
            </a:r>
          </a:p>
          <a:p>
            <a:r>
              <a:t>          "prior_value": 16.84845855832947,</a:t>
            </a:r>
          </a:p>
          <a:p>
            <a:r>
              <a:t>          "yoy_fraction": -0.28417245961214643,</a:t>
            </a:r>
          </a:p>
          <a:p>
            <a:r>
              <a:t>          "yoy_pct": -28.417245961214643,</a:t>
            </a:r>
          </a:p>
          <a:p>
            <a:r>
              <a:t>          "value_label": "12.1",</a:t>
            </a:r>
          </a:p>
          <a:p>
            <a:r>
              <a:t>          "yoy_label": "(-28.4%)",</a:t>
            </a:r>
          </a:p>
          <a:p>
            <a:r>
              <a:t>          "label": "12.1\n(-28.4%)"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"NV_BG_BEEF",</a:t>
            </a:r>
          </a:p>
          <a:p>
            <a:r>
              <a:t>          "month": "2025-05",</a:t>
            </a:r>
          </a:p>
          <a:p>
            <a:r>
              <a:t>          "start": "2025-05-01",</a:t>
            </a:r>
          </a:p>
          <a:p>
            <a:r>
              <a:t>          "end": "2025-05-31",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33.02532,</a:t>
            </a:r>
          </a:p>
          <a:p>
            <a:r>
              <a:t>          "raw_mean": 1.0653329032258065,</a:t>
            </a:r>
          </a:p>
          <a:p>
            <a:r>
              <a:t>          "value": 8.387081028728439,</a:t>
            </a:r>
          </a:p>
          <a:p>
            <a:r>
              <a:t>          "prior_start": "2024-05-01",</a:t>
            </a:r>
          </a:p>
          <a:p>
            <a:r>
              <a:t>          "prior_end": "2024-05-31",</a:t>
            </a:r>
          </a:p>
          <a:p>
            <a:r>
              <a:t>          "prior_days": 31,</a:t>
            </a:r>
          </a:p>
          <a:p>
            <a:r>
              <a:t>          "prior_raw_mean": 2.540411290322581,</a:t>
            </a:r>
          </a:p>
          <a:p>
            <a:r>
              <a:t>          "prior_value": 19.999978667434366,</a:t>
            </a:r>
          </a:p>
          <a:p>
            <a:r>
              <a:t>          "yoy_fraction": -0.5806455012682097,</a:t>
            </a:r>
          </a:p>
          <a:p>
            <a:r>
              <a:t>          "yoy_pct": -58.06455012682097,</a:t>
            </a:r>
          </a:p>
          <a:p>
            <a:r>
              <a:t>          "value_label": "8.4",</a:t>
            </a:r>
          </a:p>
          <a:p>
            <a:r>
              <a:t>          "yoy_label": "(-58.1%)",</a:t>
            </a:r>
          </a:p>
          <a:p>
            <a:r>
              <a:t>          "label": "8.4\n(-58.1%)"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"NV_BG_BEEF",</a:t>
            </a:r>
          </a:p>
          <a:p>
            <a:r>
              <a:t>          "month": "2025-06",</a:t>
            </a:r>
          </a:p>
          <a:p>
            <a:r>
              <a:t>          "start": "2025-06-01",</a:t>
            </a:r>
          </a:p>
          <a:p>
            <a:r>
              <a:t>          "end": "2025-06-30",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28.868290000000002,</a:t>
            </a:r>
          </a:p>
          <a:p>
            <a:r>
              <a:t>          "raw_mean": 0.9622763333333334,</a:t>
            </a:r>
          </a:p>
          <a:p>
            <a:r>
              <a:t>          "value": 7.575744215968998,</a:t>
            </a:r>
          </a:p>
          <a:p>
            <a:r>
              <a:t>          "prior_start": "2024-06-01",</a:t>
            </a:r>
          </a:p>
          <a:p>
            <a:r>
              <a:t>          "prior_end": "2024-06-30",</a:t>
            </a:r>
          </a:p>
          <a:p>
            <a:r>
              <a:t>          "prior_days": 30,</a:t>
            </a:r>
          </a:p>
          <a:p>
            <a:r>
              <a:t>          "prior_raw_mean": 3.6027666666666667,</a:t>
            </a:r>
          </a:p>
          <a:p>
            <a:r>
              <a:t>          "prior_value": 28.363618423348843,</a:t>
            </a:r>
          </a:p>
          <a:p>
            <a:r>
              <a:t>          "yoy_fraction": -0.7329062849846877,</a:t>
            </a:r>
          </a:p>
          <a:p>
            <a:r>
              <a:t>          "yoy_pct": -73.29062849846876,</a:t>
            </a:r>
          </a:p>
          <a:p>
            <a:r>
              <a:t>          "value_label": "7.6",</a:t>
            </a:r>
          </a:p>
          <a:p>
            <a:r>
              <a:t>          "yoy_label": "(-73.3%)",</a:t>
            </a:r>
          </a:p>
          <a:p>
            <a:r>
              <a:t>          "label": "7.6\n(-73.3%)"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"NV_BG_BEEF",</a:t>
            </a:r>
          </a:p>
          <a:p>
            <a:r>
              <a:t>          "month": "2025-07",</a:t>
            </a:r>
          </a:p>
          <a:p>
            <a:r>
              <a:t>          "start": "2025-07-01",</a:t>
            </a:r>
          </a:p>
          <a:p>
            <a:r>
              <a:t>          "end": "2025-07-31",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29.099230000000002,</a:t>
            </a:r>
          </a:p>
          <a:p>
            <a:r>
              <a:t>          "raw_mean": 0.9386848387096774,</a:t>
            </a:r>
          </a:p>
          <a:p>
            <a:r>
              <a:t>          "value": 7.390014688233315,</a:t>
            </a:r>
          </a:p>
          <a:p>
            <a:r>
              <a:t>          "prior_start": "2024-07-01",</a:t>
            </a:r>
          </a:p>
          <a:p>
            <a:r>
              <a:t>          "prior_end": "2024-07-31",</a:t>
            </a:r>
          </a:p>
          <a:p>
            <a:r>
              <a:t>          "prior_days": 31,</a:t>
            </a:r>
          </a:p>
          <a:p>
            <a:r>
              <a:t>          "prior_raw_mean": 4.387986129032258,</a:t>
            </a:r>
          </a:p>
          <a:p>
            <a:r>
              <a:t>          "prior_value": 34.545441247231814,</a:t>
            </a:r>
          </a:p>
          <a:p>
            <a:r>
              <a:t>          "yoy_fraction": -0.7860784398339249,</a:t>
            </a:r>
          </a:p>
          <a:p>
            <a:r>
              <a:t>          "yoy_pct": -78.60784398339248,</a:t>
            </a:r>
          </a:p>
          <a:p>
            <a:r>
              <a:t>          "value_label": "7.4",</a:t>
            </a:r>
          </a:p>
          <a:p>
            <a:r>
              <a:t>          "yoy_label": "(-78.6%)",</a:t>
            </a:r>
          </a:p>
          <a:p>
            <a:r>
              <a:t>          "label": "7.4\n(-78.6%)"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"NV_BG_BEEF",</a:t>
            </a:r>
          </a:p>
          <a:p>
            <a:r>
              <a:t>          "month": "2025-08",</a:t>
            </a:r>
          </a:p>
          <a:p>
            <a:r>
              <a:t>          "start": "2025-08-01",</a:t>
            </a:r>
          </a:p>
          <a:p>
            <a:r>
              <a:t>          "end": "2025-08-31",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31.40869,</a:t>
            </a:r>
          </a:p>
          <a:p>
            <a:r>
              <a:t>          "raw_mean": 1.0131835483870968,</a:t>
            </a:r>
          </a:p>
          <a:p>
            <a:r>
              <a:t>          "value": 7.976523105187554,</a:t>
            </a:r>
          </a:p>
          <a:p>
            <a:r>
              <a:t>          "prior_start": "2024-08-01",</a:t>
            </a:r>
          </a:p>
          <a:p>
            <a:r>
              <a:t>          "prior_end": "2024-08-31",</a:t>
            </a:r>
          </a:p>
          <a:p>
            <a:r>
              <a:t>          "prior_days": 31,</a:t>
            </a:r>
          </a:p>
          <a:p>
            <a:r>
              <a:t>          "prior_raw_mean": 2.763908064516129,</a:t>
            </a:r>
          </a:p>
          <a:p>
            <a:r>
              <a:t>          "prior_value": 21.75950899747938,</a:t>
            </a:r>
          </a:p>
          <a:p>
            <a:r>
              <a:t>          "yoy_fraction": -0.6334235709954874,</a:t>
            </a:r>
          </a:p>
          <a:p>
            <a:r>
              <a:t>          "yoy_pct": -63.34235709954874,</a:t>
            </a:r>
          </a:p>
          <a:p>
            <a:r>
              <a:t>          "value_label": "8.0",</a:t>
            </a:r>
          </a:p>
          <a:p>
            <a:r>
              <a:t>          "yoy_label": "(-63.3%)",</a:t>
            </a:r>
          </a:p>
          <a:p>
            <a:r>
              <a:t>          "label": "8.0\n(-63.3%)"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"NV_BG_BEEF",</a:t>
            </a:r>
          </a:p>
          <a:p>
            <a:r>
              <a:t>          "month": "2025-09",</a:t>
            </a:r>
          </a:p>
          <a:p>
            <a:r>
              <a:t>          "start": "2025-09-01",</a:t>
            </a:r>
          </a:p>
          <a:p>
            <a:r>
              <a:t>          "end": "2025-09-30",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28.175440000000002,</a:t>
            </a:r>
          </a:p>
          <a:p>
            <a:r>
              <a:t>          "raw_mean": 0.9391813333333334,</a:t>
            </a:r>
          </a:p>
          <a:p>
            <a:r>
              <a:t>          "value": 7.393923457620161,</a:t>
            </a:r>
          </a:p>
          <a:p>
            <a:r>
              <a:t>          "prior_start": "2024-09-01",</a:t>
            </a:r>
          </a:p>
          <a:p>
            <a:r>
              <a:t>          "prior_end": "2024-09-30",</a:t>
            </a:r>
          </a:p>
          <a:p>
            <a:r>
              <a:t>          "prior_days": 30,</a:t>
            </a:r>
          </a:p>
          <a:p>
            <a:r>
              <a:t>          "prior_raw_mean": 2.3633523333333333,</a:t>
            </a:r>
          </a:p>
          <a:p>
            <a:r>
              <a:t>          "prior_value": 18.60604085265892,</a:t>
            </a:r>
          </a:p>
          <a:p>
            <a:r>
              <a:t>          "yoy_fraction": -0.6026062978055042,</a:t>
            </a:r>
          </a:p>
          <a:p>
            <a:r>
              <a:t>          "yoy_pct": -60.260629780550424,</a:t>
            </a:r>
          </a:p>
          <a:p>
            <a:r>
              <a:t>          "value_label": "7.4",</a:t>
            </a:r>
          </a:p>
          <a:p>
            <a:r>
              <a:t>          "yoy_label": "(-60.3%)",</a:t>
            </a:r>
          </a:p>
          <a:p>
            <a:r>
              <a:t>          "label": "7.4\n(-60.3%)"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"NV_BG_BEEF",</a:t>
            </a:r>
          </a:p>
          <a:p>
            <a:r>
              <a:t>          "month": "2025-10",</a:t>
            </a:r>
          </a:p>
          <a:p>
            <a:r>
              <a:t>          "start": "2025-10-01",</a:t>
            </a:r>
          </a:p>
          <a:p>
            <a:r>
              <a:t>          "end": "2025-10-31",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56.58187,</a:t>
            </a:r>
          </a:p>
          <a:p>
            <a:r>
              <a:t>          "raw_mean": 1.825221612903226,</a:t>
            </a:r>
          </a:p>
          <a:p>
            <a:r>
              <a:t>          "value": 14.36948161129033,</a:t>
            </a:r>
          </a:p>
          <a:p>
            <a:r>
              <a:t>          "prior_start": "2024-10-01",</a:t>
            </a:r>
          </a:p>
          <a:p>
            <a:r>
              <a:t>          "prior_end": "2024-10-31",</a:t>
            </a:r>
          </a:p>
          <a:p>
            <a:r>
              <a:t>          "prior_days": 31,</a:t>
            </a:r>
          </a:p>
          <a:p>
            <a:r>
              <a:t>          "prior_raw_mean": 2.1977158064516127,</a:t>
            </a:r>
          </a:p>
          <a:p>
            <a:r>
              <a:t>          "prior_value": 17.30202877524382,</a:t>
            </a:r>
          </a:p>
          <a:p>
            <a:r>
              <a:t>          "yoy_fraction": -0.16949152044813676,</a:t>
            </a:r>
          </a:p>
          <a:p>
            <a:r>
              <a:t>          "yoy_pct": -16.949152044813676,</a:t>
            </a:r>
          </a:p>
          <a:p>
            <a:r>
              <a:t>          "value_label": "14.4",</a:t>
            </a:r>
          </a:p>
          <a:p>
            <a:r>
              <a:t>          "yoy_label": "(-16.9%)",</a:t>
            </a:r>
          </a:p>
          <a:p>
            <a:r>
              <a:t>          "label": "14.4\n(-16.9%)"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"NV_BG_BEEF",</a:t>
            </a:r>
          </a:p>
          <a:p>
            <a:r>
              <a:t>          "month": "2025-11",</a:t>
            </a:r>
          </a:p>
          <a:p>
            <a:r>
              <a:t>          "start": "2025-11-01",</a:t>
            </a:r>
          </a:p>
          <a:p>
            <a:r>
              <a:t>          "end": "2025-11-30",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20.55422,</a:t>
            </a:r>
          </a:p>
          <a:p>
            <a:r>
              <a:t>          "raw_mean": 0.6851406666666667,</a:t>
            </a:r>
          </a:p>
          <a:p>
            <a:r>
              <a:t>          "value": 5.393929230957369,</a:t>
            </a:r>
          </a:p>
          <a:p>
            <a:r>
              <a:t>          "prior_start": "2024-11-01",</a:t>
            </a:r>
          </a:p>
          <a:p>
            <a:r>
              <a:t>          "prior_end": "2024-11-30",</a:t>
            </a:r>
          </a:p>
          <a:p>
            <a:r>
              <a:t>          "prior_days": 30,</a:t>
            </a:r>
          </a:p>
          <a:p>
            <a:r>
              <a:t>          "prior_raw_mean": 0.8698976666666667,</a:t>
            </a:r>
          </a:p>
          <a:p>
            <a:r>
              <a:t>          "prior_value": 6.848471679550394,</a:t>
            </a:r>
          </a:p>
          <a:p>
            <a:r>
              <a:t>          "yoy_fraction": -0.21238935001166803,</a:t>
            </a:r>
          </a:p>
          <a:p>
            <a:r>
              <a:t>          "yoy_pct": -21.2389350011668,</a:t>
            </a:r>
          </a:p>
          <a:p>
            <a:r>
              <a:t>          "value_label": "5.4",</a:t>
            </a:r>
          </a:p>
          <a:p>
            <a:r>
              <a:t>          "yoy_label": "(-21.2%)",</a:t>
            </a:r>
          </a:p>
          <a:p>
            <a:r>
              <a:t>          "label": "5.4\n(-21.2%)"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"NV_BG_BEEF",</a:t>
            </a:r>
          </a:p>
          <a:p>
            <a:r>
              <a:t>          "month": "2025-12",</a:t>
            </a:r>
          </a:p>
          <a:p>
            <a:r>
              <a:t>          "start": "2025-12-01",</a:t>
            </a:r>
          </a:p>
          <a:p>
            <a:r>
              <a:t>          "end": "2025-12-31",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29.09925,</a:t>
            </a:r>
          </a:p>
          <a:p>
            <a:r>
              <a:t>          "raw_mean": 0.9386854838709678,</a:t>
            </a:r>
          </a:p>
          <a:p>
            <a:r>
              <a:t>          "value": 7.390019767415607,</a:t>
            </a:r>
          </a:p>
          <a:p>
            <a:r>
              <a:t>          "prior_start": "2024-12-01",</a:t>
            </a:r>
          </a:p>
          <a:p>
            <a:r>
              <a:t>          "prior_end": "2024-12-31",</a:t>
            </a:r>
          </a:p>
          <a:p>
            <a:r>
              <a:t>          "prior_days": 31,</a:t>
            </a:r>
          </a:p>
          <a:p>
            <a:r>
              <a:t>          "prior_raw_mean": 1.2664796774193547,</a:t>
            </a:r>
          </a:p>
          <a:p>
            <a:r>
              <a:t>          "prior_value": 9.970655786177803,</a:t>
            </a:r>
          </a:p>
          <a:p>
            <a:r>
              <a:t>          "yoy_fraction": -0.2588230979089359,</a:t>
            </a:r>
          </a:p>
          <a:p>
            <a:r>
              <a:t>          "yoy_pct": -25.882309790893586,</a:t>
            </a:r>
          </a:p>
          <a:p>
            <a:r>
              <a:t>          "value_label": "7.4",</a:t>
            </a:r>
          </a:p>
          <a:p>
            <a:r>
              <a:t>          "yoy_label": "(-25.9%)",</a:t>
            </a:r>
          </a:p>
          <a:p>
            <a:r>
              <a:t>          "label": "7.4\n(-25.9%)"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"NV_BG_BEEF",</a:t>
            </a:r>
          </a:p>
          <a:p>
            <a:r>
              <a:t>          "month": "2026-01",</a:t>
            </a:r>
          </a:p>
          <a:p>
            <a:r>
              <a:t>          "start": "2026-01-01",</a:t>
            </a:r>
          </a:p>
          <a:p>
            <a:r>
              <a:t>          "end": "2026-01-31",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12.47109,</a:t>
            </a:r>
          </a:p>
          <a:p>
            <a:r>
              <a:t>          "raw_mean": 0.4022932258064516,</a:t>
            </a:r>
          </a:p>
          <a:p>
            <a:r>
              <a:t>          "value": 3.1671469753075803,</a:t>
            </a:r>
          </a:p>
          <a:p>
            <a:r>
              <a:t>          "prior_start": "2025-01-01",</a:t>
            </a:r>
          </a:p>
          <a:p>
            <a:r>
              <a:t>          "prior_end": "2025-01-31",</a:t>
            </a:r>
          </a:p>
          <a:p>
            <a:r>
              <a:t>          "prior_days": 31,</a:t>
            </a:r>
          </a:p>
          <a:p>
            <a:r>
              <a:t>          "prior_raw_mean": 2.145568064516129,</a:t>
            </a:r>
          </a:p>
          <a:p>
            <a:r>
              <a:t>          "prior_value": 16.89148354965867,</a:t>
            </a:r>
          </a:p>
          <a:p>
            <a:r>
              <a:t>          "yoy_fraction": -0.8125003664718615,</a:t>
            </a:r>
          </a:p>
          <a:p>
            <a:r>
              <a:t>          "yoy_pct": -81.25003664718615,</a:t>
            </a:r>
          </a:p>
          <a:p>
            <a:r>
              <a:t>          "value_label": "3.2",</a:t>
            </a:r>
          </a:p>
          <a:p>
            <a:r>
              <a:t>          "yoy_label": "(-81.3%)",</a:t>
            </a:r>
          </a:p>
          <a:p>
            <a:r>
              <a:t>          "label": "3.2\n(-81.3%)"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"NV_BG_BEEF",</a:t>
            </a:r>
          </a:p>
          <a:p>
            <a:r>
              <a:t>          "month": "2026-02",</a:t>
            </a:r>
          </a:p>
          <a:p>
            <a:r>
              <a:t>          "start": "2026-02-01",</a:t>
            </a:r>
          </a:p>
          <a:p>
            <a:r>
              <a:t>          "end": "2026-02-28",</a:t>
            </a:r>
          </a:p>
          <a:p>
            <a:r>
              <a:t>          "days": 28,</a:t>
            </a:r>
          </a:p>
          <a:p>
            <a:r>
              <a:t>          "partial": false,</a:t>
            </a:r>
          </a:p>
          <a:p>
            <a:r>
              <a:t>          "raw_sum": 13.856770000000001,</a:t>
            </a:r>
          </a:p>
          <a:p>
            <a:r>
              <a:t>          "raw_mean": 0.4948846428571429,</a:t>
            </a:r>
          </a:p>
          <a:p>
            <a:r>
              <a:t>          "value": 3.8960944386005023,</a:t>
            </a:r>
          </a:p>
          <a:p>
            <a:r>
              <a:t>          "prior_start": "2025-02-01",</a:t>
            </a:r>
          </a:p>
          <a:p>
            <a:r>
              <a:t>          "prior_end": "2025-02-28",</a:t>
            </a:r>
          </a:p>
          <a:p>
            <a:r>
              <a:t>          "prior_days": 28,</a:t>
            </a:r>
          </a:p>
          <a:p>
            <a:r>
              <a:t>          "prior_raw_mean": 3.9095957142857145,</a:t>
            </a:r>
          </a:p>
          <a:p>
            <a:r>
              <a:t>          "prior_value": 30.77920145524087,</a:t>
            </a:r>
          </a:p>
          <a:p>
            <a:r>
              <a:t>          "yoy_fraction": -0.8734179493166447,</a:t>
            </a:r>
          </a:p>
          <a:p>
            <a:r>
              <a:t>          "yoy_pct": -87.34179493166448,</a:t>
            </a:r>
          </a:p>
          <a:p>
            <a:r>
              <a:t>          "value_label": "3.9",</a:t>
            </a:r>
          </a:p>
          <a:p>
            <a:r>
              <a:t>          "yoy_label": "(-87.3%)",</a:t>
            </a:r>
          </a:p>
          <a:p>
            <a:r>
              <a:t>          "label": "3.9\n(-87.3%)"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"NV_BG_BEEF",</a:t>
            </a:r>
          </a:p>
          <a:p>
            <a:r>
              <a:t>          "month": "2026-03",</a:t>
            </a:r>
          </a:p>
          <a:p>
            <a:r>
              <a:t>          "start": "2026-03-01",</a:t>
            </a:r>
          </a:p>
          <a:p>
            <a:r>
              <a:t>          "end": "2026-03-31",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17.55192,</a:t>
            </a:r>
          </a:p>
          <a:p>
            <a:r>
              <a:t>          "raw_mean": 0.5661909677419354,</a:t>
            </a:r>
          </a:p>
          <a:p>
            <a:r>
              <a:t>          "value": 4.457470063870971,</a:t>
            </a:r>
          </a:p>
          <a:p>
            <a:r>
              <a:t>          "prior_start": "2025-03-01",</a:t>
            </a:r>
          </a:p>
          <a:p>
            <a:r>
              <a:t>          "prior_end": "2025-03-31",</a:t>
            </a:r>
          </a:p>
          <a:p>
            <a:r>
              <a:t>          "prior_days": 31,</a:t>
            </a:r>
          </a:p>
          <a:p>
            <a:r>
              <a:t>          "prior_raw_mean": 2.0710667741935485,</a:t>
            </a:r>
          </a:p>
          <a:p>
            <a:r>
              <a:t>          "prior_value": 16.304954815975258,</a:t>
            </a:r>
          </a:p>
          <a:p>
            <a:r>
              <a:t>          "yoy_fraction": -0.7266186803839754,</a:t>
            </a:r>
          </a:p>
          <a:p>
            <a:r>
              <a:t>          "yoy_pct": -72.66186803839754,</a:t>
            </a:r>
          </a:p>
          <a:p>
            <a:r>
              <a:t>          "value_label": "4.5",</a:t>
            </a:r>
          </a:p>
          <a:p>
            <a:r>
              <a:t>          "yoy_label": "(-72.7%)",</a:t>
            </a:r>
          </a:p>
          <a:p>
            <a:r>
              <a:t>          "label": "4.5\n(-72.7%)"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"NV_BG_BEEF",</a:t>
            </a:r>
          </a:p>
          <a:p>
            <a:r>
              <a:t>          "month": "2026-04",</a:t>
            </a:r>
          </a:p>
          <a:p>
            <a:r>
              <a:t>          "start": "2026-04-01",</a:t>
            </a:r>
          </a:p>
          <a:p>
            <a:r>
              <a:t>          "end": "2026-04-30",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42.49414,</a:t>
            </a:r>
          </a:p>
          <a:p>
            <a:r>
              <a:t>          "raw_mean": 1.4164713333333334,</a:t>
            </a:r>
          </a:p>
          <a:p>
            <a:r>
              <a:t>          "value": 11.15149997861241,</a:t>
            </a:r>
          </a:p>
          <a:p>
            <a:r>
              <a:t>          "prior_start": "2025-04-01",</a:t>
            </a:r>
          </a:p>
          <a:p>
            <a:r>
              <a:t>          "prior_end": "2025-04-30",</a:t>
            </a:r>
          </a:p>
          <a:p>
            <a:r>
              <a:t>          "prior_days": 30,</a:t>
            </a:r>
          </a:p>
          <a:p>
            <a:r>
              <a:t>          "prior_raw_mean": 1.5319446666666667,</a:t>
            </a:r>
          </a:p>
          <a:p>
            <a:r>
              <a:t>          "prior_value": 12.060590649135666,</a:t>
            </a:r>
          </a:p>
          <a:p>
            <a:r>
              <a:t>          "yoy_fraction": -0.07537696096073088,</a:t>
            </a:r>
          </a:p>
          <a:p>
            <a:r>
              <a:t>          "yoy_pct": -7.537696096073088,</a:t>
            </a:r>
          </a:p>
          <a:p>
            <a:r>
              <a:t>          "value_label": "11.2",</a:t>
            </a:r>
          </a:p>
          <a:p>
            <a:r>
              <a:t>          "yoy_label": "(-7.5%)",</a:t>
            </a:r>
          </a:p>
          <a:p>
            <a:r>
              <a:t>          "label": "11.2\n(-7.5%)"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"NV_BG_BEEF",</a:t>
            </a:r>
          </a:p>
          <a:p>
            <a:r>
              <a:t>          "month": "2026-05",</a:t>
            </a:r>
          </a:p>
          <a:p>
            <a:r>
              <a:t>          "start": "2026-05-01",</a:t>
            </a:r>
          </a:p>
          <a:p>
            <a:r>
              <a:t>          "end": "2026-05-31",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28.4064,</a:t>
            </a:r>
          </a:p>
          <a:p>
            <a:r>
              <a:t>          "raw_mean": 0.9163354838709677,</a:t>
            </a:r>
          </a:p>
          <a:p>
            <a:r>
              <a:t>          "value": 7.214064194819961,</a:t>
            </a:r>
          </a:p>
          <a:p>
            <a:r>
              <a:t>          "prior_start": "2025-05-01",</a:t>
            </a:r>
          </a:p>
          <a:p>
            <a:r>
              <a:t>          "prior_end": "2025-05-31",</a:t>
            </a:r>
          </a:p>
          <a:p>
            <a:r>
              <a:t>          "prior_days": 31,</a:t>
            </a:r>
          </a:p>
          <a:p>
            <a:r>
              <a:t>          "prior_raw_mean": 1.0653329032258065,</a:t>
            </a:r>
          </a:p>
          <a:p>
            <a:r>
              <a:t>          "prior_value": 8.387081028728439,</a:t>
            </a:r>
          </a:p>
          <a:p>
            <a:r>
              <a:t>          "yoy_fraction": -0.13985996199279815,</a:t>
            </a:r>
          </a:p>
          <a:p>
            <a:r>
              <a:t>          "yoy_pct": -13.985996199279816,</a:t>
            </a:r>
          </a:p>
          <a:p>
            <a:r>
              <a:t>          "value_label": "7.2",</a:t>
            </a:r>
          </a:p>
          <a:p>
            <a:r>
              <a:t>          "yoy_label": "(-14.0%)",</a:t>
            </a:r>
          </a:p>
          <a:p>
            <a:r>
              <a:t>          "label": "7.2\n(-14.0%)"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"NV_BG_BEEF",</a:t>
            </a:r>
          </a:p>
          <a:p>
            <a:r>
              <a:t>          "month": "2026-06",</a:t>
            </a:r>
          </a:p>
          <a:p>
            <a:r>
              <a:t>          "start": "2026-06-01",</a:t>
            </a:r>
          </a:p>
          <a:p>
            <a:r>
              <a:t>          "end": "2026-06-30",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35.79669,</a:t>
            </a:r>
          </a:p>
          <a:p>
            <a:r>
              <a:t>          "raw_mean": 1.193223,</a:t>
            </a:r>
          </a:p>
          <a:p>
            <a:r>
              <a:t>          "value": 9.393925557015509,</a:t>
            </a:r>
          </a:p>
          <a:p>
            <a:r>
              <a:t>          "prior_start": "2025-06-01",</a:t>
            </a:r>
          </a:p>
          <a:p>
            <a:r>
              <a:t>          "prior_end": "2025-06-30",</a:t>
            </a:r>
          </a:p>
          <a:p>
            <a:r>
              <a:t>          "prior_days": 30,</a:t>
            </a:r>
          </a:p>
          <a:p>
            <a:r>
              <a:t>          "prior_raw_mean": 0.9622763333333334,</a:t>
            </a:r>
          </a:p>
          <a:p>
            <a:r>
              <a:t>          "prior_value": 7.575744215968998,</a:t>
            </a:r>
          </a:p>
          <a:p>
            <a:r>
              <a:t>          "yoy_fraction": 0.240000360256877,</a:t>
            </a:r>
          </a:p>
          <a:p>
            <a:r>
              <a:t>          "yoy_pct": 24.0000360256877,</a:t>
            </a:r>
          </a:p>
          <a:p>
            <a:r>
              <a:t>          "value_label": "9.4",</a:t>
            </a:r>
          </a:p>
          <a:p>
            <a:r>
              <a:t>          "yoy_label": "(+24.0%)",</a:t>
            </a:r>
          </a:p>
          <a:p>
            <a:r>
              <a:t>          "label": "9.4\n(+24.0%)"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"NV_BG_BEEF",</a:t>
            </a:r>
          </a:p>
          <a:p>
            <a:r>
              <a:t>          "month": "2026-07",</a:t>
            </a:r>
          </a:p>
          <a:p>
            <a:r>
              <a:t>          "start": "2026-07-01",</a:t>
            </a:r>
          </a:p>
          <a:p>
            <a:r>
              <a:t>          "end": "2026-07-31",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15.0115,</a:t>
            </a:r>
          </a:p>
          <a:p>
            <a:r>
              <a:t>          "raw_mean": 0.48424193548387096,</a:t>
            </a:r>
          </a:p>
          <a:p>
            <a:r>
              <a:t>          "value": 3.8123072497937023,</a:t>
            </a:r>
          </a:p>
          <a:p>
            <a:r>
              <a:t>          "prior_start": "2025-07-01",</a:t>
            </a:r>
          </a:p>
          <a:p>
            <a:r>
              <a:t>          "prior_end": "2025-07-31",</a:t>
            </a:r>
          </a:p>
          <a:p>
            <a:r>
              <a:t>          "prior_days": 31,</a:t>
            </a:r>
          </a:p>
          <a:p>
            <a:r>
              <a:t>          "prior_raw_mean": 0.9386848387096774,</a:t>
            </a:r>
          </a:p>
          <a:p>
            <a:r>
              <a:t>          "prior_value": 7.390014688233315,</a:t>
            </a:r>
          </a:p>
          <a:p>
            <a:r>
              <a:t>          "yoy_fraction": -0.4841272432294601,</a:t>
            </a:r>
          </a:p>
          <a:p>
            <a:r>
              <a:t>          "yoy_pct": -48.41272432294601,</a:t>
            </a:r>
          </a:p>
          <a:p>
            <a:r>
              <a:t>          "value_label": "3.8",</a:t>
            </a:r>
          </a:p>
          <a:p>
            <a:r>
              <a:t>          "yoy_label": "(-48.4%)",</a:t>
            </a:r>
          </a:p>
          <a:p>
            <a:r>
              <a:t>          "label": "3.8\n(-48.4%)"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"NV_BG_BEEF",</a:t>
            </a:r>
          </a:p>
          <a:p>
            <a:r>
              <a:t>          "month": "2026-08",</a:t>
            </a:r>
          </a:p>
          <a:p>
            <a:r>
              <a:t>          "start": "2026-08-01",</a:t>
            </a:r>
          </a:p>
          <a:p>
            <a:r>
              <a:t>          "end": "2026-08-31",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12.24015,</a:t>
            </a:r>
          </a:p>
          <a:p>
            <a:r>
              <a:t>          "raw_mean": 0.3948435483870968,</a:t>
            </a:r>
          </a:p>
          <a:p>
            <a:r>
              <a:t>          "value": 3.1084976573668444,</a:t>
            </a:r>
          </a:p>
          <a:p>
            <a:r>
              <a:t>          "prior_start": "2025-08-01",</a:t>
            </a:r>
          </a:p>
          <a:p>
            <a:r>
              <a:t>          "prior_end": "2025-08-31",</a:t>
            </a:r>
          </a:p>
          <a:p>
            <a:r>
              <a:t>          "prior_days": 31,</a:t>
            </a:r>
          </a:p>
          <a:p>
            <a:r>
              <a:t>          "prior_raw_mean": 1.0131835483870968,</a:t>
            </a:r>
          </a:p>
          <a:p>
            <a:r>
              <a:t>          "prior_value": 7.976523105187554,</a:t>
            </a:r>
          </a:p>
          <a:p>
            <a:r>
              <a:t>          "yoy_fraction": -0.6102941574449618,</a:t>
            </a:r>
          </a:p>
          <a:p>
            <a:r>
              <a:t>          "yoy_pct": -61.029415744496184,</a:t>
            </a:r>
          </a:p>
          <a:p>
            <a:r>
              <a:t>          "value_label": "3.1",</a:t>
            </a:r>
          </a:p>
          <a:p>
            <a:r>
              <a:t>          "yoy_label": "(-61.0%)",</a:t>
            </a:r>
          </a:p>
          <a:p>
            <a:r>
              <a:t>          "label": "3.1\n(-61.0%)"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"NV_BG_BEEF",</a:t>
            </a:r>
          </a:p>
          <a:p>
            <a:r>
              <a:t>          "month": "2026-09",</a:t>
            </a:r>
          </a:p>
          <a:p>
            <a:r>
              <a:t>          "start": "2026-09-01",</a:t>
            </a:r>
          </a:p>
          <a:p>
            <a:r>
              <a:t>          "end": "2026-09-30",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25.86599,</a:t>
            </a:r>
          </a:p>
          <a:p>
            <a:r>
              <a:t>          "raw_mean": 0.8621996666666667,</a:t>
            </a:r>
          </a:p>
          <a:p>
            <a:r>
              <a:t>          "value": 6.787867384344966,</a:t>
            </a:r>
          </a:p>
          <a:p>
            <a:r>
              <a:t>          "prior_start": "2025-09-01",</a:t>
            </a:r>
          </a:p>
          <a:p>
            <a:r>
              <a:t>          "prior_end": "2025-09-30",</a:t>
            </a:r>
          </a:p>
          <a:p>
            <a:r>
              <a:t>          "prior_days": 30,</a:t>
            </a:r>
          </a:p>
          <a:p>
            <a:r>
              <a:t>          "prior_raw_mean": 0.9391813333333334,</a:t>
            </a:r>
          </a:p>
          <a:p>
            <a:r>
              <a:t>          "prior_value": 7.393923457620161,</a:t>
            </a:r>
          </a:p>
          <a:p>
            <a:r>
              <a:t>          "yoy_fraction": -0.0819667767388903,</a:t>
            </a:r>
          </a:p>
          <a:p>
            <a:r>
              <a:t>          "yoy_pct": -8.196677673889031,</a:t>
            </a:r>
          </a:p>
          <a:p>
            <a:r>
              <a:t>          "value_label": "6.8",</a:t>
            </a:r>
          </a:p>
          <a:p>
            <a:r>
              <a:t>          "yoy_label": "(-8.2%)",</a:t>
            </a:r>
          </a:p>
          <a:p>
            <a:r>
              <a:t>          "label": "6.8\n(-8.2%)"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"NV_BG_BEEF",</a:t>
            </a:r>
          </a:p>
          <a:p>
            <a:r>
              <a:t>          "month": "2026-10",</a:t>
            </a:r>
          </a:p>
          <a:p>
            <a:r>
              <a:t>          "start": "2026-10-01",</a:t>
            </a:r>
          </a:p>
          <a:p>
            <a:r>
              <a:t>          "end": "2026-10-19",</a:t>
            </a:r>
          </a:p>
          <a:p>
            <a:r>
              <a:t>          "days": 19,</a:t>
            </a:r>
          </a:p>
          <a:p>
            <a:r>
              <a:t>          "partial": true,</a:t>
            </a:r>
          </a:p>
          <a:p>
            <a:r>
              <a:t>          "raw_sum": 7.85217,</a:t>
            </a:r>
          </a:p>
          <a:p>
            <a:r>
              <a:t>          "raw_mean": 0.4132721052631579,</a:t>
            </a:r>
          </a:p>
          <a:p>
            <a:r>
              <a:t>          "value": 3.2535807570195874,</a:t>
            </a:r>
          </a:p>
          <a:p>
            <a:r>
              <a:t>          "prior_start": "2025-10-01",</a:t>
            </a:r>
          </a:p>
          <a:p>
            <a:r>
              <a:t>          "prior_end": "2025-10-19",</a:t>
            </a:r>
          </a:p>
          <a:p>
            <a:r>
              <a:t>          "prior_days": 19,</a:t>
            </a:r>
          </a:p>
          <a:p>
            <a:r>
              <a:t>          "prior_raw_mean": 1.4586078947368422,</a:t>
            </a:r>
          </a:p>
          <a:p>
            <a:r>
              <a:t>          "prior_value": 11.483229857313352,</a:t>
            </a:r>
          </a:p>
          <a:p>
            <a:r>
              <a:t>          "yoy_fraction": -0.716666756875247,</a:t>
            </a:r>
          </a:p>
          <a:p>
            <a:r>
              <a:t>          "yoy_pct": -71.6666756875247,</a:t>
            </a:r>
          </a:p>
          <a:p>
            <a:r>
              <a:t>          "value_label": "3.3",</a:t>
            </a:r>
          </a:p>
          <a:p>
            <a:r>
              <a:t>          "yoy_label": "(-71.7%)",</a:t>
            </a:r>
          </a:p>
          <a:p>
            <a:r>
              <a:t>          "label": "3.3\n(-71.7%)"</a:t>
            </a:r>
          </a:p>
          <a:p>
            <a:r>
              <a:t>        }</a:t>
            </a:r>
          </a:p>
          <a:p>
            <a:r>
              <a:t>      ]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"NV_BG_BREAST",</a:t>
            </a:r>
          </a:p>
          <a:p>
            <a:r>
              <a:t>      "label": "가슴살버거",</a:t>
            </a:r>
          </a:p>
          <a:p>
            <a:r>
              <a:t>      "points": [</a:t>
            </a:r>
          </a:p>
          <a:p>
            <a:r>
              <a:t>        {</a:t>
            </a:r>
          </a:p>
          <a:p>
            <a:r>
              <a:t>          "group_id": "NV_BG_BREAST",</a:t>
            </a:r>
          </a:p>
          <a:p>
            <a:r>
              <a:t>          "month": "2025-01",</a:t>
            </a:r>
          </a:p>
          <a:p>
            <a:r>
              <a:t>          "start": "2025-01-01",</a:t>
            </a:r>
          </a:p>
          <a:p>
            <a:r>
              <a:t>          "end": "2025-01-31",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317.07309,</a:t>
            </a:r>
          </a:p>
          <a:p>
            <a:r>
              <a:t>          "raw_mean": 10.228164193548386,</a:t>
            </a:r>
          </a:p>
          <a:p>
            <a:r>
              <a:t>          "value": 10.228164193548386,</a:t>
            </a:r>
          </a:p>
          <a:p>
            <a:r>
              <a:t>          "prior_start": "2024-01-01",</a:t>
            </a:r>
          </a:p>
          <a:p>
            <a:r>
              <a:t>          "prior_end": "2024-01-31",</a:t>
            </a:r>
          </a:p>
          <a:p>
            <a:r>
              <a:t>          "prior_days": 31,</a:t>
            </a:r>
          </a:p>
          <a:p>
            <a:r>
              <a:t>          "prior_raw_mean": 17.38788,</a:t>
            </a:r>
          </a:p>
          <a:p>
            <a:r>
              <a:t>          "prior_value": 17.38788,</a:t>
            </a:r>
          </a:p>
          <a:p>
            <a:r>
              <a:t>          "yoy_fraction": -0.4117647353473577,</a:t>
            </a:r>
          </a:p>
          <a:p>
            <a:r>
              <a:t>          "yoy_pct": -41.17647353473577,</a:t>
            </a:r>
          </a:p>
          <a:p>
            <a:r>
              <a:t>          "value_label": "10.2",</a:t>
            </a:r>
          </a:p>
          <a:p>
            <a:r>
              <a:t>          "yoy_label": "(-41.2%)",</a:t>
            </a:r>
          </a:p>
          <a:p>
            <a:r>
              <a:t>          "label": "10.2\n(-41.2%)"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"NV_BG_BREAST",</a:t>
            </a:r>
          </a:p>
          <a:p>
            <a:r>
              <a:t>          "month": "2025-02",</a:t>
            </a:r>
          </a:p>
          <a:p>
            <a:r>
              <a:t>          "start": "2025-02-01",</a:t>
            </a:r>
          </a:p>
          <a:p>
            <a:r>
              <a:t>          "end": "2025-02-28",</a:t>
            </a:r>
          </a:p>
          <a:p>
            <a:r>
              <a:t>          "days": 28,</a:t>
            </a:r>
          </a:p>
          <a:p>
            <a:r>
              <a:t>          "partial": false,</a:t>
            </a:r>
          </a:p>
          <a:p>
            <a:r>
              <a:t>          "raw_sum": 326.82919,</a:t>
            </a:r>
          </a:p>
          <a:p>
            <a:r>
              <a:t>          "raw_mean": 11.672471071428571,</a:t>
            </a:r>
          </a:p>
          <a:p>
            <a:r>
              <a:t>          "value": 11.672471071428571,</a:t>
            </a:r>
          </a:p>
          <a:p>
            <a:r>
              <a:t>          "prior_start": "2024-02-01",</a:t>
            </a:r>
          </a:p>
          <a:p>
            <a:r>
              <a:t>          "prior_end": "2024-02-29",</a:t>
            </a:r>
          </a:p>
          <a:p>
            <a:r>
              <a:t>          "prior_days": 29,</a:t>
            </a:r>
          </a:p>
          <a:p>
            <a:r>
              <a:t>          "prior_raw_mean": 20.269129999999997,</a:t>
            </a:r>
          </a:p>
          <a:p>
            <a:r>
              <a:t>          "prior_value": 20.269129999999997,</a:t>
            </a:r>
          </a:p>
          <a:p>
            <a:r>
              <a:t>          "yoy_fraction": -0.4241256989605092,</a:t>
            </a:r>
          </a:p>
          <a:p>
            <a:r>
              <a:t>          "yoy_pct": -42.412569896050925,</a:t>
            </a:r>
          </a:p>
          <a:p>
            <a:r>
              <a:t>          "value_label": "11.7",</a:t>
            </a:r>
          </a:p>
          <a:p>
            <a:r>
              <a:t>          "yoy_label": "(-42.4%)",</a:t>
            </a:r>
          </a:p>
          <a:p>
            <a:r>
              <a:t>          "label": "11.7\n(-42.4%)"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"NV_BG_BREAST",</a:t>
            </a:r>
          </a:p>
          <a:p>
            <a:r>
              <a:t>          "month": "2025-03",</a:t>
            </a:r>
          </a:p>
          <a:p>
            <a:r>
              <a:t>          "start": "2025-03-01",</a:t>
            </a:r>
          </a:p>
          <a:p>
            <a:r>
              <a:t>          "end": "2025-03-31",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395.12185,</a:t>
            </a:r>
          </a:p>
          <a:p>
            <a:r>
              <a:t>          "raw_mean": 12.745866129032258,</a:t>
            </a:r>
          </a:p>
          <a:p>
            <a:r>
              <a:t>          "value": 12.745866129032258,</a:t>
            </a:r>
          </a:p>
          <a:p>
            <a:r>
              <a:t>          "prior_start": "2024-03-01",</a:t>
            </a:r>
          </a:p>
          <a:p>
            <a:r>
              <a:t>          "prior_end": "2024-03-31",</a:t>
            </a:r>
          </a:p>
          <a:p>
            <a:r>
              <a:t>          "prior_days": 31,</a:t>
            </a:r>
          </a:p>
          <a:p>
            <a:r>
              <a:t>          "prior_raw_mean": 20.535007741935484,</a:t>
            </a:r>
          </a:p>
          <a:p>
            <a:r>
              <a:t>          "prior_value": 20.535007741935484,</a:t>
            </a:r>
          </a:p>
          <a:p>
            <a:r>
              <a:t>          "yoy_fraction": -0.3793103811203665,</a:t>
            </a:r>
          </a:p>
          <a:p>
            <a:r>
              <a:t>          "yoy_pct": -37.93103811203665,</a:t>
            </a:r>
          </a:p>
          <a:p>
            <a:r>
              <a:t>          "value_label": "12.7",</a:t>
            </a:r>
          </a:p>
          <a:p>
            <a:r>
              <a:t>          "yoy_label": "(-37.9%)",</a:t>
            </a:r>
          </a:p>
          <a:p>
            <a:r>
              <a:t>          "label": "12.7\n(-37.9%)"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"NV_BG_BREAST",</a:t>
            </a:r>
          </a:p>
          <a:p>
            <a:r>
              <a:t>          "month": "2025-04",</a:t>
            </a:r>
          </a:p>
          <a:p>
            <a:r>
              <a:t>          "start": "2025-04-01",</a:t>
            </a:r>
          </a:p>
          <a:p>
            <a:r>
              <a:t>          "end": "2025-04-30",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356.0975,</a:t>
            </a:r>
          </a:p>
          <a:p>
            <a:r>
              <a:t>          "raw_mean": 11.869916666666667,</a:t>
            </a:r>
          </a:p>
          <a:p>
            <a:r>
              <a:t>          "value": 11.869916666666667,</a:t>
            </a:r>
          </a:p>
          <a:p>
            <a:r>
              <a:t>          "prior_start": "2024-04-01",</a:t>
            </a:r>
          </a:p>
          <a:p>
            <a:r>
              <a:t>          "prior_end": "2024-04-30",</a:t>
            </a:r>
          </a:p>
          <a:p>
            <a:r>
              <a:t>          "prior_days": 30,</a:t>
            </a:r>
          </a:p>
          <a:p>
            <a:r>
              <a:t>          "prior_raw_mean": 15.853655333333334,</a:t>
            </a:r>
          </a:p>
          <a:p>
            <a:r>
              <a:t>          "prior_value": 15.853655333333332,</a:t>
            </a:r>
          </a:p>
          <a:p>
            <a:r>
              <a:t>          "yoy_fraction": -0.25128202820775336,</a:t>
            </a:r>
          </a:p>
          <a:p>
            <a:r>
              <a:t>          "yoy_pct": -25.128202820775336,</a:t>
            </a:r>
          </a:p>
          <a:p>
            <a:r>
              <a:t>          "value_label": "11.9",</a:t>
            </a:r>
          </a:p>
          <a:p>
            <a:r>
              <a:t>          "yoy_label": "(-25.1%)",</a:t>
            </a:r>
          </a:p>
          <a:p>
            <a:r>
              <a:t>          "label": "11.9\n(-25.1%)"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"NV_BG_BREAST",</a:t>
            </a:r>
          </a:p>
          <a:p>
            <a:r>
              <a:t>          "month": "2025-05",</a:t>
            </a:r>
          </a:p>
          <a:p>
            <a:r>
              <a:t>          "start": "2025-05-01",</a:t>
            </a:r>
          </a:p>
          <a:p>
            <a:r>
              <a:t>          "end": "2025-05-31",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295.12188,</a:t>
            </a:r>
          </a:p>
          <a:p>
            <a:r>
              <a:t>          "raw_mean": 9.520060645161289,</a:t>
            </a:r>
          </a:p>
          <a:p>
            <a:r>
              <a:t>          "value": 9.520060645161289,</a:t>
            </a:r>
          </a:p>
          <a:p>
            <a:r>
              <a:t>          "prior_start": "2024-05-01",</a:t>
            </a:r>
          </a:p>
          <a:p>
            <a:r>
              <a:t>          "prior_end": "2024-05-31",</a:t>
            </a:r>
          </a:p>
          <a:p>
            <a:r>
              <a:t>          "prior_days": 31,</a:t>
            </a:r>
          </a:p>
          <a:p>
            <a:r>
              <a:t>          "prior_raw_mean": 16.915810967741933,</a:t>
            </a:r>
          </a:p>
          <a:p>
            <a:r>
              <a:t>          "prior_value": 16.915810967741933,</a:t>
            </a:r>
          </a:p>
          <a:p>
            <a:r>
              <a:t>          "yoy_fraction": -0.4372093266284527,</a:t>
            </a:r>
          </a:p>
          <a:p>
            <a:r>
              <a:t>          "yoy_pct": -43.72093266284527,</a:t>
            </a:r>
          </a:p>
          <a:p>
            <a:r>
              <a:t>          "value_label": "9.5",</a:t>
            </a:r>
          </a:p>
          <a:p>
            <a:r>
              <a:t>          "yoy_label": "(-43.7%)",</a:t>
            </a:r>
          </a:p>
          <a:p>
            <a:r>
              <a:t>          "label": "9.5\n(-43.7%)"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"NV_BG_BREAST",</a:t>
            </a:r>
          </a:p>
          <a:p>
            <a:r>
              <a:t>          "month": "2025-06",</a:t>
            </a:r>
          </a:p>
          <a:p>
            <a:r>
              <a:t>          "start": "2025-06-01",</a:t>
            </a:r>
          </a:p>
          <a:p>
            <a:r>
              <a:t>          "end": "2025-06-30",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258.53651,</a:t>
            </a:r>
          </a:p>
          <a:p>
            <a:r>
              <a:t>          "raw_mean": 8.617883666666668,</a:t>
            </a:r>
          </a:p>
          <a:p>
            <a:r>
              <a:t>          "value": 8.617883666666668,</a:t>
            </a:r>
          </a:p>
          <a:p>
            <a:r>
              <a:t>          "prior_start": "2024-06-01",</a:t>
            </a:r>
          </a:p>
          <a:p>
            <a:r>
              <a:t>          "prior_end": "2024-06-30",</a:t>
            </a:r>
          </a:p>
          <a:p>
            <a:r>
              <a:t>          "prior_days": 30,</a:t>
            </a:r>
          </a:p>
          <a:p>
            <a:r>
              <a:t>          "prior_raw_mean": 21.463410666666668,</a:t>
            </a:r>
          </a:p>
          <a:p>
            <a:r>
              <a:t>          "prior_value": 21.463410666666668,</a:t>
            </a:r>
          </a:p>
          <a:p>
            <a:r>
              <a:t>          "yoy_fraction": -0.5984848913108436,</a:t>
            </a:r>
          </a:p>
          <a:p>
            <a:r>
              <a:t>          "yoy_pct": -59.84848913108436,</a:t>
            </a:r>
          </a:p>
          <a:p>
            <a:r>
              <a:t>          "value_label": "8.6",</a:t>
            </a:r>
          </a:p>
          <a:p>
            <a:r>
              <a:t>          "yoy_label": "(-59.8%)",</a:t>
            </a:r>
          </a:p>
          <a:p>
            <a:r>
              <a:t>          "label": "8.6\n(-59.8%)"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"NV_BG_BREAST",</a:t>
            </a:r>
          </a:p>
          <a:p>
            <a:r>
              <a:t>          "month": "2025-07",</a:t>
            </a:r>
          </a:p>
          <a:p>
            <a:r>
              <a:t>          "start": "2025-07-01",</a:t>
            </a:r>
          </a:p>
          <a:p>
            <a:r>
              <a:t>          "end": "2025-07-31",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304.87795,</a:t>
            </a:r>
          </a:p>
          <a:p>
            <a:r>
              <a:t>          "raw_mean": 9.834772580645161,</a:t>
            </a:r>
          </a:p>
          <a:p>
            <a:r>
              <a:t>          "value": 9.834772580645161,</a:t>
            </a:r>
          </a:p>
          <a:p>
            <a:r>
              <a:t>          "prior_start": "2024-07-01",</a:t>
            </a:r>
          </a:p>
          <a:p>
            <a:r>
              <a:t>          "prior_end": "2024-07-31",</a:t>
            </a:r>
          </a:p>
          <a:p>
            <a:r>
              <a:t>          "prior_days": 31,</a:t>
            </a:r>
          </a:p>
          <a:p>
            <a:r>
              <a:t>          "prior_raw_mean": 21.951214516129035,</a:t>
            </a:r>
          </a:p>
          <a:p>
            <a:r>
              <a:t>          "prior_value": 21.951214516129035,</a:t>
            </a:r>
          </a:p>
          <a:p>
            <a:r>
              <a:t>          "yoy_fraction": -0.5519713693554908,</a:t>
            </a:r>
          </a:p>
          <a:p>
            <a:r>
              <a:t>          "yoy_pct": -55.19713693554908,</a:t>
            </a:r>
          </a:p>
          <a:p>
            <a:r>
              <a:t>          "value_label": "9.8",</a:t>
            </a:r>
          </a:p>
          <a:p>
            <a:r>
              <a:t>          "yoy_label": "(-55.2%)",</a:t>
            </a:r>
          </a:p>
          <a:p>
            <a:r>
              <a:t>          "label": "9.8\n(-55.2%)"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"NV_BG_BREAST",</a:t>
            </a:r>
          </a:p>
          <a:p>
            <a:r>
              <a:t>          "month": "2025-08",</a:t>
            </a:r>
          </a:p>
          <a:p>
            <a:r>
              <a:t>          "start": "2025-08-01",</a:t>
            </a:r>
          </a:p>
          <a:p>
            <a:r>
              <a:t>          "end": "2025-08-31",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207.31704,</a:t>
            </a:r>
          </a:p>
          <a:p>
            <a:r>
              <a:t>          "raw_mean": 6.687646451612903,</a:t>
            </a:r>
          </a:p>
          <a:p>
            <a:r>
              <a:t>          "value": 6.687646451612903,</a:t>
            </a:r>
          </a:p>
          <a:p>
            <a:r>
              <a:t>          "prior_start": "2024-08-01",</a:t>
            </a:r>
          </a:p>
          <a:p>
            <a:r>
              <a:t>          "prior_end": "2024-08-31",</a:t>
            </a:r>
          </a:p>
          <a:p>
            <a:r>
              <a:t>          "prior_days": 31,</a:t>
            </a:r>
          </a:p>
          <a:p>
            <a:r>
              <a:t>          "prior_raw_mean": 17.387880322580642,</a:t>
            </a:r>
          </a:p>
          <a:p>
            <a:r>
              <a:t>          "prior_value": 17.387880322580642,</a:t>
            </a:r>
          </a:p>
          <a:p>
            <a:r>
              <a:t>          "yoy_fraction": -0.6153846053950556,</a:t>
            </a:r>
          </a:p>
          <a:p>
            <a:r>
              <a:t>          "yoy_pct": -61.53846053950556,</a:t>
            </a:r>
          </a:p>
          <a:p>
            <a:r>
              <a:t>          "value_label": "6.7",</a:t>
            </a:r>
          </a:p>
          <a:p>
            <a:r>
              <a:t>          "yoy_label": "(-61.5%)",</a:t>
            </a:r>
          </a:p>
          <a:p>
            <a:r>
              <a:t>          "label": "6.7\n(-61.5%)"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"NV_BG_BREAST",</a:t>
            </a:r>
          </a:p>
          <a:p>
            <a:r>
              <a:t>          "month": "2025-09",</a:t>
            </a:r>
          </a:p>
          <a:p>
            <a:r>
              <a:t>          "start": "2025-09-01",</a:t>
            </a:r>
          </a:p>
          <a:p>
            <a:r>
              <a:t>          "end": "2025-09-30",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107.31705,</a:t>
            </a:r>
          </a:p>
          <a:p>
            <a:r>
              <a:t>          "raw_mean": 3.577235,</a:t>
            </a:r>
          </a:p>
          <a:p>
            <a:r>
              <a:t>          "value": 3.577235,</a:t>
            </a:r>
          </a:p>
          <a:p>
            <a:r>
              <a:t>          "prior_start": "2024-09-01",</a:t>
            </a:r>
          </a:p>
          <a:p>
            <a:r>
              <a:t>          "prior_end": "2024-09-30",</a:t>
            </a:r>
          </a:p>
          <a:p>
            <a:r>
              <a:t>          "prior_days": 30,</a:t>
            </a:r>
          </a:p>
          <a:p>
            <a:r>
              <a:t>          "prior_raw_mean": 12.113818666666667,</a:t>
            </a:r>
          </a:p>
          <a:p>
            <a:r>
              <a:t>          "prior_value": 12.113818666666667,</a:t>
            </a:r>
          </a:p>
          <a:p>
            <a:r>
              <a:t>          "yoy_fraction": -0.7046979900860328,</a:t>
            </a:r>
          </a:p>
          <a:p>
            <a:r>
              <a:t>          "yoy_pct": -70.46979900860329,</a:t>
            </a:r>
          </a:p>
          <a:p>
            <a:r>
              <a:t>          "value_label": "3.6",</a:t>
            </a:r>
          </a:p>
          <a:p>
            <a:r>
              <a:t>          "yoy_label": "(-70.5%)",</a:t>
            </a:r>
          </a:p>
          <a:p>
            <a:r>
              <a:t>          "label": "3.6\n(-70.5%)"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"NV_BG_BREAST",</a:t>
            </a:r>
          </a:p>
          <a:p>
            <a:r>
              <a:t>          "month": "2025-10",</a:t>
            </a:r>
          </a:p>
          <a:p>
            <a:r>
              <a:t>          "start": "2025-10-01",</a:t>
            </a:r>
          </a:p>
          <a:p>
            <a:r>
              <a:t>          "end": "2025-10-31",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80.48778999999999,</a:t>
            </a:r>
          </a:p>
          <a:p>
            <a:r>
              <a:t>          "raw_mean": 2.5963803225806448,</a:t>
            </a:r>
          </a:p>
          <a:p>
            <a:r>
              <a:t>          "value": 2.5963803225806448,</a:t>
            </a:r>
          </a:p>
          <a:p>
            <a:r>
              <a:t>          "prior_start": "2024-10-01",</a:t>
            </a:r>
          </a:p>
          <a:p>
            <a:r>
              <a:t>          "prior_end": "2024-10-31",</a:t>
            </a:r>
          </a:p>
          <a:p>
            <a:r>
              <a:t>          "prior_days": 31,</a:t>
            </a:r>
          </a:p>
          <a:p>
            <a:r>
              <a:t>          "prior_raw_mean": 10.936267096774193,</a:t>
            </a:r>
          </a:p>
          <a:p>
            <a:r>
              <a:t>          "prior_value": 10.936267096774193,</a:t>
            </a:r>
          </a:p>
          <a:p>
            <a:r>
              <a:t>          "yoy_fraction": -0.7625898947414622,</a:t>
            </a:r>
          </a:p>
          <a:p>
            <a:r>
              <a:t>          "yoy_pct": -76.25898947414622,</a:t>
            </a:r>
          </a:p>
          <a:p>
            <a:r>
              <a:t>          "value_label": "2.6",</a:t>
            </a:r>
          </a:p>
          <a:p>
            <a:r>
              <a:t>          "yoy_label": "(-76.3%)",</a:t>
            </a:r>
          </a:p>
          <a:p>
            <a:r>
              <a:t>          "label": "2.6\n(-76.3%)"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"NV_BG_BREAST",</a:t>
            </a:r>
          </a:p>
          <a:p>
            <a:r>
              <a:t>          "month": "2025-11",</a:t>
            </a:r>
          </a:p>
          <a:p>
            <a:r>
              <a:t>          "start": "2025-11-01",</a:t>
            </a:r>
          </a:p>
          <a:p>
            <a:r>
              <a:t>          "end": "2025-11-30",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39.02438,</a:t>
            </a:r>
          </a:p>
          <a:p>
            <a:r>
              <a:t>          "raw_mean": 1.3008126666666666,</a:t>
            </a:r>
          </a:p>
          <a:p>
            <a:r>
              <a:t>          "value": 1.3008126666666666,</a:t>
            </a:r>
          </a:p>
          <a:p>
            <a:r>
              <a:t>          "prior_start": "2024-11-01",</a:t>
            </a:r>
          </a:p>
          <a:p>
            <a:r>
              <a:t>          "prior_end": "2024-11-30",</a:t>
            </a:r>
          </a:p>
          <a:p>
            <a:r>
              <a:t>          "prior_days": 30,</a:t>
            </a:r>
          </a:p>
          <a:p>
            <a:r>
              <a:t>          "prior_raw_mean": 9.430891666666666,</a:t>
            </a:r>
          </a:p>
          <a:p>
            <a:r>
              <a:t>          "prior_value": 9.430891666666666,</a:t>
            </a:r>
          </a:p>
          <a:p>
            <a:r>
              <a:t>          "yoy_fraction": -0.8620689630796664,</a:t>
            </a:r>
          </a:p>
          <a:p>
            <a:r>
              <a:t>          "yoy_pct": -86.20689630796664,</a:t>
            </a:r>
          </a:p>
          <a:p>
            <a:r>
              <a:t>          "value_label": "1.3",</a:t>
            </a:r>
          </a:p>
          <a:p>
            <a:r>
              <a:t>          "yoy_label": "(-86.2%)",</a:t>
            </a:r>
          </a:p>
          <a:p>
            <a:r>
              <a:t>          "label": "1.3\n(-86.2%)"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"NV_BG_BREAST",</a:t>
            </a:r>
          </a:p>
          <a:p>
            <a:r>
              <a:t>          "month": "2025-12",</a:t>
            </a:r>
          </a:p>
          <a:p>
            <a:r>
              <a:t>          "start": "2025-12-01",</a:t>
            </a:r>
          </a:p>
          <a:p>
            <a:r>
              <a:t>          "end": "2025-12-31",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41.4634,</a:t>
            </a:r>
          </a:p>
          <a:p>
            <a:r>
              <a:t>          "raw_mean": 1.3375290322580644,</a:t>
            </a:r>
          </a:p>
          <a:p>
            <a:r>
              <a:t>          "value": 1.3375290322580644,</a:t>
            </a:r>
          </a:p>
          <a:p>
            <a:r>
              <a:t>          "prior_start": "2024-12-01",</a:t>
            </a:r>
          </a:p>
          <a:p>
            <a:r>
              <a:t>          "prior_end": "2024-12-31",</a:t>
            </a:r>
          </a:p>
          <a:p>
            <a:r>
              <a:t>          "prior_days": 31,</a:t>
            </a:r>
          </a:p>
          <a:p>
            <a:r>
              <a:t>          "prior_raw_mean": 3.9339093548387094,</a:t>
            </a:r>
          </a:p>
          <a:p>
            <a:r>
              <a:t>          "prior_value": 3.9339093548387094,</a:t>
            </a:r>
          </a:p>
          <a:p>
            <a:r>
              <a:t>          "yoy_fraction": -0.6600000377200091,</a:t>
            </a:r>
          </a:p>
          <a:p>
            <a:r>
              <a:t>          "yoy_pct": -66.00000377200091,</a:t>
            </a:r>
          </a:p>
          <a:p>
            <a:r>
              <a:t>          "value_label": "1.3",</a:t>
            </a:r>
          </a:p>
          <a:p>
            <a:r>
              <a:t>          "yoy_label": "(-66.0%)",</a:t>
            </a:r>
          </a:p>
          <a:p>
            <a:r>
              <a:t>          "label": "1.3\n(-66.0%)"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"NV_BG_BREAST",</a:t>
            </a:r>
          </a:p>
          <a:p>
            <a:r>
              <a:t>          "month": "2026-01",</a:t>
            </a:r>
          </a:p>
          <a:p>
            <a:r>
              <a:t>          "start": "2026-01-01",</a:t>
            </a:r>
          </a:p>
          <a:p>
            <a:r>
              <a:t>          "end": "2026-01-31",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80.48779,</a:t>
            </a:r>
          </a:p>
          <a:p>
            <a:r>
              <a:t>          "raw_mean": 2.596380322580645,</a:t>
            </a:r>
          </a:p>
          <a:p>
            <a:r>
              <a:t>          "value": 2.596380322580645,</a:t>
            </a:r>
          </a:p>
          <a:p>
            <a:r>
              <a:t>          "prior_start": "2025-01-01",</a:t>
            </a:r>
          </a:p>
          <a:p>
            <a:r>
              <a:t>          "prior_end": "2025-01-31",</a:t>
            </a:r>
          </a:p>
          <a:p>
            <a:r>
              <a:t>          "prior_days": 31,</a:t>
            </a:r>
          </a:p>
          <a:p>
            <a:r>
              <a:t>          "prior_raw_mean": 10.228164193548386,</a:t>
            </a:r>
          </a:p>
          <a:p>
            <a:r>
              <a:t>          "prior_value": 10.228164193548386,</a:t>
            </a:r>
          </a:p>
          <a:p>
            <a:r>
              <a:t>          "yoy_fraction": -0.7461538284437824,</a:t>
            </a:r>
          </a:p>
          <a:p>
            <a:r>
              <a:t>          "yoy_pct": -74.61538284437825,</a:t>
            </a:r>
          </a:p>
          <a:p>
            <a:r>
              <a:t>          "value_label": "2.6",</a:t>
            </a:r>
          </a:p>
          <a:p>
            <a:r>
              <a:t>          "yoy_label": "(-74.6%)",</a:t>
            </a:r>
          </a:p>
          <a:p>
            <a:r>
              <a:t>          "label": "2.6\n(-74.6%)"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"NV_BG_BREAST",</a:t>
            </a:r>
          </a:p>
          <a:p>
            <a:r>
              <a:t>          "month": "2026-02",</a:t>
            </a:r>
          </a:p>
          <a:p>
            <a:r>
              <a:t>          "start": "2026-02-01",</a:t>
            </a:r>
          </a:p>
          <a:p>
            <a:r>
              <a:t>          "end": "2026-02-28",</a:t>
            </a:r>
          </a:p>
          <a:p>
            <a:r>
              <a:t>          "days": 28,</a:t>
            </a:r>
          </a:p>
          <a:p>
            <a:r>
              <a:t>          "partial": false,</a:t>
            </a:r>
          </a:p>
          <a:p>
            <a:r>
              <a:t>          "raw_sum": 43.902429999999995,</a:t>
            </a:r>
          </a:p>
          <a:p>
            <a:r>
              <a:t>          "raw_mean": 1.5679439285714285,</a:t>
            </a:r>
          </a:p>
          <a:p>
            <a:r>
              <a:t>          "value": 1.5679439285714285,</a:t>
            </a:r>
          </a:p>
          <a:p>
            <a:r>
              <a:t>          "prior_start": "2025-02-01",</a:t>
            </a:r>
          </a:p>
          <a:p>
            <a:r>
              <a:t>          "prior_end": "2025-02-28",</a:t>
            </a:r>
          </a:p>
          <a:p>
            <a:r>
              <a:t>          "prior_days": 28,</a:t>
            </a:r>
          </a:p>
          <a:p>
            <a:r>
              <a:t>          "prior_raw_mean": 11.672471071428571,</a:t>
            </a:r>
          </a:p>
          <a:p>
            <a:r>
              <a:t>          "prior_value": 11.672471071428571,</a:t>
            </a:r>
          </a:p>
          <a:p>
            <a:r>
              <a:t>          "yoy_fraction": -0.865671637224325,</a:t>
            </a:r>
          </a:p>
          <a:p>
            <a:r>
              <a:t>          "yoy_pct": -86.56716372243251,</a:t>
            </a:r>
          </a:p>
          <a:p>
            <a:r>
              <a:t>          "value_label": "1.6",</a:t>
            </a:r>
          </a:p>
          <a:p>
            <a:r>
              <a:t>          "yoy_label": "(-86.6%)",</a:t>
            </a:r>
          </a:p>
          <a:p>
            <a:r>
              <a:t>          "label": "1.6\n(-86.6%)"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"NV_BG_BREAST",</a:t>
            </a:r>
          </a:p>
          <a:p>
            <a:r>
              <a:t>          "month": "2026-03",</a:t>
            </a:r>
          </a:p>
          <a:p>
            <a:r>
              <a:t>          "start": "2026-03-01",</a:t>
            </a:r>
          </a:p>
          <a:p>
            <a:r>
              <a:t>          "end": "2026-03-31",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41.4634,</a:t>
            </a:r>
          </a:p>
          <a:p>
            <a:r>
              <a:t>          "raw_mean": 1.3375290322580644,</a:t>
            </a:r>
          </a:p>
          <a:p>
            <a:r>
              <a:t>          "value": 1.3375290322580644,</a:t>
            </a:r>
          </a:p>
          <a:p>
            <a:r>
              <a:t>          "prior_start": "2025-03-01",</a:t>
            </a:r>
          </a:p>
          <a:p>
            <a:r>
              <a:t>          "prior_end": "2025-03-31",</a:t>
            </a:r>
          </a:p>
          <a:p>
            <a:r>
              <a:t>          "prior_days": 31,</a:t>
            </a:r>
          </a:p>
          <a:p>
            <a:r>
              <a:t>          "prior_raw_mean": 12.745866129032258,</a:t>
            </a:r>
          </a:p>
          <a:p>
            <a:r>
              <a:t>          "prior_value": 12.745866129032258,</a:t>
            </a:r>
          </a:p>
          <a:p>
            <a:r>
              <a:t>          "yoy_fraction": -0.8950617385497663,</a:t>
            </a:r>
          </a:p>
          <a:p>
            <a:r>
              <a:t>          "yoy_pct": -89.50617385497664,</a:t>
            </a:r>
          </a:p>
          <a:p>
            <a:r>
              <a:t>          "value_label": "1.3",</a:t>
            </a:r>
          </a:p>
          <a:p>
            <a:r>
              <a:t>          "yoy_label": "(-89.5%)",</a:t>
            </a:r>
          </a:p>
          <a:p>
            <a:r>
              <a:t>          "label": "1.3\n(-89.5%)"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"NV_BG_BREAST",</a:t>
            </a:r>
          </a:p>
          <a:p>
            <a:r>
              <a:t>          "month": "2026-04",</a:t>
            </a:r>
          </a:p>
          <a:p>
            <a:r>
              <a:t>          "start": "2026-04-01",</a:t>
            </a:r>
          </a:p>
          <a:p>
            <a:r>
              <a:t>          "end": "2026-04-30",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0,</a:t>
            </a:r>
          </a:p>
          <a:p>
            <a:r>
              <a:t>          "raw_mean": 0.0,</a:t>
            </a:r>
          </a:p>
          <a:p>
            <a:r>
              <a:t>          "value": 0.0,</a:t>
            </a:r>
          </a:p>
          <a:p>
            <a:r>
              <a:t>          "prior_start": "2025-04-01",</a:t>
            </a:r>
          </a:p>
          <a:p>
            <a:r>
              <a:t>          "prior_end": "2025-04-30",</a:t>
            </a:r>
          </a:p>
          <a:p>
            <a:r>
              <a:t>          "prior_days": 30,</a:t>
            </a:r>
          </a:p>
          <a:p>
            <a:r>
              <a:t>          "prior_raw_mean": 11.869916666666667,</a:t>
            </a:r>
          </a:p>
          <a:p>
            <a:r>
              <a:t>          "prior_value": 11.869916666666667,</a:t>
            </a:r>
          </a:p>
          <a:p>
            <a:r>
              <a:t>          "yoy_fraction": -1.0,</a:t>
            </a:r>
          </a:p>
          <a:p>
            <a:r>
              <a:t>          "yoy_pct": -100.0,</a:t>
            </a:r>
          </a:p>
          <a:p>
            <a:r>
              <a:t>          "value_label": "0.0",</a:t>
            </a:r>
          </a:p>
          <a:p>
            <a:r>
              <a:t>          "yoy_label": "(-100.0%)",</a:t>
            </a:r>
          </a:p>
          <a:p>
            <a:r>
              <a:t>          "label": "0.0\n(-100.0%)"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"NV_BG_BREAST",</a:t>
            </a:r>
          </a:p>
          <a:p>
            <a:r>
              <a:t>          "month": "2026-05",</a:t>
            </a:r>
          </a:p>
          <a:p>
            <a:r>
              <a:t>          "start": "2026-05-01",</a:t>
            </a:r>
          </a:p>
          <a:p>
            <a:r>
              <a:t>          "end": "2026-05-31",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26.829259999999998,</a:t>
            </a:r>
          </a:p>
          <a:p>
            <a:r>
              <a:t>          "raw_mean": 0.8654599999999999,</a:t>
            </a:r>
          </a:p>
          <a:p>
            <a:r>
              <a:t>          "value": 0.8654599999999999,</a:t>
            </a:r>
          </a:p>
          <a:p>
            <a:r>
              <a:t>          "prior_start": "2025-05-01",</a:t>
            </a:r>
          </a:p>
          <a:p>
            <a:r>
              <a:t>          "prior_end": "2025-05-31",</a:t>
            </a:r>
          </a:p>
          <a:p>
            <a:r>
              <a:t>          "prior_days": 31,</a:t>
            </a:r>
          </a:p>
          <a:p>
            <a:r>
              <a:t>          "prior_raw_mean": 9.520060645161289,</a:t>
            </a:r>
          </a:p>
          <a:p>
            <a:r>
              <a:t>          "prior_value": 9.520060645161289,</a:t>
            </a:r>
          </a:p>
          <a:p>
            <a:r>
              <a:t>          "yoy_fraction": -0.9090909152516919,</a:t>
            </a:r>
          </a:p>
          <a:p>
            <a:r>
              <a:t>          "yoy_pct": -90.90909152516919,</a:t>
            </a:r>
          </a:p>
          <a:p>
            <a:r>
              <a:t>          "value_label": "0.9",</a:t>
            </a:r>
          </a:p>
          <a:p>
            <a:r>
              <a:t>          "yoy_label": "(-90.9%)",</a:t>
            </a:r>
          </a:p>
          <a:p>
            <a:r>
              <a:t>          "label": "0.9\n(-90.9%)"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"NV_BG_BREAST",</a:t>
            </a:r>
          </a:p>
          <a:p>
            <a:r>
              <a:t>          "month": "2026-06",</a:t>
            </a:r>
          </a:p>
          <a:p>
            <a:r>
              <a:t>          "start": "2026-06-01",</a:t>
            </a:r>
          </a:p>
          <a:p>
            <a:r>
              <a:t>          "end": "2026-06-30",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68.29267,</a:t>
            </a:r>
          </a:p>
          <a:p>
            <a:r>
              <a:t>          "raw_mean": 2.2764223333333335,</a:t>
            </a:r>
          </a:p>
          <a:p>
            <a:r>
              <a:t>          "value": 2.2764223333333335,</a:t>
            </a:r>
          </a:p>
          <a:p>
            <a:r>
              <a:t>          "prior_start": "2025-06-01",</a:t>
            </a:r>
          </a:p>
          <a:p>
            <a:r>
              <a:t>          "prior_end": "2025-06-30",</a:t>
            </a:r>
          </a:p>
          <a:p>
            <a:r>
              <a:t>          "prior_days": 30,</a:t>
            </a:r>
          </a:p>
          <a:p>
            <a:r>
              <a:t>          "prior_raw_mean": 8.617883666666668,</a:t>
            </a:r>
          </a:p>
          <a:p>
            <a:r>
              <a:t>          "prior_value": 8.617883666666668,</a:t>
            </a:r>
          </a:p>
          <a:p>
            <a:r>
              <a:t>          "yoy_fraction": -0.7358490296012737,</a:t>
            </a:r>
          </a:p>
          <a:p>
            <a:r>
              <a:t>          "yoy_pct": -73.58490296012738,</a:t>
            </a:r>
          </a:p>
          <a:p>
            <a:r>
              <a:t>          "value_label": "2.3",</a:t>
            </a:r>
          </a:p>
          <a:p>
            <a:r>
              <a:t>          "yoy_label": "(-73.6%)",</a:t>
            </a:r>
          </a:p>
          <a:p>
            <a:r>
              <a:t>          "label": "2.3\n(-73.6%)"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"NV_BG_BREAST",</a:t>
            </a:r>
          </a:p>
          <a:p>
            <a:r>
              <a:t>          "month": "2026-07",</a:t>
            </a:r>
          </a:p>
          <a:p>
            <a:r>
              <a:t>          "start": "2026-07-01",</a:t>
            </a:r>
          </a:p>
          <a:p>
            <a:r>
              <a:t>          "end": "2026-07-31",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39.02438,</a:t>
            </a:r>
          </a:p>
          <a:p>
            <a:r>
              <a:t>          "raw_mean": 1.2588509677419355,</a:t>
            </a:r>
          </a:p>
          <a:p>
            <a:r>
              <a:t>          "value": 1.2588509677419355,</a:t>
            </a:r>
          </a:p>
          <a:p>
            <a:r>
              <a:t>          "prior_start": "2025-07-01",</a:t>
            </a:r>
          </a:p>
          <a:p>
            <a:r>
              <a:t>          "prior_end": "2025-07-31",</a:t>
            </a:r>
          </a:p>
          <a:p>
            <a:r>
              <a:t>          "prior_days": 31,</a:t>
            </a:r>
          </a:p>
          <a:p>
            <a:r>
              <a:t>          "prior_raw_mean": 9.834772580645161,</a:t>
            </a:r>
          </a:p>
          <a:p>
            <a:r>
              <a:t>          "prior_value": 9.834772580645161,</a:t>
            </a:r>
          </a:p>
          <a:p>
            <a:r>
              <a:t>          "yoy_fraction": -0.8719999921279975,</a:t>
            </a:r>
          </a:p>
          <a:p>
            <a:r>
              <a:t>          "yoy_pct": -87.19999921279975,</a:t>
            </a:r>
          </a:p>
          <a:p>
            <a:r>
              <a:t>          "value_label": "1.3",</a:t>
            </a:r>
          </a:p>
          <a:p>
            <a:r>
              <a:t>          "yoy_label": "(-87.2%)",</a:t>
            </a:r>
          </a:p>
          <a:p>
            <a:r>
              <a:t>          "label": "1.3\n(-87.2%)"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"NV_BG_BREAST",</a:t>
            </a:r>
          </a:p>
          <a:p>
            <a:r>
              <a:t>          "month": "2026-08",</a:t>
            </a:r>
          </a:p>
          <a:p>
            <a:r>
              <a:t>          "start": "2026-08-01",</a:t>
            </a:r>
          </a:p>
          <a:p>
            <a:r>
              <a:t>          "end": "2026-08-31",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85.36583999999999,</a:t>
            </a:r>
          </a:p>
          <a:p>
            <a:r>
              <a:t>          "raw_mean": 2.753736774193548,</a:t>
            </a:r>
          </a:p>
          <a:p>
            <a:r>
              <a:t>          "value": 2.753736774193548,</a:t>
            </a:r>
          </a:p>
          <a:p>
            <a:r>
              <a:t>          "prior_start": "2025-08-01",</a:t>
            </a:r>
          </a:p>
          <a:p>
            <a:r>
              <a:t>          "prior_end": "2025-08-31",</a:t>
            </a:r>
          </a:p>
          <a:p>
            <a:r>
              <a:t>          "prior_days": 31,</a:t>
            </a:r>
          </a:p>
          <a:p>
            <a:r>
              <a:t>          "prior_raw_mean": 6.687646451612903,</a:t>
            </a:r>
          </a:p>
          <a:p>
            <a:r>
              <a:t>          "prior_value": 6.687646451612903,</a:t>
            </a:r>
          </a:p>
          <a:p>
            <a:r>
              <a:t>          "yoy_fraction": -0.5882352941176471,</a:t>
            </a:r>
          </a:p>
          <a:p>
            <a:r>
              <a:t>          "yoy_pct": -58.82352941176471,</a:t>
            </a:r>
          </a:p>
          <a:p>
            <a:r>
              <a:t>          "value_label": "2.8",</a:t>
            </a:r>
          </a:p>
          <a:p>
            <a:r>
              <a:t>          "yoy_label": "(-58.8%)",</a:t>
            </a:r>
          </a:p>
          <a:p>
            <a:r>
              <a:t>          "label": "2.8\n(-58.8%)"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"NV_BG_BREAST",</a:t>
            </a:r>
          </a:p>
          <a:p>
            <a:r>
              <a:t>          "month": "2026-09",</a:t>
            </a:r>
          </a:p>
          <a:p>
            <a:r>
              <a:t>          "start": "2026-09-01",</a:t>
            </a:r>
          </a:p>
          <a:p>
            <a:r>
              <a:t>          "end": "2026-09-30",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14.63414,</a:t>
            </a:r>
          </a:p>
          <a:p>
            <a:r>
              <a:t>          "raw_mean": 0.48780466666666666,</a:t>
            </a:r>
          </a:p>
          <a:p>
            <a:r>
              <a:t>          "value": 0.48780466666666666,</a:t>
            </a:r>
          </a:p>
          <a:p>
            <a:r>
              <a:t>          "prior_start": "2025-09-01",</a:t>
            </a:r>
          </a:p>
          <a:p>
            <a:r>
              <a:t>          "prior_end": "2025-09-30",</a:t>
            </a:r>
          </a:p>
          <a:p>
            <a:r>
              <a:t>          "prior_days": 30,</a:t>
            </a:r>
          </a:p>
          <a:p>
            <a:r>
              <a:t>          "prior_raw_mean": 3.577235,</a:t>
            </a:r>
          </a:p>
          <a:p>
            <a:r>
              <a:t>          "prior_value": 3.577235,</a:t>
            </a:r>
          </a:p>
          <a:p>
            <a:r>
              <a:t>          "yoy_fraction": -0.8636363932851303,</a:t>
            </a:r>
          </a:p>
          <a:p>
            <a:r>
              <a:t>          "yoy_pct": -86.36363932851303,</a:t>
            </a:r>
          </a:p>
          <a:p>
            <a:r>
              <a:t>          "value_label": "0.5",</a:t>
            </a:r>
          </a:p>
          <a:p>
            <a:r>
              <a:t>          "yoy_label": "(-86.4%)",</a:t>
            </a:r>
          </a:p>
          <a:p>
            <a:r>
              <a:t>          "label": "0.5\n(-86.4%)"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"NV_BG_BREAST",</a:t>
            </a:r>
          </a:p>
          <a:p>
            <a:r>
              <a:t>          "month": "2026-10",</a:t>
            </a:r>
          </a:p>
          <a:p>
            <a:r>
              <a:t>          "start": "2026-10-01",</a:t>
            </a:r>
          </a:p>
          <a:p>
            <a:r>
              <a:t>          "end": "2026-10-19",</a:t>
            </a:r>
          </a:p>
          <a:p>
            <a:r>
              <a:t>          "days": 19,</a:t>
            </a:r>
          </a:p>
          <a:p>
            <a:r>
              <a:t>          "partial": true,</a:t>
            </a:r>
          </a:p>
          <a:p>
            <a:r>
              <a:t>          "raw_sum": 12.19512,</a:t>
            </a:r>
          </a:p>
          <a:p>
            <a:r>
              <a:t>          "raw_mean": 0.6418484210526315,</a:t>
            </a:r>
          </a:p>
          <a:p>
            <a:r>
              <a:t>          "value": 0.6418484210526315,</a:t>
            </a:r>
          </a:p>
          <a:p>
            <a:r>
              <a:t>          "prior_start": "2025-10-01",</a:t>
            </a:r>
          </a:p>
          <a:p>
            <a:r>
              <a:t>          "prior_end": "2025-10-19",</a:t>
            </a:r>
          </a:p>
          <a:p>
            <a:r>
              <a:t>          "prior_days": 19,</a:t>
            </a:r>
          </a:p>
          <a:p>
            <a:r>
              <a:t>          "prior_raw_mean": 2.9525026315789473,</a:t>
            </a:r>
          </a:p>
          <a:p>
            <a:r>
              <a:t>          "prior_value": 2.9525026315789473,</a:t>
            </a:r>
          </a:p>
          <a:p>
            <a:r>
              <a:t>          "yoy_fraction": -0.7826086879016998,</a:t>
            </a:r>
          </a:p>
          <a:p>
            <a:r>
              <a:t>          "yoy_pct": -78.26086879016998,</a:t>
            </a:r>
          </a:p>
          <a:p>
            <a:r>
              <a:t>          "value_label": "0.6",</a:t>
            </a:r>
          </a:p>
          <a:p>
            <a:r>
              <a:t>          "yoy_label": "(-78.3%)",</a:t>
            </a:r>
          </a:p>
          <a:p>
            <a:r>
              <a:t>          "label": "0.6\n(-78.3%)"</a:t>
            </a:r>
          </a:p>
          <a:p>
            <a:r>
              <a:t>        }</a:t>
            </a:r>
          </a:p>
          <a:p>
            <a:r>
              <a:t>      ]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"formulas": {</a:t>
            </a:r>
          </a:p>
          <a:p>
            <a:r>
              <a:t>    "normalization": "raw_ratio/group_raw_max*100",</a:t>
            </a:r>
          </a:p>
          <a:p>
            <a:r>
              <a:t>    "monthly_average": "AVERAGE(normalized daily within actual start-end)",</a:t>
            </a:r>
          </a:p>
          <a:p>
            <a:r>
              <a:t>    "year_over_year": "current_mean/prior_same_period_mean-1",</a:t>
            </a:r>
          </a:p>
          <a:p>
            <a:r>
              <a:t>    "october": "2026Oct1~20 vs2025Oct1~20;2025Octplotpointfull31days",</a:t>
            </a:r>
          </a:p>
          <a:p>
            <a:r>
              <a:t>    "some": "monthly_documents/actual_calendar_days_or_Oct20",</a:t>
            </a:r>
          </a:p>
          <a:p>
            <a:r>
              <a:t>    "pos": "monthly_kg/calendar_days"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"metric": "Naverrelativeinterestnotsearchcounts/sales/preferences",</a:t>
            </a:r>
          </a:p>
          <a:p>
            <a:r>
              <a:t>  "analysis_end": "2026-10-19",</a:t>
            </a:r>
          </a:p>
          <a:p>
            <a:r>
              <a:t>  "original_query_capture_end": "2026-10-20",</a:t>
            </a:r>
          </a:p>
          <a:p>
            <a:r>
              <a:t>  "method": "trimdailycacheto19,recomputegroupmaxandmonthlydailymean;nointerpolation",</a:t>
            </a:r>
          </a:p>
          <a:p>
            <a:r>
              <a:t>  "latest_comparison": [</a:t>
            </a:r>
          </a:p>
          <a:p>
            <a:r>
              <a:t>    "2025-10-01..19",</a:t>
            </a:r>
          </a:p>
          <a:p>
            <a:r>
              <a:t>    "2026-10-01..19"</a:t>
            </a:r>
          </a:p>
          <a:p>
            <a:r>
              <a:t>  ],</a:t>
            </a:r>
          </a:p>
          <a:p>
            <a:r>
              <a:t>  "key": "burger_base",</a:t>
            </a:r>
          </a:p>
          <a:p>
            <a:r>
              <a:t>  "insight": "2026.10.1~19 전년비, 매운·고추 27.8→64.9(+133.6%)로 상승,\n치즈 -59.6%·마늘/갈릭 -19.5%·불고기/간장 -1.7%로 하락",</a:t>
            </a:r>
          </a:p>
          <a:p>
            <a:r>
              <a:t>  "series": [</a:t>
            </a:r>
          </a:p>
          <a:p>
            <a:r>
              <a:t>    {</a:t>
            </a:r>
          </a:p>
          <a:p>
            <a:r>
              <a:t>      "id": "NV_XB01",</a:t>
            </a:r>
          </a:p>
          <a:p>
            <a:r>
              <a:t>      "label": "치즈",</a:t>
            </a:r>
          </a:p>
          <a:p>
            <a:r>
              <a:t>      "points": [</a:t>
            </a:r>
          </a:p>
          <a:p>
            <a:r>
              <a:t>        {</a:t>
            </a:r>
          </a:p>
          <a:p>
            <a:r>
              <a:t>          "group_id": "NV_XB01",</a:t>
            </a:r>
          </a:p>
          <a:p>
            <a:r>
              <a:t>          "month": "2025-01",</a:t>
            </a:r>
          </a:p>
          <a:p>
            <a:r>
              <a:t>          "start": "2025-01-01",</a:t>
            </a:r>
          </a:p>
          <a:p>
            <a:r>
              <a:t>          "end": "2025-01-31",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207.53666,</a:t>
            </a:r>
          </a:p>
          <a:p>
            <a:r>
              <a:t>          "raw_mean": 6.694730967741936,</a:t>
            </a:r>
          </a:p>
          <a:p>
            <a:r>
              <a:t>          "value": 26.994882934443286,</a:t>
            </a:r>
          </a:p>
          <a:p>
            <a:r>
              <a:t>          "prior_start": "2024-01-01",</a:t>
            </a:r>
          </a:p>
          <a:p>
            <a:r>
              <a:t>          "prior_end": "2024-01-31",</a:t>
            </a:r>
          </a:p>
          <a:p>
            <a:r>
              <a:t>          "prior_days": 31,</a:t>
            </a:r>
          </a:p>
          <a:p>
            <a:r>
              <a:t>          "prior_raw_mean": 5.733554516129033,</a:t>
            </a:r>
          </a:p>
          <a:p>
            <a:r>
              <a:t>          "prior_value": 23.119171436004162,</a:t>
            </a:r>
          </a:p>
          <a:p>
            <a:r>
              <a:t>          "yoy_fraction": 0.16764058820911565,</a:t>
            </a:r>
          </a:p>
          <a:p>
            <a:r>
              <a:t>          "yoy_pct": 16.764058820911565,</a:t>
            </a:r>
          </a:p>
          <a:p>
            <a:r>
              <a:t>          "value_label": "27.0",</a:t>
            </a:r>
          </a:p>
          <a:p>
            <a:r>
              <a:t>          "yoy_label": "(+16.8%)",</a:t>
            </a:r>
          </a:p>
          <a:p>
            <a:r>
              <a:t>          "label": "27.0\n(+16.8%)"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"NV_XB01",</a:t>
            </a:r>
          </a:p>
          <a:p>
            <a:r>
              <a:t>          "month": "2025-02",</a:t>
            </a:r>
          </a:p>
          <a:p>
            <a:r>
              <a:t>          "start": "2025-02-01",</a:t>
            </a:r>
          </a:p>
          <a:p>
            <a:r>
              <a:t>          "end": "2025-02-28",</a:t>
            </a:r>
          </a:p>
          <a:p>
            <a:r>
              <a:t>          "days": 28,</a:t>
            </a:r>
          </a:p>
          <a:p>
            <a:r>
              <a:t>          "partial": false,</a:t>
            </a:r>
          </a:p>
          <a:p>
            <a:r>
              <a:t>          "raw_sum": 208.35075,</a:t>
            </a:r>
          </a:p>
          <a:p>
            <a:r>
              <a:t>          "raw_mean": 7.441098214285715,</a:t>
            </a:r>
          </a:p>
          <a:p>
            <a:r>
              <a:t>          "value": 30.00442828341014,</a:t>
            </a:r>
          </a:p>
          <a:p>
            <a:r>
              <a:t>          "prior_start": "2024-02-01",</a:t>
            </a:r>
          </a:p>
          <a:p>
            <a:r>
              <a:t>          "prior_end": "2024-02-29",</a:t>
            </a:r>
          </a:p>
          <a:p>
            <a:r>
              <a:t>          "prior_days": 29,</a:t>
            </a:r>
          </a:p>
          <a:p>
            <a:r>
              <a:t>          "prior_raw_mean": 6.15801172413793,</a:t>
            </a:r>
          </a:p>
          <a:p>
            <a:r>
              <a:t>          "prior_value": 24.830692436040042,</a:t>
            </a:r>
          </a:p>
          <a:p>
            <a:r>
              <a:t>          "yoy_fraction": 0.20836051433913205,</a:t>
            </a:r>
          </a:p>
          <a:p>
            <a:r>
              <a:t>          "yoy_pct": 20.836051433913205,</a:t>
            </a:r>
          </a:p>
          <a:p>
            <a:r>
              <a:t>          "value_label": "30.0",</a:t>
            </a:r>
          </a:p>
          <a:p>
            <a:r>
              <a:t>          "yoy_label": "(+20.8%)",</a:t>
            </a:r>
          </a:p>
          <a:p>
            <a:r>
              <a:t>          "label": "30.0\n(+20.8%)"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"NV_XB01",</a:t>
            </a:r>
          </a:p>
          <a:p>
            <a:r>
              <a:t>          "month": "2025-03",</a:t>
            </a:r>
          </a:p>
          <a:p>
            <a:r>
              <a:t>          "start": "2025-03-01",</a:t>
            </a:r>
          </a:p>
          <a:p>
            <a:r>
              <a:t>          "end": "2025-03-31",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183.92969,</a:t>
            </a:r>
          </a:p>
          <a:p>
            <a:r>
              <a:t>          "raw_mean": 5.933215806451613,</a:t>
            </a:r>
          </a:p>
          <a:p>
            <a:r>
              <a:t>          "value": 23.924257284079083,</a:t>
            </a:r>
          </a:p>
          <a:p>
            <a:r>
              <a:t>          "prior_start": "2024-03-01",</a:t>
            </a:r>
          </a:p>
          <a:p>
            <a:r>
              <a:t>          "prior_end": "2024-03-31",</a:t>
            </a:r>
          </a:p>
          <a:p>
            <a:r>
              <a:t>          "prior_days": 31,</a:t>
            </a:r>
          </a:p>
          <a:p>
            <a:r>
              <a:t>          "prior_raw_mean": 6.048212258064516,</a:t>
            </a:r>
          </a:p>
          <a:p>
            <a:r>
              <a:t>          "prior_value": 24.38795265348595,</a:t>
            </a:r>
          </a:p>
          <a:p>
            <a:r>
              <a:t>          "yoy_fraction": -0.019013296277684333,</a:t>
            </a:r>
          </a:p>
          <a:p>
            <a:r>
              <a:t>          "yoy_pct": -1.9013296277684333,</a:t>
            </a:r>
          </a:p>
          <a:p>
            <a:r>
              <a:t>          "value_label": "23.9",</a:t>
            </a:r>
          </a:p>
          <a:p>
            <a:r>
              <a:t>          "yoy_label": "(-1.9%)",</a:t>
            </a:r>
          </a:p>
          <a:p>
            <a:r>
              <a:t>          "label": "23.9\n(-1.9%)"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"NV_XB01",</a:t>
            </a:r>
          </a:p>
          <a:p>
            <a:r>
              <a:t>          "month": "2025-04",</a:t>
            </a:r>
          </a:p>
          <a:p>
            <a:r>
              <a:t>          "start": "2025-04-01",</a:t>
            </a:r>
          </a:p>
          <a:p>
            <a:r>
              <a:t>          "end": "2025-04-30",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175.34022,</a:t>
            </a:r>
          </a:p>
          <a:p>
            <a:r>
              <a:t>          "raw_mean": 5.8446739999999995,</a:t>
            </a:r>
          </a:p>
          <a:p>
            <a:r>
              <a:t>          "value": 23.567233870967744,</a:t>
            </a:r>
          </a:p>
          <a:p>
            <a:r>
              <a:t>          "prior_start": "2024-04-01",</a:t>
            </a:r>
          </a:p>
          <a:p>
            <a:r>
              <a:t>          "prior_end": "2024-04-30",</a:t>
            </a:r>
          </a:p>
          <a:p>
            <a:r>
              <a:t>          "prior_days": 30,</a:t>
            </a:r>
          </a:p>
          <a:p>
            <a:r>
              <a:t>          "prior_raw_mean": 6.508065666666667,</a:t>
            </a:r>
          </a:p>
          <a:p>
            <a:r>
              <a:t>          "prior_value": 26.242200268817204,</a:t>
            </a:r>
          </a:p>
          <a:p>
            <a:r>
              <a:t>          "yoy_fraction": -0.10193376967052714,</a:t>
            </a:r>
          </a:p>
          <a:p>
            <a:r>
              <a:t>          "yoy_pct": -10.193376967052714,</a:t>
            </a:r>
          </a:p>
          <a:p>
            <a:r>
              <a:t>          "value_label": "23.6",</a:t>
            </a:r>
          </a:p>
          <a:p>
            <a:r>
              <a:t>          "yoy_label": "(-10.2%)",</a:t>
            </a:r>
          </a:p>
          <a:p>
            <a:r>
              <a:t>          "label": "23.6\n(-10.2%)"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"NV_XB01",</a:t>
            </a:r>
          </a:p>
          <a:p>
            <a:r>
              <a:t>          "month": "2025-05",</a:t>
            </a:r>
          </a:p>
          <a:p>
            <a:r>
              <a:t>          "start": "2025-05-01",</a:t>
            </a:r>
          </a:p>
          <a:p>
            <a:r>
              <a:t>          "end": "2025-05-31",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182.32966,</a:t>
            </a:r>
          </a:p>
          <a:p>
            <a:r>
              <a:t>          "raw_mean": 5.881601935483871,</a:t>
            </a:r>
          </a:p>
          <a:p>
            <a:r>
              <a:t>          "value": 23.71613683662851,</a:t>
            </a:r>
          </a:p>
          <a:p>
            <a:r>
              <a:t>          "prior_start": "2024-05-01",</a:t>
            </a:r>
          </a:p>
          <a:p>
            <a:r>
              <a:t>          "prior_end": "2024-05-31",</a:t>
            </a:r>
          </a:p>
          <a:p>
            <a:r>
              <a:t>          "prior_days": 31,</a:t>
            </a:r>
          </a:p>
          <a:p>
            <a:r>
              <a:t>          "prior_raw_mean": 5.818670645161291,</a:t>
            </a:r>
          </a:p>
          <a:p>
            <a:r>
              <a:t>          "prior_value": 23.46238163371488,</a:t>
            </a:r>
          </a:p>
          <a:p>
            <a:r>
              <a:t>          "yoy_fraction": 0.01081540684467397,</a:t>
            </a:r>
          </a:p>
          <a:p>
            <a:r>
              <a:t>          "yoy_pct": 1.081540684467397,</a:t>
            </a:r>
          </a:p>
          <a:p>
            <a:r>
              <a:t>          "value_label": "23.7",</a:t>
            </a:r>
          </a:p>
          <a:p>
            <a:r>
              <a:t>          "yoy_label": "(+1.1%)",</a:t>
            </a:r>
          </a:p>
          <a:p>
            <a:r>
              <a:t>          "label": "23.7\n(+1.1%)"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"NV_XB01",</a:t>
            </a:r>
          </a:p>
          <a:p>
            <a:r>
              <a:t>          "month": "2025-06",</a:t>
            </a:r>
          </a:p>
          <a:p>
            <a:r>
              <a:t>          "start": "2025-06-01",</a:t>
            </a:r>
          </a:p>
          <a:p>
            <a:r>
              <a:t>          "end": "2025-06-30",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193.10861,</a:t>
            </a:r>
          </a:p>
          <a:p>
            <a:r>
              <a:t>          "raw_mean": 6.436953666666667,</a:t>
            </a:r>
          </a:p>
          <a:p>
            <a:r>
              <a:t>          "value": 25.955458333333333,</a:t>
            </a:r>
          </a:p>
          <a:p>
            <a:r>
              <a:t>          "prior_start": "2024-06-01",</a:t>
            </a:r>
          </a:p>
          <a:p>
            <a:r>
              <a:t>          "prior_end": "2024-06-30",</a:t>
            </a:r>
          </a:p>
          <a:p>
            <a:r>
              <a:t>          "prior_days": 30,</a:t>
            </a:r>
          </a:p>
          <a:p>
            <a:r>
              <a:t>          "prior_raw_mean": 5.967713666666667,</a:t>
            </a:r>
          </a:p>
          <a:p>
            <a:r>
              <a:t>          "prior_value": 24.063361559139782,</a:t>
            </a:r>
          </a:p>
          <a:p>
            <a:r>
              <a:t>          "yoy_fraction": 0.07862977786970471,</a:t>
            </a:r>
          </a:p>
          <a:p>
            <a:r>
              <a:t>          "yoy_pct": 7.862977786970471,</a:t>
            </a:r>
          </a:p>
          <a:p>
            <a:r>
              <a:t>          "value_label": "26.0",</a:t>
            </a:r>
          </a:p>
          <a:p>
            <a:r>
              <a:t>          "yoy_label": "(+7.9%)",</a:t>
            </a:r>
          </a:p>
          <a:p>
            <a:r>
              <a:t>          "label": "26.0\n(+7.9%)"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"NV_XB01",</a:t>
            </a:r>
          </a:p>
          <a:p>
            <a:r>
              <a:t>          "month": "2025-07",</a:t>
            </a:r>
          </a:p>
          <a:p>
            <a:r>
              <a:t>          "start": "2025-07-01",</a:t>
            </a:r>
          </a:p>
          <a:p>
            <a:r>
              <a:t>          "end": "2025-07-31",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236.64545,</a:t>
            </a:r>
          </a:p>
          <a:p>
            <a:r>
              <a:t>          "raw_mean": 7.633724193548387,</a:t>
            </a:r>
          </a:p>
          <a:p>
            <a:r>
              <a:t>          "value": 30.781145941727367,</a:t>
            </a:r>
          </a:p>
          <a:p>
            <a:r>
              <a:t>          "prior_start": "2024-07-01",</a:t>
            </a:r>
          </a:p>
          <a:p>
            <a:r>
              <a:t>          "prior_end": "2024-07-31",</a:t>
            </a:r>
          </a:p>
          <a:p>
            <a:r>
              <a:t>          "prior_days": 31,</a:t>
            </a:r>
          </a:p>
          <a:p>
            <a:r>
              <a:t>          "prior_raw_mean": 6.416294193548388,</a:t>
            </a:r>
          </a:p>
          <a:p>
            <a:r>
              <a:t>          "prior_value": 25.872154006243495,</a:t>
            </a:r>
          </a:p>
          <a:p>
            <a:r>
              <a:t>          "yoy_fraction": 0.1897403646522524,</a:t>
            </a:r>
          </a:p>
          <a:p>
            <a:r>
              <a:t>          "yoy_pct": 18.97403646522524,</a:t>
            </a:r>
          </a:p>
          <a:p>
            <a:r>
              <a:t>          "value_label": "30.8",</a:t>
            </a:r>
          </a:p>
          <a:p>
            <a:r>
              <a:t>          "yoy_label": "(+19.0%)",</a:t>
            </a:r>
          </a:p>
          <a:p>
            <a:r>
              <a:t>          "label": "30.8\n(+19.0%)"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"NV_XB01",</a:t>
            </a:r>
          </a:p>
          <a:p>
            <a:r>
              <a:t>          "month": "2025-08",</a:t>
            </a:r>
          </a:p>
          <a:p>
            <a:r>
              <a:t>          "start": "2025-08-01",</a:t>
            </a:r>
          </a:p>
          <a:p>
            <a:r>
              <a:t>          "end": "2025-08-31",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275.84549,</a:t>
            </a:r>
          </a:p>
          <a:p>
            <a:r>
              <a:t>          "raw_mean": 8.898241612903226,</a:t>
            </a:r>
          </a:p>
          <a:p>
            <a:r>
              <a:t>          "value": 35.88000650364204,</a:t>
            </a:r>
          </a:p>
          <a:p>
            <a:r>
              <a:t>          "prior_start": "2024-08-01",</a:t>
            </a:r>
          </a:p>
          <a:p>
            <a:r>
              <a:t>          "prior_end": "2024-08-31",</a:t>
            </a:r>
          </a:p>
          <a:p>
            <a:r>
              <a:t>          "prior_days": 31,</a:t>
            </a:r>
          </a:p>
          <a:p>
            <a:r>
              <a:t>          "prior_raw_mean": 6.309899032258064,</a:t>
            </a:r>
          </a:p>
          <a:p>
            <a:r>
              <a:t>          "prior_value": 25.443141259105097,</a:t>
            </a:r>
          </a:p>
          <a:p>
            <a:r>
              <a:t>          "yoy_fraction": 0.4102034862067987,</a:t>
            </a:r>
          </a:p>
          <a:p>
            <a:r>
              <a:t>          "yoy_pct": 41.02034862067987,</a:t>
            </a:r>
          </a:p>
          <a:p>
            <a:r>
              <a:t>          "value_label": "35.9",</a:t>
            </a:r>
          </a:p>
          <a:p>
            <a:r>
              <a:t>          "yoy_label": "(+41.0%)",</a:t>
            </a:r>
          </a:p>
          <a:p>
            <a:r>
              <a:t>          "label": "35.9\n(+41.0%)"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"NV_XB01",</a:t>
            </a:r>
          </a:p>
          <a:p>
            <a:r>
              <a:t>          "month": "2025-09",</a:t>
            </a:r>
          </a:p>
          <a:p>
            <a:r>
              <a:t>          "start": "2025-09-01",</a:t>
            </a:r>
          </a:p>
          <a:p>
            <a:r>
              <a:t>          "end": "2025-09-30",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210.72265,</a:t>
            </a:r>
          </a:p>
          <a:p>
            <a:r>
              <a:t>          "raw_mean": 7.024088333333333,</a:t>
            </a:r>
          </a:p>
          <a:p>
            <a:r>
              <a:t>          "value": 28.32293682795699,</a:t>
            </a:r>
          </a:p>
          <a:p>
            <a:r>
              <a:t>          "prior_start": "2024-09-01",</a:t>
            </a:r>
          </a:p>
          <a:p>
            <a:r>
              <a:t>          "prior_end": "2024-09-30",</a:t>
            </a:r>
          </a:p>
          <a:p>
            <a:r>
              <a:t>          "prior_days": 30,</a:t>
            </a:r>
          </a:p>
          <a:p>
            <a:r>
              <a:t>          "prior_raw_mean": 5.899877666666667,</a:t>
            </a:r>
          </a:p>
          <a:p>
            <a:r>
              <a:t>          "prior_value": 23.78982930107527,</a:t>
            </a:r>
          </a:p>
          <a:p>
            <a:r>
              <a:t>          "yoy_fraction": 0.1905481317041997,</a:t>
            </a:r>
          </a:p>
          <a:p>
            <a:r>
              <a:t>          "yoy_pct": 19.05481317041997,</a:t>
            </a:r>
          </a:p>
          <a:p>
            <a:r>
              <a:t>          "value_label": "28.3",</a:t>
            </a:r>
          </a:p>
          <a:p>
            <a:r>
              <a:t>          "yoy_label": "(+19.1%)",</a:t>
            </a:r>
          </a:p>
          <a:p>
            <a:r>
              <a:t>          "label": "28.3\n(+19.1%)"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"NV_XB01",</a:t>
            </a:r>
          </a:p>
          <a:p>
            <a:r>
              <a:t>          "month": "2025-10",</a:t>
            </a:r>
          </a:p>
          <a:p>
            <a:r>
              <a:t>          "start": "2025-10-01",</a:t>
            </a:r>
          </a:p>
          <a:p>
            <a:r>
              <a:t>          "end": "2025-10-31",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262.31565,</a:t>
            </a:r>
          </a:p>
          <a:p>
            <a:r>
              <a:t>          "raw_mean": 8.461795161290322,</a:t>
            </a:r>
          </a:p>
          <a:p>
            <a:r>
              <a:t>          "value": 34.120141779396455,</a:t>
            </a:r>
          </a:p>
          <a:p>
            <a:r>
              <a:t>          "prior_start": "2024-10-01",</a:t>
            </a:r>
          </a:p>
          <a:p>
            <a:r>
              <a:t>          "prior_end": "2024-10-31",</a:t>
            </a:r>
          </a:p>
          <a:p>
            <a:r>
              <a:t>          "prior_days": 31,</a:t>
            </a:r>
          </a:p>
          <a:p>
            <a:r>
              <a:t>          "prior_raw_mean": 6.0337241935483865,</a:t>
            </a:r>
          </a:p>
          <a:p>
            <a:r>
              <a:t>          "prior_value": 24.329533038501562,</a:t>
            </a:r>
          </a:p>
          <a:p>
            <a:r>
              <a:t>          "yoy_fraction": 0.40241663189347787,</a:t>
            </a:r>
          </a:p>
          <a:p>
            <a:r>
              <a:t>          "yoy_pct": 40.24166318934779,</a:t>
            </a:r>
          </a:p>
          <a:p>
            <a:r>
              <a:t>          "value_label": "34.1",</a:t>
            </a:r>
          </a:p>
          <a:p>
            <a:r>
              <a:t>          "yoy_label": "(+40.2%)",</a:t>
            </a:r>
          </a:p>
          <a:p>
            <a:r>
              <a:t>          "label": "34.1\n(+40.2%)"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"NV_XB01",</a:t>
            </a:r>
          </a:p>
          <a:p>
            <a:r>
              <a:t>          "month": "2025-11",</a:t>
            </a:r>
          </a:p>
          <a:p>
            <a:r>
              <a:t>          "start": "2025-11-01",</a:t>
            </a:r>
          </a:p>
          <a:p>
            <a:r>
              <a:t>          "end": "2025-11-30",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185.52968,</a:t>
            </a:r>
          </a:p>
          <a:p>
            <a:r>
              <a:t>          "raw_mean": 6.1843226666666675,</a:t>
            </a:r>
          </a:p>
          <a:p>
            <a:r>
              <a:t>          "value": 24.93678494623656,</a:t>
            </a:r>
          </a:p>
          <a:p>
            <a:r>
              <a:t>          "prior_start": "2024-11-01",</a:t>
            </a:r>
          </a:p>
          <a:p>
            <a:r>
              <a:t>          "prior_end": "2024-11-30",</a:t>
            </a:r>
          </a:p>
          <a:p>
            <a:r>
              <a:t>          "prior_days": 30,</a:t>
            </a:r>
          </a:p>
          <a:p>
            <a:r>
              <a:t>          "prior_raw_mean": 5.760463666666666,</a:t>
            </a:r>
          </a:p>
          <a:p>
            <a:r>
              <a:t>          "prior_value": 23.227676075268814,</a:t>
            </a:r>
          </a:p>
          <a:p>
            <a:r>
              <a:t>          "yoy_fraction": 0.07358070886770651,</a:t>
            </a:r>
          </a:p>
          <a:p>
            <a:r>
              <a:t>          "yoy_pct": 7.358070886770651,</a:t>
            </a:r>
          </a:p>
          <a:p>
            <a:r>
              <a:t>          "value_label": "24.9",</a:t>
            </a:r>
          </a:p>
          <a:p>
            <a:r>
              <a:t>          "yoy_label": "(+7.4%)",</a:t>
            </a:r>
          </a:p>
          <a:p>
            <a:r>
              <a:t>          "label": "24.9\n(+7.4%)"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"NV_XB01",</a:t>
            </a:r>
          </a:p>
          <a:p>
            <a:r>
              <a:t>          "month": "2025-12",</a:t>
            </a:r>
          </a:p>
          <a:p>
            <a:r>
              <a:t>          "start": "2025-12-01",</a:t>
            </a:r>
          </a:p>
          <a:p>
            <a:r>
              <a:t>          "end": "2025-12-31",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206.41389,</a:t>
            </a:r>
          </a:p>
          <a:p>
            <a:r>
              <a:t>          "raw_mean": 6.658512580645161,</a:t>
            </a:r>
          </a:p>
          <a:p>
            <a:r>
              <a:t>          "value": 26.848841050988554,</a:t>
            </a:r>
          </a:p>
          <a:p>
            <a:r>
              <a:t>          "prior_start": "2024-12-01",</a:t>
            </a:r>
          </a:p>
          <a:p>
            <a:r>
              <a:t>          "prior_end": "2024-12-31",</a:t>
            </a:r>
          </a:p>
          <a:p>
            <a:r>
              <a:t>          "prior_days": 31,</a:t>
            </a:r>
          </a:p>
          <a:p>
            <a:r>
              <a:t>          "prior_raw_mean": 6.374189677419355,</a:t>
            </a:r>
          </a:p>
          <a:p>
            <a:r>
              <a:t>          "prior_value": 25.702377731529655,</a:t>
            </a:r>
          </a:p>
          <a:p>
            <a:r>
              <a:t>          "yoy_fraction": 0.04460534085344592,</a:t>
            </a:r>
          </a:p>
          <a:p>
            <a:r>
              <a:t>          "yoy_pct": 4.460534085344592,</a:t>
            </a:r>
          </a:p>
          <a:p>
            <a:r>
              <a:t>          "value_label": "26.8",</a:t>
            </a:r>
          </a:p>
          <a:p>
            <a:r>
              <a:t>          "yoy_label": "(+4.5%)",</a:t>
            </a:r>
          </a:p>
          <a:p>
            <a:r>
              <a:t>          "label": "26.8\n(+4.5%)"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"NV_XB01",</a:t>
            </a:r>
          </a:p>
          <a:p>
            <a:r>
              <a:t>          "month": "2026-01",</a:t>
            </a:r>
          </a:p>
          <a:p>
            <a:r>
              <a:t>          "start": "2026-01-01",</a:t>
            </a:r>
          </a:p>
          <a:p>
            <a:r>
              <a:t>          "end": "2026-01-31",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167.99986,</a:t>
            </a:r>
          </a:p>
          <a:p>
            <a:r>
              <a:t>          "raw_mean": 5.419350322580645,</a:t>
            </a:r>
          </a:p>
          <a:p>
            <a:r>
              <a:t>          "value": 21.852219042663894,</a:t>
            </a:r>
          </a:p>
          <a:p>
            <a:r>
              <a:t>          "prior_start": "2025-01-01",</a:t>
            </a:r>
          </a:p>
          <a:p>
            <a:r>
              <a:t>          "prior_end": "2025-01-31",</a:t>
            </a:r>
          </a:p>
          <a:p>
            <a:r>
              <a:t>          "prior_days": 31,</a:t>
            </a:r>
          </a:p>
          <a:p>
            <a:r>
              <a:t>          "prior_raw_mean": 6.694730967741936,</a:t>
            </a:r>
          </a:p>
          <a:p>
            <a:r>
              <a:t>          "prior_value": 26.994882934443286,</a:t>
            </a:r>
          </a:p>
          <a:p>
            <a:r>
              <a:t>          "yoy_fraction": -0.19050513774289313,</a:t>
            </a:r>
          </a:p>
          <a:p>
            <a:r>
              <a:t>          "yoy_pct": -19.050513774289314,</a:t>
            </a:r>
          </a:p>
          <a:p>
            <a:r>
              <a:t>          "value_label": "21.9",</a:t>
            </a:r>
          </a:p>
          <a:p>
            <a:r>
              <a:t>          "yoy_label": "(-19.1%)",</a:t>
            </a:r>
          </a:p>
          <a:p>
            <a:r>
              <a:t>          "label": "21.9\n(-19.1%)"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"NV_XB01",</a:t>
            </a:r>
          </a:p>
          <a:p>
            <a:r>
              <a:t>          "month": "2026-02",</a:t>
            </a:r>
          </a:p>
          <a:p>
            <a:r>
              <a:t>          "start": "2026-02-01",</a:t>
            </a:r>
          </a:p>
          <a:p>
            <a:r>
              <a:t>          "end": "2026-02-28",</a:t>
            </a:r>
          </a:p>
          <a:p>
            <a:r>
              <a:t>          "days": 28,</a:t>
            </a:r>
          </a:p>
          <a:p>
            <a:r>
              <a:t>          "partial": false,</a:t>
            </a:r>
          </a:p>
          <a:p>
            <a:r>
              <a:t>          "raw_sum": 115.4244,</a:t>
            </a:r>
          </a:p>
          <a:p>
            <a:r>
              <a:t>          "raw_mean": 4.1223,</a:t>
            </a:r>
          </a:p>
          <a:p>
            <a:r>
              <a:t>          "value": 16.622177419354838,</a:t>
            </a:r>
          </a:p>
          <a:p>
            <a:r>
              <a:t>          "prior_start": "2025-02-01",</a:t>
            </a:r>
          </a:p>
          <a:p>
            <a:r>
              <a:t>          "prior_end": "2025-02-28",</a:t>
            </a:r>
          </a:p>
          <a:p>
            <a:r>
              <a:t>          "prior_days": 28,</a:t>
            </a:r>
          </a:p>
          <a:p>
            <a:r>
              <a:t>          "prior_raw_mean": 7.441098214285715,</a:t>
            </a:r>
          </a:p>
          <a:p>
            <a:r>
              <a:t>          "prior_value": 30.00442828341014,</a:t>
            </a:r>
          </a:p>
          <a:p>
            <a:r>
              <a:t>          "yoy_fraction": -0.44600919363141245,</a:t>
            </a:r>
          </a:p>
          <a:p>
            <a:r>
              <a:t>          "yoy_pct": -44.600919363141244,</a:t>
            </a:r>
          </a:p>
          <a:p>
            <a:r>
              <a:t>          "value_label": "16.6",</a:t>
            </a:r>
          </a:p>
          <a:p>
            <a:r>
              <a:t>          "yoy_label": "(-44.6%)",</a:t>
            </a:r>
          </a:p>
          <a:p>
            <a:r>
              <a:t>          "label": "16.6\n(-44.6%)"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"NV_XB01",</a:t>
            </a:r>
          </a:p>
          <a:p>
            <a:r>
              <a:t>          "month": "2026-03",</a:t>
            </a:r>
          </a:p>
          <a:p>
            <a:r>
              <a:t>          "start": "2026-03-01",</a:t>
            </a:r>
          </a:p>
          <a:p>
            <a:r>
              <a:t>          "end": "2026-03-31",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136.70163,</a:t>
            </a:r>
          </a:p>
          <a:p>
            <a:r>
              <a:t>          "raw_mean": 4.40973,</a:t>
            </a:r>
          </a:p>
          <a:p>
            <a:r>
              <a:t>          "value": 17.781169354838706,</a:t>
            </a:r>
          </a:p>
          <a:p>
            <a:r>
              <a:t>          "prior_start": "2025-03-01",</a:t>
            </a:r>
          </a:p>
          <a:p>
            <a:r>
              <a:t>          "prior_end": "2025-03-31",</a:t>
            </a:r>
          </a:p>
          <a:p>
            <a:r>
              <a:t>          "prior_days": 31,</a:t>
            </a:r>
          </a:p>
          <a:p>
            <a:r>
              <a:t>          "prior_raw_mean": 5.933215806451613,</a:t>
            </a:r>
          </a:p>
          <a:p>
            <a:r>
              <a:t>          "prior_value": 23.924257284079083,</a:t>
            </a:r>
          </a:p>
          <a:p>
            <a:r>
              <a:t>          "yoy_fraction": -0.25677235687180255,</a:t>
            </a:r>
          </a:p>
          <a:p>
            <a:r>
              <a:t>          "yoy_pct": -25.677235687180257,</a:t>
            </a:r>
          </a:p>
          <a:p>
            <a:r>
              <a:t>          "value_label": "17.8",</a:t>
            </a:r>
          </a:p>
          <a:p>
            <a:r>
              <a:t>          "yoy_label": "(-25.7%)",</a:t>
            </a:r>
          </a:p>
          <a:p>
            <a:r>
              <a:t>          "label": "17.8\n(-25.7%)"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"NV_XB01",</a:t>
            </a:r>
          </a:p>
          <a:p>
            <a:r>
              <a:t>          "month": "2026-04",</a:t>
            </a:r>
          </a:p>
          <a:p>
            <a:r>
              <a:t>          "start": "2026-04-01",</a:t>
            </a:r>
          </a:p>
          <a:p>
            <a:r>
              <a:t>          "end": "2026-04-30",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117.93670999999999,</a:t>
            </a:r>
          </a:p>
          <a:p>
            <a:r>
              <a:t>          "raw_mean": 3.9312236666666664,</a:t>
            </a:r>
          </a:p>
          <a:p>
            <a:r>
              <a:t>          "value": 15.851708333333333,</a:t>
            </a:r>
          </a:p>
          <a:p>
            <a:r>
              <a:t>          "prior_start": "2025-04-01",</a:t>
            </a:r>
          </a:p>
          <a:p>
            <a:r>
              <a:t>          "prior_end": "2025-04-30",</a:t>
            </a:r>
          </a:p>
          <a:p>
            <a:r>
              <a:t>          "prior_days": 30,</a:t>
            </a:r>
          </a:p>
          <a:p>
            <a:r>
              <a:t>          "prior_raw_mean": 5.8446739999999995,</a:t>
            </a:r>
          </a:p>
          <a:p>
            <a:r>
              <a:t>          "prior_value": 23.567233870967744,</a:t>
            </a:r>
          </a:p>
          <a:p>
            <a:r>
              <a:t>          "yoy_fraction": -0.32738358603633566,</a:t>
            </a:r>
          </a:p>
          <a:p>
            <a:r>
              <a:t>          "yoy_pct": -32.738358603633564,</a:t>
            </a:r>
          </a:p>
          <a:p>
            <a:r>
              <a:t>          "value_label": "15.9",</a:t>
            </a:r>
          </a:p>
          <a:p>
            <a:r>
              <a:t>          "yoy_label": "(-32.7%)",</a:t>
            </a:r>
          </a:p>
          <a:p>
            <a:r>
              <a:t>          "label": "15.9\n(-32.7%)"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"NV_XB01",</a:t>
            </a:r>
          </a:p>
          <a:p>
            <a:r>
              <a:t>          "month": "2026-05",</a:t>
            </a:r>
          </a:p>
          <a:p>
            <a:r>
              <a:t>          "start": "2026-05-01",</a:t>
            </a:r>
          </a:p>
          <a:p>
            <a:r>
              <a:t>          "end": "2026-05-31",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121.43144,</a:t>
            </a:r>
          </a:p>
          <a:p>
            <a:r>
              <a:t>          "raw_mean": 3.9171432258064516,</a:t>
            </a:r>
          </a:p>
          <a:p>
            <a:r>
              <a:t>          "value": 15.794932362122788,</a:t>
            </a:r>
          </a:p>
          <a:p>
            <a:r>
              <a:t>          "prior_start": "2025-05-01",</a:t>
            </a:r>
          </a:p>
          <a:p>
            <a:r>
              <a:t>          "prior_end": "2025-05-31",</a:t>
            </a:r>
          </a:p>
          <a:p>
            <a:r>
              <a:t>          "prior_days": 31,</a:t>
            </a:r>
          </a:p>
          <a:p>
            <a:r>
              <a:t>          "prior_raw_mean": 5.881601935483871,</a:t>
            </a:r>
          </a:p>
          <a:p>
            <a:r>
              <a:t>          "prior_value": 23.71613683662851,</a:t>
            </a:r>
          </a:p>
          <a:p>
            <a:r>
              <a:t>          "yoy_fraction": -0.3340006228279041,</a:t>
            </a:r>
          </a:p>
          <a:p>
            <a:r>
              <a:t>          "yoy_pct": -33.40006228279041,</a:t>
            </a:r>
          </a:p>
          <a:p>
            <a:r>
              <a:t>          "value_label": "15.8",</a:t>
            </a:r>
          </a:p>
          <a:p>
            <a:r>
              <a:t>          "yoy_label": "(-33.4%)",</a:t>
            </a:r>
          </a:p>
          <a:p>
            <a:r>
              <a:t>          "label": "15.8\n(-33.4%)"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"NV_XB01",</a:t>
            </a:r>
          </a:p>
          <a:p>
            <a:r>
              <a:t>          "month": "2026-06",</a:t>
            </a:r>
          </a:p>
          <a:p>
            <a:r>
              <a:t>          "start": "2026-06-01",</a:t>
            </a:r>
          </a:p>
          <a:p>
            <a:r>
              <a:t>          "end": "2026-06-30",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129.99287,</a:t>
            </a:r>
          </a:p>
          <a:p>
            <a:r>
              <a:t>          "raw_mean": 4.333095666666667,</a:t>
            </a:r>
          </a:p>
          <a:p>
            <a:r>
              <a:t>          "value": 17.47215994623656,</a:t>
            </a:r>
          </a:p>
          <a:p>
            <a:r>
              <a:t>          "prior_start": "2025-06-01",</a:t>
            </a:r>
          </a:p>
          <a:p>
            <a:r>
              <a:t>          "prior_end": "2025-06-30",</a:t>
            </a:r>
          </a:p>
          <a:p>
            <a:r>
              <a:t>          "prior_days": 30,</a:t>
            </a:r>
          </a:p>
          <a:p>
            <a:r>
              <a:t>          "prior_raw_mean": 6.436953666666667,</a:t>
            </a:r>
          </a:p>
          <a:p>
            <a:r>
              <a:t>          "prior_value": 25.955458333333333,</a:t>
            </a:r>
          </a:p>
          <a:p>
            <a:r>
              <a:t>          "yoy_fraction": -0.3268406312903397,</a:t>
            </a:r>
          </a:p>
          <a:p>
            <a:r>
              <a:t>          "yoy_pct": -32.684063129033966,</a:t>
            </a:r>
          </a:p>
          <a:p>
            <a:r>
              <a:t>          "value_label": "17.5",</a:t>
            </a:r>
          </a:p>
          <a:p>
            <a:r>
              <a:t>          "yoy_label": "(-32.7%)",</a:t>
            </a:r>
          </a:p>
          <a:p>
            <a:r>
              <a:t>          "label": "17.5\n(-32.7%)"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"NV_XB01",</a:t>
            </a:r>
          </a:p>
          <a:p>
            <a:r>
              <a:t>          "month": "2026-07",</a:t>
            </a:r>
          </a:p>
          <a:p>
            <a:r>
              <a:t>          "start": "2026-07-01",</a:t>
            </a:r>
          </a:p>
          <a:p>
            <a:r>
              <a:t>          "end": "2026-07-31",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118.93319,</a:t>
            </a:r>
          </a:p>
          <a:p>
            <a:r>
              <a:t>          "raw_mean": 3.836554516129032,</a:t>
            </a:r>
          </a:p>
          <a:p>
            <a:r>
              <a:t>          "value": 15.469977887617064,</a:t>
            </a:r>
          </a:p>
          <a:p>
            <a:r>
              <a:t>          "prior_start": "2025-07-01",</a:t>
            </a:r>
          </a:p>
          <a:p>
            <a:r>
              <a:t>          "prior_end": "2025-07-31",</a:t>
            </a:r>
          </a:p>
          <a:p>
            <a:r>
              <a:t>          "prior_days": 31,</a:t>
            </a:r>
          </a:p>
          <a:p>
            <a:r>
              <a:t>          "prior_raw_mean": 7.633724193548387,</a:t>
            </a:r>
          </a:p>
          <a:p>
            <a:r>
              <a:t>          "prior_value": 30.781145941727367,</a:t>
            </a:r>
          </a:p>
          <a:p>
            <a:r>
              <a:t>          "yoy_fraction": -0.49742033916139106,</a:t>
            </a:r>
          </a:p>
          <a:p>
            <a:r>
              <a:t>          "yoy_pct": -49.74203391613911,</a:t>
            </a:r>
          </a:p>
          <a:p>
            <a:r>
              <a:t>          "value_label": "15.5",</a:t>
            </a:r>
          </a:p>
          <a:p>
            <a:r>
              <a:t>          "yoy_label": "(-49.7%)",</a:t>
            </a:r>
          </a:p>
          <a:p>
            <a:r>
              <a:t>          "label": "15.5\n(-49.7%)"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"NV_XB01",</a:t>
            </a:r>
          </a:p>
          <a:p>
            <a:r>
              <a:t>          "month": "2026-08",</a:t>
            </a:r>
          </a:p>
          <a:p>
            <a:r>
              <a:t>          "start": "2026-08-01",</a:t>
            </a:r>
          </a:p>
          <a:p>
            <a:r>
              <a:t>          "end": "2026-08-31",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123.07355,</a:t>
            </a:r>
          </a:p>
          <a:p>
            <a:r>
              <a:t>          "raw_mean": 3.970114516129032,</a:t>
            </a:r>
          </a:p>
          <a:p>
            <a:r>
              <a:t>          "value": 16.008526274713837,</a:t>
            </a:r>
          </a:p>
          <a:p>
            <a:r>
              <a:t>          "prior_start": "2025-08-01",</a:t>
            </a:r>
          </a:p>
          <a:p>
            <a:r>
              <a:t>          "prior_end": "2025-08-31",</a:t>
            </a:r>
          </a:p>
          <a:p>
            <a:r>
              <a:t>          "prior_days": 31,</a:t>
            </a:r>
          </a:p>
          <a:p>
            <a:r>
              <a:t>          "prior_raw_mean": 8.898241612903226,</a:t>
            </a:r>
          </a:p>
          <a:p>
            <a:r>
              <a:t>          "prior_value": 35.88000650364204,</a:t>
            </a:r>
          </a:p>
          <a:p>
            <a:r>
              <a:t>          "yoy_fraction": -0.5538315670848925,</a:t>
            </a:r>
          </a:p>
          <a:p>
            <a:r>
              <a:t>          "yoy_pct": -55.383156708489246,</a:t>
            </a:r>
          </a:p>
          <a:p>
            <a:r>
              <a:t>          "value_label": "16.0",</a:t>
            </a:r>
          </a:p>
          <a:p>
            <a:r>
              <a:t>          "yoy_label": "(-55.4%)",</a:t>
            </a:r>
          </a:p>
          <a:p>
            <a:r>
              <a:t>          "label": "16.0\n(-55.4%)"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"NV_XB01",</a:t>
            </a:r>
          </a:p>
          <a:p>
            <a:r>
              <a:t>          "month": "2026-09",</a:t>
            </a:r>
          </a:p>
          <a:p>
            <a:r>
              <a:t>          "start": "2026-09-01",</a:t>
            </a:r>
          </a:p>
          <a:p>
            <a:r>
              <a:t>          "end": "2026-09-30",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102.98933,</a:t>
            </a:r>
          </a:p>
          <a:p>
            <a:r>
              <a:t>          "raw_mean": 3.4329776666666665,</a:t>
            </a:r>
          </a:p>
          <a:p>
            <a:r>
              <a:t>          "value": 13.84265188172043,</a:t>
            </a:r>
          </a:p>
          <a:p>
            <a:r>
              <a:t>          "prior_start": "2025-09-01",</a:t>
            </a:r>
          </a:p>
          <a:p>
            <a:r>
              <a:t>          "prior_end": "2025-09-30",</a:t>
            </a:r>
          </a:p>
          <a:p>
            <a:r>
              <a:t>          "prior_days": 30,</a:t>
            </a:r>
          </a:p>
          <a:p>
            <a:r>
              <a:t>          "prior_raw_mean": 7.024088333333333,</a:t>
            </a:r>
          </a:p>
          <a:p>
            <a:r>
              <a:t>          "prior_value": 28.32293682795699,</a:t>
            </a:r>
          </a:p>
          <a:p>
            <a:r>
              <a:t>          "yoy_fraction": -0.5112564785987648,</a:t>
            </a:r>
          </a:p>
          <a:p>
            <a:r>
              <a:t>          "yoy_pct": -51.12564785987648,</a:t>
            </a:r>
          </a:p>
          <a:p>
            <a:r>
              <a:t>          "value_label": "13.8",</a:t>
            </a:r>
          </a:p>
          <a:p>
            <a:r>
              <a:t>          "yoy_label": "(-51.1%)",</a:t>
            </a:r>
          </a:p>
          <a:p>
            <a:r>
              <a:t>          "label": "13.8\n(-51.1%)"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"NV_XB01",</a:t>
            </a:r>
          </a:p>
          <a:p>
            <a:r>
              <a:t>          "month": "2026-10",</a:t>
            </a:r>
          </a:p>
          <a:p>
            <a:r>
              <a:t>          "start": "2026-10-01",</a:t>
            </a:r>
          </a:p>
          <a:p>
            <a:r>
              <a:t>          "end": "2026-10-19",</a:t>
            </a:r>
          </a:p>
          <a:p>
            <a:r>
              <a:t>          "days": 19,</a:t>
            </a:r>
          </a:p>
          <a:p>
            <a:r>
              <a:t>          "partial": true,</a:t>
            </a:r>
          </a:p>
          <a:p>
            <a:r>
              <a:t>          "raw_sum": 68.99638,</a:t>
            </a:r>
          </a:p>
          <a:p>
            <a:r>
              <a:t>          "raw_mean": 3.6313884210526317,</a:t>
            </a:r>
          </a:p>
          <a:p>
            <a:r>
              <a:t>          "value": 14.642695246179965,</a:t>
            </a:r>
          </a:p>
          <a:p>
            <a:r>
              <a:t>          "prior_start": "2025-10-01",</a:t>
            </a:r>
          </a:p>
          <a:p>
            <a:r>
              <a:t>          "prior_end": "2025-10-19",</a:t>
            </a:r>
          </a:p>
          <a:p>
            <a:r>
              <a:t>          "prior_days": 19,</a:t>
            </a:r>
          </a:p>
          <a:p>
            <a:r>
              <a:t>          "prior_raw_mean": 8.997964210526316,</a:t>
            </a:r>
          </a:p>
          <a:p>
            <a:r>
              <a:t>          "prior_value": 36.28211375212224,</a:t>
            </a:r>
          </a:p>
          <a:p>
            <a:r>
              <a:t>          "yoy_fraction": -0.5964211085876034,</a:t>
            </a:r>
          </a:p>
          <a:p>
            <a:r>
              <a:t>          "yoy_pct": -59.64211085876035,</a:t>
            </a:r>
          </a:p>
          <a:p>
            <a:r>
              <a:t>          "value_label": "14.6",</a:t>
            </a:r>
          </a:p>
          <a:p>
            <a:r>
              <a:t>          "yoy_label": "(-59.6%)",</a:t>
            </a:r>
          </a:p>
          <a:p>
            <a:r>
              <a:t>          "label": "14.6\n(-59.6%)"</a:t>
            </a:r>
          </a:p>
          <a:p>
            <a:r>
              <a:t>        }</a:t>
            </a:r>
          </a:p>
          <a:p>
            <a:r>
              <a:t>      ]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"NV_XB02",</a:t>
            </a:r>
          </a:p>
          <a:p>
            <a:r>
              <a:t>      "label": "마늘·갈릭",</a:t>
            </a:r>
          </a:p>
          <a:p>
            <a:r>
              <a:t>      "points": [</a:t>
            </a:r>
          </a:p>
          <a:p>
            <a:r>
              <a:t>        {</a:t>
            </a:r>
          </a:p>
          <a:p>
            <a:r>
              <a:t>          "group_id": "NV_XB02",</a:t>
            </a:r>
          </a:p>
          <a:p>
            <a:r>
              <a:t>          "month": "2025-01",</a:t>
            </a:r>
          </a:p>
          <a:p>
            <a:r>
              <a:t>          "start": "2025-01-01",</a:t>
            </a:r>
          </a:p>
          <a:p>
            <a:r>
              <a:t>          "end": "2025-01-31",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67.87352,</a:t>
            </a:r>
          </a:p>
          <a:p>
            <a:r>
              <a:t>          "raw_mean": 2.1894683870967744,</a:t>
            </a:r>
          </a:p>
          <a:p>
            <a:r>
              <a:t>          "value": 36.966779008184886,</a:t>
            </a:r>
          </a:p>
          <a:p>
            <a:r>
              <a:t>          "prior_start": "2024-01-01",</a:t>
            </a:r>
          </a:p>
          <a:p>
            <a:r>
              <a:t>          "prior_end": "2024-01-31",</a:t>
            </a:r>
          </a:p>
          <a:p>
            <a:r>
              <a:t>          "prior_days": 31,</a:t>
            </a:r>
          </a:p>
          <a:p>
            <a:r>
              <a:t>          "prior_raw_mean": 2.270510322580645,</a:t>
            </a:r>
          </a:p>
          <a:p>
            <a:r>
              <a:t>          "prior_value": 38.3350834500683,</a:t>
            </a:r>
          </a:p>
          <a:p>
            <a:r>
              <a:t>          "yoy_fraction": -0.035693268899900654,</a:t>
            </a:r>
          </a:p>
          <a:p>
            <a:r>
              <a:t>          "yoy_pct": -3.5693268899900654,</a:t>
            </a:r>
          </a:p>
          <a:p>
            <a:r>
              <a:t>          "value_label": "37.0",</a:t>
            </a:r>
          </a:p>
          <a:p>
            <a:r>
              <a:t>          "yoy_label": "(-3.6%)",</a:t>
            </a:r>
          </a:p>
          <a:p>
            <a:r>
              <a:t>          "label": "37.0\n(-3.6%)"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"NV_XB02",</a:t>
            </a:r>
          </a:p>
          <a:p>
            <a:r>
              <a:t>          "month": "2025-02",</a:t>
            </a:r>
          </a:p>
          <a:p>
            <a:r>
              <a:t>          "start": "2025-02-01",</a:t>
            </a:r>
          </a:p>
          <a:p>
            <a:r>
              <a:t>          "end": "2025-02-28",</a:t>
            </a:r>
          </a:p>
          <a:p>
            <a:r>
              <a:t>          "days": 28,</a:t>
            </a:r>
          </a:p>
          <a:p>
            <a:r>
              <a:t>          "partial": false,</a:t>
            </a:r>
          </a:p>
          <a:p>
            <a:r>
              <a:t>          "raw_sum": 74.11917,</a:t>
            </a:r>
          </a:p>
          <a:p>
            <a:r>
              <a:t>          "raw_mean": 2.647113214285714,</a:t>
            </a:r>
          </a:p>
          <a:p>
            <a:r>
              <a:t>          "value": 44.69361137106967,</a:t>
            </a:r>
          </a:p>
          <a:p>
            <a:r>
              <a:t>          "prior_start": "2024-02-01",</a:t>
            </a:r>
          </a:p>
          <a:p>
            <a:r>
              <a:t>          "prior_end": "2024-02-29",</a:t>
            </a:r>
          </a:p>
          <a:p>
            <a:r>
              <a:t>          "prior_days": 29,</a:t>
            </a:r>
          </a:p>
          <a:p>
            <a:r>
              <a:t>          "prior_raw_mean": 2.3883799999999997,</a:t>
            </a:r>
          </a:p>
          <a:p>
            <a:r>
              <a:t>          "prior_value": 40.32518403457824,</a:t>
            </a:r>
          </a:p>
          <a:p>
            <a:r>
              <a:t>          "yoy_fraction": 0.10833000372039381,</a:t>
            </a:r>
          </a:p>
          <a:p>
            <a:r>
              <a:t>          "yoy_pct": 10.83300037203938,</a:t>
            </a:r>
          </a:p>
          <a:p>
            <a:r>
              <a:t>          "value_label": "44.7",</a:t>
            </a:r>
          </a:p>
          <a:p>
            <a:r>
              <a:t>          "yoy_label": "(+10.8%)",</a:t>
            </a:r>
          </a:p>
          <a:p>
            <a:r>
              <a:t>          "label": "44.7\n(+10.8%)"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"NV_XB02",</a:t>
            </a:r>
          </a:p>
          <a:p>
            <a:r>
              <a:t>          "month": "2025-03",</a:t>
            </a:r>
          </a:p>
          <a:p>
            <a:r>
              <a:t>          "start": "2025-03-01",</a:t>
            </a:r>
          </a:p>
          <a:p>
            <a:r>
              <a:t>          "end": "2025-03-31",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69.95069,</a:t>
            </a:r>
          </a:p>
          <a:p>
            <a:r>
              <a:t>          "raw_mean": 2.2564738709677417,</a:t>
            </a:r>
          </a:p>
          <a:p>
            <a:r>
              <a:t>          "value": 38.09809331680526,</a:t>
            </a:r>
          </a:p>
          <a:p>
            <a:r>
              <a:t>          "prior_start": "2024-03-01",</a:t>
            </a:r>
          </a:p>
          <a:p>
            <a:r>
              <a:t>          "prior_end": "2024-03-31",</a:t>
            </a:r>
          </a:p>
          <a:p>
            <a:r>
              <a:t>          "prior_days": 31,</a:t>
            </a:r>
          </a:p>
          <a:p>
            <a:r>
              <a:t>          "prior_raw_mean": 2.3338948387096776,</a:t>
            </a:r>
          </a:p>
          <a:p>
            <a:r>
              <a:t>          "prior_value": 39.405261678761356,</a:t>
            </a:r>
          </a:p>
          <a:p>
            <a:r>
              <a:t>          "yoy_fraction": -0.03317243196130404,</a:t>
            </a:r>
          </a:p>
          <a:p>
            <a:r>
              <a:t>          "yoy_pct": -3.317243196130404,</a:t>
            </a:r>
          </a:p>
          <a:p>
            <a:r>
              <a:t>          "value_label": "38.1",</a:t>
            </a:r>
          </a:p>
          <a:p>
            <a:r>
              <a:t>          "yoy_label": "(-3.3%)",</a:t>
            </a:r>
          </a:p>
          <a:p>
            <a:r>
              <a:t>          "label": "38.1\n(-3.3%)"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"NV_XB02",</a:t>
            </a:r>
          </a:p>
          <a:p>
            <a:r>
              <a:t>          "month": "2025-04",</a:t>
            </a:r>
          </a:p>
          <a:p>
            <a:r>
              <a:t>          "start": "2025-04-01",</a:t>
            </a:r>
          </a:p>
          <a:p>
            <a:r>
              <a:t>          "end": "2025-04-30",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66.97531,</a:t>
            </a:r>
          </a:p>
          <a:p>
            <a:r>
              <a:t>          "raw_mean": 2.232510333333333,</a:t>
            </a:r>
          </a:p>
          <a:p>
            <a:r>
              <a:t>          "value": 37.69349519371469,</a:t>
            </a:r>
          </a:p>
          <a:p>
            <a:r>
              <a:t>          "prior_start": "2024-04-01",</a:t>
            </a:r>
          </a:p>
          <a:p>
            <a:r>
              <a:t>          "prior_end": "2024-04-30",</a:t>
            </a:r>
          </a:p>
          <a:p>
            <a:r>
              <a:t>          "prior_days": 30,</a:t>
            </a:r>
          </a:p>
          <a:p>
            <a:r>
              <a:t>          "prior_raw_mean": 2.8332123333333334,</a:t>
            </a:r>
          </a:p>
          <a:p>
            <a:r>
              <a:t>          "prior_value": 47.83569145224106,</a:t>
            </a:r>
          </a:p>
          <a:p>
            <a:r>
              <a:t>          "yoy_fraction": -0.21202152515454475,</a:t>
            </a:r>
          </a:p>
          <a:p>
            <a:r>
              <a:t>          "yoy_pct": -21.202152515454475,</a:t>
            </a:r>
          </a:p>
          <a:p>
            <a:r>
              <a:t>          "value_label": "37.7",</a:t>
            </a:r>
          </a:p>
          <a:p>
            <a:r>
              <a:t>          "yoy_label": "(-21.2%)",</a:t>
            </a:r>
          </a:p>
          <a:p>
            <a:r>
              <a:t>          "label": "37.7\n(-21.2%)"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"NV_XB02",</a:t>
            </a:r>
          </a:p>
          <a:p>
            <a:r>
              <a:t>          "month": "2025-05",</a:t>
            </a:r>
          </a:p>
          <a:p>
            <a:r>
              <a:t>          "start": "2025-05-01",</a:t>
            </a:r>
          </a:p>
          <a:p>
            <a:r>
              <a:t>          "end": "2025-05-31",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68.53316,</a:t>
            </a:r>
          </a:p>
          <a:p>
            <a:r>
              <a:t>          "raw_mean": 2.2107470967741936,</a:t>
            </a:r>
          </a:p>
          <a:p>
            <a:r>
              <a:t>          "value": 37.32604674772394,</a:t>
            </a:r>
          </a:p>
          <a:p>
            <a:r>
              <a:t>          "prior_start": "2024-05-01",</a:t>
            </a:r>
          </a:p>
          <a:p>
            <a:r>
              <a:t>          "prior_end": "2024-05-31",</a:t>
            </a:r>
          </a:p>
          <a:p>
            <a:r>
              <a:t>          "prior_days": 31,</a:t>
            </a:r>
          </a:p>
          <a:p>
            <a:r>
              <a:t>          "prior_raw_mean": 2.5258587096774194,</a:t>
            </a:r>
          </a:p>
          <a:p>
            <a:r>
              <a:t>          "prior_value": 42.6463616815935,</a:t>
            </a:r>
          </a:p>
          <a:p>
            <a:r>
              <a:t>          "yoy_fraction": -0.12475425157231745,</a:t>
            </a:r>
          </a:p>
          <a:p>
            <a:r>
              <a:t>          "yoy_pct": -12.475425157231745,</a:t>
            </a:r>
          </a:p>
          <a:p>
            <a:r>
              <a:t>          "value_label": "37.3",</a:t>
            </a:r>
          </a:p>
          <a:p>
            <a:r>
              <a:t>          "yoy_label": "(-12.5%)",</a:t>
            </a:r>
          </a:p>
          <a:p>
            <a:r>
              <a:t>          "label": "37.3\n(-12.5%)"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"NV_XB02",</a:t>
            </a:r>
          </a:p>
          <a:p>
            <a:r>
              <a:t>          "month": "2025-06",</a:t>
            </a:r>
          </a:p>
          <a:p>
            <a:r>
              <a:t>          "start": "2025-06-01",</a:t>
            </a:r>
          </a:p>
          <a:p>
            <a:r>
              <a:t>          "end": "2025-06-30",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90.54021,</a:t>
            </a:r>
          </a:p>
          <a:p>
            <a:r>
              <a:t>          "raw_mean": 3.018007,</a:t>
            </a:r>
          </a:p>
          <a:p>
            <a:r>
              <a:t>          "value": 50.955747281691096,</a:t>
            </a:r>
          </a:p>
          <a:p>
            <a:r>
              <a:t>          "prior_start": "2024-06-01",</a:t>
            </a:r>
          </a:p>
          <a:p>
            <a:r>
              <a:t>          "prior_end": "2024-06-30",</a:t>
            </a:r>
          </a:p>
          <a:p>
            <a:r>
              <a:t>          "prior_days": 30,</a:t>
            </a:r>
          </a:p>
          <a:p>
            <a:r>
              <a:t>          "prior_raw_mean": 2.458006666666667,</a:t>
            </a:r>
          </a:p>
          <a:p>
            <a:r>
              <a:t>          "prior_value": 41.50075414781297,</a:t>
            </a:r>
          </a:p>
          <a:p>
            <a:r>
              <a:t>          "yoy_fraction": 0.22782701972601127,</a:t>
            </a:r>
          </a:p>
          <a:p>
            <a:r>
              <a:t>          "yoy_pct": 22.782701972601128,</a:t>
            </a:r>
          </a:p>
          <a:p>
            <a:r>
              <a:t>          "value_label": "51.0",</a:t>
            </a:r>
          </a:p>
          <a:p>
            <a:r>
              <a:t>          "yoy_label": "(+22.8%)",</a:t>
            </a:r>
          </a:p>
          <a:p>
            <a:r>
              <a:t>          "label": "51.0\n(+22.8%)"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"NV_XB02",</a:t>
            </a:r>
          </a:p>
          <a:p>
            <a:r>
              <a:t>          "month": "2025-07",</a:t>
            </a:r>
          </a:p>
          <a:p>
            <a:r>
              <a:t>          "start": "2025-07-01",</a:t>
            </a:r>
          </a:p>
          <a:p>
            <a:r>
              <a:t>          "end": "2025-07-31",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71.31216,</a:t>
            </a:r>
          </a:p>
          <a:p>
            <a:r>
              <a:t>          "raw_mean": 2.3003922580645164,</a:t>
            </a:r>
          </a:p>
          <a:p>
            <a:r>
              <a:t>          "value": 38.83960724766185,</a:t>
            </a:r>
          </a:p>
          <a:p>
            <a:r>
              <a:t>          "prior_start": "2024-07-01",</a:t>
            </a:r>
          </a:p>
          <a:p>
            <a:r>
              <a:t>          "prior_end": "2024-07-31",</a:t>
            </a:r>
          </a:p>
          <a:p>
            <a:r>
              <a:t>          "prior_days": 31,</a:t>
            </a:r>
          </a:p>
          <a:p>
            <a:r>
              <a:t>          "prior_raw_mean": 2.7463448387096774,</a:t>
            </a:r>
          </a:p>
          <a:p>
            <a:r>
              <a:t>          "prior_value": 46.36902881592621,</a:t>
            </a:r>
          </a:p>
          <a:p>
            <a:r>
              <a:t>          "yoy_fraction": -0.1623804026207737,</a:t>
            </a:r>
          </a:p>
          <a:p>
            <a:r>
              <a:t>          "yoy_pct": -16.23804026207737,</a:t>
            </a:r>
          </a:p>
          <a:p>
            <a:r>
              <a:t>          "value_label": "38.8",</a:t>
            </a:r>
          </a:p>
          <a:p>
            <a:r>
              <a:t>          "yoy_label": "(-16.2%)",</a:t>
            </a:r>
          </a:p>
          <a:p>
            <a:r>
              <a:t>          "label": "38.8\n(-16.2%)"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"NV_XB02",</a:t>
            </a:r>
          </a:p>
          <a:p>
            <a:r>
              <a:t>          "month": "2025-08",</a:t>
            </a:r>
          </a:p>
          <a:p>
            <a:r>
              <a:t>          "start": "2025-08-01",</a:t>
            </a:r>
          </a:p>
          <a:p>
            <a:r>
              <a:t>          "end": "2025-08-31",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96.92614,</a:t>
            </a:r>
          </a:p>
          <a:p>
            <a:r>
              <a:t>          "raw_mean": 3.126649677419355,</a:t>
            </a:r>
          </a:p>
          <a:p>
            <a:r>
              <a:t>          "value": 52.790060063134916,</a:t>
            </a:r>
          </a:p>
          <a:p>
            <a:r>
              <a:t>          "prior_start": "2024-08-01",</a:t>
            </a:r>
          </a:p>
          <a:p>
            <a:r>
              <a:t>          "prior_end": "2024-08-31",</a:t>
            </a:r>
          </a:p>
          <a:p>
            <a:r>
              <a:t>          "prior_days": 31,</a:t>
            </a:r>
          </a:p>
          <a:p>
            <a:r>
              <a:t>          "prior_raw_mean": 2.326198064516129,</a:t>
            </a:r>
          </a:p>
          <a:p>
            <a:r>
              <a:t>          "prior_value": 39.275310064768846,</a:t>
            </a:r>
          </a:p>
          <a:p>
            <a:r>
              <a:t>          "yoy_fraction": 0.3441029485465277,</a:t>
            </a:r>
          </a:p>
          <a:p>
            <a:r>
              <a:t>          "yoy_pct": 34.41029485465277,</a:t>
            </a:r>
          </a:p>
          <a:p>
            <a:r>
              <a:t>          "value_label": "52.8",</a:t>
            </a:r>
          </a:p>
          <a:p>
            <a:r>
              <a:t>          "yoy_label": "(+34.4%)",</a:t>
            </a:r>
          </a:p>
          <a:p>
            <a:r>
              <a:t>          "label": "52.8\n(+34.4%)"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"NV_XB02",</a:t>
            </a:r>
          </a:p>
          <a:p>
            <a:r>
              <a:t>          "month": "2025-09",</a:t>
            </a:r>
          </a:p>
          <a:p>
            <a:r>
              <a:t>          "start": "2025-09-01",</a:t>
            </a:r>
          </a:p>
          <a:p>
            <a:r>
              <a:t>          "end": "2025-09-30",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81.57178,</a:t>
            </a:r>
          </a:p>
          <a:p>
            <a:r>
              <a:t>          "raw_mean": 2.7190593333333335,</a:t>
            </a:r>
          </a:p>
          <a:p>
            <a:r>
              <a:t>          "value": 45.90834290088022,</a:t>
            </a:r>
          </a:p>
          <a:p>
            <a:r>
              <a:t>          "prior_start": "2024-09-01",</a:t>
            </a:r>
          </a:p>
          <a:p>
            <a:r>
              <a:t>          "prior_end": "2024-09-30",</a:t>
            </a:r>
          </a:p>
          <a:p>
            <a:r>
              <a:t>          "prior_days": 30,</a:t>
            </a:r>
          </a:p>
          <a:p>
            <a:r>
              <a:t>          "prior_raw_mean": 2.2217493333333334,</a:t>
            </a:r>
          </a:p>
          <a:p>
            <a:r>
              <a:t>          "prior_value": 37.51180747844489,</a:t>
            </a:r>
          </a:p>
          <a:p>
            <a:r>
              <a:t>          "yoy_fraction": 0.22383713254180493,</a:t>
            </a:r>
          </a:p>
          <a:p>
            <a:r>
              <a:t>          "yoy_pct": 22.383713254180492,</a:t>
            </a:r>
          </a:p>
          <a:p>
            <a:r>
              <a:t>          "value_label": "45.9",</a:t>
            </a:r>
          </a:p>
          <a:p>
            <a:r>
              <a:t>          "yoy_label": "(+22.4%)",</a:t>
            </a:r>
          </a:p>
          <a:p>
            <a:r>
              <a:t>          "label": "45.9\n(+22.4%)"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"NV_XB02",</a:t>
            </a:r>
          </a:p>
          <a:p>
            <a:r>
              <a:t>          "month": "2025-10",</a:t>
            </a:r>
          </a:p>
          <a:p>
            <a:r>
              <a:t>          "start": "2025-10-01",</a:t>
            </a:r>
          </a:p>
          <a:p>
            <a:r>
              <a:t>          "end": "2025-10-31",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66.90512,</a:t>
            </a:r>
          </a:p>
          <a:p>
            <a:r>
              <a:t>          "raw_mean": 2.158229677419355,</a:t>
            </a:r>
          </a:p>
          <a:p>
            <a:r>
              <a:t>          "value": 36.43934756229073,</a:t>
            </a:r>
          </a:p>
          <a:p>
            <a:r>
              <a:t>          "prior_start": "2024-10-01",</a:t>
            </a:r>
          </a:p>
          <a:p>
            <a:r>
              <a:t>          "prior_end": "2024-10-31",</a:t>
            </a:r>
          </a:p>
          <a:p>
            <a:r>
              <a:t>          "prior_days": 31,</a:t>
            </a:r>
          </a:p>
          <a:p>
            <a:r>
              <a:t>          "prior_raw_mean": 2.2804706451612904,</a:t>
            </a:r>
          </a:p>
          <a:p>
            <a:r>
              <a:t>          "prior_value": 38.503252602844775,</a:t>
            </a:r>
          </a:p>
          <a:p>
            <a:r>
              <a:t>          "yoy_fraction": -0.053603394545466476,</a:t>
            </a:r>
          </a:p>
          <a:p>
            <a:r>
              <a:t>          "yoy_pct": -5.360339454546647,</a:t>
            </a:r>
          </a:p>
          <a:p>
            <a:r>
              <a:t>          "value_label": "36.4",</a:t>
            </a:r>
          </a:p>
          <a:p>
            <a:r>
              <a:t>          "yoy_label": "(-5.4%)",</a:t>
            </a:r>
          </a:p>
          <a:p>
            <a:r>
              <a:t>          "label": "36.4\n(-5.4%)"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"NV_XB02",</a:t>
            </a:r>
          </a:p>
          <a:p>
            <a:r>
              <a:t>          "month": "2025-11",</a:t>
            </a:r>
          </a:p>
          <a:p>
            <a:r>
              <a:t>          "start": "2025-11-01",</a:t>
            </a:r>
          </a:p>
          <a:p>
            <a:r>
              <a:t>          "end": "2025-11-30",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55.81741,</a:t>
            </a:r>
          </a:p>
          <a:p>
            <a:r>
              <a:t>          "raw_mean": 1.8605803333333335,</a:t>
            </a:r>
          </a:p>
          <a:p>
            <a:r>
              <a:t>          "value": 31.413863938227415,</a:t>
            </a:r>
          </a:p>
          <a:p>
            <a:r>
              <a:t>          "prior_start": "2024-11-01",</a:t>
            </a:r>
          </a:p>
          <a:p>
            <a:r>
              <a:t>          "prior_end": "2024-11-30",</a:t>
            </a:r>
          </a:p>
          <a:p>
            <a:r>
              <a:t>          "prior_days": 30,</a:t>
            </a:r>
          </a:p>
          <a:p>
            <a:r>
              <a:t>          "prior_raw_mean": 2.257773,</a:t>
            </a:r>
          </a:p>
          <a:p>
            <a:r>
              <a:t>          "prior_value": 38.12002768960627,</a:t>
            </a:r>
          </a:p>
          <a:p>
            <a:r>
              <a:t>          "yoy_fraction": -0.1759223210954629,</a:t>
            </a:r>
          </a:p>
          <a:p>
            <a:r>
              <a:t>          "yoy_pct": -17.59223210954629,</a:t>
            </a:r>
          </a:p>
          <a:p>
            <a:r>
              <a:t>          "value_label": "31.4",</a:t>
            </a:r>
          </a:p>
          <a:p>
            <a:r>
              <a:t>          "yoy_label": "(-17.6%)",</a:t>
            </a:r>
          </a:p>
          <a:p>
            <a:r>
              <a:t>          "label": "31.4\n(-17.6%)"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"NV_XB02",</a:t>
            </a:r>
          </a:p>
          <a:p>
            <a:r>
              <a:t>          "month": "2025-12",</a:t>
            </a:r>
          </a:p>
          <a:p>
            <a:r>
              <a:t>          "start": "2025-12-01",</a:t>
            </a:r>
          </a:p>
          <a:p>
            <a:r>
              <a:t>          "end": "2025-12-31",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58.512119999999996,</a:t>
            </a:r>
          </a:p>
          <a:p>
            <a:r>
              <a:t>          "raw_mean": 1.8874877419354836,</a:t>
            </a:r>
          </a:p>
          <a:p>
            <a:r>
              <a:t>          "value": 31.868166102780506,</a:t>
            </a:r>
          </a:p>
          <a:p>
            <a:r>
              <a:t>          "prior_start": "2024-12-01",</a:t>
            </a:r>
          </a:p>
          <a:p>
            <a:r>
              <a:t>          "prior_end": "2024-12-31",</a:t>
            </a:r>
          </a:p>
          <a:p>
            <a:r>
              <a:t>          "prior_days": 31,</a:t>
            </a:r>
          </a:p>
          <a:p>
            <a:r>
              <a:t>          "prior_raw_mean": 2.1134070967741936,</a:t>
            </a:r>
          </a:p>
          <a:p>
            <a:r>
              <a:t>          "prior_value": 35.682567312321765,</a:t>
            </a:r>
          </a:p>
          <a:p>
            <a:r>
              <a:t>          "yoy_fraction": -0.10689817176422967,</a:t>
            </a:r>
          </a:p>
          <a:p>
            <a:r>
              <a:t>          "yoy_pct": -10.689817176422967,</a:t>
            </a:r>
          </a:p>
          <a:p>
            <a:r>
              <a:t>          "value_label": "31.9",</a:t>
            </a:r>
          </a:p>
          <a:p>
            <a:r>
              <a:t>          "yoy_label": "(-10.7%)",</a:t>
            </a:r>
          </a:p>
          <a:p>
            <a:r>
              <a:t>          "label": "31.9\n(-10.7%)"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"NV_XB02",</a:t>
            </a:r>
          </a:p>
          <a:p>
            <a:r>
              <a:t>          "month": "2026-01",</a:t>
            </a:r>
          </a:p>
          <a:p>
            <a:r>
              <a:t>          "start": "2026-01-01",</a:t>
            </a:r>
          </a:p>
          <a:p>
            <a:r>
              <a:t>          "end": "2026-01-31",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55.63494,</a:t>
            </a:r>
          </a:p>
          <a:p>
            <a:r>
              <a:t>          "raw_mean": 1.7946754838709678,</a:t>
            </a:r>
          </a:p>
          <a:p>
            <a:r>
              <a:t>          "value": 30.301132637789017,</a:t>
            </a:r>
          </a:p>
          <a:p>
            <a:r>
              <a:t>          "prior_start": "2025-01-01",</a:t>
            </a:r>
          </a:p>
          <a:p>
            <a:r>
              <a:t>          "prior_end": "2025-01-31",</a:t>
            </a:r>
          </a:p>
          <a:p>
            <a:r>
              <a:t>          "prior_days": 31,</a:t>
            </a:r>
          </a:p>
          <a:p>
            <a:r>
              <a:t>          "prior_raw_mean": 2.1894683870967744,</a:t>
            </a:r>
          </a:p>
          <a:p>
            <a:r>
              <a:t>          "prior_value": 36.966779008184886,</a:t>
            </a:r>
          </a:p>
          <a:p>
            <a:r>
              <a:t>          "yoy_fraction": -0.1803145026219356,</a:t>
            </a:r>
          </a:p>
          <a:p>
            <a:r>
              <a:t>          "yoy_pct": -18.03145026219356,</a:t>
            </a:r>
          </a:p>
          <a:p>
            <a:r>
              <a:t>          "value_label": "30.3",</a:t>
            </a:r>
          </a:p>
          <a:p>
            <a:r>
              <a:t>          "yoy_label": "(-18.0%)",</a:t>
            </a:r>
          </a:p>
          <a:p>
            <a:r>
              <a:t>          "label": "30.3\n(-18.0%)"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"NV_XB02",</a:t>
            </a:r>
          </a:p>
          <a:p>
            <a:r>
              <a:t>          "month": "2026-02",</a:t>
            </a:r>
          </a:p>
          <a:p>
            <a:r>
              <a:t>          "start": "2026-02-01",</a:t>
            </a:r>
          </a:p>
          <a:p>
            <a:r>
              <a:t>          "end": "2026-02-28",</a:t>
            </a:r>
          </a:p>
          <a:p>
            <a:r>
              <a:t>          "days": 28,</a:t>
            </a:r>
          </a:p>
          <a:p>
            <a:r>
              <a:t>          "partial": false,</a:t>
            </a:r>
          </a:p>
          <a:p>
            <a:r>
              <a:t>          "raw_sum": 48.35072,</a:t>
            </a:r>
          </a:p>
          <a:p>
            <a:r>
              <a:t>          "raw_mean": 1.7268114285714287,</a:t>
            </a:r>
          </a:p>
          <a:p>
            <a:r>
              <a:t>          "value": 29.15532228965065,</a:t>
            </a:r>
          </a:p>
          <a:p>
            <a:r>
              <a:t>          "prior_start": "2025-02-01",</a:t>
            </a:r>
          </a:p>
          <a:p>
            <a:r>
              <a:t>          "prior_end": "2025-02-28",</a:t>
            </a:r>
          </a:p>
          <a:p>
            <a:r>
              <a:t>          "prior_days": 28,</a:t>
            </a:r>
          </a:p>
          <a:p>
            <a:r>
              <a:t>          "prior_raw_mean": 2.647113214285714,</a:t>
            </a:r>
          </a:p>
          <a:p>
            <a:r>
              <a:t>          "prior_value": 44.69361137106967,</a:t>
            </a:r>
          </a:p>
          <a:p>
            <a:r>
              <a:t>          "yoy_fraction": -0.3476624198571031,</a:t>
            </a:r>
          </a:p>
          <a:p>
            <a:r>
              <a:t>          "yoy_pct": -34.76624198571031,</a:t>
            </a:r>
          </a:p>
          <a:p>
            <a:r>
              <a:t>          "value_label": "29.2",</a:t>
            </a:r>
          </a:p>
          <a:p>
            <a:r>
              <a:t>          "yoy_label": "(-34.8%)",</a:t>
            </a:r>
          </a:p>
          <a:p>
            <a:r>
              <a:t>          "label": "29.2\n(-34.8%)"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"NV_XB02",</a:t>
            </a:r>
          </a:p>
          <a:p>
            <a:r>
              <a:t>          "month": "2026-03",</a:t>
            </a:r>
          </a:p>
          <a:p>
            <a:r>
              <a:t>          "start": "2026-03-01",</a:t>
            </a:r>
          </a:p>
          <a:p>
            <a:r>
              <a:t>          "end": "2026-03-31",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55.60689,</a:t>
            </a:r>
          </a:p>
          <a:p>
            <a:r>
              <a:t>          "raw_mean": 1.7937706451612903,</a:t>
            </a:r>
          </a:p>
          <a:p>
            <a:r>
              <a:t>          "value": 30.285855425833905,</a:t>
            </a:r>
          </a:p>
          <a:p>
            <a:r>
              <a:t>          "prior_start": "2025-03-01",</a:t>
            </a:r>
          </a:p>
          <a:p>
            <a:r>
              <a:t>          "prior_end": "2025-03-31",</a:t>
            </a:r>
          </a:p>
          <a:p>
            <a:r>
              <a:t>          "prior_days": 31,</a:t>
            </a:r>
          </a:p>
          <a:p>
            <a:r>
              <a:t>          "prior_raw_mean": 2.2564738709677417,</a:t>
            </a:r>
          </a:p>
          <a:p>
            <a:r>
              <a:t>          "prior_value": 38.09809331680526,</a:t>
            </a:r>
          </a:p>
          <a:p>
            <a:r>
              <a:t>          "yoy_fraction": -0.2050558757890737,</a:t>
            </a:r>
          </a:p>
          <a:p>
            <a:r>
              <a:t>          "yoy_pct": -20.50558757890737,</a:t>
            </a:r>
          </a:p>
          <a:p>
            <a:r>
              <a:t>          "value_label": "30.3",</a:t>
            </a:r>
          </a:p>
          <a:p>
            <a:r>
              <a:t>          "yoy_label": "(-20.5%)",</a:t>
            </a:r>
          </a:p>
          <a:p>
            <a:r>
              <a:t>          "label": "30.3\n(-20.5%)"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"NV_XB02",</a:t>
            </a:r>
          </a:p>
          <a:p>
            <a:r>
              <a:t>          "month": "2026-04",</a:t>
            </a:r>
          </a:p>
          <a:p>
            <a:r>
              <a:t>          "start": "2026-04-01",</a:t>
            </a:r>
          </a:p>
          <a:p>
            <a:r>
              <a:t>          "end": "2026-04-30",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51.38231,</a:t>
            </a:r>
          </a:p>
          <a:p>
            <a:r>
              <a:t>          "raw_mean": 1.7127436666666667,</a:t>
            </a:r>
          </a:p>
          <a:p>
            <a:r>
              <a:t>          "value": 28.917803516354876,</a:t>
            </a:r>
          </a:p>
          <a:p>
            <a:r>
              <a:t>          "prior_start": "2025-04-01",</a:t>
            </a:r>
          </a:p>
          <a:p>
            <a:r>
              <a:t>          "prior_end": "2025-04-30",</a:t>
            </a:r>
          </a:p>
          <a:p>
            <a:r>
              <a:t>          "prior_days": 30,</a:t>
            </a:r>
          </a:p>
          <a:p>
            <a:r>
              <a:t>          "prior_raw_mean": 2.232510333333333,</a:t>
            </a:r>
          </a:p>
          <a:p>
            <a:r>
              <a:t>          "prior_value": 37.69349519371469,</a:t>
            </a:r>
          </a:p>
          <a:p>
            <a:r>
              <a:t>          "yoy_fraction": -0.2328171381364268,</a:t>
            </a:r>
          </a:p>
          <a:p>
            <a:r>
              <a:t>          "yoy_pct": -23.28171381364268,</a:t>
            </a:r>
          </a:p>
          <a:p>
            <a:r>
              <a:t>          "value_label": "28.9",</a:t>
            </a:r>
          </a:p>
          <a:p>
            <a:r>
              <a:t>          "yoy_label": "(-23.3%)",</a:t>
            </a:r>
          </a:p>
          <a:p>
            <a:r>
              <a:t>          "label": "28.9\n(-23.3%)"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"NV_XB02",</a:t>
            </a:r>
          </a:p>
          <a:p>
            <a:r>
              <a:t>          "month": "2026-05",</a:t>
            </a:r>
          </a:p>
          <a:p>
            <a:r>
              <a:t>          "start": "2026-05-01",</a:t>
            </a:r>
          </a:p>
          <a:p>
            <a:r>
              <a:t>          "end": "2026-05-31",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54.63847,</a:t>
            </a:r>
          </a:p>
          <a:p>
            <a:r>
              <a:t>          "raw_mean": 1.7625312903225805,</a:t>
            </a:r>
          </a:p>
          <a:p>
            <a:r>
              <a:t>          "value": 29.758413087096994,</a:t>
            </a:r>
          </a:p>
          <a:p>
            <a:r>
              <a:t>          "prior_start": "2025-05-01",</a:t>
            </a:r>
          </a:p>
          <a:p>
            <a:r>
              <a:t>          "prior_end": "2025-05-31",</a:t>
            </a:r>
          </a:p>
          <a:p>
            <a:r>
              <a:t>          "prior_days": 31,</a:t>
            </a:r>
          </a:p>
          <a:p>
            <a:r>
              <a:t>          "prior_raw_mean": 2.2107470967741936,</a:t>
            </a:r>
          </a:p>
          <a:p>
            <a:r>
              <a:t>          "prior_value": 37.32604674772394,</a:t>
            </a:r>
          </a:p>
          <a:p>
            <a:r>
              <a:t>          "yoy_fraction": -0.20274404390516942,</a:t>
            </a:r>
          </a:p>
          <a:p>
            <a:r>
              <a:t>          "yoy_pct": -20.274404390516942,</a:t>
            </a:r>
          </a:p>
          <a:p>
            <a:r>
              <a:t>          "value_label": "29.8",</a:t>
            </a:r>
          </a:p>
          <a:p>
            <a:r>
              <a:t>          "yoy_label": "(-20.3%)",</a:t>
            </a:r>
          </a:p>
          <a:p>
            <a:r>
              <a:t>          "label": "29.8\n(-20.3%)"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"NV_XB02",</a:t>
            </a:r>
          </a:p>
          <a:p>
            <a:r>
              <a:t>          "month": "2026-06",</a:t>
            </a:r>
          </a:p>
          <a:p>
            <a:r>
              <a:t>          "start": "2026-06-01",</a:t>
            </a:r>
          </a:p>
          <a:p>
            <a:r>
              <a:t>          "end": "2026-06-30",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59.35424,</a:t>
            </a:r>
          </a:p>
          <a:p>
            <a:r>
              <a:t>          "raw_mean": 1.9784746666666666,</a:t>
            </a:r>
          </a:p>
          <a:p>
            <a:r>
              <a:t>          "value": 33.40438081087774,</a:t>
            </a:r>
          </a:p>
          <a:p>
            <a:r>
              <a:t>          "prior_start": "2025-06-01",</a:t>
            </a:r>
          </a:p>
          <a:p>
            <a:r>
              <a:t>          "prior_end": "2025-06-30",</a:t>
            </a:r>
          </a:p>
          <a:p>
            <a:r>
              <a:t>          "prior_days": 30,</a:t>
            </a:r>
          </a:p>
          <a:p>
            <a:r>
              <a:t>          "prior_raw_mean": 3.018007,</a:t>
            </a:r>
          </a:p>
          <a:p>
            <a:r>
              <a:t>          "prior_value": 50.955747281691096,</a:t>
            </a:r>
          </a:p>
          <a:p>
            <a:r>
              <a:t>          "yoy_fraction": -0.34444331419156193,</a:t>
            </a:r>
          </a:p>
          <a:p>
            <a:r>
              <a:t>          "yoy_pct": -34.44433141915619,</a:t>
            </a:r>
          </a:p>
          <a:p>
            <a:r>
              <a:t>          "value_label": "33.4",</a:t>
            </a:r>
          </a:p>
          <a:p>
            <a:r>
              <a:t>          "yoy_label": "(-34.4%)",</a:t>
            </a:r>
          </a:p>
          <a:p>
            <a:r>
              <a:t>          "label": "33.4\n(-34.4%)"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"NV_XB02",</a:t>
            </a:r>
          </a:p>
          <a:p>
            <a:r>
              <a:t>          "month": "2026-07",</a:t>
            </a:r>
          </a:p>
          <a:p>
            <a:r>
              <a:t>          "start": "2026-07-01",</a:t>
            </a:r>
          </a:p>
          <a:p>
            <a:r>
              <a:t>          "end": "2026-07-31",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56.43496,</a:t>
            </a:r>
          </a:p>
          <a:p>
            <a:r>
              <a:t>          "raw_mean": 1.8204825806451612,</a:t>
            </a:r>
          </a:p>
          <a:p>
            <a:r>
              <a:t>          "value": 30.736857240581504,</a:t>
            </a:r>
          </a:p>
          <a:p>
            <a:r>
              <a:t>          "prior_start": "2025-07-01",</a:t>
            </a:r>
          </a:p>
          <a:p>
            <a:r>
              <a:t>          "prior_end": "2025-07-31",</a:t>
            </a:r>
          </a:p>
          <a:p>
            <a:r>
              <a:t>          "prior_days": 31,</a:t>
            </a:r>
          </a:p>
          <a:p>
            <a:r>
              <a:t>          "prior_raw_mean": 2.3003922580645164,</a:t>
            </a:r>
          </a:p>
          <a:p>
            <a:r>
              <a:t>          "prior_value": 38.83960724766185,</a:t>
            </a:r>
          </a:p>
          <a:p>
            <a:r>
              <a:t>          "yoy_fraction": -0.20862080183800358,</a:t>
            </a:r>
          </a:p>
          <a:p>
            <a:r>
              <a:t>          "yoy_pct": -20.86208018380036,</a:t>
            </a:r>
          </a:p>
          <a:p>
            <a:r>
              <a:t>          "value_label": "30.7",</a:t>
            </a:r>
          </a:p>
          <a:p>
            <a:r>
              <a:t>          "yoy_label": "(-20.9%)",</a:t>
            </a:r>
          </a:p>
          <a:p>
            <a:r>
              <a:t>          "label": "30.7\n(-20.9%)"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"NV_XB02",</a:t>
            </a:r>
          </a:p>
          <a:p>
            <a:r>
              <a:t>          "month": "2026-08",</a:t>
            </a:r>
          </a:p>
          <a:p>
            <a:r>
              <a:t>          "start": "2026-08-01",</a:t>
            </a:r>
          </a:p>
          <a:p>
            <a:r>
              <a:t>          "end": "2026-08-31",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54.89108,</a:t>
            </a:r>
          </a:p>
          <a:p>
            <a:r>
              <a:t>          "raw_mean": 1.77068,</a:t>
            </a:r>
          </a:p>
          <a:p>
            <a:r>
              <a:t>          "value": 29.895995137434998,</a:t>
            </a:r>
          </a:p>
          <a:p>
            <a:r>
              <a:t>          "prior_start": "2025-08-01",</a:t>
            </a:r>
          </a:p>
          <a:p>
            <a:r>
              <a:t>          "prior_end": "2025-08-31",</a:t>
            </a:r>
          </a:p>
          <a:p>
            <a:r>
              <a:t>          "prior_days": 31,</a:t>
            </a:r>
          </a:p>
          <a:p>
            <a:r>
              <a:t>          "prior_raw_mean": 3.126649677419355,</a:t>
            </a:r>
          </a:p>
          <a:p>
            <a:r>
              <a:t>          "prior_value": 52.790060063134916,</a:t>
            </a:r>
          </a:p>
          <a:p>
            <a:r>
              <a:t>          "yoy_fraction": -0.4336813577843913,</a:t>
            </a:r>
          </a:p>
          <a:p>
            <a:r>
              <a:t>          "yoy_pct": -43.36813577843913,</a:t>
            </a:r>
          </a:p>
          <a:p>
            <a:r>
              <a:t>          "value_label": "29.9",</a:t>
            </a:r>
          </a:p>
          <a:p>
            <a:r>
              <a:t>          "yoy_label": "(-43.4%)",</a:t>
            </a:r>
          </a:p>
          <a:p>
            <a:r>
              <a:t>          "label": "29.9\n(-43.4%)"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"NV_XB02",</a:t>
            </a:r>
          </a:p>
          <a:p>
            <a:r>
              <a:t>          "month": "2026-09",</a:t>
            </a:r>
          </a:p>
          <a:p>
            <a:r>
              <a:t>          "start": "2026-09-01",</a:t>
            </a:r>
          </a:p>
          <a:p>
            <a:r>
              <a:t>          "end": "2026-09-30",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48.14018,</a:t>
            </a:r>
          </a:p>
          <a:p>
            <a:r>
              <a:t>          "raw_mean": 1.6046726666666666,</a:t>
            </a:r>
          </a:p>
          <a:p>
            <a:r>
              <a:t>          "value": 27.093142882870715,</a:t>
            </a:r>
          </a:p>
          <a:p>
            <a:r>
              <a:t>          "prior_start": "2025-09-01",</a:t>
            </a:r>
          </a:p>
          <a:p>
            <a:r>
              <a:t>          "prior_end": "2025-09-30",</a:t>
            </a:r>
          </a:p>
          <a:p>
            <a:r>
              <a:t>          "prior_days": 30,</a:t>
            </a:r>
          </a:p>
          <a:p>
            <a:r>
              <a:t>          "prior_raw_mean": 2.7190593333333335,</a:t>
            </a:r>
          </a:p>
          <a:p>
            <a:r>
              <a:t>          "prior_value": 45.90834290088022,</a:t>
            </a:r>
          </a:p>
          <a:p>
            <a:r>
              <a:t>          "yoy_fraction": -0.4098427176653495,</a:t>
            </a:r>
          </a:p>
          <a:p>
            <a:r>
              <a:t>          "yoy_pct": -40.98427176653495,</a:t>
            </a:r>
          </a:p>
          <a:p>
            <a:r>
              <a:t>          "value_label": "27.1",</a:t>
            </a:r>
          </a:p>
          <a:p>
            <a:r>
              <a:t>          "yoy_label": "(-41.0%)",</a:t>
            </a:r>
          </a:p>
          <a:p>
            <a:r>
              <a:t>          "label": "27.1\n(-41.0%)"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"NV_XB02",</a:t>
            </a:r>
          </a:p>
          <a:p>
            <a:r>
              <a:t>          "month": "2026-10",</a:t>
            </a:r>
          </a:p>
          <a:p>
            <a:r>
              <a:t>          "start": "2026-10-01",</a:t>
            </a:r>
          </a:p>
          <a:p>
            <a:r>
              <a:t>          "end": "2026-10-19",</a:t>
            </a:r>
          </a:p>
          <a:p>
            <a:r>
              <a:t>          "days": 19,</a:t>
            </a:r>
          </a:p>
          <a:p>
            <a:r>
              <a:t>          "partial": true,</a:t>
            </a:r>
          </a:p>
          <a:p>
            <a:r>
              <a:t>          "raw_sum": 31.55078,</a:t>
            </a:r>
          </a:p>
          <a:p>
            <a:r>
              <a:t>          "raw_mean": 1.6605673684210527,</a:t>
            </a:r>
          </a:p>
          <a:p>
            <a:r>
              <a:t>          "value": 28.036863787753305,</a:t>
            </a:r>
          </a:p>
          <a:p>
            <a:r>
              <a:t>          "prior_start": "2025-10-01",</a:t>
            </a:r>
          </a:p>
          <a:p>
            <a:r>
              <a:t>          "prior_end": "2025-10-19",</a:t>
            </a:r>
          </a:p>
          <a:p>
            <a:r>
              <a:t>          "prior_days": 19,</a:t>
            </a:r>
          </a:p>
          <a:p>
            <a:r>
              <a:t>          "prior_raw_mean": 2.0616763157894735,</a:t>
            </a:r>
          </a:p>
          <a:p>
            <a:r>
              <a:t>          "prior_value": 34.80914965539059,</a:t>
            </a:r>
          </a:p>
          <a:p>
            <a:r>
              <a:t>          "yoy_fraction": -0.19455476317814968,</a:t>
            </a:r>
          </a:p>
          <a:p>
            <a:r>
              <a:t>          "yoy_pct": -19.45547631781497,</a:t>
            </a:r>
          </a:p>
          <a:p>
            <a:r>
              <a:t>          "value_label": "28.0",</a:t>
            </a:r>
          </a:p>
          <a:p>
            <a:r>
              <a:t>          "yoy_label": "(-19.5%)",</a:t>
            </a:r>
          </a:p>
          <a:p>
            <a:r>
              <a:t>          "label": "28.0\n(-19.5%)"</a:t>
            </a:r>
          </a:p>
          <a:p>
            <a:r>
              <a:t>        }</a:t>
            </a:r>
          </a:p>
          <a:p>
            <a:r>
              <a:t>      ]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"NV_XB03",</a:t>
            </a:r>
          </a:p>
          <a:p>
            <a:r>
              <a:t>      "label": "매운·고추",</a:t>
            </a:r>
          </a:p>
          <a:p>
            <a:r>
              <a:t>      "points": [</a:t>
            </a:r>
          </a:p>
          <a:p>
            <a:r>
              <a:t>        {</a:t>
            </a:r>
          </a:p>
          <a:p>
            <a:r>
              <a:t>          "group_id": "NV_XB03",</a:t>
            </a:r>
          </a:p>
          <a:p>
            <a:r>
              <a:t>          "month": "2025-01",</a:t>
            </a:r>
          </a:p>
          <a:p>
            <a:r>
              <a:t>          "start": "2025-01-01",</a:t>
            </a:r>
          </a:p>
          <a:p>
            <a:r>
              <a:t>          "end": "2025-01-31",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153.61387,</a:t>
            </a:r>
          </a:p>
          <a:p>
            <a:r>
              <a:t>          "raw_mean": 4.955286129032258,</a:t>
            </a:r>
          </a:p>
          <a:p>
            <a:r>
              <a:t>          "value": 33.85084307322125,</a:t>
            </a:r>
          </a:p>
          <a:p>
            <a:r>
              <a:t>          "prior_start": "2024-01-01",</a:t>
            </a:r>
          </a:p>
          <a:p>
            <a:r>
              <a:t>          "prior_end": "2024-01-31",</a:t>
            </a:r>
          </a:p>
          <a:p>
            <a:r>
              <a:t>          "prior_days": 31,</a:t>
            </a:r>
          </a:p>
          <a:p>
            <a:r>
              <a:t>          "prior_raw_mean": 4.817199677419355,</a:t>
            </a:r>
          </a:p>
          <a:p>
            <a:r>
              <a:t>          "prior_value": 32.90753875488934,</a:t>
            </a:r>
          </a:p>
          <a:p>
            <a:r>
              <a:t>          "yoy_fraction": 0.02866529537070761,</a:t>
            </a:r>
          </a:p>
          <a:p>
            <a:r>
              <a:t>          "yoy_pct": 2.866529537070761,</a:t>
            </a:r>
          </a:p>
          <a:p>
            <a:r>
              <a:t>          "value_label": "33.9",</a:t>
            </a:r>
          </a:p>
          <a:p>
            <a:r>
              <a:t>          "yoy_label": "(+2.9%)",</a:t>
            </a:r>
          </a:p>
          <a:p>
            <a:r>
              <a:t>          "label": "33.9\n(+2.9%)"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"NV_XB03",</a:t>
            </a:r>
          </a:p>
          <a:p>
            <a:r>
              <a:t>          "month": "2025-02",</a:t>
            </a:r>
          </a:p>
          <a:p>
            <a:r>
              <a:t>          "start": "2025-02-01",</a:t>
            </a:r>
          </a:p>
          <a:p>
            <a:r>
              <a:t>          "end": "2025-02-28",</a:t>
            </a:r>
          </a:p>
          <a:p>
            <a:r>
              <a:t>          "days": 28,</a:t>
            </a:r>
          </a:p>
          <a:p>
            <a:r>
              <a:t>          "partial": false,</a:t>
            </a:r>
          </a:p>
          <a:p>
            <a:r>
              <a:t>          "raw_sum": 153.41744,</a:t>
            </a:r>
          </a:p>
          <a:p>
            <a:r>
              <a:t>          "raw_mean": 5.479194285714286,</a:t>
            </a:r>
          </a:p>
          <a:p>
            <a:r>
              <a:t>          "value": 37.42979539500926,</a:t>
            </a:r>
          </a:p>
          <a:p>
            <a:r>
              <a:t>          "prior_start": "2024-02-01",</a:t>
            </a:r>
          </a:p>
          <a:p>
            <a:r>
              <a:t>          "prior_end": "2024-02-29",</a:t>
            </a:r>
          </a:p>
          <a:p>
            <a:r>
              <a:t>          "prior_days": 29,</a:t>
            </a:r>
          </a:p>
          <a:p>
            <a:r>
              <a:t>          "prior_raw_mean": 5.149904827586207,</a:t>
            </a:r>
          </a:p>
          <a:p>
            <a:r>
              <a:t>          "prior_value": 35.180333813476615,</a:t>
            </a:r>
          </a:p>
          <a:p>
            <a:r>
              <a:t>          "yoy_fraction": 0.06394088224003536,</a:t>
            </a:r>
          </a:p>
          <a:p>
            <a:r>
              <a:t>          "yoy_pct": 6.394088224003536,</a:t>
            </a:r>
          </a:p>
          <a:p>
            <a:r>
              <a:t>          "value_label": "37.4",</a:t>
            </a:r>
          </a:p>
          <a:p>
            <a:r>
              <a:t>          "yoy_label": "(+6.4%)",</a:t>
            </a:r>
          </a:p>
          <a:p>
            <a:r>
              <a:t>          "label": "37.4\n(+6.4%)"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"NV_XB03",</a:t>
            </a:r>
          </a:p>
          <a:p>
            <a:r>
              <a:t>          "month": "2025-03",</a:t>
            </a:r>
          </a:p>
          <a:p>
            <a:r>
              <a:t>          "start": "2025-03-01",</a:t>
            </a:r>
          </a:p>
          <a:p>
            <a:r>
              <a:t>          "end": "2025-03-31",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129.99285,</a:t>
            </a:r>
          </a:p>
          <a:p>
            <a:r>
              <a:t>          "raw_mean": 4.193317741935484,</a:t>
            </a:r>
          </a:p>
          <a:p>
            <a:r>
              <a:t>          "value": 28.64563965474464,</a:t>
            </a:r>
          </a:p>
          <a:p>
            <a:r>
              <a:t>          "prior_start": "2024-03-01",</a:t>
            </a:r>
          </a:p>
          <a:p>
            <a:r>
              <a:t>          "prior_end": "2024-03-31",</a:t>
            </a:r>
          </a:p>
          <a:p>
            <a:r>
              <a:t>          "prior_days": 31,</a:t>
            </a:r>
          </a:p>
          <a:p>
            <a:r>
              <a:t>          "prior_raw_mean": 5.065756129032258,</a:t>
            </a:r>
          </a:p>
          <a:p>
            <a:r>
              <a:t>          "prior_value": 34.60549225732982,</a:t>
            </a:r>
          </a:p>
          <a:p>
            <a:r>
              <a:t>          "yoy_fraction": -0.17222273731196003,</a:t>
            </a:r>
          </a:p>
          <a:p>
            <a:r>
              <a:t>          "yoy_pct": -17.222273731196005,</a:t>
            </a:r>
          </a:p>
          <a:p>
            <a:r>
              <a:t>          "value_label": "28.6",</a:t>
            </a:r>
          </a:p>
          <a:p>
            <a:r>
              <a:t>          "yoy_label": "(-17.2%)",</a:t>
            </a:r>
          </a:p>
          <a:p>
            <a:r>
              <a:t>          "label": "28.6\n(-17.2%)"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"NV_XB03",</a:t>
            </a:r>
          </a:p>
          <a:p>
            <a:r>
              <a:t>          "month": "2025-04",</a:t>
            </a:r>
          </a:p>
          <a:p>
            <a:r>
              <a:t>          "start": "2025-04-01",</a:t>
            </a:r>
          </a:p>
          <a:p>
            <a:r>
              <a:t>          "end": "2025-04-30",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124.75774,</a:t>
            </a:r>
          </a:p>
          <a:p>
            <a:r>
              <a:t>          "raw_mean": 4.158591333333333,</a:t>
            </a:r>
          </a:p>
          <a:p>
            <a:r>
              <a:t>          "value": 28.408414562695818,</a:t>
            </a:r>
          </a:p>
          <a:p>
            <a:r>
              <a:t>          "prior_start": "2024-04-01",</a:t>
            </a:r>
          </a:p>
          <a:p>
            <a:r>
              <a:t>          "prior_end": "2024-04-30",</a:t>
            </a:r>
          </a:p>
          <a:p>
            <a:r>
              <a:t>          "prior_days": 30,</a:t>
            </a:r>
          </a:p>
          <a:p>
            <a:r>
              <a:t>          "prior_raw_mean": 5.357656,</a:t>
            </a:r>
          </a:p>
          <a:p>
            <a:r>
              <a:t>          "prior_value": 36.599535884262075,</a:t>
            </a:r>
          </a:p>
          <a:p>
            <a:r>
              <a:t>          "yoy_fraction": -0.22380396700845784,</a:t>
            </a:r>
          </a:p>
          <a:p>
            <a:r>
              <a:t>          "yoy_pct": -22.380396700845782,</a:t>
            </a:r>
          </a:p>
          <a:p>
            <a:r>
              <a:t>          "value_label": "28.4",</a:t>
            </a:r>
          </a:p>
          <a:p>
            <a:r>
              <a:t>          "yoy_label": "(-22.4%)",</a:t>
            </a:r>
          </a:p>
          <a:p>
            <a:r>
              <a:t>          "label": "28.4\n(-22.4%)"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"NV_XB03",</a:t>
            </a:r>
          </a:p>
          <a:p>
            <a:r>
              <a:t>          "month": "2025-05",</a:t>
            </a:r>
          </a:p>
          <a:p>
            <a:r>
              <a:t>          "start": "2025-05-01",</a:t>
            </a:r>
          </a:p>
          <a:p>
            <a:r>
              <a:t>          "end": "2025-05-31",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132.19632,</a:t>
            </a:r>
          </a:p>
          <a:p>
            <a:r>
              <a:t>          "raw_mean": 4.264397419354839,</a:t>
            </a:r>
          </a:p>
          <a:p>
            <a:r>
              <a:t>          "value": 29.131203342363154,</a:t>
            </a:r>
          </a:p>
          <a:p>
            <a:r>
              <a:t>          "prior_start": "2024-05-01",</a:t>
            </a:r>
          </a:p>
          <a:p>
            <a:r>
              <a:t>          "prior_end": "2024-05-31",</a:t>
            </a:r>
          </a:p>
          <a:p>
            <a:r>
              <a:t>          "prior_days": 31,</a:t>
            </a:r>
          </a:p>
          <a:p>
            <a:r>
              <a:t>          "prior_raw_mean": 4.922688387096774,</a:t>
            </a:r>
          </a:p>
          <a:p>
            <a:r>
              <a:t>          "prior_value": 33.62815945454292,</a:t>
            </a:r>
          </a:p>
          <a:p>
            <a:r>
              <a:t>          "yoy_fraction": -0.1337259066544677,</a:t>
            </a:r>
          </a:p>
          <a:p>
            <a:r>
              <a:t>          "yoy_pct": -13.37259066544677,</a:t>
            </a:r>
          </a:p>
          <a:p>
            <a:r>
              <a:t>          "value_label": "29.1",</a:t>
            </a:r>
          </a:p>
          <a:p>
            <a:r>
              <a:t>          "yoy_label": "(-13.4%)",</a:t>
            </a:r>
          </a:p>
          <a:p>
            <a:r>
              <a:t>          "label": "29.1\n(-13.4%)"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"NV_XB03",</a:t>
            </a:r>
          </a:p>
          <a:p>
            <a:r>
              <a:t>          "month": "2025-06",</a:t>
            </a:r>
          </a:p>
          <a:p>
            <a:r>
              <a:t>          "start": "2025-06-01",</a:t>
            </a:r>
          </a:p>
          <a:p>
            <a:r>
              <a:t>          "end": "2025-06-30",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184.68757,</a:t>
            </a:r>
          </a:p>
          <a:p>
            <a:r>
              <a:t>          "raw_mean": 6.156252333333333,</a:t>
            </a:r>
          </a:p>
          <a:p>
            <a:r>
              <a:t>          "value": 42.05495429090734,</a:t>
            </a:r>
          </a:p>
          <a:p>
            <a:r>
              <a:t>          "prior_start": "2024-06-01",</a:t>
            </a:r>
          </a:p>
          <a:p>
            <a:r>
              <a:t>          "prior_end": "2024-06-30",</a:t>
            </a:r>
          </a:p>
          <a:p>
            <a:r>
              <a:t>          "prior_days": 30,</a:t>
            </a:r>
          </a:p>
          <a:p>
            <a:r>
              <a:t>          "prior_raw_mean": 4.938473666666667,</a:t>
            </a:r>
          </a:p>
          <a:p>
            <a:r>
              <a:t>          "prior_value": 33.73599278801214,</a:t>
            </a:r>
          </a:p>
          <a:p>
            <a:r>
              <a:t>          "yoy_fraction": 0.24659009014998623,</a:t>
            </a:r>
          </a:p>
          <a:p>
            <a:r>
              <a:t>          "yoy_pct": 24.659009014998624,</a:t>
            </a:r>
          </a:p>
          <a:p>
            <a:r>
              <a:t>          "value_label": "42.1",</a:t>
            </a:r>
          </a:p>
          <a:p>
            <a:r>
              <a:t>          "yoy_label": "(+24.7%)",</a:t>
            </a:r>
          </a:p>
          <a:p>
            <a:r>
              <a:t>          "label": "42.1\n(+24.7%)"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"NV_XB03",</a:t>
            </a:r>
          </a:p>
          <a:p>
            <a:r>
              <a:t>          "month": "2025-07",</a:t>
            </a:r>
          </a:p>
          <a:p>
            <a:r>
              <a:t>          "start": "2025-07-01",</a:t>
            </a:r>
          </a:p>
          <a:p>
            <a:r>
              <a:t>          "end": "2025-07-31",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143.95777,</a:t>
            </a:r>
          </a:p>
          <a:p>
            <a:r>
              <a:t>          "raw_mean": 4.643799032258065,</a:t>
            </a:r>
          </a:p>
          <a:p>
            <a:r>
              <a:t>          "value": 31.722994033291897,</a:t>
            </a:r>
          </a:p>
          <a:p>
            <a:r>
              <a:t>          "prior_start": "2024-07-01",</a:t>
            </a:r>
          </a:p>
          <a:p>
            <a:r>
              <a:t>          "prior_end": "2024-07-31",</a:t>
            </a:r>
          </a:p>
          <a:p>
            <a:r>
              <a:t>          "prior_days": 31,</a:t>
            </a:r>
          </a:p>
          <a:p>
            <a:r>
              <a:t>          "prior_raw_mean": 5.917821935483871,</a:t>
            </a:r>
          </a:p>
          <a:p>
            <a:r>
              <a:t>          "prior_value": 40.42617448459087,</a:t>
            </a:r>
          </a:p>
          <a:p>
            <a:r>
              <a:t>          "yoy_fraction": -0.21528577863869702,</a:t>
            </a:r>
          </a:p>
          <a:p>
            <a:r>
              <a:t>          "yoy_pct": -21.528577863869703,</a:t>
            </a:r>
          </a:p>
          <a:p>
            <a:r>
              <a:t>          "value_label": "31.7",</a:t>
            </a:r>
          </a:p>
          <a:p>
            <a:r>
              <a:t>          "yoy_label": "(-21.5%)",</a:t>
            </a:r>
          </a:p>
          <a:p>
            <a:r>
              <a:t>          "label": "31.7\n(-21.5%)"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"NV_XB03",</a:t>
            </a:r>
          </a:p>
          <a:p>
            <a:r>
              <a:t>          "month": "2025-08",</a:t>
            </a:r>
          </a:p>
          <a:p>
            <a:r>
              <a:t>          "start": "2025-08-01",</a:t>
            </a:r>
          </a:p>
          <a:p>
            <a:r>
              <a:t>          "end": "2025-08-31",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139.17177,</a:t>
            </a:r>
          </a:p>
          <a:p>
            <a:r>
              <a:t>          "raw_mean": 4.489411935483871,</a:t>
            </a:r>
          </a:p>
          <a:p>
            <a:r>
              <a:t>          "value": 30.66833578564514,</a:t>
            </a:r>
          </a:p>
          <a:p>
            <a:r>
              <a:t>          "prior_start": "2024-08-01",</a:t>
            </a:r>
          </a:p>
          <a:p>
            <a:r>
              <a:t>          "prior_end": "2024-08-31",</a:t>
            </a:r>
          </a:p>
          <a:p>
            <a:r>
              <a:t>          "prior_days": 31,</a:t>
            </a:r>
          </a:p>
          <a:p>
            <a:r>
              <a:t>          "prior_raw_mean": 5.132761935483871,</a:t>
            </a:r>
          </a:p>
          <a:p>
            <a:r>
              <a:t>          "prior_value": 35.06322627714739,</a:t>
            </a:r>
          </a:p>
          <a:p>
            <a:r>
              <a:t>          "yoy_fraction": -0.12534187404102748,</a:t>
            </a:r>
          </a:p>
          <a:p>
            <a:r>
              <a:t>          "yoy_pct": -12.534187404102749,</a:t>
            </a:r>
          </a:p>
          <a:p>
            <a:r>
              <a:t>          "value_label": "30.7",</a:t>
            </a:r>
          </a:p>
          <a:p>
            <a:r>
              <a:t>          "yoy_label": "(-12.5%)",</a:t>
            </a:r>
          </a:p>
          <a:p>
            <a:r>
              <a:t>          "label": "30.7\n(-12.5%)"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"NV_XB03",</a:t>
            </a:r>
          </a:p>
          <a:p>
            <a:r>
              <a:t>          "month": "2025-09",</a:t>
            </a:r>
          </a:p>
          <a:p>
            <a:r>
              <a:t>          "start": "2025-09-01",</a:t>
            </a:r>
          </a:p>
          <a:p>
            <a:r>
              <a:t>          "end": "2025-09-30",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132.57527,</a:t>
            </a:r>
          </a:p>
          <a:p>
            <a:r>
              <a:t>          "raw_mean": 4.419175666666666,</a:t>
            </a:r>
          </a:p>
          <a:p>
            <a:r>
              <a:t>          "value": 30.188533640648906,</a:t>
            </a:r>
          </a:p>
          <a:p>
            <a:r>
              <a:t>          "prior_start": "2024-09-01",</a:t>
            </a:r>
          </a:p>
          <a:p>
            <a:r>
              <a:t>          "prior_end": "2024-09-30",</a:t>
            </a:r>
          </a:p>
          <a:p>
            <a:r>
              <a:t>          "prior_days": 30,</a:t>
            </a:r>
          </a:p>
          <a:p>
            <a:r>
              <a:t>          "prior_raw_mean": 5.343152666666667,</a:t>
            </a:r>
          </a:p>
          <a:p>
            <a:r>
              <a:t>          "prior_value": 36.50045985758647,</a:t>
            </a:r>
          </a:p>
          <a:p>
            <a:r>
              <a:t>          "yoy_fraction": -0.17292730671242917,</a:t>
            </a:r>
          </a:p>
          <a:p>
            <a:r>
              <a:t>          "yoy_pct": -17.292730671242918,</a:t>
            </a:r>
          </a:p>
          <a:p>
            <a:r>
              <a:t>          "value_label": "30.2",</a:t>
            </a:r>
          </a:p>
          <a:p>
            <a:r>
              <a:t>          "yoy_label": "(-17.3%)",</a:t>
            </a:r>
          </a:p>
          <a:p>
            <a:r>
              <a:t>          "label": "30.2\n(-17.3%)"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"NV_XB03",</a:t>
            </a:r>
          </a:p>
          <a:p>
            <a:r>
              <a:t>          "month": "2025-10",</a:t>
            </a:r>
          </a:p>
          <a:p>
            <a:r>
              <a:t>          "start": "2025-10-01",</a:t>
            </a:r>
          </a:p>
          <a:p>
            <a:r>
              <a:t>          "end": "2025-10-31",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137.1788,</a:t>
            </a:r>
          </a:p>
          <a:p>
            <a:r>
              <a:t>          "raw_mean": 4.425122580645161,</a:t>
            </a:r>
          </a:p>
          <a:p>
            <a:r>
              <a:t>          "value": 30.22915855041477,</a:t>
            </a:r>
          </a:p>
          <a:p>
            <a:r>
              <a:t>          "prior_start": "2024-10-01",</a:t>
            </a:r>
          </a:p>
          <a:p>
            <a:r>
              <a:t>          "prior_end": "2024-10-31",</a:t>
            </a:r>
          </a:p>
          <a:p>
            <a:r>
              <a:t>          "prior_days": 31,</a:t>
            </a:r>
          </a:p>
          <a:p>
            <a:r>
              <a:t>          "prior_raw_mean": 4.993316451612904,</a:t>
            </a:r>
          </a:p>
          <a:p>
            <a:r>
              <a:t>          "prior_value": 34.110638057442024,</a:t>
            </a:r>
          </a:p>
          <a:p>
            <a:r>
              <a:t>          "yoy_fraction": -0.11379087956346279,</a:t>
            </a:r>
          </a:p>
          <a:p>
            <a:r>
              <a:t>          "yoy_pct": -11.379087956346279,</a:t>
            </a:r>
          </a:p>
          <a:p>
            <a:r>
              <a:t>          "value_label": "30.2",</a:t>
            </a:r>
          </a:p>
          <a:p>
            <a:r>
              <a:t>          "yoy_label": "(-11.4%)",</a:t>
            </a:r>
          </a:p>
          <a:p>
            <a:r>
              <a:t>          "label": "30.2\n(-11.4%)"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"NV_XB03",</a:t>
            </a:r>
          </a:p>
          <a:p>
            <a:r>
              <a:t>          "month": "2025-11",</a:t>
            </a:r>
          </a:p>
          <a:p>
            <a:r>
              <a:t>          "start": "2025-11-01",</a:t>
            </a:r>
          </a:p>
          <a:p>
            <a:r>
              <a:t>          "end": "2025-11-30",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116.88406,</a:t>
            </a:r>
          </a:p>
          <a:p>
            <a:r>
              <a:t>          "raw_mean": 3.8961353333333335,</a:t>
            </a:r>
          </a:p>
          <a:p>
            <a:r>
              <a:t>          "value": 26.615509644940758,</a:t>
            </a:r>
          </a:p>
          <a:p>
            <a:r>
              <a:t>          "prior_start": "2024-11-01",</a:t>
            </a:r>
          </a:p>
          <a:p>
            <a:r>
              <a:t>          "prior_end": "2024-11-30",</a:t>
            </a:r>
          </a:p>
          <a:p>
            <a:r>
              <a:t>          "prior_days": 30,</a:t>
            </a:r>
          </a:p>
          <a:p>
            <a:r>
              <a:t>          "prior_raw_mean": 4.896368999999999,</a:t>
            </a:r>
          </a:p>
          <a:p>
            <a:r>
              <a:t>          "prior_value": 33.4483649039969,</a:t>
            </a:r>
          </a:p>
          <a:p>
            <a:r>
              <a:t>          "yoy_fraction": -0.20428069589254116,</a:t>
            </a:r>
          </a:p>
          <a:p>
            <a:r>
              <a:t>          "yoy_pct": -20.428069589254115,</a:t>
            </a:r>
          </a:p>
          <a:p>
            <a:r>
              <a:t>          "value_label": "26.6",</a:t>
            </a:r>
          </a:p>
          <a:p>
            <a:r>
              <a:t>          "yoy_label": "(-20.4%)",</a:t>
            </a:r>
          </a:p>
          <a:p>
            <a:r>
              <a:t>          "label": "26.6\n(-20.4%)"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"NV_XB03",</a:t>
            </a:r>
          </a:p>
          <a:p>
            <a:r>
              <a:t>          "month": "2025-12",</a:t>
            </a:r>
          </a:p>
          <a:p>
            <a:r>
              <a:t>          "start": "2025-12-01",</a:t>
            </a:r>
          </a:p>
          <a:p>
            <a:r>
              <a:t>          "end": "2025-12-31",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121.43145,</a:t>
            </a:r>
          </a:p>
          <a:p>
            <a:r>
              <a:t>          "raw_mean": 3.917143548387097,</a:t>
            </a:r>
          </a:p>
          <a:p>
            <a:r>
              <a:t>          "value": 26.75902220355305,</a:t>
            </a:r>
          </a:p>
          <a:p>
            <a:r>
              <a:t>          "prior_start": "2024-12-01",</a:t>
            </a:r>
          </a:p>
          <a:p>
            <a:r>
              <a:t>          "prior_end": "2024-12-31",</a:t>
            </a:r>
          </a:p>
          <a:p>
            <a:r>
              <a:t>          "prior_days": 31,</a:t>
            </a:r>
          </a:p>
          <a:p>
            <a:r>
              <a:t>          "prior_raw_mean": 5.321557096774193,</a:t>
            </a:r>
          </a:p>
          <a:p>
            <a:r>
              <a:t>          "prior_value": 36.3529349259334,</a:t>
            </a:r>
          </a:p>
          <a:p>
            <a:r>
              <a:t>          "yoy_fraction": -0.2639102658953749,</a:t>
            </a:r>
          </a:p>
          <a:p>
            <a:r>
              <a:t>          "yoy_pct": -26.391026589537493,</a:t>
            </a:r>
          </a:p>
          <a:p>
            <a:r>
              <a:t>          "value_label": "26.8",</a:t>
            </a:r>
          </a:p>
          <a:p>
            <a:r>
              <a:t>          "yoy_label": "(-26.4%)",</a:t>
            </a:r>
          </a:p>
          <a:p>
            <a:r>
              <a:t>          "label": "26.8\n(-26.4%)"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"NV_XB03",</a:t>
            </a:r>
          </a:p>
          <a:p>
            <a:r>
              <a:t>          "month": "2026-01",</a:t>
            </a:r>
          </a:p>
          <a:p>
            <a:r>
              <a:t>          "start": "2026-01-01",</a:t>
            </a:r>
          </a:p>
          <a:p>
            <a:r>
              <a:t>          "end": "2026-01-31",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107.83142,</a:t>
            </a:r>
          </a:p>
          <a:p>
            <a:r>
              <a:t>          "raw_mean": 3.4784329032258063,</a:t>
            </a:r>
          </a:p>
          <a:p>
            <a:r>
              <a:t>          "value": 23.762076150953106,</a:t>
            </a:r>
          </a:p>
          <a:p>
            <a:r>
              <a:t>          "prior_start": "2025-01-01",</a:t>
            </a:r>
          </a:p>
          <a:p>
            <a:r>
              <a:t>          "prior_end": "2025-01-31",</a:t>
            </a:r>
          </a:p>
          <a:p>
            <a:r>
              <a:t>          "prior_days": 31,</a:t>
            </a:r>
          </a:p>
          <a:p>
            <a:r>
              <a:t>          "prior_raw_mean": 4.955286129032258,</a:t>
            </a:r>
          </a:p>
          <a:p>
            <a:r>
              <a:t>          "prior_value": 33.85084307322125,</a:t>
            </a:r>
          </a:p>
          <a:p>
            <a:r>
              <a:t>          "yoy_fraction": -0.2980359130331135,</a:t>
            </a:r>
          </a:p>
          <a:p>
            <a:r>
              <a:t>          "yoy_pct": -29.80359130331135,</a:t>
            </a:r>
          </a:p>
          <a:p>
            <a:r>
              <a:t>          "value_label": "23.8",</a:t>
            </a:r>
          </a:p>
          <a:p>
            <a:r>
              <a:t>          "yoy_label": "(-29.8%)",</a:t>
            </a:r>
          </a:p>
          <a:p>
            <a:r>
              <a:t>          "label": "23.8\n(-29.8%)"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"NV_XB03",</a:t>
            </a:r>
          </a:p>
          <a:p>
            <a:r>
              <a:t>          "month": "2026-02",</a:t>
            </a:r>
          </a:p>
          <a:p>
            <a:r>
              <a:t>          "start": "2026-02-01",</a:t>
            </a:r>
          </a:p>
          <a:p>
            <a:r>
              <a:t>          "end": "2026-02-28",</a:t>
            </a:r>
          </a:p>
          <a:p>
            <a:r>
              <a:t>          "days": 28,</a:t>
            </a:r>
          </a:p>
          <a:p>
            <a:r>
              <a:t>          "partial": false,</a:t>
            </a:r>
          </a:p>
          <a:p>
            <a:r>
              <a:t>          "raw_sum": 84.50514,</a:t>
            </a:r>
          </a:p>
          <a:p>
            <a:r>
              <a:t>          "raw_mean": 3.018040714285714,</a:t>
            </a:r>
          </a:p>
          <a:p>
            <a:r>
              <a:t>          "value": 20.617017856813494,</a:t>
            </a:r>
          </a:p>
          <a:p>
            <a:r>
              <a:t>          "prior_start": "2025-02-01",</a:t>
            </a:r>
          </a:p>
          <a:p>
            <a:r>
              <a:t>          "prior_end": "2025-02-28",</a:t>
            </a:r>
          </a:p>
          <a:p>
            <a:r>
              <a:t>          "prior_days": 28,</a:t>
            </a:r>
          </a:p>
          <a:p>
            <a:r>
              <a:t>          "prior_raw_mean": 5.479194285714286,</a:t>
            </a:r>
          </a:p>
          <a:p>
            <a:r>
              <a:t>          "prior_value": 37.42979539500926,</a:t>
            </a:r>
          </a:p>
          <a:p>
            <a:r>
              <a:t>          "yoy_fraction": -0.44918165757426276,</a:t>
            </a:r>
          </a:p>
          <a:p>
            <a:r>
              <a:t>          "yoy_pct": -44.91816575742627,</a:t>
            </a:r>
          </a:p>
          <a:p>
            <a:r>
              <a:t>          "value_label": "20.6",</a:t>
            </a:r>
          </a:p>
          <a:p>
            <a:r>
              <a:t>          "yoy_label": "(-44.9%)",</a:t>
            </a:r>
          </a:p>
          <a:p>
            <a:r>
              <a:t>          "label": "20.6\n(-44.9%)"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"NV_XB03",</a:t>
            </a:r>
          </a:p>
          <a:p>
            <a:r>
              <a:t>          "month": "2026-03",</a:t>
            </a:r>
          </a:p>
          <a:p>
            <a:r>
              <a:t>          "start": "2026-03-01",</a:t>
            </a:r>
          </a:p>
          <a:p>
            <a:r>
              <a:t>          "end": "2026-03-31",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110.10513999999999,</a:t>
            </a:r>
          </a:p>
          <a:p>
            <a:r>
              <a:t>          "raw_mean": 3.551778709677419,</a:t>
            </a:r>
          </a:p>
          <a:p>
            <a:r>
              <a:t>          "value": 24.26312035296719,</a:t>
            </a:r>
          </a:p>
          <a:p>
            <a:r>
              <a:t>          "prior_start": "2025-03-01",</a:t>
            </a:r>
          </a:p>
          <a:p>
            <a:r>
              <a:t>          "prior_end": "2025-03-31",</a:t>
            </a:r>
          </a:p>
          <a:p>
            <a:r>
              <a:t>          "prior_days": 31,</a:t>
            </a:r>
          </a:p>
          <a:p>
            <a:r>
              <a:t>          "prior_raw_mean": 4.193317741935484,</a:t>
            </a:r>
          </a:p>
          <a:p>
            <a:r>
              <a:t>          "prior_value": 28.64563965474464,</a:t>
            </a:r>
          </a:p>
          <a:p>
            <a:r>
              <a:t>          "yoy_fraction": -0.15299079910933555,</a:t>
            </a:r>
          </a:p>
          <a:p>
            <a:r>
              <a:t>          "yoy_pct": -15.299079910933555,</a:t>
            </a:r>
          </a:p>
          <a:p>
            <a:r>
              <a:t>          "value_label": "24.3",</a:t>
            </a:r>
          </a:p>
          <a:p>
            <a:r>
              <a:t>          "yoy_label": "(-15.3%)",</a:t>
            </a:r>
          </a:p>
          <a:p>
            <a:r>
              <a:t>          "label": "24.3\n(-15.3%)"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"NV_XB03",</a:t>
            </a:r>
          </a:p>
          <a:p>
            <a:r>
              <a:t>          "month": "2026-04",</a:t>
            </a:r>
          </a:p>
          <a:p>
            <a:r>
              <a:t>          "start": "2026-04-01",</a:t>
            </a:r>
          </a:p>
          <a:p>
            <a:r>
              <a:t>          "end": "2026-04-30",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94.79281,</a:t>
            </a:r>
          </a:p>
          <a:p>
            <a:r>
              <a:t>          "raw_mean": 3.1597603333333333,</a:t>
            </a:r>
          </a:p>
          <a:p>
            <a:r>
              <a:t>          "value": 21.58514128296054,</a:t>
            </a:r>
          </a:p>
          <a:p>
            <a:r>
              <a:t>          "prior_start": "2025-04-01",</a:t>
            </a:r>
          </a:p>
          <a:p>
            <a:r>
              <a:t>          "prior_end": "2025-04-30",</a:t>
            </a:r>
          </a:p>
          <a:p>
            <a:r>
              <a:t>          "prior_days": 30,</a:t>
            </a:r>
          </a:p>
          <a:p>
            <a:r>
              <a:t>          "prior_raw_mean": 4.158591333333333,</a:t>
            </a:r>
          </a:p>
          <a:p>
            <a:r>
              <a:t>          "prior_value": 28.408414562695818,</a:t>
            </a:r>
          </a:p>
          <a:p>
            <a:r>
              <a:t>          "yoy_fraction": -0.24018493762391024,</a:t>
            </a:r>
          </a:p>
          <a:p>
            <a:r>
              <a:t>          "yoy_pct": -24.018493762391024,</a:t>
            </a:r>
          </a:p>
          <a:p>
            <a:r>
              <a:t>          "value_label": "21.6",</a:t>
            </a:r>
          </a:p>
          <a:p>
            <a:r>
              <a:t>          "yoy_label": "(-24.0%)",</a:t>
            </a:r>
          </a:p>
          <a:p>
            <a:r>
              <a:t>          "label": "21.6\n(-24.0%)"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"NV_XB03",</a:t>
            </a:r>
          </a:p>
          <a:p>
            <a:r>
              <a:t>          "month": "2026-05",</a:t>
            </a:r>
          </a:p>
          <a:p>
            <a:r>
              <a:t>          "start": "2026-05-01",</a:t>
            </a:r>
          </a:p>
          <a:p>
            <a:r>
              <a:t>          "end": "2026-05-31",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98.30157,</a:t>
            </a:r>
          </a:p>
          <a:p>
            <a:r>
              <a:t>          "raw_mean": 3.1710183870967743,</a:t>
            </a:r>
          </a:p>
          <a:p>
            <a:r>
              <a:t>          "value": 21.66204796429693,</a:t>
            </a:r>
          </a:p>
          <a:p>
            <a:r>
              <a:t>          "prior_start": "2025-05-01",</a:t>
            </a:r>
          </a:p>
          <a:p>
            <a:r>
              <a:t>          "prior_end": "2025-05-31",</a:t>
            </a:r>
          </a:p>
          <a:p>
            <a:r>
              <a:t>          "prior_days": 31,</a:t>
            </a:r>
          </a:p>
          <a:p>
            <a:r>
              <a:t>          "prior_raw_mean": 4.264397419354839,</a:t>
            </a:r>
          </a:p>
          <a:p>
            <a:r>
              <a:t>          "prior_value": 29.131203342363154,</a:t>
            </a:r>
          </a:p>
          <a:p>
            <a:r>
              <a:t>          "yoy_fraction": -0.2563970767113638,</a:t>
            </a:r>
          </a:p>
          <a:p>
            <a:r>
              <a:t>          "yoy_pct": -25.63970767113638,</a:t>
            </a:r>
          </a:p>
          <a:p>
            <a:r>
              <a:t>          "value_label": "21.7",</a:t>
            </a:r>
          </a:p>
          <a:p>
            <a:r>
              <a:t>          "yoy_label": "(-25.6%)",</a:t>
            </a:r>
          </a:p>
          <a:p>
            <a:r>
              <a:t>          "label": "21.7\n(-25.6%)"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"NV_XB03",</a:t>
            </a:r>
          </a:p>
          <a:p>
            <a:r>
              <a:t>          "month": "2026-06",</a:t>
            </a:r>
          </a:p>
          <a:p>
            <a:r>
              <a:t>          "start": "2026-06-01",</a:t>
            </a:r>
          </a:p>
          <a:p>
            <a:r>
              <a:t>          "end": "2026-06-30",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105.55774,</a:t>
            </a:r>
          </a:p>
          <a:p>
            <a:r>
              <a:t>          "raw_mean": 3.518591333333333,</a:t>
            </a:r>
          </a:p>
          <a:p>
            <a:r>
              <a:t>          "value": 24.03640878891569,</a:t>
            </a:r>
          </a:p>
          <a:p>
            <a:r>
              <a:t>          "prior_start": "2025-06-01",</a:t>
            </a:r>
          </a:p>
          <a:p>
            <a:r>
              <a:t>          "prior_end": "2025-06-30",</a:t>
            </a:r>
          </a:p>
          <a:p>
            <a:r>
              <a:t>          "prior_days": 30,</a:t>
            </a:r>
          </a:p>
          <a:p>
            <a:r>
              <a:t>          "prior_raw_mean": 6.156252333333333,</a:t>
            </a:r>
          </a:p>
          <a:p>
            <a:r>
              <a:t>          "prior_value": 42.05495429090734,</a:t>
            </a:r>
          </a:p>
          <a:p>
            <a:r>
              <a:t>          "yoy_fraction": -0.42845238583192136,</a:t>
            </a:r>
          </a:p>
          <a:p>
            <a:r>
              <a:t>          "yoy_pct": -42.845238583192135,</a:t>
            </a:r>
          </a:p>
          <a:p>
            <a:r>
              <a:t>          "value_label": "24.0",</a:t>
            </a:r>
          </a:p>
          <a:p>
            <a:r>
              <a:t>          "yoy_label": "(-42.8%)",</a:t>
            </a:r>
          </a:p>
          <a:p>
            <a:r>
              <a:t>          "label": "24.0\n(-42.8%)"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"NV_XB03",</a:t>
            </a:r>
          </a:p>
          <a:p>
            <a:r>
              <a:t>          "month": "2026-07",</a:t>
            </a:r>
          </a:p>
          <a:p>
            <a:r>
              <a:t>          "start": "2026-07-01",</a:t>
            </a:r>
          </a:p>
          <a:p>
            <a:r>
              <a:t>          "end": "2026-07-31",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112.05598,</a:t>
            </a:r>
          </a:p>
          <a:p>
            <a:r>
              <a:t>          "raw_mean": 3.6147090322580646,</a:t>
            </a:r>
          </a:p>
          <a:p>
            <a:r>
              <a:t>          "value": 24.693013686824102,</a:t>
            </a:r>
          </a:p>
          <a:p>
            <a:r>
              <a:t>          "prior_start": "2025-07-01",</a:t>
            </a:r>
          </a:p>
          <a:p>
            <a:r>
              <a:t>          "prior_end": "2025-07-31",</a:t>
            </a:r>
          </a:p>
          <a:p>
            <a:r>
              <a:t>          "prior_days": 31,</a:t>
            </a:r>
          </a:p>
          <a:p>
            <a:r>
              <a:t>          "prior_raw_mean": 4.643799032258065,</a:t>
            </a:r>
          </a:p>
          <a:p>
            <a:r>
              <a:t>          "prior_value": 31.722994033291897,</a:t>
            </a:r>
          </a:p>
          <a:p>
            <a:r>
              <a:t>          "yoy_fraction": -0.22160519713524318,</a:t>
            </a:r>
          </a:p>
          <a:p>
            <a:r>
              <a:t>          "yoy_pct": -22.16051971352432,</a:t>
            </a:r>
          </a:p>
          <a:p>
            <a:r>
              <a:t>          "value_label": "24.7",</a:t>
            </a:r>
          </a:p>
          <a:p>
            <a:r>
              <a:t>          "yoy_label": "(-22.2%)",</a:t>
            </a:r>
          </a:p>
          <a:p>
            <a:r>
              <a:t>          "label": "24.7\n(-22.2%)"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"NV_XB03",</a:t>
            </a:r>
          </a:p>
          <a:p>
            <a:r>
              <a:t>          "month": "2026-08",</a:t>
            </a:r>
          </a:p>
          <a:p>
            <a:r>
              <a:t>          "start": "2026-08-01",</a:t>
            </a:r>
          </a:p>
          <a:p>
            <a:r>
              <a:t>          "end": "2026-08-31",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105.08056,</a:t>
            </a:r>
          </a:p>
          <a:p>
            <a:r>
              <a:t>          "raw_mean": 3.389695483870968,</a:t>
            </a:r>
          </a:p>
          <a:p>
            <a:r>
              <a:t>          "value": 23.155887854437946,</a:t>
            </a:r>
          </a:p>
          <a:p>
            <a:r>
              <a:t>          "prior_start": "2025-08-01",</a:t>
            </a:r>
          </a:p>
          <a:p>
            <a:r>
              <a:t>          "prior_end": "2025-08-31",</a:t>
            </a:r>
          </a:p>
          <a:p>
            <a:r>
              <a:t>          "prior_days": 31,</a:t>
            </a:r>
          </a:p>
          <a:p>
            <a:r>
              <a:t>          "prior_raw_mean": 4.489411935483871,</a:t>
            </a:r>
          </a:p>
          <a:p>
            <a:r>
              <a:t>          "prior_value": 30.66833578564514,</a:t>
            </a:r>
          </a:p>
          <a:p>
            <a:r>
              <a:t>          "yoy_fraction": -0.2449577956793968,</a:t>
            </a:r>
          </a:p>
          <a:p>
            <a:r>
              <a:t>          "yoy_pct": -24.495779567939678,</a:t>
            </a:r>
          </a:p>
          <a:p>
            <a:r>
              <a:t>          "value_label": "23.2",</a:t>
            </a:r>
          </a:p>
          <a:p>
            <a:r>
              <a:t>          "yoy_label": "(-24.5%)",</a:t>
            </a:r>
          </a:p>
          <a:p>
            <a:r>
              <a:t>          "label": "23.2\n(-24.5%)"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"NV_XB03",</a:t>
            </a:r>
          </a:p>
          <a:p>
            <a:r>
              <a:t>          "month": "2026-09",</a:t>
            </a:r>
          </a:p>
          <a:p>
            <a:r>
              <a:t>          "start": "2026-09-01",</a:t>
            </a:r>
          </a:p>
          <a:p>
            <a:r>
              <a:t>          "end": "2026-09-30",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207.18581,</a:t>
            </a:r>
          </a:p>
          <a:p>
            <a:r>
              <a:t>          "raw_mean": 6.906193666666667,</a:t>
            </a:r>
          </a:p>
          <a:p>
            <a:r>
              <a:t>          "value": 47.177997789859994,</a:t>
            </a:r>
          </a:p>
          <a:p>
            <a:r>
              <a:t>          "prior_start": "2025-09-01",</a:t>
            </a:r>
          </a:p>
          <a:p>
            <a:r>
              <a:t>          "prior_end": "2025-09-30",</a:t>
            </a:r>
          </a:p>
          <a:p>
            <a:r>
              <a:t>          "prior_days": 30,</a:t>
            </a:r>
          </a:p>
          <a:p>
            <a:r>
              <a:t>          "prior_raw_mean": 4.419175666666666,</a:t>
            </a:r>
          </a:p>
          <a:p>
            <a:r>
              <a:t>          "prior_value": 30.188533640648906,</a:t>
            </a:r>
          </a:p>
          <a:p>
            <a:r>
              <a:t>          "yoy_fraction": 0.5627787143107457,</a:t>
            </a:r>
          </a:p>
          <a:p>
            <a:r>
              <a:t>          "yoy_pct": 56.277871431074566,</a:t>
            </a:r>
          </a:p>
          <a:p>
            <a:r>
              <a:t>          "value_label": "47.2",</a:t>
            </a:r>
          </a:p>
          <a:p>
            <a:r>
              <a:t>          "yoy_label": "(+56.3%)",</a:t>
            </a:r>
          </a:p>
          <a:p>
            <a:r>
              <a:t>          "label": "47.2\n(+56.3%)"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"NV_XB03",</a:t>
            </a:r>
          </a:p>
          <a:p>
            <a:r>
              <a:t>          "month": "2026-10",</a:t>
            </a:r>
          </a:p>
          <a:p>
            <a:r>
              <a:t>          "start": "2026-10-01",</a:t>
            </a:r>
          </a:p>
          <a:p>
            <a:r>
              <a:t>          "end": "2026-10-19",</a:t>
            </a:r>
          </a:p>
          <a:p>
            <a:r>
              <a:t>          "days": 19,</a:t>
            </a:r>
          </a:p>
          <a:p>
            <a:r>
              <a:t>          "partial": true,</a:t>
            </a:r>
          </a:p>
          <a:p>
            <a:r>
              <a:t>          "raw_sum": 180.5192,</a:t>
            </a:r>
          </a:p>
          <a:p>
            <a:r>
              <a:t>          "raw_mean": 9.50101052631579,</a:t>
            </a:r>
          </a:p>
          <a:p>
            <a:r>
              <a:t>          "value": 64.90386387155996,</a:t>
            </a:r>
          </a:p>
          <a:p>
            <a:r>
              <a:t>          "prior_start": "2025-10-01",</a:t>
            </a:r>
          </a:p>
          <a:p>
            <a:r>
              <a:t>          "prior_end": "2025-10-19",</a:t>
            </a:r>
          </a:p>
          <a:p>
            <a:r>
              <a:t>          "prior_days": 19,</a:t>
            </a:r>
          </a:p>
          <a:p>
            <a:r>
              <a:t>          "prior_raw_mean": 4.067954736842105,</a:t>
            </a:r>
          </a:p>
          <a:p>
            <a:r>
              <a:t>          "prior_value": 27.789252495234205,</a:t>
            </a:r>
          </a:p>
          <a:p>
            <a:r>
              <a:t>          "yoy_fraction": 1.335574297390361,</a:t>
            </a:r>
          </a:p>
          <a:p>
            <a:r>
              <a:t>          "yoy_pct": 133.5574297390361,</a:t>
            </a:r>
          </a:p>
          <a:p>
            <a:r>
              <a:t>          "value_label": "64.9",</a:t>
            </a:r>
          </a:p>
          <a:p>
            <a:r>
              <a:t>          "yoy_label": "(+133.6%)",</a:t>
            </a:r>
          </a:p>
          <a:p>
            <a:r>
              <a:t>          "label": "64.9\n(+133.6%)"</a:t>
            </a:r>
          </a:p>
          <a:p>
            <a:r>
              <a:t>        }</a:t>
            </a:r>
          </a:p>
          <a:p>
            <a:r>
              <a:t>      ]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"NV_XB04",</a:t>
            </a:r>
          </a:p>
          <a:p>
            <a:r>
              <a:t>      "label": "불고기·간장",</a:t>
            </a:r>
          </a:p>
          <a:p>
            <a:r>
              <a:t>      "points": [</a:t>
            </a:r>
          </a:p>
          <a:p>
            <a:r>
              <a:t>        {</a:t>
            </a:r>
          </a:p>
          <a:p>
            <a:r>
              <a:t>          "group_id": "NV_XB04",</a:t>
            </a:r>
          </a:p>
          <a:p>
            <a:r>
              <a:t>          "month": "2025-01",</a:t>
            </a:r>
          </a:p>
          <a:p>
            <a:r>
              <a:t>          "start": "2025-01-01",</a:t>
            </a:r>
          </a:p>
          <a:p>
            <a:r>
              <a:t>          "end": "2025-01-31",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63.83144,</a:t>
            </a:r>
          </a:p>
          <a:p>
            <a:r>
              <a:t>          "raw_mean": 2.0590787096774195,</a:t>
            </a:r>
          </a:p>
          <a:p>
            <a:r>
              <a:t>          "value": 12.443548153164125,</a:t>
            </a:r>
          </a:p>
          <a:p>
            <a:r>
              <a:t>          "prior_start": "2024-01-01",</a:t>
            </a:r>
          </a:p>
          <a:p>
            <a:r>
              <a:t>          "prior_end": "2024-01-31",</a:t>
            </a:r>
          </a:p>
          <a:p>
            <a:r>
              <a:t>          "prior_days": 31,</a:t>
            </a:r>
          </a:p>
          <a:p>
            <a:r>
              <a:t>          "prior_raw_mean": 2.3827909677419354,</a:t>
            </a:r>
          </a:p>
          <a:p>
            <a:r>
              <a:t>          "prior_value": 14.399825517435621,</a:t>
            </a:r>
          </a:p>
          <a:p>
            <a:r>
              <a:t>          "yoy_fraction": -0.1358542408658211,</a:t>
            </a:r>
          </a:p>
          <a:p>
            <a:r>
              <a:t>          "yoy_pct": -13.58542408658211,</a:t>
            </a:r>
          </a:p>
          <a:p>
            <a:r>
              <a:t>          "value_label": "12.4",</a:t>
            </a:r>
          </a:p>
          <a:p>
            <a:r>
              <a:t>          "yoy_label": "(-13.6%)",</a:t>
            </a:r>
          </a:p>
          <a:p>
            <a:r>
              <a:t>          "label": "12.4\n(-13.6%)"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"NV_XB04",</a:t>
            </a:r>
          </a:p>
          <a:p>
            <a:r>
              <a:t>          "month": "2025-02",</a:t>
            </a:r>
          </a:p>
          <a:p>
            <a:r>
              <a:t>          "start": "2025-02-01",</a:t>
            </a:r>
          </a:p>
          <a:p>
            <a:r>
              <a:t>          "end": "2025-02-28",</a:t>
            </a:r>
          </a:p>
          <a:p>
            <a:r>
              <a:t>          "days": 28,</a:t>
            </a:r>
          </a:p>
          <a:p>
            <a:r>
              <a:t>          "partial": false,</a:t>
            </a:r>
          </a:p>
          <a:p>
            <a:r>
              <a:t>          "raw_sum": 59.4525,</a:t>
            </a:r>
          </a:p>
          <a:p>
            <a:r>
              <a:t>          "raw_mean": 2.1233035714285715,</a:t>
            </a:r>
          </a:p>
          <a:p>
            <a:r>
              <a:t>          "value": 12.831675695872763,</a:t>
            </a:r>
          </a:p>
          <a:p>
            <a:r>
              <a:t>          "prior_start": "2024-02-01",</a:t>
            </a:r>
          </a:p>
          <a:p>
            <a:r>
              <a:t>          "prior_end": "2024-02-29",</a:t>
            </a:r>
          </a:p>
          <a:p>
            <a:r>
              <a:t>          "prior_days": 29,</a:t>
            </a:r>
          </a:p>
          <a:p>
            <a:r>
              <a:t>          "prior_raw_mean": 2.369021724137931,</a:t>
            </a:r>
          </a:p>
          <a:p>
            <a:r>
              <a:t>          "prior_value": 14.316614397329428,</a:t>
            </a:r>
          </a:p>
          <a:p>
            <a:r>
              <a:t>          "yoy_fraction": -0.10372135899208546,</a:t>
            </a:r>
          </a:p>
          <a:p>
            <a:r>
              <a:t>          "yoy_pct": -10.372135899208546,</a:t>
            </a:r>
          </a:p>
          <a:p>
            <a:r>
              <a:t>          "value_label": "12.8",</a:t>
            </a:r>
          </a:p>
          <a:p>
            <a:r>
              <a:t>          "yoy_label": "(-10.4%)",</a:t>
            </a:r>
          </a:p>
          <a:p>
            <a:r>
              <a:t>          "label": "12.8\n(-10.4%)"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"NV_XB04",</a:t>
            </a:r>
          </a:p>
          <a:p>
            <a:r>
              <a:t>          "month": "2025-03",</a:t>
            </a:r>
          </a:p>
          <a:p>
            <a:r>
              <a:t>          "start": "2025-03-01",</a:t>
            </a:r>
          </a:p>
          <a:p>
            <a:r>
              <a:t>          "end": "2025-03-31",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65.72617,</a:t>
            </a:r>
          </a:p>
          <a:p>
            <a:r>
              <a:t>          "raw_mean": 2.1201990322580646,</a:t>
            </a:r>
          </a:p>
          <a:p>
            <a:r>
              <a:t>          "value": 12.812914158258867,</a:t>
            </a:r>
          </a:p>
          <a:p>
            <a:r>
              <a:t>          "prior_start": "2024-03-01",</a:t>
            </a:r>
          </a:p>
          <a:p>
            <a:r>
              <a:t>          "prior_end": "2024-03-31",</a:t>
            </a:r>
          </a:p>
          <a:p>
            <a:r>
              <a:t>          "prior_days": 31,</a:t>
            </a:r>
          </a:p>
          <a:p>
            <a:r>
              <a:t>          "prior_raw_mean": 2.3424974193548387,</a:t>
            </a:r>
          </a:p>
          <a:p>
            <a:r>
              <a:t>          "prior_value": 14.15632112527218,</a:t>
            </a:r>
          </a:p>
          <a:p>
            <a:r>
              <a:t>          "yoy_fraction": -0.09489802859974927,</a:t>
            </a:r>
          </a:p>
          <a:p>
            <a:r>
              <a:t>          "yoy_pct": -9.489802859974928,</a:t>
            </a:r>
          </a:p>
          <a:p>
            <a:r>
              <a:t>          "value_label": "12.8",</a:t>
            </a:r>
          </a:p>
          <a:p>
            <a:r>
              <a:t>          "yoy_label": "(-9.5%)",</a:t>
            </a:r>
          </a:p>
          <a:p>
            <a:r>
              <a:t>          "label": "12.8\n(-9.5%)"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"NV_XB04",</a:t>
            </a:r>
          </a:p>
          <a:p>
            <a:r>
              <a:t>          "month": "2025-04",</a:t>
            </a:r>
          </a:p>
          <a:p>
            <a:r>
              <a:t>          "start": "2025-04-01",</a:t>
            </a:r>
          </a:p>
          <a:p>
            <a:r>
              <a:t>          "end": "2025-04-30",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66.83494,</a:t>
            </a:r>
          </a:p>
          <a:p>
            <a:r>
              <a:t>          "raw_mean": 2.2278313333333335,</a:t>
            </a:r>
          </a:p>
          <a:p>
            <a:r>
              <a:t>          "value": 13.463364145902025,</a:t>
            </a:r>
          </a:p>
          <a:p>
            <a:r>
              <a:t>          "prior_start": "2024-04-01",</a:t>
            </a:r>
          </a:p>
          <a:p>
            <a:r>
              <a:t>          "prior_end": "2024-04-30",</a:t>
            </a:r>
          </a:p>
          <a:p>
            <a:r>
              <a:t>          "prior_days": 30,</a:t>
            </a:r>
          </a:p>
          <a:p>
            <a:r>
              <a:t>          "prior_raw_mean": 2.537539,</a:t>
            </a:r>
          </a:p>
          <a:p>
            <a:r>
              <a:t>          "prior_value": 15.335008122141536,</a:t>
            </a:r>
          </a:p>
          <a:p>
            <a:r>
              <a:t>          "yoy_fraction": -0.12205040658159994,</a:t>
            </a:r>
          </a:p>
          <a:p>
            <a:r>
              <a:t>          "yoy_pct": -12.205040658159994,</a:t>
            </a:r>
          </a:p>
          <a:p>
            <a:r>
              <a:t>          "value_label": "13.5",</a:t>
            </a:r>
          </a:p>
          <a:p>
            <a:r>
              <a:t>          "yoy_label": "(-12.2%)",</a:t>
            </a:r>
          </a:p>
          <a:p>
            <a:r>
              <a:t>          "label": "13.5\n(-12.2%)"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"NV_XB04",</a:t>
            </a:r>
          </a:p>
          <a:p>
            <a:r>
              <a:t>          "month": "2025-05",</a:t>
            </a:r>
          </a:p>
          <a:p>
            <a:r>
              <a:t>          "start": "2025-05-01",</a:t>
            </a:r>
          </a:p>
          <a:p>
            <a:r>
              <a:t>          "end": "2025-05-31",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66.97528,</a:t>
            </a:r>
          </a:p>
          <a:p>
            <a:r>
              <a:t>          "raw_mean": 2.1604929032258062,</a:t>
            </a:r>
          </a:p>
          <a:p>
            <a:r>
              <a:t>          "value": 13.056420499861042,</a:t>
            </a:r>
          </a:p>
          <a:p>
            <a:r>
              <a:t>          "prior_start": "2024-05-01",</a:t>
            </a:r>
          </a:p>
          <a:p>
            <a:r>
              <a:t>          "prior_end": "2024-05-31",</a:t>
            </a:r>
          </a:p>
          <a:p>
            <a:r>
              <a:t>          "prior_days": 31,</a:t>
            </a:r>
          </a:p>
          <a:p>
            <a:r>
              <a:t>          "prior_raw_mean": 2.35290935483871,</a:t>
            </a:r>
          </a:p>
          <a:p>
            <a:r>
              <a:t>          "prior_value": 14.219243159263529,</a:t>
            </a:r>
          </a:p>
          <a:p>
            <a:r>
              <a:t>          "yoy_fraction": -0.08177809791830815,</a:t>
            </a:r>
          </a:p>
          <a:p>
            <a:r>
              <a:t>          "yoy_pct": -8.177809791830814,</a:t>
            </a:r>
          </a:p>
          <a:p>
            <a:r>
              <a:t>          "value_label": "13.1",</a:t>
            </a:r>
          </a:p>
          <a:p>
            <a:r>
              <a:t>          "yoy_label": "(-8.2%)",</a:t>
            </a:r>
          </a:p>
          <a:p>
            <a:r>
              <a:t>          "label": "13.1\n(-8.2%)"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"NV_XB04",</a:t>
            </a:r>
          </a:p>
          <a:p>
            <a:r>
              <a:t>          "month": "2025-06",</a:t>
            </a:r>
          </a:p>
          <a:p>
            <a:r>
              <a:t>          "start": "2025-06-01",</a:t>
            </a:r>
          </a:p>
          <a:p>
            <a:r>
              <a:t>          "end": "2025-06-30",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66.07706,</a:t>
            </a:r>
          </a:p>
          <a:p>
            <a:r>
              <a:t>          "raw_mean": 2.2025686666666666,</a:t>
            </a:r>
          </a:p>
          <a:p>
            <a:r>
              <a:t>          "value": 13.310695281100228,</a:t>
            </a:r>
          </a:p>
          <a:p>
            <a:r>
              <a:t>          "prior_start": "2024-06-01",</a:t>
            </a:r>
          </a:p>
          <a:p>
            <a:r>
              <a:t>          "prior_end": "2024-06-30",</a:t>
            </a:r>
          </a:p>
          <a:p>
            <a:r>
              <a:t>          "prior_days": 30,</a:t>
            </a:r>
          </a:p>
          <a:p>
            <a:r>
              <a:t>          "prior_raw_mean": 2.461749666666667,</a:t>
            </a:r>
          </a:p>
          <a:p>
            <a:r>
              <a:t>          "prior_value": 14.876993470056048,</a:t>
            </a:r>
          </a:p>
          <a:p>
            <a:r>
              <a:t>          "yoy_fraction": -0.10528324772800468,</a:t>
            </a:r>
          </a:p>
          <a:p>
            <a:r>
              <a:t>          "yoy_pct": -10.528324772800469,</a:t>
            </a:r>
          </a:p>
          <a:p>
            <a:r>
              <a:t>          "value_label": "13.3",</a:t>
            </a:r>
          </a:p>
          <a:p>
            <a:r>
              <a:t>          "yoy_label": "(-10.5%)",</a:t>
            </a:r>
          </a:p>
          <a:p>
            <a:r>
              <a:t>          "label": "13.3\n(-10.5%)"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"NV_XB04",</a:t>
            </a:r>
          </a:p>
          <a:p>
            <a:r>
              <a:t>          "month": "2025-07",</a:t>
            </a:r>
          </a:p>
          <a:p>
            <a:r>
              <a:t>          "start": "2025-07-01",</a:t>
            </a:r>
          </a:p>
          <a:p>
            <a:r>
              <a:t>          "end": "2025-07-31",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67.80335,</a:t>
            </a:r>
          </a:p>
          <a:p>
            <a:r>
              <a:t>          "raw_mean": 2.187204838709677,</a:t>
            </a:r>
          </a:p>
          <a:p>
            <a:r>
              <a:t>          "value": 13.217847673040758,</a:t>
            </a:r>
          </a:p>
          <a:p>
            <a:r>
              <a:t>          "prior_start": "2024-07-01",</a:t>
            </a:r>
          </a:p>
          <a:p>
            <a:r>
              <a:t>          "prior_end": "2024-07-31",</a:t>
            </a:r>
          </a:p>
          <a:p>
            <a:r>
              <a:t>          "prior_days": 31,</a:t>
            </a:r>
          </a:p>
          <a:p>
            <a:r>
              <a:t>          "prior_raw_mean": 2.5389874193548385,</a:t>
            </a:r>
          </a:p>
          <a:p>
            <a:r>
              <a:t>          "prior_value": 15.343761296997458,</a:t>
            </a:r>
          </a:p>
          <a:p>
            <a:r>
              <a:t>          "yoy_fraction": -0.13855231340002072,</a:t>
            </a:r>
          </a:p>
          <a:p>
            <a:r>
              <a:t>          "yoy_pct": -13.855231340002073,</a:t>
            </a:r>
          </a:p>
          <a:p>
            <a:r>
              <a:t>          "value_label": "13.2",</a:t>
            </a:r>
          </a:p>
          <a:p>
            <a:r>
              <a:t>          "yoy_label": "(-13.9%)",</a:t>
            </a:r>
          </a:p>
          <a:p>
            <a:r>
              <a:t>          "label": "13.2\n(-13.9%)"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"NV_XB04",</a:t>
            </a:r>
          </a:p>
          <a:p>
            <a:r>
              <a:t>          "month": "2025-08",</a:t>
            </a:r>
          </a:p>
          <a:p>
            <a:r>
              <a:t>          "start": "2025-08-01",</a:t>
            </a:r>
          </a:p>
          <a:p>
            <a:r>
              <a:t>          "end": "2025-08-31",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79.07354,</a:t>
            </a:r>
          </a:p>
          <a:p>
            <a:r>
              <a:t>          "raw_mean": 2.5507593548387093,</a:t>
            </a:r>
          </a:p>
          <a:p>
            <a:r>
              <a:t>          "value": 15.41490216468796,</a:t>
            </a:r>
          </a:p>
          <a:p>
            <a:r>
              <a:t>          "prior_start": "2024-08-01",</a:t>
            </a:r>
          </a:p>
          <a:p>
            <a:r>
              <a:t>          "prior_end": "2024-08-31",</a:t>
            </a:r>
          </a:p>
          <a:p>
            <a:r>
              <a:t>          "prior_days": 31,</a:t>
            </a:r>
          </a:p>
          <a:p>
            <a:r>
              <a:t>          "prior_raw_mean": 2.470623548387097,</a:t>
            </a:r>
          </a:p>
          <a:p>
            <a:r>
              <a:t>          "prior_value": 14.930620645148812,</a:t>
            </a:r>
          </a:p>
          <a:p>
            <a:r>
              <a:t>          "yoy_fraction": 0.032435458046179644,</a:t>
            </a:r>
          </a:p>
          <a:p>
            <a:r>
              <a:t>          "yoy_pct": 3.2435458046179644,</a:t>
            </a:r>
          </a:p>
          <a:p>
            <a:r>
              <a:t>          "value_label": "15.4",</a:t>
            </a:r>
          </a:p>
          <a:p>
            <a:r>
              <a:t>          "yoy_label": "(+3.2%)",</a:t>
            </a:r>
          </a:p>
          <a:p>
            <a:r>
              <a:t>          "label": "15.4\n(+3.2%)"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"NV_XB04",</a:t>
            </a:r>
          </a:p>
          <a:p>
            <a:r>
              <a:t>          "month": "2025-09",</a:t>
            </a:r>
          </a:p>
          <a:p>
            <a:r>
              <a:t>          "start": "2025-09-01",</a:t>
            </a:r>
          </a:p>
          <a:p>
            <a:r>
              <a:t>          "end": "2025-09-30",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56.898089999999996,</a:t>
            </a:r>
          </a:p>
          <a:p>
            <a:r>
              <a:t>          "raw_mean": 1.8966029999999998,</a:t>
            </a:r>
          </a:p>
          <a:p>
            <a:r>
              <a:t>          "value": 11.461665184053526,</a:t>
            </a:r>
          </a:p>
          <a:p>
            <a:r>
              <a:t>          "prior_start": "2024-09-01",</a:t>
            </a:r>
          </a:p>
          <a:p>
            <a:r>
              <a:t>          "prior_end": "2024-09-30",</a:t>
            </a:r>
          </a:p>
          <a:p>
            <a:r>
              <a:t>          "prior_days": 30,</a:t>
            </a:r>
          </a:p>
          <a:p>
            <a:r>
              <a:t>          "prior_raw_mean": 2.3242046666666667,</a:t>
            </a:r>
          </a:p>
          <a:p>
            <a:r>
              <a:t>          "prior_value": 14.045773263328208,</a:t>
            </a:r>
          </a:p>
          <a:p>
            <a:r>
              <a:t>          "yoy_fraction": -0.18397763019722602,</a:t>
            </a:r>
          </a:p>
          <a:p>
            <a:r>
              <a:t>          "yoy_pct": -18.397763019722603,</a:t>
            </a:r>
          </a:p>
          <a:p>
            <a:r>
              <a:t>          "value_label": "11.5",</a:t>
            </a:r>
          </a:p>
          <a:p>
            <a:r>
              <a:t>          "yoy_label": "(-18.4%)",</a:t>
            </a:r>
          </a:p>
          <a:p>
            <a:r>
              <a:t>          "label": "11.5\n(-18.4%)"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"NV_XB04",</a:t>
            </a:r>
          </a:p>
          <a:p>
            <a:r>
              <a:t>          "month": "2025-10",</a:t>
            </a:r>
          </a:p>
          <a:p>
            <a:r>
              <a:t>          "start": "2025-10-01",</a:t>
            </a:r>
          </a:p>
          <a:p>
            <a:r>
              <a:t>          "end": "2025-10-31",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55.7051,</a:t>
            </a:r>
          </a:p>
          <a:p>
            <a:r>
              <a:t>          "raw_mean": 1.7969387096774194,</a:t>
            </a:r>
          </a:p>
          <a:p>
            <a:r>
              <a:t>          "value": 10.859367957652575,</a:t>
            </a:r>
          </a:p>
          <a:p>
            <a:r>
              <a:t>          "prior_start": "2024-10-01",</a:t>
            </a:r>
          </a:p>
          <a:p>
            <a:r>
              <a:t>          "prior_end": "2024-10-31",</a:t>
            </a:r>
          </a:p>
          <a:p>
            <a:r>
              <a:t>          "prior_days": 31,</a:t>
            </a:r>
          </a:p>
          <a:p>
            <a:r>
              <a:t>          "prior_raw_mean": 2.4402890322580646,</a:t>
            </a:r>
          </a:p>
          <a:p>
            <a:r>
              <a:t>          "prior_value": 14.747301274995312,</a:t>
            </a:r>
          </a:p>
          <a:p>
            <a:r>
              <a:t>          "yoy_fraction": -0.26363693565648494,</a:t>
            </a:r>
          </a:p>
          <a:p>
            <a:r>
              <a:t>          "yoy_pct": -26.363693565648493,</a:t>
            </a:r>
          </a:p>
          <a:p>
            <a:r>
              <a:t>          "value_label": "10.9",</a:t>
            </a:r>
          </a:p>
          <a:p>
            <a:r>
              <a:t>          "yoy_label": "(-26.4%)",</a:t>
            </a:r>
          </a:p>
          <a:p>
            <a:r>
              <a:t>          "label": "10.9\n(-26.4%)"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"NV_XB04",</a:t>
            </a:r>
          </a:p>
          <a:p>
            <a:r>
              <a:t>          "month": "2025-11",</a:t>
            </a:r>
          </a:p>
          <a:p>
            <a:r>
              <a:t>          "start": "2025-11-01",</a:t>
            </a:r>
          </a:p>
          <a:p>
            <a:r>
              <a:t>          "end": "2025-11-30",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54.31566,</a:t>
            </a:r>
          </a:p>
          <a:p>
            <a:r>
              <a:t>          "raw_mean": 1.810522,</a:t>
            </a:r>
          </a:p>
          <a:p>
            <a:r>
              <a:t>          "value": 10.941455313717716,</a:t>
            </a:r>
          </a:p>
          <a:p>
            <a:r>
              <a:t>          "prior_start": "2024-11-01",</a:t>
            </a:r>
          </a:p>
          <a:p>
            <a:r>
              <a:t>          "prior_end": "2024-11-30",</a:t>
            </a:r>
          </a:p>
          <a:p>
            <a:r>
              <a:t>          "prior_days": 30,</a:t>
            </a:r>
          </a:p>
          <a:p>
            <a:r>
              <a:t>          "prior_raw_mean": 1.9695856666666667,</a:t>
            </a:r>
          </a:p>
          <a:p>
            <a:r>
              <a:t>          "prior_value": 11.902718419534393,</a:t>
            </a:r>
          </a:p>
          <a:p>
            <a:r>
              <a:t>          "yoy_fraction": -0.08075996355917148,</a:t>
            </a:r>
          </a:p>
          <a:p>
            <a:r>
              <a:t>          "yoy_pct": -8.075996355917148,</a:t>
            </a:r>
          </a:p>
          <a:p>
            <a:r>
              <a:t>          "value_label": "10.9",</a:t>
            </a:r>
          </a:p>
          <a:p>
            <a:r>
              <a:t>          "yoy_label": "(-8.1%)",</a:t>
            </a:r>
          </a:p>
          <a:p>
            <a:r>
              <a:t>          "label": "10.9\n(-8.1%)"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"NV_XB04",</a:t>
            </a:r>
          </a:p>
          <a:p>
            <a:r>
              <a:t>          "month": "2025-12",</a:t>
            </a:r>
          </a:p>
          <a:p>
            <a:r>
              <a:t>          "start": "2025-12-01",</a:t>
            </a:r>
          </a:p>
          <a:p>
            <a:r>
              <a:t>          "end": "2025-12-31",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55.101620000000004,</a:t>
            </a:r>
          </a:p>
          <a:p>
            <a:r>
              <a:t>          "raw_mean": 1.777471612903226,</a:t>
            </a:r>
          </a:p>
          <a:p>
            <a:r>
              <a:t>          "value": 10.741723228981696,</a:t>
            </a:r>
          </a:p>
          <a:p>
            <a:r>
              <a:t>          "prior_start": "2024-12-01",</a:t>
            </a:r>
          </a:p>
          <a:p>
            <a:r>
              <a:t>          "prior_end": "2024-12-31",</a:t>
            </a:r>
          </a:p>
          <a:p>
            <a:r>
              <a:t>          "prior_days": 31,</a:t>
            </a:r>
          </a:p>
          <a:p>
            <a:r>
              <a:t>          "prior_raw_mean": 1.8594187096774193,</a:t>
            </a:r>
          </a:p>
          <a:p>
            <a:r>
              <a:t>          "prior_value": 11.236950847007735,</a:t>
            </a:r>
          </a:p>
          <a:p>
            <a:r>
              <a:t>          "yoy_fraction": -0.0440713521638223,</a:t>
            </a:r>
          </a:p>
          <a:p>
            <a:r>
              <a:t>          "yoy_pct": -4.40713521638223,</a:t>
            </a:r>
          </a:p>
          <a:p>
            <a:r>
              <a:t>          "value_label": "10.7",</a:t>
            </a:r>
          </a:p>
          <a:p>
            <a:r>
              <a:t>          "yoy_label": "(-4.4%)",</a:t>
            </a:r>
          </a:p>
          <a:p>
            <a:r>
              <a:t>          "label": "10.7\n(-4.4%)"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"NV_XB04",</a:t>
            </a:r>
          </a:p>
          <a:p>
            <a:r>
              <a:t>          "month": "2026-01",</a:t>
            </a:r>
          </a:p>
          <a:p>
            <a:r>
              <a:t>          "start": "2026-01-01",</a:t>
            </a:r>
          </a:p>
          <a:p>
            <a:r>
              <a:t>          "end": "2026-01-31",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49.599849999999996,</a:t>
            </a:r>
          </a:p>
          <a:p>
            <a:r>
              <a:t>          "raw_mean": 1.5999951612903225,</a:t>
            </a:r>
          </a:p>
          <a:p>
            <a:r>
              <a:t>          "value": 9.669186875068425,</a:t>
            </a:r>
          </a:p>
          <a:p>
            <a:r>
              <a:t>          "prior_start": "2025-01-01",</a:t>
            </a:r>
          </a:p>
          <a:p>
            <a:r>
              <a:t>          "prior_end": "2025-01-31",</a:t>
            </a:r>
          </a:p>
          <a:p>
            <a:r>
              <a:t>          "prior_days": 31,</a:t>
            </a:r>
          </a:p>
          <a:p>
            <a:r>
              <a:t>          "prior_raw_mean": 2.0590787096774195,</a:t>
            </a:r>
          </a:p>
          <a:p>
            <a:r>
              <a:t>          "prior_value": 12.443548153164125,</a:t>
            </a:r>
          </a:p>
          <a:p>
            <a:r>
              <a:t>          "yoy_fraction": -0.2229558035977255,</a:t>
            </a:r>
          </a:p>
          <a:p>
            <a:r>
              <a:t>          "yoy_pct": -22.29558035977255,</a:t>
            </a:r>
          </a:p>
          <a:p>
            <a:r>
              <a:t>          "value_label": "9.7",</a:t>
            </a:r>
          </a:p>
          <a:p>
            <a:r>
              <a:t>          "yoy_label": "(-22.3%)",</a:t>
            </a:r>
          </a:p>
          <a:p>
            <a:r>
              <a:t>          "label": "9.7\n(-22.3%)"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"NV_XB04",</a:t>
            </a:r>
          </a:p>
          <a:p>
            <a:r>
              <a:t>          "month": "2026-02",</a:t>
            </a:r>
          </a:p>
          <a:p>
            <a:r>
              <a:t>          "start": "2026-02-01",</a:t>
            </a:r>
          </a:p>
          <a:p>
            <a:r>
              <a:t>          "end": "2026-02-28",</a:t>
            </a:r>
          </a:p>
          <a:p>
            <a:r>
              <a:t>          "days": 28,</a:t>
            </a:r>
          </a:p>
          <a:p>
            <a:r>
              <a:t>          "partial": false,</a:t>
            </a:r>
          </a:p>
          <a:p>
            <a:r>
              <a:t>          "raw_sum": 34.56829,</a:t>
            </a:r>
          </a:p>
          <a:p>
            <a:r>
              <a:t>          "raw_mean": 1.2345817857142856,</a:t>
            </a:r>
          </a:p>
          <a:p>
            <a:r>
              <a:t>          "value": 7.460898812343997,</a:t>
            </a:r>
          </a:p>
          <a:p>
            <a:r>
              <a:t>          "prior_start": "2025-02-01",</a:t>
            </a:r>
          </a:p>
          <a:p>
            <a:r>
              <a:t>          "prior_end": "2025-02-28",</a:t>
            </a:r>
          </a:p>
          <a:p>
            <a:r>
              <a:t>          "prior_days": 28,</a:t>
            </a:r>
          </a:p>
          <a:p>
            <a:r>
              <a:t>          "prior_raw_mean": 2.1233035714285715,</a:t>
            </a:r>
          </a:p>
          <a:p>
            <a:r>
              <a:t>          "prior_value": 12.831675695872763,</a:t>
            </a:r>
          </a:p>
          <a:p>
            <a:r>
              <a:t>          "yoy_fraction": -0.4185561582776166,</a:t>
            </a:r>
          </a:p>
          <a:p>
            <a:r>
              <a:t>          "yoy_pct": -41.85561582776166,</a:t>
            </a:r>
          </a:p>
          <a:p>
            <a:r>
              <a:t>          "value_label": "7.5",</a:t>
            </a:r>
          </a:p>
          <a:p>
            <a:r>
              <a:t>          "yoy_label": "(-41.9%)",</a:t>
            </a:r>
          </a:p>
          <a:p>
            <a:r>
              <a:t>          "label": "7.5\n(-41.9%)"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"NV_XB04",</a:t>
            </a:r>
          </a:p>
          <a:p>
            <a:r>
              <a:t>          "month": "2026-03",</a:t>
            </a:r>
          </a:p>
          <a:p>
            <a:r>
              <a:t>          "start": "2026-03-01",</a:t>
            </a:r>
          </a:p>
          <a:p>
            <a:r>
              <a:t>          "end": "2026-03-31",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39.48053,</a:t>
            </a:r>
          </a:p>
          <a:p>
            <a:r>
              <a:t>          "raw_mean": 1.2735654838709678,</a:t>
            </a:r>
          </a:p>
          <a:p>
            <a:r>
              <a:t>          "value": 7.6964874389084885,</a:t>
            </a:r>
          </a:p>
          <a:p>
            <a:r>
              <a:t>          "prior_start": "2025-03-01",</a:t>
            </a:r>
          </a:p>
          <a:p>
            <a:r>
              <a:t>          "prior_end": "2025-03-31",</a:t>
            </a:r>
          </a:p>
          <a:p>
            <a:r>
              <a:t>          "prior_days": 31,</a:t>
            </a:r>
          </a:p>
          <a:p>
            <a:r>
              <a:t>          "prior_raw_mean": 2.1201990322580646,</a:t>
            </a:r>
          </a:p>
          <a:p>
            <a:r>
              <a:t>          "prior_value": 12.812914158258867,</a:t>
            </a:r>
          </a:p>
          <a:p>
            <a:r>
              <a:t>          "yoy_fraction": -0.39931795812839843,</a:t>
            </a:r>
          </a:p>
          <a:p>
            <a:r>
              <a:t>          "yoy_pct": -39.931795812839844,</a:t>
            </a:r>
          </a:p>
          <a:p>
            <a:r>
              <a:t>          "value_label": "7.7",</a:t>
            </a:r>
          </a:p>
          <a:p>
            <a:r>
              <a:t>          "yoy_label": "(-39.9%)",</a:t>
            </a:r>
          </a:p>
          <a:p>
            <a:r>
              <a:t>          "label": "7.7\n(-39.9%)"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"NV_XB04",</a:t>
            </a:r>
          </a:p>
          <a:p>
            <a:r>
              <a:t>          "month": "2026-04",</a:t>
            </a:r>
          </a:p>
          <a:p>
            <a:r>
              <a:t>          "start": "2026-04-01",</a:t>
            </a:r>
          </a:p>
          <a:p>
            <a:r>
              <a:t>          "end": "2026-04-30",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34.87706,</a:t>
            </a:r>
          </a:p>
          <a:p>
            <a:r>
              <a:t>          "raw_mean": 1.1625686666666666,</a:t>
            </a:r>
          </a:p>
          <a:p>
            <a:r>
              <a:t>          "value": 7.025704805278102,</a:t>
            </a:r>
          </a:p>
          <a:p>
            <a:r>
              <a:t>          "prior_start": "2025-04-01",</a:t>
            </a:r>
          </a:p>
          <a:p>
            <a:r>
              <a:t>          "prior_end": "2025-04-30",</a:t>
            </a:r>
          </a:p>
          <a:p>
            <a:r>
              <a:t>          "prior_days": 30,</a:t>
            </a:r>
          </a:p>
          <a:p>
            <a:r>
              <a:t>          "prior_raw_mean": 2.2278313333333335,</a:t>
            </a:r>
          </a:p>
          <a:p>
            <a:r>
              <a:t>          "prior_value": 13.463364145902025,</a:t>
            </a:r>
          </a:p>
          <a:p>
            <a:r>
              <a:t>          "yoy_fraction": -0.4781612731304914,</a:t>
            </a:r>
          </a:p>
          <a:p>
            <a:r>
              <a:t>          "yoy_pct": -47.81612731304914,</a:t>
            </a:r>
          </a:p>
          <a:p>
            <a:r>
              <a:t>          "value_label": "7.0",</a:t>
            </a:r>
          </a:p>
          <a:p>
            <a:r>
              <a:t>          "yoy_label": "(-47.8%)",</a:t>
            </a:r>
          </a:p>
          <a:p>
            <a:r>
              <a:t>          "label": "7.0\n(-47.8%)"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"NV_XB04",</a:t>
            </a:r>
          </a:p>
          <a:p>
            <a:r>
              <a:t>          "month": "2026-05",</a:t>
            </a:r>
          </a:p>
          <a:p>
            <a:r>
              <a:t>          "start": "2026-05-01",</a:t>
            </a:r>
          </a:p>
          <a:p>
            <a:r>
              <a:t>          "end": "2026-05-31",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33.71212,</a:t>
            </a:r>
          </a:p>
          <a:p>
            <a:r>
              <a:t>          "raw_mean": 1.0874877419354838,</a:t>
            </a:r>
          </a:p>
          <a:p>
            <a:r>
              <a:t>          "value": 6.571971250613293,</a:t>
            </a:r>
          </a:p>
          <a:p>
            <a:r>
              <a:t>          "prior_start": "2025-05-01",</a:t>
            </a:r>
          </a:p>
          <a:p>
            <a:r>
              <a:t>          "prior_end": "2025-05-31",</a:t>
            </a:r>
          </a:p>
          <a:p>
            <a:r>
              <a:t>          "prior_days": 31,</a:t>
            </a:r>
          </a:p>
          <a:p>
            <a:r>
              <a:t>          "prior_raw_mean": 2.1604929032258062,</a:t>
            </a:r>
          </a:p>
          <a:p>
            <a:r>
              <a:t>          "prior_value": 13.056420499861042,</a:t>
            </a:r>
          </a:p>
          <a:p>
            <a:r>
              <a:t>          "yoy_fraction": -0.4966483156173441,</a:t>
            </a:r>
          </a:p>
          <a:p>
            <a:r>
              <a:t>          "yoy_pct": -49.66483156173441,</a:t>
            </a:r>
          </a:p>
          <a:p>
            <a:r>
              <a:t>          "value_label": "6.6",</a:t>
            </a:r>
          </a:p>
          <a:p>
            <a:r>
              <a:t>          "yoy_label": "(-49.7%)",</a:t>
            </a:r>
          </a:p>
          <a:p>
            <a:r>
              <a:t>          "label": "6.6\n(-49.7%)"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"NV_XB04",</a:t>
            </a:r>
          </a:p>
          <a:p>
            <a:r>
              <a:t>          "month": "2026-06",</a:t>
            </a:r>
          </a:p>
          <a:p>
            <a:r>
              <a:t>          "start": "2026-06-01",</a:t>
            </a:r>
          </a:p>
          <a:p>
            <a:r>
              <a:t>          "end": "2026-06-30",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32.71564,</a:t>
            </a:r>
          </a:p>
          <a:p>
            <a:r>
              <a:t>          "raw_mean": 1.0905213333333335,</a:t>
            </a:r>
          </a:p>
          <a:p>
            <a:r>
              <a:t>          "value": 6.590304032385427,</a:t>
            </a:r>
          </a:p>
          <a:p>
            <a:r>
              <a:t>          "prior_start": "2025-06-01",</a:t>
            </a:r>
          </a:p>
          <a:p>
            <a:r>
              <a:t>          "prior_end": "2025-06-30",</a:t>
            </a:r>
          </a:p>
          <a:p>
            <a:r>
              <a:t>          "prior_days": 30,</a:t>
            </a:r>
          </a:p>
          <a:p>
            <a:r>
              <a:t>          "prior_raw_mean": 2.2025686666666666,</a:t>
            </a:r>
          </a:p>
          <a:p>
            <a:r>
              <a:t>          "prior_value": 13.310695281100228,</a:t>
            </a:r>
          </a:p>
          <a:p>
            <a:r>
              <a:t>          "yoy_fraction": -0.5048865672897676,</a:t>
            </a:r>
          </a:p>
          <a:p>
            <a:r>
              <a:t>          "yoy_pct": -50.48865672897676,</a:t>
            </a:r>
          </a:p>
          <a:p>
            <a:r>
              <a:t>          "value_label": "6.6",</a:t>
            </a:r>
          </a:p>
          <a:p>
            <a:r>
              <a:t>          "yoy_label": "(-50.5%)",</a:t>
            </a:r>
          </a:p>
          <a:p>
            <a:r>
              <a:t>          "label": "6.6\n(-50.5%)"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"NV_XB04",</a:t>
            </a:r>
          </a:p>
          <a:p>
            <a:r>
              <a:t>          "month": "2026-07",</a:t>
            </a:r>
          </a:p>
          <a:p>
            <a:r>
              <a:t>          "start": "2026-07-01",</a:t>
            </a:r>
          </a:p>
          <a:p>
            <a:r>
              <a:t>          "end": "2026-07-31",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32.72969,</a:t>
            </a:r>
          </a:p>
          <a:p>
            <a:r>
              <a:t>          "raw_mean": 1.0557964516129033,</a:t>
            </a:r>
          </a:p>
          <a:p>
            <a:r>
              <a:t>          "value": 6.380452541147973,</a:t>
            </a:r>
          </a:p>
          <a:p>
            <a:r>
              <a:t>          "prior_start": "2025-07-01",</a:t>
            </a:r>
          </a:p>
          <a:p>
            <a:r>
              <a:t>          "prior_end": "2025-07-31",</a:t>
            </a:r>
          </a:p>
          <a:p>
            <a:r>
              <a:t>          "prior_days": 31,</a:t>
            </a:r>
          </a:p>
          <a:p>
            <a:r>
              <a:t>          "prior_raw_mean": 2.187204838709677,</a:t>
            </a:r>
          </a:p>
          <a:p>
            <a:r>
              <a:t>          "prior_value": 13.217847673040758,</a:t>
            </a:r>
          </a:p>
          <a:p>
            <a:r>
              <a:t>          "yoy_fraction": -0.5172850603989331,</a:t>
            </a:r>
          </a:p>
          <a:p>
            <a:r>
              <a:t>          "yoy_pct": -51.728506039893304,</a:t>
            </a:r>
          </a:p>
          <a:p>
            <a:r>
              <a:t>          "value_label": "6.4",</a:t>
            </a:r>
          </a:p>
          <a:p>
            <a:r>
              <a:t>          "yoy_label": "(-51.7%)",</a:t>
            </a:r>
          </a:p>
          <a:p>
            <a:r>
              <a:t>          "label": "6.4\n(-51.7%)"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"NV_XB04",</a:t>
            </a:r>
          </a:p>
          <a:p>
            <a:r>
              <a:t>          "month": "2026-08",</a:t>
            </a:r>
          </a:p>
          <a:p>
            <a:r>
              <a:t>          "start": "2026-08-01",</a:t>
            </a:r>
          </a:p>
          <a:p>
            <a:r>
              <a:t>          "end": "2026-08-31",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119.15775,</a:t>
            </a:r>
          </a:p>
          <a:p>
            <a:r>
              <a:t>          "raw_mean": 3.843798387096774,</a:t>
            </a:r>
          </a:p>
          <a:p>
            <a:r>
              <a:t>          "value": 23.229073321041987,</a:t>
            </a:r>
          </a:p>
          <a:p>
            <a:r>
              <a:t>          "prior_start": "2025-08-01",</a:t>
            </a:r>
          </a:p>
          <a:p>
            <a:r>
              <a:t>          "prior_end": "2025-08-31",</a:t>
            </a:r>
          </a:p>
          <a:p>
            <a:r>
              <a:t>          "prior_days": 31,</a:t>
            </a:r>
          </a:p>
          <a:p>
            <a:r>
              <a:t>          "prior_raw_mean": 2.5507593548387093,</a:t>
            </a:r>
          </a:p>
          <a:p>
            <a:r>
              <a:t>          "prior_value": 15.41490216468796,</a:t>
            </a:r>
          </a:p>
          <a:p>
            <a:r>
              <a:t>          "yoy_fraction": 0.5069231755654291,</a:t>
            </a:r>
          </a:p>
          <a:p>
            <a:r>
              <a:t>          "yoy_pct": 50.69231755654291,</a:t>
            </a:r>
          </a:p>
          <a:p>
            <a:r>
              <a:t>          "value_label": "23.2",</a:t>
            </a:r>
          </a:p>
          <a:p>
            <a:r>
              <a:t>          "yoy_label": "(+50.7%)",</a:t>
            </a:r>
          </a:p>
          <a:p>
            <a:r>
              <a:t>          "label": "23.2\n(+50.7%)"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"NV_XB04",</a:t>
            </a:r>
          </a:p>
          <a:p>
            <a:r>
              <a:t>          "month": "2026-09",</a:t>
            </a:r>
          </a:p>
          <a:p>
            <a:r>
              <a:t>          "start": "2026-09-01",</a:t>
            </a:r>
          </a:p>
          <a:p>
            <a:r>
              <a:t>          "end": "2026-09-30",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79.55071,</a:t>
            </a:r>
          </a:p>
          <a:p>
            <a:r>
              <a:t>          "raw_mean": 2.6516903333333333,</a:t>
            </a:r>
          </a:p>
          <a:p>
            <a:r>
              <a:t>          "value": 16.02485431714384,</a:t>
            </a:r>
          </a:p>
          <a:p>
            <a:r>
              <a:t>          "prior_start": "2025-09-01",</a:t>
            </a:r>
          </a:p>
          <a:p>
            <a:r>
              <a:t>          "prior_end": "2025-09-30",</a:t>
            </a:r>
          </a:p>
          <a:p>
            <a:r>
              <a:t>          "prior_days": 30,</a:t>
            </a:r>
          </a:p>
          <a:p>
            <a:r>
              <a:t>          "prior_raw_mean": 1.8966029999999998,</a:t>
            </a:r>
          </a:p>
          <a:p>
            <a:r>
              <a:t>          "prior_value": 11.461665184053526,</a:t>
            </a:r>
          </a:p>
          <a:p>
            <a:r>
              <a:t>          "yoy_fraction": 0.39812619369121194,</a:t>
            </a:r>
          </a:p>
          <a:p>
            <a:r>
              <a:t>          "yoy_pct": 39.812619369121194,</a:t>
            </a:r>
          </a:p>
          <a:p>
            <a:r>
              <a:t>          "value_label": "16.0",</a:t>
            </a:r>
          </a:p>
          <a:p>
            <a:r>
              <a:t>          "yoy_label": "(+39.8%)",</a:t>
            </a:r>
          </a:p>
          <a:p>
            <a:r>
              <a:t>          "label": "16.0\n(+39.8%)"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"NV_XB04",</a:t>
            </a:r>
          </a:p>
          <a:p>
            <a:r>
              <a:t>          "month": "2026-10",</a:t>
            </a:r>
          </a:p>
          <a:p>
            <a:r>
              <a:t>          "start": "2026-10-01",</a:t>
            </a:r>
          </a:p>
          <a:p>
            <a:r>
              <a:t>          "end": "2026-10-19",</a:t>
            </a:r>
          </a:p>
          <a:p>
            <a:r>
              <a:t>          "days": 19,</a:t>
            </a:r>
          </a:p>
          <a:p>
            <a:r>
              <a:t>          "partial": true,</a:t>
            </a:r>
          </a:p>
          <a:p>
            <a:r>
              <a:t>          "raw_sum": 33.15079,</a:t>
            </a:r>
          </a:p>
          <a:p>
            <a:r>
              <a:t>          "raw_mean": 1.7447784210526316,</a:t>
            </a:r>
          </a:p>
          <a:p>
            <a:r>
              <a:t>          "value": 10.544149768015147,</a:t>
            </a:r>
          </a:p>
          <a:p>
            <a:r>
              <a:t>          "prior_start": "2025-10-01",</a:t>
            </a:r>
          </a:p>
          <a:p>
            <a:r>
              <a:t>          "prior_end": "2025-10-19",</a:t>
            </a:r>
          </a:p>
          <a:p>
            <a:r>
              <a:t>          "prior_days": 19,</a:t>
            </a:r>
          </a:p>
          <a:p>
            <a:r>
              <a:t>          "prior_raw_mean": 1.7743257894736841,</a:t>
            </a:r>
          </a:p>
          <a:p>
            <a:r>
              <a:t>          "prior_value": 10.722712199853536,</a:t>
            </a:r>
          </a:p>
          <a:p>
            <a:r>
              <a:t>          "yoy_fraction": -0.016652730065890187,</a:t>
            </a:r>
          </a:p>
          <a:p>
            <a:r>
              <a:t>          "yoy_pct": -1.6652730065890187,</a:t>
            </a:r>
          </a:p>
          <a:p>
            <a:r>
              <a:t>          "value_label": "10.5",</a:t>
            </a:r>
          </a:p>
          <a:p>
            <a:r>
              <a:t>          "yoy_label": "(-1.7%)",</a:t>
            </a:r>
          </a:p>
          <a:p>
            <a:r>
              <a:t>          "label": "10.5\n(-1.7%)"</a:t>
            </a:r>
          </a:p>
          <a:p>
            <a:r>
              <a:t>        }</a:t>
            </a:r>
          </a:p>
          <a:p>
            <a:r>
              <a:t>      ]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"formulas": {</a:t>
            </a:r>
          </a:p>
          <a:p>
            <a:r>
              <a:t>    "normalization": "raw_ratio/group_raw_max*100",</a:t>
            </a:r>
          </a:p>
          <a:p>
            <a:r>
              <a:t>    "monthly_average": "AVERAGE(normalized daily within actual start-end)",</a:t>
            </a:r>
          </a:p>
          <a:p>
            <a:r>
              <a:t>    "year_over_year": "current_mean/prior_same_period_mean-1",</a:t>
            </a:r>
          </a:p>
          <a:p>
            <a:r>
              <a:t>    "october": "2026Oct1~20 vs2025Oct1~20;2025Octplotpointfull31days",</a:t>
            </a:r>
          </a:p>
          <a:p>
            <a:r>
              <a:t>    "some": "monthly_documents/actual_calendar_days_or_Oct20",</a:t>
            </a:r>
          </a:p>
          <a:p>
            <a:r>
              <a:t>    "pos": "monthly_kg/calendar_days"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"metric": "Naverrelativeinterestnotsearchcounts/sales/preferences",</a:t>
            </a:r>
          </a:p>
          <a:p>
            <a:r>
              <a:t>  "analysis_end": "2026-10-19",</a:t>
            </a:r>
          </a:p>
          <a:p>
            <a:r>
              <a:t>  "original_query_capture_end": "2026-10-20",</a:t>
            </a:r>
          </a:p>
          <a:p>
            <a:r>
              <a:t>  "method": "trimdailycacheto19,recomputegroupmaxandmonthlydailymean;nointerpolation",</a:t>
            </a:r>
          </a:p>
          <a:p>
            <a:r>
              <a:t>  "latest_comparison": [</a:t>
            </a:r>
          </a:p>
          <a:p>
            <a:r>
              <a:t>    "2025-10-01..19",</a:t>
            </a:r>
          </a:p>
          <a:p>
            <a:r>
              <a:t>    "2026-10-01..19"</a:t>
            </a:r>
          </a:p>
          <a:p>
            <a:r>
              <a:t>  ],</a:t>
            </a:r>
          </a:p>
          <a:p>
            <a:r>
              <a:t>  "key": "burger_expand",</a:t>
            </a:r>
          </a:p>
          <a:p>
            <a:r>
              <a:t>  "insight": "2026.10.1~19 전년비, 스모키·BBQ 1.0→26.5(+2,590.0%),\n낮은 전년지수 기준의 상승·트러플/머쉬룸은 -67.4%로 하락",</a:t>
            </a:r>
          </a:p>
          <a:p>
            <a:r>
              <a:t>  "series": [</a:t>
            </a:r>
          </a:p>
          <a:p>
            <a:r>
              <a:t>    {</a:t>
            </a:r>
          </a:p>
          <a:p>
            <a:r>
              <a:t>      "id": "NV_XB01",</a:t>
            </a:r>
          </a:p>
          <a:p>
            <a:r>
              <a:t>      "label": "치즈",</a:t>
            </a:r>
          </a:p>
          <a:p>
            <a:r>
              <a:t>      "points": [</a:t>
            </a:r>
          </a:p>
          <a:p>
            <a:r>
              <a:t>        {</a:t>
            </a:r>
          </a:p>
          <a:p>
            <a:r>
              <a:t>          "group_id": "NV_XB01",</a:t>
            </a:r>
          </a:p>
          <a:p>
            <a:r>
              <a:t>          "month": "2025-01",</a:t>
            </a:r>
          </a:p>
          <a:p>
            <a:r>
              <a:t>          "start": "2025-01-01",</a:t>
            </a:r>
          </a:p>
          <a:p>
            <a:r>
              <a:t>          "end": "2025-01-31",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207.53666,</a:t>
            </a:r>
          </a:p>
          <a:p>
            <a:r>
              <a:t>          "raw_mean": 6.694730967741936,</a:t>
            </a:r>
          </a:p>
          <a:p>
            <a:r>
              <a:t>          "value": 26.994882934443286,</a:t>
            </a:r>
          </a:p>
          <a:p>
            <a:r>
              <a:t>          "prior_start": "2024-01-01",</a:t>
            </a:r>
          </a:p>
          <a:p>
            <a:r>
              <a:t>          "prior_end": "2024-01-31",</a:t>
            </a:r>
          </a:p>
          <a:p>
            <a:r>
              <a:t>          "prior_days": 31,</a:t>
            </a:r>
          </a:p>
          <a:p>
            <a:r>
              <a:t>          "prior_raw_mean": 5.733554516129033,</a:t>
            </a:r>
          </a:p>
          <a:p>
            <a:r>
              <a:t>          "prior_value": 23.119171436004162,</a:t>
            </a:r>
          </a:p>
          <a:p>
            <a:r>
              <a:t>          "yoy_fraction": 0.16764058820911565,</a:t>
            </a:r>
          </a:p>
          <a:p>
            <a:r>
              <a:t>          "yoy_pct": 16.764058820911565,</a:t>
            </a:r>
          </a:p>
          <a:p>
            <a:r>
              <a:t>          "value_label": "27.0",</a:t>
            </a:r>
          </a:p>
          <a:p>
            <a:r>
              <a:t>          "yoy_label": "(+16.8%)",</a:t>
            </a:r>
          </a:p>
          <a:p>
            <a:r>
              <a:t>          "label": "27.0\n(+16.8%)"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"NV_XB01",</a:t>
            </a:r>
          </a:p>
          <a:p>
            <a:r>
              <a:t>          "month": "2025-02",</a:t>
            </a:r>
          </a:p>
          <a:p>
            <a:r>
              <a:t>          "start": "2025-02-01",</a:t>
            </a:r>
          </a:p>
          <a:p>
            <a:r>
              <a:t>          "end": "2025-02-28",</a:t>
            </a:r>
          </a:p>
          <a:p>
            <a:r>
              <a:t>          "days": 28,</a:t>
            </a:r>
          </a:p>
          <a:p>
            <a:r>
              <a:t>          "partial": false,</a:t>
            </a:r>
          </a:p>
          <a:p>
            <a:r>
              <a:t>          "raw_sum": 208.35075,</a:t>
            </a:r>
          </a:p>
          <a:p>
            <a:r>
              <a:t>          "raw_mean": 7.441098214285715,</a:t>
            </a:r>
          </a:p>
          <a:p>
            <a:r>
              <a:t>          "value": 30.00442828341014,</a:t>
            </a:r>
          </a:p>
          <a:p>
            <a:r>
              <a:t>          "prior_start": "2024-02-01",</a:t>
            </a:r>
          </a:p>
          <a:p>
            <a:r>
              <a:t>          "prior_end": "2024-02-29",</a:t>
            </a:r>
          </a:p>
          <a:p>
            <a:r>
              <a:t>          "prior_days": 29,</a:t>
            </a:r>
          </a:p>
          <a:p>
            <a:r>
              <a:t>          "prior_raw_mean": 6.15801172413793,</a:t>
            </a:r>
          </a:p>
          <a:p>
            <a:r>
              <a:t>          "prior_value": 24.830692436040042,</a:t>
            </a:r>
          </a:p>
          <a:p>
            <a:r>
              <a:t>          "yoy_fraction": 0.20836051433913205,</a:t>
            </a:r>
          </a:p>
          <a:p>
            <a:r>
              <a:t>          "yoy_pct": 20.836051433913205,</a:t>
            </a:r>
          </a:p>
          <a:p>
            <a:r>
              <a:t>          "value_label": "30.0",</a:t>
            </a:r>
          </a:p>
          <a:p>
            <a:r>
              <a:t>          "yoy_label": "(+20.8%)",</a:t>
            </a:r>
          </a:p>
          <a:p>
            <a:r>
              <a:t>          "label": "30.0\n(+20.8%)"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"NV_XB01",</a:t>
            </a:r>
          </a:p>
          <a:p>
            <a:r>
              <a:t>          "month": "2025-03",</a:t>
            </a:r>
          </a:p>
          <a:p>
            <a:r>
              <a:t>          "start": "2025-03-01",</a:t>
            </a:r>
          </a:p>
          <a:p>
            <a:r>
              <a:t>          "end": "2025-03-31",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183.92969,</a:t>
            </a:r>
          </a:p>
          <a:p>
            <a:r>
              <a:t>          "raw_mean": 5.933215806451613,</a:t>
            </a:r>
          </a:p>
          <a:p>
            <a:r>
              <a:t>          "value": 23.924257284079083,</a:t>
            </a:r>
          </a:p>
          <a:p>
            <a:r>
              <a:t>          "prior_start": "2024-03-01",</a:t>
            </a:r>
          </a:p>
          <a:p>
            <a:r>
              <a:t>          "prior_end": "2024-03-31",</a:t>
            </a:r>
          </a:p>
          <a:p>
            <a:r>
              <a:t>          "prior_days": 31,</a:t>
            </a:r>
          </a:p>
          <a:p>
            <a:r>
              <a:t>          "prior_raw_mean": 6.048212258064516,</a:t>
            </a:r>
          </a:p>
          <a:p>
            <a:r>
              <a:t>          "prior_value": 24.38795265348595,</a:t>
            </a:r>
          </a:p>
          <a:p>
            <a:r>
              <a:t>          "yoy_fraction": -0.019013296277684333,</a:t>
            </a:r>
          </a:p>
          <a:p>
            <a:r>
              <a:t>          "yoy_pct": -1.9013296277684333,</a:t>
            </a:r>
          </a:p>
          <a:p>
            <a:r>
              <a:t>          "value_label": "23.9",</a:t>
            </a:r>
          </a:p>
          <a:p>
            <a:r>
              <a:t>          "yoy_label": "(-1.9%)",</a:t>
            </a:r>
          </a:p>
          <a:p>
            <a:r>
              <a:t>          "label": "23.9\n(-1.9%)"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"NV_XB01",</a:t>
            </a:r>
          </a:p>
          <a:p>
            <a:r>
              <a:t>          "month": "2025-04",</a:t>
            </a:r>
          </a:p>
          <a:p>
            <a:r>
              <a:t>          "start": "2025-04-01",</a:t>
            </a:r>
          </a:p>
          <a:p>
            <a:r>
              <a:t>          "end": "2025-04-30",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175.34022,</a:t>
            </a:r>
          </a:p>
          <a:p>
            <a:r>
              <a:t>          "raw_mean": 5.8446739999999995,</a:t>
            </a:r>
          </a:p>
          <a:p>
            <a:r>
              <a:t>          "value": 23.567233870967744,</a:t>
            </a:r>
          </a:p>
          <a:p>
            <a:r>
              <a:t>          "prior_start": "2024-04-01",</a:t>
            </a:r>
          </a:p>
          <a:p>
            <a:r>
              <a:t>          "prior_end": "2024-04-30",</a:t>
            </a:r>
          </a:p>
          <a:p>
            <a:r>
              <a:t>          "prior_days": 30,</a:t>
            </a:r>
          </a:p>
          <a:p>
            <a:r>
              <a:t>          "prior_raw_mean": 6.508065666666667,</a:t>
            </a:r>
          </a:p>
          <a:p>
            <a:r>
              <a:t>          "prior_value": 26.242200268817204,</a:t>
            </a:r>
          </a:p>
          <a:p>
            <a:r>
              <a:t>          "yoy_fraction": -0.10193376967052714,</a:t>
            </a:r>
          </a:p>
          <a:p>
            <a:r>
              <a:t>          "yoy_pct": -10.193376967052714,</a:t>
            </a:r>
          </a:p>
          <a:p>
            <a:r>
              <a:t>          "value_label": "23.6",</a:t>
            </a:r>
          </a:p>
          <a:p>
            <a:r>
              <a:t>          "yoy_label": "(-10.2%)",</a:t>
            </a:r>
          </a:p>
          <a:p>
            <a:r>
              <a:t>          "label": "23.6\n(-10.2%)"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"NV_XB01",</a:t>
            </a:r>
          </a:p>
          <a:p>
            <a:r>
              <a:t>          "month": "2025-05",</a:t>
            </a:r>
          </a:p>
          <a:p>
            <a:r>
              <a:t>          "start": "2025-05-01",</a:t>
            </a:r>
          </a:p>
          <a:p>
            <a:r>
              <a:t>          "end": "2025-05-31",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182.32966,</a:t>
            </a:r>
          </a:p>
          <a:p>
            <a:r>
              <a:t>          "raw_mean": 5.881601935483871,</a:t>
            </a:r>
          </a:p>
          <a:p>
            <a:r>
              <a:t>          "value": 23.71613683662851,</a:t>
            </a:r>
          </a:p>
          <a:p>
            <a:r>
              <a:t>          "prior_start": "2024-05-01",</a:t>
            </a:r>
          </a:p>
          <a:p>
            <a:r>
              <a:t>          "prior_end": "2024-05-31",</a:t>
            </a:r>
          </a:p>
          <a:p>
            <a:r>
              <a:t>          "prior_days": 31,</a:t>
            </a:r>
          </a:p>
          <a:p>
            <a:r>
              <a:t>          "prior_raw_mean": 5.818670645161291,</a:t>
            </a:r>
          </a:p>
          <a:p>
            <a:r>
              <a:t>          "prior_value": 23.46238163371488,</a:t>
            </a:r>
          </a:p>
          <a:p>
            <a:r>
              <a:t>          "yoy_fraction": 0.01081540684467397,</a:t>
            </a:r>
          </a:p>
          <a:p>
            <a:r>
              <a:t>          "yoy_pct": 1.081540684467397,</a:t>
            </a:r>
          </a:p>
          <a:p>
            <a:r>
              <a:t>          "value_label": "23.7",</a:t>
            </a:r>
          </a:p>
          <a:p>
            <a:r>
              <a:t>          "yoy_label": "(+1.1%)",</a:t>
            </a:r>
          </a:p>
          <a:p>
            <a:r>
              <a:t>          "label": "23.7\n(+1.1%)"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"NV_XB01",</a:t>
            </a:r>
          </a:p>
          <a:p>
            <a:r>
              <a:t>          "month": "2025-06",</a:t>
            </a:r>
          </a:p>
          <a:p>
            <a:r>
              <a:t>          "start": "2025-06-01",</a:t>
            </a:r>
          </a:p>
          <a:p>
            <a:r>
              <a:t>          "end": "2025-06-30",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193.10861,</a:t>
            </a:r>
          </a:p>
          <a:p>
            <a:r>
              <a:t>          "raw_mean": 6.436953666666667,</a:t>
            </a:r>
          </a:p>
          <a:p>
            <a:r>
              <a:t>          "value": 25.955458333333333,</a:t>
            </a:r>
          </a:p>
          <a:p>
            <a:r>
              <a:t>          "prior_start": "2024-06-01",</a:t>
            </a:r>
          </a:p>
          <a:p>
            <a:r>
              <a:t>          "prior_end": "2024-06-30",</a:t>
            </a:r>
          </a:p>
          <a:p>
            <a:r>
              <a:t>          "prior_days": 30,</a:t>
            </a:r>
          </a:p>
          <a:p>
            <a:r>
              <a:t>          "prior_raw_mean": 5.967713666666667,</a:t>
            </a:r>
          </a:p>
          <a:p>
            <a:r>
              <a:t>          "prior_value": 24.063361559139782,</a:t>
            </a:r>
          </a:p>
          <a:p>
            <a:r>
              <a:t>          "yoy_fraction": 0.07862977786970471,</a:t>
            </a:r>
          </a:p>
          <a:p>
            <a:r>
              <a:t>          "yoy_pct": 7.862977786970471,</a:t>
            </a:r>
          </a:p>
          <a:p>
            <a:r>
              <a:t>          "value_label": "26.0",</a:t>
            </a:r>
          </a:p>
          <a:p>
            <a:r>
              <a:t>          "yoy_label": "(+7.9%)",</a:t>
            </a:r>
          </a:p>
          <a:p>
            <a:r>
              <a:t>          "label": "26.0\n(+7.9%)"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"NV_XB01",</a:t>
            </a:r>
          </a:p>
          <a:p>
            <a:r>
              <a:t>          "month": "2025-07",</a:t>
            </a:r>
          </a:p>
          <a:p>
            <a:r>
              <a:t>          "start": "2025-07-01",</a:t>
            </a:r>
          </a:p>
          <a:p>
            <a:r>
              <a:t>          "end": "2025-07-31",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236.64545,</a:t>
            </a:r>
          </a:p>
          <a:p>
            <a:r>
              <a:t>          "raw_mean": 7.633724193548387,</a:t>
            </a:r>
          </a:p>
          <a:p>
            <a:r>
              <a:t>          "value": 30.781145941727367,</a:t>
            </a:r>
          </a:p>
          <a:p>
            <a:r>
              <a:t>          "prior_start": "2024-07-01",</a:t>
            </a:r>
          </a:p>
          <a:p>
            <a:r>
              <a:t>          "prior_end": "2024-07-31",</a:t>
            </a:r>
          </a:p>
          <a:p>
            <a:r>
              <a:t>          "prior_days": 31,</a:t>
            </a:r>
          </a:p>
          <a:p>
            <a:r>
              <a:t>          "prior_raw_mean": 6.416294193548388,</a:t>
            </a:r>
          </a:p>
          <a:p>
            <a:r>
              <a:t>          "prior_value": 25.872154006243495,</a:t>
            </a:r>
          </a:p>
          <a:p>
            <a:r>
              <a:t>          "yoy_fraction": 0.1897403646522524,</a:t>
            </a:r>
          </a:p>
          <a:p>
            <a:r>
              <a:t>          "yoy_pct": 18.97403646522524,</a:t>
            </a:r>
          </a:p>
          <a:p>
            <a:r>
              <a:t>          "value_label": "30.8",</a:t>
            </a:r>
          </a:p>
          <a:p>
            <a:r>
              <a:t>          "yoy_label": "(+19.0%)",</a:t>
            </a:r>
          </a:p>
          <a:p>
            <a:r>
              <a:t>          "label": "30.8\n(+19.0%)"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"NV_XB01",</a:t>
            </a:r>
          </a:p>
          <a:p>
            <a:r>
              <a:t>          "month": "2025-08",</a:t>
            </a:r>
          </a:p>
          <a:p>
            <a:r>
              <a:t>          "start": "2025-08-01",</a:t>
            </a:r>
          </a:p>
          <a:p>
            <a:r>
              <a:t>          "end": "2025-08-31",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275.84549,</a:t>
            </a:r>
          </a:p>
          <a:p>
            <a:r>
              <a:t>          "raw_mean": 8.898241612903226,</a:t>
            </a:r>
          </a:p>
          <a:p>
            <a:r>
              <a:t>          "value": 35.88000650364204,</a:t>
            </a:r>
          </a:p>
          <a:p>
            <a:r>
              <a:t>          "prior_start": "2024-08-01",</a:t>
            </a:r>
          </a:p>
          <a:p>
            <a:r>
              <a:t>          "prior_end": "2024-08-31",</a:t>
            </a:r>
          </a:p>
          <a:p>
            <a:r>
              <a:t>          "prior_days": 31,</a:t>
            </a:r>
          </a:p>
          <a:p>
            <a:r>
              <a:t>          "prior_raw_mean": 6.309899032258064,</a:t>
            </a:r>
          </a:p>
          <a:p>
            <a:r>
              <a:t>          "prior_value": 25.443141259105097,</a:t>
            </a:r>
          </a:p>
          <a:p>
            <a:r>
              <a:t>          "yoy_fraction": 0.4102034862067987,</a:t>
            </a:r>
          </a:p>
          <a:p>
            <a:r>
              <a:t>          "yoy_pct": 41.02034862067987,</a:t>
            </a:r>
          </a:p>
          <a:p>
            <a:r>
              <a:t>          "value_label": "35.9",</a:t>
            </a:r>
          </a:p>
          <a:p>
            <a:r>
              <a:t>          "yoy_label": "(+41.0%)",</a:t>
            </a:r>
          </a:p>
          <a:p>
            <a:r>
              <a:t>          "label": "35.9\n(+41.0%)"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"NV_XB01",</a:t>
            </a:r>
          </a:p>
          <a:p>
            <a:r>
              <a:t>          "month": "2025-09",</a:t>
            </a:r>
          </a:p>
          <a:p>
            <a:r>
              <a:t>          "start": "2025-09-01",</a:t>
            </a:r>
          </a:p>
          <a:p>
            <a:r>
              <a:t>          "end": "2025-09-30",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210.72265,</a:t>
            </a:r>
          </a:p>
          <a:p>
            <a:r>
              <a:t>          "raw_mean": 7.024088333333333,</a:t>
            </a:r>
          </a:p>
          <a:p>
            <a:r>
              <a:t>          "value": 28.32293682795699,</a:t>
            </a:r>
          </a:p>
          <a:p>
            <a:r>
              <a:t>          "prior_start": "2024-09-01",</a:t>
            </a:r>
          </a:p>
          <a:p>
            <a:r>
              <a:t>          "prior_end": "2024-09-30",</a:t>
            </a:r>
          </a:p>
          <a:p>
            <a:r>
              <a:t>          "prior_days": 30,</a:t>
            </a:r>
          </a:p>
          <a:p>
            <a:r>
              <a:t>          "prior_raw_mean": 5.899877666666667,</a:t>
            </a:r>
          </a:p>
          <a:p>
            <a:r>
              <a:t>          "prior_value": 23.78982930107527,</a:t>
            </a:r>
          </a:p>
          <a:p>
            <a:r>
              <a:t>          "yoy_fraction": 0.1905481317041997,</a:t>
            </a:r>
          </a:p>
          <a:p>
            <a:r>
              <a:t>          "yoy_pct": 19.05481317041997,</a:t>
            </a:r>
          </a:p>
          <a:p>
            <a:r>
              <a:t>          "value_label": "28.3",</a:t>
            </a:r>
          </a:p>
          <a:p>
            <a:r>
              <a:t>          "yoy_label": "(+19.1%)",</a:t>
            </a:r>
          </a:p>
          <a:p>
            <a:r>
              <a:t>          "label": "28.3\n(+19.1%)"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"NV_XB01",</a:t>
            </a:r>
          </a:p>
          <a:p>
            <a:r>
              <a:t>          "month": "2025-10",</a:t>
            </a:r>
          </a:p>
          <a:p>
            <a:r>
              <a:t>          "start": "2025-10-01",</a:t>
            </a:r>
          </a:p>
          <a:p>
            <a:r>
              <a:t>          "end": "2025-10-31",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262.31565,</a:t>
            </a:r>
          </a:p>
          <a:p>
            <a:r>
              <a:t>          "raw_mean": 8.461795161290322,</a:t>
            </a:r>
          </a:p>
          <a:p>
            <a:r>
              <a:t>          "value": 34.120141779396455,</a:t>
            </a:r>
          </a:p>
          <a:p>
            <a:r>
              <a:t>          "prior_start": "2024-10-01",</a:t>
            </a:r>
          </a:p>
          <a:p>
            <a:r>
              <a:t>          "prior_end": "2024-10-31",</a:t>
            </a:r>
          </a:p>
          <a:p>
            <a:r>
              <a:t>          "prior_days": 31,</a:t>
            </a:r>
          </a:p>
          <a:p>
            <a:r>
              <a:t>          "prior_raw_mean": 6.0337241935483865,</a:t>
            </a:r>
          </a:p>
          <a:p>
            <a:r>
              <a:t>          "prior_value": 24.329533038501562,</a:t>
            </a:r>
          </a:p>
          <a:p>
            <a:r>
              <a:t>          "yoy_fraction": 0.40241663189347787,</a:t>
            </a:r>
          </a:p>
          <a:p>
            <a:r>
              <a:t>          "yoy_pct": 40.24166318934779,</a:t>
            </a:r>
          </a:p>
          <a:p>
            <a:r>
              <a:t>          "value_label": "34.1",</a:t>
            </a:r>
          </a:p>
          <a:p>
            <a:r>
              <a:t>          "yoy_label": "(+40.2%)",</a:t>
            </a:r>
          </a:p>
          <a:p>
            <a:r>
              <a:t>          "label": "34.1\n(+40.2%)"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"NV_XB01",</a:t>
            </a:r>
          </a:p>
          <a:p>
            <a:r>
              <a:t>          "month": "2025-11",</a:t>
            </a:r>
          </a:p>
          <a:p>
            <a:r>
              <a:t>          "start": "2025-11-01",</a:t>
            </a:r>
          </a:p>
          <a:p>
            <a:r>
              <a:t>          "end": "2025-11-30",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185.52968,</a:t>
            </a:r>
          </a:p>
          <a:p>
            <a:r>
              <a:t>          "raw_mean": 6.1843226666666675,</a:t>
            </a:r>
          </a:p>
          <a:p>
            <a:r>
              <a:t>          "value": 24.93678494623656,</a:t>
            </a:r>
          </a:p>
          <a:p>
            <a:r>
              <a:t>          "prior_start": "2024-11-01",</a:t>
            </a:r>
          </a:p>
          <a:p>
            <a:r>
              <a:t>          "prior_end": "2024-11-30",</a:t>
            </a:r>
          </a:p>
          <a:p>
            <a:r>
              <a:t>          "prior_days": 30,</a:t>
            </a:r>
          </a:p>
          <a:p>
            <a:r>
              <a:t>          "prior_raw_mean": 5.760463666666666,</a:t>
            </a:r>
          </a:p>
          <a:p>
            <a:r>
              <a:t>          "prior_value": 23.227676075268814,</a:t>
            </a:r>
          </a:p>
          <a:p>
            <a:r>
              <a:t>          "yoy_fraction": 0.07358070886770651,</a:t>
            </a:r>
          </a:p>
          <a:p>
            <a:r>
              <a:t>          "yoy_pct": 7.358070886770651,</a:t>
            </a:r>
          </a:p>
          <a:p>
            <a:r>
              <a:t>          "value_label": "24.9",</a:t>
            </a:r>
          </a:p>
          <a:p>
            <a:r>
              <a:t>          "yoy_label": "(+7.4%)",</a:t>
            </a:r>
          </a:p>
          <a:p>
            <a:r>
              <a:t>          "label": "24.9\n(+7.4%)"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"NV_XB01",</a:t>
            </a:r>
          </a:p>
          <a:p>
            <a:r>
              <a:t>          "month": "2025-12",</a:t>
            </a:r>
          </a:p>
          <a:p>
            <a:r>
              <a:t>          "start": "2025-12-01",</a:t>
            </a:r>
          </a:p>
          <a:p>
            <a:r>
              <a:t>          "end": "2025-12-31",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206.41389,</a:t>
            </a:r>
          </a:p>
          <a:p>
            <a:r>
              <a:t>          "raw_mean": 6.658512580645161,</a:t>
            </a:r>
          </a:p>
          <a:p>
            <a:r>
              <a:t>          "value": 26.848841050988554,</a:t>
            </a:r>
          </a:p>
          <a:p>
            <a:r>
              <a:t>          "prior_start": "2024-12-01",</a:t>
            </a:r>
          </a:p>
          <a:p>
            <a:r>
              <a:t>          "prior_end": "2024-12-31",</a:t>
            </a:r>
          </a:p>
          <a:p>
            <a:r>
              <a:t>          "prior_days": 31,</a:t>
            </a:r>
          </a:p>
          <a:p>
            <a:r>
              <a:t>          "prior_raw_mean": 6.374189677419355,</a:t>
            </a:r>
          </a:p>
          <a:p>
            <a:r>
              <a:t>          "prior_value": 25.702377731529655,</a:t>
            </a:r>
          </a:p>
          <a:p>
            <a:r>
              <a:t>          "yoy_fraction": 0.04460534085344592,</a:t>
            </a:r>
          </a:p>
          <a:p>
            <a:r>
              <a:t>          "yoy_pct": 4.460534085344592,</a:t>
            </a:r>
          </a:p>
          <a:p>
            <a:r>
              <a:t>          "value_label": "26.8",</a:t>
            </a:r>
          </a:p>
          <a:p>
            <a:r>
              <a:t>          "yoy_label": "(+4.5%)",</a:t>
            </a:r>
          </a:p>
          <a:p>
            <a:r>
              <a:t>          "label": "26.8\n(+4.5%)"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"NV_XB01",</a:t>
            </a:r>
          </a:p>
          <a:p>
            <a:r>
              <a:t>          "month": "2026-01",</a:t>
            </a:r>
          </a:p>
          <a:p>
            <a:r>
              <a:t>          "start": "2026-01-01",</a:t>
            </a:r>
          </a:p>
          <a:p>
            <a:r>
              <a:t>          "end": "2026-01-31",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167.99986,</a:t>
            </a:r>
          </a:p>
          <a:p>
            <a:r>
              <a:t>          "raw_mean": 5.419350322580645,</a:t>
            </a:r>
          </a:p>
          <a:p>
            <a:r>
              <a:t>          "value": 21.852219042663894,</a:t>
            </a:r>
          </a:p>
          <a:p>
            <a:r>
              <a:t>          "prior_start": "2025-01-01",</a:t>
            </a:r>
          </a:p>
          <a:p>
            <a:r>
              <a:t>          "prior_end": "2025-01-31",</a:t>
            </a:r>
          </a:p>
          <a:p>
            <a:r>
              <a:t>          "prior_days": 31,</a:t>
            </a:r>
          </a:p>
          <a:p>
            <a:r>
              <a:t>          "prior_raw_mean": 6.694730967741936,</a:t>
            </a:r>
          </a:p>
          <a:p>
            <a:r>
              <a:t>          "prior_value": 26.994882934443286,</a:t>
            </a:r>
          </a:p>
          <a:p>
            <a:r>
              <a:t>          "yoy_fraction": -0.19050513774289313,</a:t>
            </a:r>
          </a:p>
          <a:p>
            <a:r>
              <a:t>          "yoy_pct": -19.050513774289314,</a:t>
            </a:r>
          </a:p>
          <a:p>
            <a:r>
              <a:t>          "value_label": "21.9",</a:t>
            </a:r>
          </a:p>
          <a:p>
            <a:r>
              <a:t>          "yoy_label": "(-19.1%)",</a:t>
            </a:r>
          </a:p>
          <a:p>
            <a:r>
              <a:t>          "label": "21.9\n(-19.1%)"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"NV_XB01",</a:t>
            </a:r>
          </a:p>
          <a:p>
            <a:r>
              <a:t>          "month": "2026-02",</a:t>
            </a:r>
          </a:p>
          <a:p>
            <a:r>
              <a:t>          "start": "2026-02-01",</a:t>
            </a:r>
          </a:p>
          <a:p>
            <a:r>
              <a:t>          "end": "2026-02-28",</a:t>
            </a:r>
          </a:p>
          <a:p>
            <a:r>
              <a:t>          "days": 28,</a:t>
            </a:r>
          </a:p>
          <a:p>
            <a:r>
              <a:t>          "partial": false,</a:t>
            </a:r>
          </a:p>
          <a:p>
            <a:r>
              <a:t>          "raw_sum": 115.4244,</a:t>
            </a:r>
          </a:p>
          <a:p>
            <a:r>
              <a:t>          "raw_mean": 4.1223,</a:t>
            </a:r>
          </a:p>
          <a:p>
            <a:r>
              <a:t>          "value": 16.622177419354838,</a:t>
            </a:r>
          </a:p>
          <a:p>
            <a:r>
              <a:t>          "prior_start": "2025-02-01",</a:t>
            </a:r>
          </a:p>
          <a:p>
            <a:r>
              <a:t>          "prior_end": "2025-02-28",</a:t>
            </a:r>
          </a:p>
          <a:p>
            <a:r>
              <a:t>          "prior_days": 28,</a:t>
            </a:r>
          </a:p>
          <a:p>
            <a:r>
              <a:t>          "prior_raw_mean": 7.441098214285715,</a:t>
            </a:r>
          </a:p>
          <a:p>
            <a:r>
              <a:t>          "prior_value": 30.00442828341014,</a:t>
            </a:r>
          </a:p>
          <a:p>
            <a:r>
              <a:t>          "yoy_fraction": -0.44600919363141245,</a:t>
            </a:r>
          </a:p>
          <a:p>
            <a:r>
              <a:t>          "yoy_pct": -44.600919363141244,</a:t>
            </a:r>
          </a:p>
          <a:p>
            <a:r>
              <a:t>          "value_label": "16.6",</a:t>
            </a:r>
          </a:p>
          <a:p>
            <a:r>
              <a:t>          "yoy_label": "(-44.6%)",</a:t>
            </a:r>
          </a:p>
          <a:p>
            <a:r>
              <a:t>          "label": "16.6\n(-44.6%)"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"NV_XB01",</a:t>
            </a:r>
          </a:p>
          <a:p>
            <a:r>
              <a:t>          "month": "2026-03",</a:t>
            </a:r>
          </a:p>
          <a:p>
            <a:r>
              <a:t>          "start": "2026-03-01",</a:t>
            </a:r>
          </a:p>
          <a:p>
            <a:r>
              <a:t>          "end": "2026-03-31",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136.70163,</a:t>
            </a:r>
          </a:p>
          <a:p>
            <a:r>
              <a:t>          "raw_mean": 4.40973,</a:t>
            </a:r>
          </a:p>
          <a:p>
            <a:r>
              <a:t>          "value": 17.781169354838706,</a:t>
            </a:r>
          </a:p>
          <a:p>
            <a:r>
              <a:t>          "prior_start": "2025-03-01",</a:t>
            </a:r>
          </a:p>
          <a:p>
            <a:r>
              <a:t>          "prior_end": "2025-03-31",</a:t>
            </a:r>
          </a:p>
          <a:p>
            <a:r>
              <a:t>          "prior_days": 31,</a:t>
            </a:r>
          </a:p>
          <a:p>
            <a:r>
              <a:t>          "prior_raw_mean": 5.933215806451613,</a:t>
            </a:r>
          </a:p>
          <a:p>
            <a:r>
              <a:t>          "prior_value": 23.924257284079083,</a:t>
            </a:r>
          </a:p>
          <a:p>
            <a:r>
              <a:t>          "yoy_fraction": -0.25677235687180255,</a:t>
            </a:r>
          </a:p>
          <a:p>
            <a:r>
              <a:t>          "yoy_pct": -25.677235687180257,</a:t>
            </a:r>
          </a:p>
          <a:p>
            <a:r>
              <a:t>          "value_label": "17.8",</a:t>
            </a:r>
          </a:p>
          <a:p>
            <a:r>
              <a:t>          "yoy_label": "(-25.7%)",</a:t>
            </a:r>
          </a:p>
          <a:p>
            <a:r>
              <a:t>          "label": "17.8\n(-25.7%)"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"NV_XB01",</a:t>
            </a:r>
          </a:p>
          <a:p>
            <a:r>
              <a:t>          "month": "2026-04",</a:t>
            </a:r>
          </a:p>
          <a:p>
            <a:r>
              <a:t>          "start": "2026-04-01",</a:t>
            </a:r>
          </a:p>
          <a:p>
            <a:r>
              <a:t>          "end": "2026-04-30",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117.93670999999999,</a:t>
            </a:r>
          </a:p>
          <a:p>
            <a:r>
              <a:t>          "raw_mean": 3.9312236666666664,</a:t>
            </a:r>
          </a:p>
          <a:p>
            <a:r>
              <a:t>          "value": 15.851708333333333,</a:t>
            </a:r>
          </a:p>
          <a:p>
            <a:r>
              <a:t>          "prior_start": "2025-04-01",</a:t>
            </a:r>
          </a:p>
          <a:p>
            <a:r>
              <a:t>          "prior_end": "2025-04-30",</a:t>
            </a:r>
          </a:p>
          <a:p>
            <a:r>
              <a:t>          "prior_days": 30,</a:t>
            </a:r>
          </a:p>
          <a:p>
            <a:r>
              <a:t>          "prior_raw_mean": 5.8446739999999995,</a:t>
            </a:r>
          </a:p>
          <a:p>
            <a:r>
              <a:t>          "prior_value": 23.567233870967744,</a:t>
            </a:r>
          </a:p>
          <a:p>
            <a:r>
              <a:t>          "yoy_fraction": -0.32738358603633566,</a:t>
            </a:r>
          </a:p>
          <a:p>
            <a:r>
              <a:t>          "yoy_pct": -32.738358603633564,</a:t>
            </a:r>
          </a:p>
          <a:p>
            <a:r>
              <a:t>          "value_label": "15.9",</a:t>
            </a:r>
          </a:p>
          <a:p>
            <a:r>
              <a:t>          "yoy_label": "(-32.7%)",</a:t>
            </a:r>
          </a:p>
          <a:p>
            <a:r>
              <a:t>          "label": "15.9\n(-32.7%)"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"NV_XB01",</a:t>
            </a:r>
          </a:p>
          <a:p>
            <a:r>
              <a:t>          "month": "2026-05",</a:t>
            </a:r>
          </a:p>
          <a:p>
            <a:r>
              <a:t>          "start": "2026-05-01",</a:t>
            </a:r>
          </a:p>
          <a:p>
            <a:r>
              <a:t>          "end": "2026-05-31",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121.43144,</a:t>
            </a:r>
          </a:p>
          <a:p>
            <a:r>
              <a:t>          "raw_mean": 3.9171432258064516,</a:t>
            </a:r>
          </a:p>
          <a:p>
            <a:r>
              <a:t>          "value": 15.794932362122788,</a:t>
            </a:r>
          </a:p>
          <a:p>
            <a:r>
              <a:t>          "prior_start": "2025-05-01",</a:t>
            </a:r>
          </a:p>
          <a:p>
            <a:r>
              <a:t>          "prior_end": "2025-05-31",</a:t>
            </a:r>
          </a:p>
          <a:p>
            <a:r>
              <a:t>          "prior_days": 31,</a:t>
            </a:r>
          </a:p>
          <a:p>
            <a:r>
              <a:t>          "prior_raw_mean": 5.881601935483871,</a:t>
            </a:r>
          </a:p>
          <a:p>
            <a:r>
              <a:t>          "prior_value": 23.71613683662851,</a:t>
            </a:r>
          </a:p>
          <a:p>
            <a:r>
              <a:t>          "yoy_fraction": -0.3340006228279041,</a:t>
            </a:r>
          </a:p>
          <a:p>
            <a:r>
              <a:t>          "yoy_pct": -33.40006228279041,</a:t>
            </a:r>
          </a:p>
          <a:p>
            <a:r>
              <a:t>          "value_label": "15.8",</a:t>
            </a:r>
          </a:p>
          <a:p>
            <a:r>
              <a:t>          "yoy_label": "(-33.4%)",</a:t>
            </a:r>
          </a:p>
          <a:p>
            <a:r>
              <a:t>          "label": "15.8\n(-33.4%)"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"NV_XB01",</a:t>
            </a:r>
          </a:p>
          <a:p>
            <a:r>
              <a:t>          "month": "2026-06",</a:t>
            </a:r>
          </a:p>
          <a:p>
            <a:r>
              <a:t>          "start": "2026-06-01",</a:t>
            </a:r>
          </a:p>
          <a:p>
            <a:r>
              <a:t>          "end": "2026-06-30",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129.99287,</a:t>
            </a:r>
          </a:p>
          <a:p>
            <a:r>
              <a:t>          "raw_mean": 4.333095666666667,</a:t>
            </a:r>
          </a:p>
          <a:p>
            <a:r>
              <a:t>          "value": 17.47215994623656,</a:t>
            </a:r>
          </a:p>
          <a:p>
            <a:r>
              <a:t>          "prior_start": "2025-06-01",</a:t>
            </a:r>
          </a:p>
          <a:p>
            <a:r>
              <a:t>          "prior_end": "2025-06-30",</a:t>
            </a:r>
          </a:p>
          <a:p>
            <a:r>
              <a:t>          "prior_days": 30,</a:t>
            </a:r>
          </a:p>
          <a:p>
            <a:r>
              <a:t>          "prior_raw_mean": 6.436953666666667,</a:t>
            </a:r>
          </a:p>
          <a:p>
            <a:r>
              <a:t>          "prior_value": 25.955458333333333,</a:t>
            </a:r>
          </a:p>
          <a:p>
            <a:r>
              <a:t>          "yoy_fraction": -0.3268406312903397,</a:t>
            </a:r>
          </a:p>
          <a:p>
            <a:r>
              <a:t>          "yoy_pct": -32.684063129033966,</a:t>
            </a:r>
          </a:p>
          <a:p>
            <a:r>
              <a:t>          "value_label": "17.5",</a:t>
            </a:r>
          </a:p>
          <a:p>
            <a:r>
              <a:t>          "yoy_label": "(-32.7%)",</a:t>
            </a:r>
          </a:p>
          <a:p>
            <a:r>
              <a:t>          "label": "17.5\n(-32.7%)"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"NV_XB01",</a:t>
            </a:r>
          </a:p>
          <a:p>
            <a:r>
              <a:t>          "month": "2026-07",</a:t>
            </a:r>
          </a:p>
          <a:p>
            <a:r>
              <a:t>          "start": "2026-07-01",</a:t>
            </a:r>
          </a:p>
          <a:p>
            <a:r>
              <a:t>          "end": "2026-07-31",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118.93319,</a:t>
            </a:r>
          </a:p>
          <a:p>
            <a:r>
              <a:t>          "raw_mean": 3.836554516129032,</a:t>
            </a:r>
          </a:p>
          <a:p>
            <a:r>
              <a:t>          "value": 15.469977887617064,</a:t>
            </a:r>
          </a:p>
          <a:p>
            <a:r>
              <a:t>          "prior_start": "2025-07-01",</a:t>
            </a:r>
          </a:p>
          <a:p>
            <a:r>
              <a:t>          "prior_end": "2025-07-31",</a:t>
            </a:r>
          </a:p>
          <a:p>
            <a:r>
              <a:t>          "prior_days": 31,</a:t>
            </a:r>
          </a:p>
          <a:p>
            <a:r>
              <a:t>          "prior_raw_mean": 7.633724193548387,</a:t>
            </a:r>
          </a:p>
          <a:p>
            <a:r>
              <a:t>          "prior_value": 30.781145941727367,</a:t>
            </a:r>
          </a:p>
          <a:p>
            <a:r>
              <a:t>          "yoy_fraction": -0.49742033916139106,</a:t>
            </a:r>
          </a:p>
          <a:p>
            <a:r>
              <a:t>          "yoy_pct": -49.74203391613911,</a:t>
            </a:r>
          </a:p>
          <a:p>
            <a:r>
              <a:t>          "value_label": "15.5",</a:t>
            </a:r>
          </a:p>
          <a:p>
            <a:r>
              <a:t>          "yoy_label": "(-49.7%)",</a:t>
            </a:r>
          </a:p>
          <a:p>
            <a:r>
              <a:t>          "label": "15.5\n(-49.7%)"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"NV_XB01",</a:t>
            </a:r>
          </a:p>
          <a:p>
            <a:r>
              <a:t>          "month": "2026-08",</a:t>
            </a:r>
          </a:p>
          <a:p>
            <a:r>
              <a:t>          "start": "2026-08-01",</a:t>
            </a:r>
          </a:p>
          <a:p>
            <a:r>
              <a:t>          "end": "2026-08-31",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123.07355,</a:t>
            </a:r>
          </a:p>
          <a:p>
            <a:r>
              <a:t>          "raw_mean": 3.970114516129032,</a:t>
            </a:r>
          </a:p>
          <a:p>
            <a:r>
              <a:t>          "value": 16.008526274713837,</a:t>
            </a:r>
          </a:p>
          <a:p>
            <a:r>
              <a:t>          "prior_start": "2025-08-01",</a:t>
            </a:r>
          </a:p>
          <a:p>
            <a:r>
              <a:t>          "prior_end": "2025-08-31",</a:t>
            </a:r>
          </a:p>
          <a:p>
            <a:r>
              <a:t>          "prior_days": 31,</a:t>
            </a:r>
          </a:p>
          <a:p>
            <a:r>
              <a:t>          "prior_raw_mean": 8.898241612903226,</a:t>
            </a:r>
          </a:p>
          <a:p>
            <a:r>
              <a:t>          "prior_value": 35.88000650364204,</a:t>
            </a:r>
          </a:p>
          <a:p>
            <a:r>
              <a:t>          "yoy_fraction": -0.5538315670848925,</a:t>
            </a:r>
          </a:p>
          <a:p>
            <a:r>
              <a:t>          "yoy_pct": -55.383156708489246,</a:t>
            </a:r>
          </a:p>
          <a:p>
            <a:r>
              <a:t>          "value_label": "16.0",</a:t>
            </a:r>
          </a:p>
          <a:p>
            <a:r>
              <a:t>          "yoy_label": "(-55.4%)",</a:t>
            </a:r>
          </a:p>
          <a:p>
            <a:r>
              <a:t>          "label": "16.0\n(-55.4%)"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"NV_XB01",</a:t>
            </a:r>
          </a:p>
          <a:p>
            <a:r>
              <a:t>          "month": "2026-09",</a:t>
            </a:r>
          </a:p>
          <a:p>
            <a:r>
              <a:t>          "start": "2026-09-01",</a:t>
            </a:r>
          </a:p>
          <a:p>
            <a:r>
              <a:t>          "end": "2026-09-30",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102.98933,</a:t>
            </a:r>
          </a:p>
          <a:p>
            <a:r>
              <a:t>          "raw_mean": 3.4329776666666665,</a:t>
            </a:r>
          </a:p>
          <a:p>
            <a:r>
              <a:t>          "value": 13.84265188172043,</a:t>
            </a:r>
          </a:p>
          <a:p>
            <a:r>
              <a:t>          "prior_start": "2025-09-01",</a:t>
            </a:r>
          </a:p>
          <a:p>
            <a:r>
              <a:t>          "prior_end": "2025-09-30",</a:t>
            </a:r>
          </a:p>
          <a:p>
            <a:r>
              <a:t>          "prior_days": 30,</a:t>
            </a:r>
          </a:p>
          <a:p>
            <a:r>
              <a:t>          "prior_raw_mean": 7.024088333333333,</a:t>
            </a:r>
          </a:p>
          <a:p>
            <a:r>
              <a:t>          "prior_value": 28.32293682795699,</a:t>
            </a:r>
          </a:p>
          <a:p>
            <a:r>
              <a:t>          "yoy_fraction": -0.5112564785987648,</a:t>
            </a:r>
          </a:p>
          <a:p>
            <a:r>
              <a:t>          "yoy_pct": -51.12564785987648,</a:t>
            </a:r>
          </a:p>
          <a:p>
            <a:r>
              <a:t>          "value_label": "13.8",</a:t>
            </a:r>
          </a:p>
          <a:p>
            <a:r>
              <a:t>          "yoy_label": "(-51.1%)",</a:t>
            </a:r>
          </a:p>
          <a:p>
            <a:r>
              <a:t>          "label": "13.8\n(-51.1%)"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"NV_XB01",</a:t>
            </a:r>
          </a:p>
          <a:p>
            <a:r>
              <a:t>          "month": "2026-10",</a:t>
            </a:r>
          </a:p>
          <a:p>
            <a:r>
              <a:t>          "start": "2026-10-01",</a:t>
            </a:r>
          </a:p>
          <a:p>
            <a:r>
              <a:t>          "end": "2026-10-19",</a:t>
            </a:r>
          </a:p>
          <a:p>
            <a:r>
              <a:t>          "days": 19,</a:t>
            </a:r>
          </a:p>
          <a:p>
            <a:r>
              <a:t>          "partial": true,</a:t>
            </a:r>
          </a:p>
          <a:p>
            <a:r>
              <a:t>          "raw_sum": 68.99638,</a:t>
            </a:r>
          </a:p>
          <a:p>
            <a:r>
              <a:t>          "raw_mean": 3.6313884210526317,</a:t>
            </a:r>
          </a:p>
          <a:p>
            <a:r>
              <a:t>          "value": 14.642695246179965,</a:t>
            </a:r>
          </a:p>
          <a:p>
            <a:r>
              <a:t>          "prior_start": "2025-10-01",</a:t>
            </a:r>
          </a:p>
          <a:p>
            <a:r>
              <a:t>          "prior_end": "2025-10-19",</a:t>
            </a:r>
          </a:p>
          <a:p>
            <a:r>
              <a:t>          "prior_days": 19,</a:t>
            </a:r>
          </a:p>
          <a:p>
            <a:r>
              <a:t>          "prior_raw_mean": 8.997964210526316,</a:t>
            </a:r>
          </a:p>
          <a:p>
            <a:r>
              <a:t>          "prior_value": 36.28211375212224,</a:t>
            </a:r>
          </a:p>
          <a:p>
            <a:r>
              <a:t>          "yoy_fraction": -0.5964211085876034,</a:t>
            </a:r>
          </a:p>
          <a:p>
            <a:r>
              <a:t>          "yoy_pct": -59.64211085876035,</a:t>
            </a:r>
          </a:p>
          <a:p>
            <a:r>
              <a:t>          "value_label": "14.6",</a:t>
            </a:r>
          </a:p>
          <a:p>
            <a:r>
              <a:t>          "yoy_label": "(-59.6%)",</a:t>
            </a:r>
          </a:p>
          <a:p>
            <a:r>
              <a:t>          "label": "14.6\n(-59.6%)"</a:t>
            </a:r>
          </a:p>
          <a:p>
            <a:r>
              <a:t>        }</a:t>
            </a:r>
          </a:p>
          <a:p>
            <a:r>
              <a:t>      ]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"NV_XB02",</a:t>
            </a:r>
          </a:p>
          <a:p>
            <a:r>
              <a:t>      "label": "마늘·갈릭",</a:t>
            </a:r>
          </a:p>
          <a:p>
            <a:r>
              <a:t>      "points": [</a:t>
            </a:r>
          </a:p>
          <a:p>
            <a:r>
              <a:t>        {</a:t>
            </a:r>
          </a:p>
          <a:p>
            <a:r>
              <a:t>          "group_id": "NV_XB02",</a:t>
            </a:r>
          </a:p>
          <a:p>
            <a:r>
              <a:t>          "month": "2025-01",</a:t>
            </a:r>
          </a:p>
          <a:p>
            <a:r>
              <a:t>          "start": "2025-01-01",</a:t>
            </a:r>
          </a:p>
          <a:p>
            <a:r>
              <a:t>          "end": "2025-01-31",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67.87352,</a:t>
            </a:r>
          </a:p>
          <a:p>
            <a:r>
              <a:t>          "raw_mean": 2.1894683870967744,</a:t>
            </a:r>
          </a:p>
          <a:p>
            <a:r>
              <a:t>          "value": 36.966779008184886,</a:t>
            </a:r>
          </a:p>
          <a:p>
            <a:r>
              <a:t>          "prior_start": "2024-01-01",</a:t>
            </a:r>
          </a:p>
          <a:p>
            <a:r>
              <a:t>          "prior_end": "2024-01-31",</a:t>
            </a:r>
          </a:p>
          <a:p>
            <a:r>
              <a:t>          "prior_days": 31,</a:t>
            </a:r>
          </a:p>
          <a:p>
            <a:r>
              <a:t>          "prior_raw_mean": 2.270510322580645,</a:t>
            </a:r>
          </a:p>
          <a:p>
            <a:r>
              <a:t>          "prior_value": 38.3350834500683,</a:t>
            </a:r>
          </a:p>
          <a:p>
            <a:r>
              <a:t>          "yoy_fraction": -0.035693268899900654,</a:t>
            </a:r>
          </a:p>
          <a:p>
            <a:r>
              <a:t>          "yoy_pct": -3.5693268899900654,</a:t>
            </a:r>
          </a:p>
          <a:p>
            <a:r>
              <a:t>          "value_label": "37.0",</a:t>
            </a:r>
          </a:p>
          <a:p>
            <a:r>
              <a:t>          "yoy_label": "(-3.6%)",</a:t>
            </a:r>
          </a:p>
          <a:p>
            <a:r>
              <a:t>          "label": "37.0\n(-3.6%)"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"NV_XB02",</a:t>
            </a:r>
          </a:p>
          <a:p>
            <a:r>
              <a:t>          "month": "2025-02",</a:t>
            </a:r>
          </a:p>
          <a:p>
            <a:r>
              <a:t>          "start": "2025-02-01",</a:t>
            </a:r>
          </a:p>
          <a:p>
            <a:r>
              <a:t>          "end": "2025-02-28",</a:t>
            </a:r>
          </a:p>
          <a:p>
            <a:r>
              <a:t>          "days": 28,</a:t>
            </a:r>
          </a:p>
          <a:p>
            <a:r>
              <a:t>          "partial": false,</a:t>
            </a:r>
          </a:p>
          <a:p>
            <a:r>
              <a:t>          "raw_sum": 74.11917,</a:t>
            </a:r>
          </a:p>
          <a:p>
            <a:r>
              <a:t>          "raw_mean": 2.647113214285714,</a:t>
            </a:r>
          </a:p>
          <a:p>
            <a:r>
              <a:t>          "value": 44.69361137106967,</a:t>
            </a:r>
          </a:p>
          <a:p>
            <a:r>
              <a:t>          "prior_start": "2024-02-01",</a:t>
            </a:r>
          </a:p>
          <a:p>
            <a:r>
              <a:t>          "prior_end": "2024-02-29",</a:t>
            </a:r>
          </a:p>
          <a:p>
            <a:r>
              <a:t>          "prior_days": 29,</a:t>
            </a:r>
          </a:p>
          <a:p>
            <a:r>
              <a:t>          "prior_raw_mean": 2.3883799999999997,</a:t>
            </a:r>
          </a:p>
          <a:p>
            <a:r>
              <a:t>          "prior_value": 40.32518403457824,</a:t>
            </a:r>
          </a:p>
          <a:p>
            <a:r>
              <a:t>          "yoy_fraction": 0.10833000372039381,</a:t>
            </a:r>
          </a:p>
          <a:p>
            <a:r>
              <a:t>          "yoy_pct": 10.83300037203938,</a:t>
            </a:r>
          </a:p>
          <a:p>
            <a:r>
              <a:t>          "value_label": "44.7",</a:t>
            </a:r>
          </a:p>
          <a:p>
            <a:r>
              <a:t>          "yoy_label": "(+10.8%)",</a:t>
            </a:r>
          </a:p>
          <a:p>
            <a:r>
              <a:t>          "label": "44.7\n(+10.8%)"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"NV_XB02",</a:t>
            </a:r>
          </a:p>
          <a:p>
            <a:r>
              <a:t>          "month": "2025-03",</a:t>
            </a:r>
          </a:p>
          <a:p>
            <a:r>
              <a:t>          "start": "2025-03-01",</a:t>
            </a:r>
          </a:p>
          <a:p>
            <a:r>
              <a:t>          "end": "2025-03-31",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69.95069,</a:t>
            </a:r>
          </a:p>
          <a:p>
            <a:r>
              <a:t>          "raw_mean": 2.2564738709677417,</a:t>
            </a:r>
          </a:p>
          <a:p>
            <a:r>
              <a:t>          "value": 38.09809331680526,</a:t>
            </a:r>
          </a:p>
          <a:p>
            <a:r>
              <a:t>          "prior_start": "2024-03-01",</a:t>
            </a:r>
          </a:p>
          <a:p>
            <a:r>
              <a:t>          "prior_end": "2024-03-31",</a:t>
            </a:r>
          </a:p>
          <a:p>
            <a:r>
              <a:t>          "prior_days": 31,</a:t>
            </a:r>
          </a:p>
          <a:p>
            <a:r>
              <a:t>          "prior_raw_mean": 2.3338948387096776,</a:t>
            </a:r>
          </a:p>
          <a:p>
            <a:r>
              <a:t>          "prior_value": 39.405261678761356,</a:t>
            </a:r>
          </a:p>
          <a:p>
            <a:r>
              <a:t>          "yoy_fraction": -0.03317243196130404,</a:t>
            </a:r>
          </a:p>
          <a:p>
            <a:r>
              <a:t>          "yoy_pct": -3.317243196130404,</a:t>
            </a:r>
          </a:p>
          <a:p>
            <a:r>
              <a:t>          "value_label": "38.1",</a:t>
            </a:r>
          </a:p>
          <a:p>
            <a:r>
              <a:t>          "yoy_label": "(-3.3%)",</a:t>
            </a:r>
          </a:p>
          <a:p>
            <a:r>
              <a:t>          "label": "38.1\n(-3.3%)"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"NV_XB02",</a:t>
            </a:r>
          </a:p>
          <a:p>
            <a:r>
              <a:t>          "month": "2025-04",</a:t>
            </a:r>
          </a:p>
          <a:p>
            <a:r>
              <a:t>          "start": "2025-04-01",</a:t>
            </a:r>
          </a:p>
          <a:p>
            <a:r>
              <a:t>          "end": "2025-04-30",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66.97531,</a:t>
            </a:r>
          </a:p>
          <a:p>
            <a:r>
              <a:t>          "raw_mean": 2.232510333333333,</a:t>
            </a:r>
          </a:p>
          <a:p>
            <a:r>
              <a:t>          "value": 37.69349519371469,</a:t>
            </a:r>
          </a:p>
          <a:p>
            <a:r>
              <a:t>          "prior_start": "2024-04-01",</a:t>
            </a:r>
          </a:p>
          <a:p>
            <a:r>
              <a:t>          "prior_end": "2024-04-30",</a:t>
            </a:r>
          </a:p>
          <a:p>
            <a:r>
              <a:t>          "prior_days": 30,</a:t>
            </a:r>
          </a:p>
          <a:p>
            <a:r>
              <a:t>          "prior_raw_mean": 2.8332123333333334,</a:t>
            </a:r>
          </a:p>
          <a:p>
            <a:r>
              <a:t>          "prior_value": 47.83569145224106,</a:t>
            </a:r>
          </a:p>
          <a:p>
            <a:r>
              <a:t>          "yoy_fraction": -0.21202152515454475,</a:t>
            </a:r>
          </a:p>
          <a:p>
            <a:r>
              <a:t>          "yoy_pct": -21.202152515454475,</a:t>
            </a:r>
          </a:p>
          <a:p>
            <a:r>
              <a:t>          "value_label": "37.7",</a:t>
            </a:r>
          </a:p>
          <a:p>
            <a:r>
              <a:t>          "yoy_label": "(-21.2%)",</a:t>
            </a:r>
          </a:p>
          <a:p>
            <a:r>
              <a:t>          "label": "37.7\n(-21.2%)"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"NV_XB02",</a:t>
            </a:r>
          </a:p>
          <a:p>
            <a:r>
              <a:t>          "month": "2025-05",</a:t>
            </a:r>
          </a:p>
          <a:p>
            <a:r>
              <a:t>          "start": "2025-05-01",</a:t>
            </a:r>
          </a:p>
          <a:p>
            <a:r>
              <a:t>          "end": "2025-05-31",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68.53316,</a:t>
            </a:r>
          </a:p>
          <a:p>
            <a:r>
              <a:t>          "raw_mean": 2.2107470967741936,</a:t>
            </a:r>
          </a:p>
          <a:p>
            <a:r>
              <a:t>          "value": 37.32604674772394,</a:t>
            </a:r>
          </a:p>
          <a:p>
            <a:r>
              <a:t>          "prior_start": "2024-05-01",</a:t>
            </a:r>
          </a:p>
          <a:p>
            <a:r>
              <a:t>          "prior_end": "2024-05-31",</a:t>
            </a:r>
          </a:p>
          <a:p>
            <a:r>
              <a:t>          "prior_days": 31,</a:t>
            </a:r>
          </a:p>
          <a:p>
            <a:r>
              <a:t>          "prior_raw_mean": 2.5258587096774194,</a:t>
            </a:r>
          </a:p>
          <a:p>
            <a:r>
              <a:t>          "prior_value": 42.6463616815935,</a:t>
            </a:r>
          </a:p>
          <a:p>
            <a:r>
              <a:t>          "yoy_fraction": -0.12475425157231745,</a:t>
            </a:r>
          </a:p>
          <a:p>
            <a:r>
              <a:t>          "yoy_pct": -12.475425157231745,</a:t>
            </a:r>
          </a:p>
          <a:p>
            <a:r>
              <a:t>          "value_label": "37.3",</a:t>
            </a:r>
          </a:p>
          <a:p>
            <a:r>
              <a:t>          "yoy_label": "(-12.5%)",</a:t>
            </a:r>
          </a:p>
          <a:p>
            <a:r>
              <a:t>          "label": "37.3\n(-12.5%)"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"NV_XB02",</a:t>
            </a:r>
          </a:p>
          <a:p>
            <a:r>
              <a:t>          "month": "2025-06",</a:t>
            </a:r>
          </a:p>
          <a:p>
            <a:r>
              <a:t>          "start": "2025-06-01",</a:t>
            </a:r>
          </a:p>
          <a:p>
            <a:r>
              <a:t>          "end": "2025-06-30",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90.54021,</a:t>
            </a:r>
          </a:p>
          <a:p>
            <a:r>
              <a:t>          "raw_mean": 3.018007,</a:t>
            </a:r>
          </a:p>
          <a:p>
            <a:r>
              <a:t>          "value": 50.955747281691096,</a:t>
            </a:r>
          </a:p>
          <a:p>
            <a:r>
              <a:t>          "prior_start": "2024-06-01",</a:t>
            </a:r>
          </a:p>
          <a:p>
            <a:r>
              <a:t>          "prior_end": "2024-06-30",</a:t>
            </a:r>
          </a:p>
          <a:p>
            <a:r>
              <a:t>          "prior_days": 30,</a:t>
            </a:r>
          </a:p>
          <a:p>
            <a:r>
              <a:t>          "prior_raw_mean": 2.458006666666667,</a:t>
            </a:r>
          </a:p>
          <a:p>
            <a:r>
              <a:t>          "prior_value": 41.50075414781297,</a:t>
            </a:r>
          </a:p>
          <a:p>
            <a:r>
              <a:t>          "yoy_fraction": 0.22782701972601127,</a:t>
            </a:r>
          </a:p>
          <a:p>
            <a:r>
              <a:t>          "yoy_pct": 22.782701972601128,</a:t>
            </a:r>
          </a:p>
          <a:p>
            <a:r>
              <a:t>          "value_label": "51.0",</a:t>
            </a:r>
          </a:p>
          <a:p>
            <a:r>
              <a:t>          "yoy_label": "(+22.8%)",</a:t>
            </a:r>
          </a:p>
          <a:p>
            <a:r>
              <a:t>          "label": "51.0\n(+22.8%)"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"NV_XB02",</a:t>
            </a:r>
          </a:p>
          <a:p>
            <a:r>
              <a:t>          "month": "2025-07",</a:t>
            </a:r>
          </a:p>
          <a:p>
            <a:r>
              <a:t>          "start": "2025-07-01",</a:t>
            </a:r>
          </a:p>
          <a:p>
            <a:r>
              <a:t>          "end": "2025-07-31",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71.31216,</a:t>
            </a:r>
          </a:p>
          <a:p>
            <a:r>
              <a:t>          "raw_mean": 2.3003922580645164,</a:t>
            </a:r>
          </a:p>
          <a:p>
            <a:r>
              <a:t>          "value": 38.83960724766185,</a:t>
            </a:r>
          </a:p>
          <a:p>
            <a:r>
              <a:t>          "prior_start": "2024-07-01",</a:t>
            </a:r>
          </a:p>
          <a:p>
            <a:r>
              <a:t>          "prior_end": "2024-07-31",</a:t>
            </a:r>
          </a:p>
          <a:p>
            <a:r>
              <a:t>          "prior_days": 31,</a:t>
            </a:r>
          </a:p>
          <a:p>
            <a:r>
              <a:t>          "prior_raw_mean": 2.7463448387096774,</a:t>
            </a:r>
          </a:p>
          <a:p>
            <a:r>
              <a:t>          "prior_value": 46.36902881592621,</a:t>
            </a:r>
          </a:p>
          <a:p>
            <a:r>
              <a:t>          "yoy_fraction": -0.1623804026207737,</a:t>
            </a:r>
          </a:p>
          <a:p>
            <a:r>
              <a:t>          "yoy_pct": -16.23804026207737,</a:t>
            </a:r>
          </a:p>
          <a:p>
            <a:r>
              <a:t>          "value_label": "38.8",</a:t>
            </a:r>
          </a:p>
          <a:p>
            <a:r>
              <a:t>          "yoy_label": "(-16.2%)",</a:t>
            </a:r>
          </a:p>
          <a:p>
            <a:r>
              <a:t>          "label": "38.8\n(-16.2%)"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"NV_XB02",</a:t>
            </a:r>
          </a:p>
          <a:p>
            <a:r>
              <a:t>          "month": "2025-08",</a:t>
            </a:r>
          </a:p>
          <a:p>
            <a:r>
              <a:t>          "start": "2025-08-01",</a:t>
            </a:r>
          </a:p>
          <a:p>
            <a:r>
              <a:t>          "end": "2025-08-31",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96.92614,</a:t>
            </a:r>
          </a:p>
          <a:p>
            <a:r>
              <a:t>          "raw_mean": 3.126649677419355,</a:t>
            </a:r>
          </a:p>
          <a:p>
            <a:r>
              <a:t>          "value": 52.790060063134916,</a:t>
            </a:r>
          </a:p>
          <a:p>
            <a:r>
              <a:t>          "prior_start": "2024-08-01",</a:t>
            </a:r>
          </a:p>
          <a:p>
            <a:r>
              <a:t>          "prior_end": "2024-08-31",</a:t>
            </a:r>
          </a:p>
          <a:p>
            <a:r>
              <a:t>          "prior_days": 31,</a:t>
            </a:r>
          </a:p>
          <a:p>
            <a:r>
              <a:t>          "prior_raw_mean": 2.326198064516129,</a:t>
            </a:r>
          </a:p>
          <a:p>
            <a:r>
              <a:t>          "prior_value": 39.275310064768846,</a:t>
            </a:r>
          </a:p>
          <a:p>
            <a:r>
              <a:t>          "yoy_fraction": 0.3441029485465277,</a:t>
            </a:r>
          </a:p>
          <a:p>
            <a:r>
              <a:t>          "yoy_pct": 34.41029485465277,</a:t>
            </a:r>
          </a:p>
          <a:p>
            <a:r>
              <a:t>          "value_label": "52.8",</a:t>
            </a:r>
          </a:p>
          <a:p>
            <a:r>
              <a:t>          "yoy_label": "(+34.4%)",</a:t>
            </a:r>
          </a:p>
          <a:p>
            <a:r>
              <a:t>          "label": "52.8\n(+34.4%)"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"NV_XB02",</a:t>
            </a:r>
          </a:p>
          <a:p>
            <a:r>
              <a:t>          "month": "2025-09",</a:t>
            </a:r>
          </a:p>
          <a:p>
            <a:r>
              <a:t>          "start": "2025-09-01",</a:t>
            </a:r>
          </a:p>
          <a:p>
            <a:r>
              <a:t>          "end": "2025-09-30",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81.57178,</a:t>
            </a:r>
          </a:p>
          <a:p>
            <a:r>
              <a:t>          "raw_mean": 2.7190593333333335,</a:t>
            </a:r>
          </a:p>
          <a:p>
            <a:r>
              <a:t>          "value": 45.90834290088022,</a:t>
            </a:r>
          </a:p>
          <a:p>
            <a:r>
              <a:t>          "prior_start": "2024-09-01",</a:t>
            </a:r>
          </a:p>
          <a:p>
            <a:r>
              <a:t>          "prior_end": "2024-09-30",</a:t>
            </a:r>
          </a:p>
          <a:p>
            <a:r>
              <a:t>          "prior_days": 30,</a:t>
            </a:r>
          </a:p>
          <a:p>
            <a:r>
              <a:t>          "prior_raw_mean": 2.2217493333333334,</a:t>
            </a:r>
          </a:p>
          <a:p>
            <a:r>
              <a:t>          "prior_value": 37.51180747844489,</a:t>
            </a:r>
          </a:p>
          <a:p>
            <a:r>
              <a:t>          "yoy_fraction": 0.22383713254180493,</a:t>
            </a:r>
          </a:p>
          <a:p>
            <a:r>
              <a:t>          "yoy_pct": 22.383713254180492,</a:t>
            </a:r>
          </a:p>
          <a:p>
            <a:r>
              <a:t>          "value_label": "45.9",</a:t>
            </a:r>
          </a:p>
          <a:p>
            <a:r>
              <a:t>          "yoy_label": "(+22.4%)",</a:t>
            </a:r>
          </a:p>
          <a:p>
            <a:r>
              <a:t>          "label": "45.9\n(+22.4%)"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"NV_XB02",</a:t>
            </a:r>
          </a:p>
          <a:p>
            <a:r>
              <a:t>          "month": "2025-10",</a:t>
            </a:r>
          </a:p>
          <a:p>
            <a:r>
              <a:t>          "start": "2025-10-01",</a:t>
            </a:r>
          </a:p>
          <a:p>
            <a:r>
              <a:t>          "end": "2025-10-31",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66.90512,</a:t>
            </a:r>
          </a:p>
          <a:p>
            <a:r>
              <a:t>          "raw_mean": 2.158229677419355,</a:t>
            </a:r>
          </a:p>
          <a:p>
            <a:r>
              <a:t>          "value": 36.43934756229073,</a:t>
            </a:r>
          </a:p>
          <a:p>
            <a:r>
              <a:t>          "prior_start": "2024-10-01",</a:t>
            </a:r>
          </a:p>
          <a:p>
            <a:r>
              <a:t>          "prior_end": "2024-10-31",</a:t>
            </a:r>
          </a:p>
          <a:p>
            <a:r>
              <a:t>          "prior_days": 31,</a:t>
            </a:r>
          </a:p>
          <a:p>
            <a:r>
              <a:t>          "prior_raw_mean": 2.2804706451612904,</a:t>
            </a:r>
          </a:p>
          <a:p>
            <a:r>
              <a:t>          "prior_value": 38.503252602844775,</a:t>
            </a:r>
          </a:p>
          <a:p>
            <a:r>
              <a:t>          "yoy_fraction": -0.053603394545466476,</a:t>
            </a:r>
          </a:p>
          <a:p>
            <a:r>
              <a:t>          "yoy_pct": -5.360339454546647,</a:t>
            </a:r>
          </a:p>
          <a:p>
            <a:r>
              <a:t>          "value_label": "36.4",</a:t>
            </a:r>
          </a:p>
          <a:p>
            <a:r>
              <a:t>          "yoy_label": "(-5.4%)",</a:t>
            </a:r>
          </a:p>
          <a:p>
            <a:r>
              <a:t>          "label": "36.4\n(-5.4%)"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"NV_XB02",</a:t>
            </a:r>
          </a:p>
          <a:p>
            <a:r>
              <a:t>          "month": "2025-11",</a:t>
            </a:r>
          </a:p>
          <a:p>
            <a:r>
              <a:t>          "start": "2025-11-01",</a:t>
            </a:r>
          </a:p>
          <a:p>
            <a:r>
              <a:t>          "end": "2025-11-30",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55.81741,</a:t>
            </a:r>
          </a:p>
          <a:p>
            <a:r>
              <a:t>          "raw_mean": 1.8605803333333335,</a:t>
            </a:r>
          </a:p>
          <a:p>
            <a:r>
              <a:t>          "value": 31.413863938227415,</a:t>
            </a:r>
          </a:p>
          <a:p>
            <a:r>
              <a:t>          "prior_start": "2024-11-01",</a:t>
            </a:r>
          </a:p>
          <a:p>
            <a:r>
              <a:t>          "prior_end": "2024-11-30",</a:t>
            </a:r>
          </a:p>
          <a:p>
            <a:r>
              <a:t>          "prior_days": 30,</a:t>
            </a:r>
          </a:p>
          <a:p>
            <a:r>
              <a:t>          "prior_raw_mean": 2.257773,</a:t>
            </a:r>
          </a:p>
          <a:p>
            <a:r>
              <a:t>          "prior_value": 38.12002768960627,</a:t>
            </a:r>
          </a:p>
          <a:p>
            <a:r>
              <a:t>          "yoy_fraction": -0.1759223210954629,</a:t>
            </a:r>
          </a:p>
          <a:p>
            <a:r>
              <a:t>          "yoy_pct": -17.59223210954629,</a:t>
            </a:r>
          </a:p>
          <a:p>
            <a:r>
              <a:t>          "value_label": "31.4",</a:t>
            </a:r>
          </a:p>
          <a:p>
            <a:r>
              <a:t>          "yoy_label": "(-17.6%)",</a:t>
            </a:r>
          </a:p>
          <a:p>
            <a:r>
              <a:t>          "label": "31.4\n(-17.6%)"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"NV_XB02",</a:t>
            </a:r>
          </a:p>
          <a:p>
            <a:r>
              <a:t>          "month": "2025-12",</a:t>
            </a:r>
          </a:p>
          <a:p>
            <a:r>
              <a:t>          "start": "2025-12-01",</a:t>
            </a:r>
          </a:p>
          <a:p>
            <a:r>
              <a:t>          "end": "2025-12-31",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58.512119999999996,</a:t>
            </a:r>
          </a:p>
          <a:p>
            <a:r>
              <a:t>          "raw_mean": 1.8874877419354836,</a:t>
            </a:r>
          </a:p>
          <a:p>
            <a:r>
              <a:t>          "value": 31.868166102780506,</a:t>
            </a:r>
          </a:p>
          <a:p>
            <a:r>
              <a:t>          "prior_start": "2024-12-01",</a:t>
            </a:r>
          </a:p>
          <a:p>
            <a:r>
              <a:t>          "prior_end": "2024-12-31",</a:t>
            </a:r>
          </a:p>
          <a:p>
            <a:r>
              <a:t>          "prior_days": 31,</a:t>
            </a:r>
          </a:p>
          <a:p>
            <a:r>
              <a:t>          "prior_raw_mean": 2.1134070967741936,</a:t>
            </a:r>
          </a:p>
          <a:p>
            <a:r>
              <a:t>          "prior_value": 35.682567312321765,</a:t>
            </a:r>
          </a:p>
          <a:p>
            <a:r>
              <a:t>          "yoy_fraction": -0.10689817176422967,</a:t>
            </a:r>
          </a:p>
          <a:p>
            <a:r>
              <a:t>          "yoy_pct": -10.689817176422967,</a:t>
            </a:r>
          </a:p>
          <a:p>
            <a:r>
              <a:t>          "value_label": "31.9",</a:t>
            </a:r>
          </a:p>
          <a:p>
            <a:r>
              <a:t>          "yoy_label": "(-10.7%)",</a:t>
            </a:r>
          </a:p>
          <a:p>
            <a:r>
              <a:t>          "label": "31.9\n(-10.7%)"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"NV_XB02",</a:t>
            </a:r>
          </a:p>
          <a:p>
            <a:r>
              <a:t>          "month": "2026-01",</a:t>
            </a:r>
          </a:p>
          <a:p>
            <a:r>
              <a:t>          "start": "2026-01-01",</a:t>
            </a:r>
          </a:p>
          <a:p>
            <a:r>
              <a:t>          "end": "2026-01-31",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55.63494,</a:t>
            </a:r>
          </a:p>
          <a:p>
            <a:r>
              <a:t>          "raw_mean": 1.7946754838709678,</a:t>
            </a:r>
          </a:p>
          <a:p>
            <a:r>
              <a:t>          "value": 30.301132637789017,</a:t>
            </a:r>
          </a:p>
          <a:p>
            <a:r>
              <a:t>          "prior_start": "2025-01-01",</a:t>
            </a:r>
          </a:p>
          <a:p>
            <a:r>
              <a:t>          "prior_end": "2025-01-31",</a:t>
            </a:r>
          </a:p>
          <a:p>
            <a:r>
              <a:t>          "prior_days": 31,</a:t>
            </a:r>
          </a:p>
          <a:p>
            <a:r>
              <a:t>          "prior_raw_mean": 2.1894683870967744,</a:t>
            </a:r>
          </a:p>
          <a:p>
            <a:r>
              <a:t>          "prior_value": 36.966779008184886,</a:t>
            </a:r>
          </a:p>
          <a:p>
            <a:r>
              <a:t>          "yoy_fraction": -0.1803145026219356,</a:t>
            </a:r>
          </a:p>
          <a:p>
            <a:r>
              <a:t>          "yoy_pct": -18.03145026219356,</a:t>
            </a:r>
          </a:p>
          <a:p>
            <a:r>
              <a:t>          "value_label": "30.3",</a:t>
            </a:r>
          </a:p>
          <a:p>
            <a:r>
              <a:t>          "yoy_label": "(-18.0%)",</a:t>
            </a:r>
          </a:p>
          <a:p>
            <a:r>
              <a:t>          "label": "30.3\n(-18.0%)"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"NV_XB02",</a:t>
            </a:r>
          </a:p>
          <a:p>
            <a:r>
              <a:t>          "month": "2026-02",</a:t>
            </a:r>
          </a:p>
          <a:p>
            <a:r>
              <a:t>          "start": "2026-02-01",</a:t>
            </a:r>
          </a:p>
          <a:p>
            <a:r>
              <a:t>          "end": "2026-02-28",</a:t>
            </a:r>
          </a:p>
          <a:p>
            <a:r>
              <a:t>          "days": 28,</a:t>
            </a:r>
          </a:p>
          <a:p>
            <a:r>
              <a:t>          "partial": false,</a:t>
            </a:r>
          </a:p>
          <a:p>
            <a:r>
              <a:t>          "raw_sum": 48.35072,</a:t>
            </a:r>
          </a:p>
          <a:p>
            <a:r>
              <a:t>          "raw_mean": 1.7268114285714287,</a:t>
            </a:r>
          </a:p>
          <a:p>
            <a:r>
              <a:t>          "value": 29.15532228965065,</a:t>
            </a:r>
          </a:p>
          <a:p>
            <a:r>
              <a:t>          "prior_start": "2025-02-01",</a:t>
            </a:r>
          </a:p>
          <a:p>
            <a:r>
              <a:t>          "prior_end": "2025-02-28",</a:t>
            </a:r>
          </a:p>
          <a:p>
            <a:r>
              <a:t>          "prior_days": 28,</a:t>
            </a:r>
          </a:p>
          <a:p>
            <a:r>
              <a:t>          "prior_raw_mean": 2.647113214285714,</a:t>
            </a:r>
          </a:p>
          <a:p>
            <a:r>
              <a:t>          "prior_value": 44.69361137106967,</a:t>
            </a:r>
          </a:p>
          <a:p>
            <a:r>
              <a:t>          "yoy_fraction": -0.3476624198571031,</a:t>
            </a:r>
          </a:p>
          <a:p>
            <a:r>
              <a:t>          "yoy_pct": -34.76624198571031,</a:t>
            </a:r>
          </a:p>
          <a:p>
            <a:r>
              <a:t>          "value_label": "29.2",</a:t>
            </a:r>
          </a:p>
          <a:p>
            <a:r>
              <a:t>          "yoy_label": "(-34.8%)",</a:t>
            </a:r>
          </a:p>
          <a:p>
            <a:r>
              <a:t>          "label": "29.2\n(-34.8%)"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"NV_XB02",</a:t>
            </a:r>
          </a:p>
          <a:p>
            <a:r>
              <a:t>          "month": "2026-03",</a:t>
            </a:r>
          </a:p>
          <a:p>
            <a:r>
              <a:t>          "start": "2026-03-01",</a:t>
            </a:r>
          </a:p>
          <a:p>
            <a:r>
              <a:t>          "end": "2026-03-31",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55.60689,</a:t>
            </a:r>
          </a:p>
          <a:p>
            <a:r>
              <a:t>          "raw_mean": 1.7937706451612903,</a:t>
            </a:r>
          </a:p>
          <a:p>
            <a:r>
              <a:t>          "value": 30.285855425833905,</a:t>
            </a:r>
          </a:p>
          <a:p>
            <a:r>
              <a:t>          "prior_start": "2025-03-01",</a:t>
            </a:r>
          </a:p>
          <a:p>
            <a:r>
              <a:t>          "prior_end": "2025-03-31",</a:t>
            </a:r>
          </a:p>
          <a:p>
            <a:r>
              <a:t>          "prior_days": 31,</a:t>
            </a:r>
          </a:p>
          <a:p>
            <a:r>
              <a:t>          "prior_raw_mean": 2.2564738709677417,</a:t>
            </a:r>
          </a:p>
          <a:p>
            <a:r>
              <a:t>          "prior_value": 38.09809331680526,</a:t>
            </a:r>
          </a:p>
          <a:p>
            <a:r>
              <a:t>          "yoy_fraction": -0.2050558757890737,</a:t>
            </a:r>
          </a:p>
          <a:p>
            <a:r>
              <a:t>          "yoy_pct": -20.50558757890737,</a:t>
            </a:r>
          </a:p>
          <a:p>
            <a:r>
              <a:t>          "value_label": "30.3",</a:t>
            </a:r>
          </a:p>
          <a:p>
            <a:r>
              <a:t>          "yoy_label": "(-20.5%)",</a:t>
            </a:r>
          </a:p>
          <a:p>
            <a:r>
              <a:t>          "label": "30.3\n(-20.5%)"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"NV_XB02",</a:t>
            </a:r>
          </a:p>
          <a:p>
            <a:r>
              <a:t>          "month": "2026-04",</a:t>
            </a:r>
          </a:p>
          <a:p>
            <a:r>
              <a:t>          "start": "2026-04-01",</a:t>
            </a:r>
          </a:p>
          <a:p>
            <a:r>
              <a:t>          "end": "2026-04-30",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51.38231,</a:t>
            </a:r>
          </a:p>
          <a:p>
            <a:r>
              <a:t>          "raw_mean": 1.7127436666666667,</a:t>
            </a:r>
          </a:p>
          <a:p>
            <a:r>
              <a:t>          "value": 28.917803516354876,</a:t>
            </a:r>
          </a:p>
          <a:p>
            <a:r>
              <a:t>          "prior_start": "2025-04-01",</a:t>
            </a:r>
          </a:p>
          <a:p>
            <a:r>
              <a:t>          "prior_end": "2025-04-30",</a:t>
            </a:r>
          </a:p>
          <a:p>
            <a:r>
              <a:t>          "prior_days": 30,</a:t>
            </a:r>
          </a:p>
          <a:p>
            <a:r>
              <a:t>          "prior_raw_mean": 2.232510333333333,</a:t>
            </a:r>
          </a:p>
          <a:p>
            <a:r>
              <a:t>          "prior_value": 37.69349519371469,</a:t>
            </a:r>
          </a:p>
          <a:p>
            <a:r>
              <a:t>          "yoy_fraction": -0.2328171381364268,</a:t>
            </a:r>
          </a:p>
          <a:p>
            <a:r>
              <a:t>          "yoy_pct": -23.28171381364268,</a:t>
            </a:r>
          </a:p>
          <a:p>
            <a:r>
              <a:t>          "value_label": "28.9",</a:t>
            </a:r>
          </a:p>
          <a:p>
            <a:r>
              <a:t>          "yoy_label": "(-23.3%)",</a:t>
            </a:r>
          </a:p>
          <a:p>
            <a:r>
              <a:t>          "label": "28.9\n(-23.3%)"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"NV_XB02",</a:t>
            </a:r>
          </a:p>
          <a:p>
            <a:r>
              <a:t>          "month": "2026-05",</a:t>
            </a:r>
          </a:p>
          <a:p>
            <a:r>
              <a:t>          "start": "2026-05-01",</a:t>
            </a:r>
          </a:p>
          <a:p>
            <a:r>
              <a:t>          "end": "2026-05-31",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54.63847,</a:t>
            </a:r>
          </a:p>
          <a:p>
            <a:r>
              <a:t>          "raw_mean": 1.7625312903225805,</a:t>
            </a:r>
          </a:p>
          <a:p>
            <a:r>
              <a:t>          "value": 29.758413087096994,</a:t>
            </a:r>
          </a:p>
          <a:p>
            <a:r>
              <a:t>          "prior_start": "2025-05-01",</a:t>
            </a:r>
          </a:p>
          <a:p>
            <a:r>
              <a:t>          "prior_end": "2025-05-31",</a:t>
            </a:r>
          </a:p>
          <a:p>
            <a:r>
              <a:t>          "prior_days": 31,</a:t>
            </a:r>
          </a:p>
          <a:p>
            <a:r>
              <a:t>          "prior_raw_mean": 2.2107470967741936,</a:t>
            </a:r>
          </a:p>
          <a:p>
            <a:r>
              <a:t>          "prior_value": 37.32604674772394,</a:t>
            </a:r>
          </a:p>
          <a:p>
            <a:r>
              <a:t>          "yoy_fraction": -0.20274404390516942,</a:t>
            </a:r>
          </a:p>
          <a:p>
            <a:r>
              <a:t>          "yoy_pct": -20.274404390516942,</a:t>
            </a:r>
          </a:p>
          <a:p>
            <a:r>
              <a:t>          "value_label": "29.8",</a:t>
            </a:r>
          </a:p>
          <a:p>
            <a:r>
              <a:t>          "yoy_label": "(-20.3%)",</a:t>
            </a:r>
          </a:p>
          <a:p>
            <a:r>
              <a:t>          "label": "29.8\n(-20.3%)"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"NV_XB02",</a:t>
            </a:r>
          </a:p>
          <a:p>
            <a:r>
              <a:t>          "month": "2026-06",</a:t>
            </a:r>
          </a:p>
          <a:p>
            <a:r>
              <a:t>          "start": "2026-06-01",</a:t>
            </a:r>
          </a:p>
          <a:p>
            <a:r>
              <a:t>          "end": "2026-06-30",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59.35424,</a:t>
            </a:r>
          </a:p>
          <a:p>
            <a:r>
              <a:t>          "raw_mean": 1.9784746666666666,</a:t>
            </a:r>
          </a:p>
          <a:p>
            <a:r>
              <a:t>          "value": 33.40438081087774,</a:t>
            </a:r>
          </a:p>
          <a:p>
            <a:r>
              <a:t>          "prior_start": "2025-06-01",</a:t>
            </a:r>
          </a:p>
          <a:p>
            <a:r>
              <a:t>          "prior_end": "2025-06-30",</a:t>
            </a:r>
          </a:p>
          <a:p>
            <a:r>
              <a:t>          "prior_days": 30,</a:t>
            </a:r>
          </a:p>
          <a:p>
            <a:r>
              <a:t>          "prior_raw_mean": 3.018007,</a:t>
            </a:r>
          </a:p>
          <a:p>
            <a:r>
              <a:t>          "prior_value": 50.955747281691096,</a:t>
            </a:r>
          </a:p>
          <a:p>
            <a:r>
              <a:t>          "yoy_fraction": -0.34444331419156193,</a:t>
            </a:r>
          </a:p>
          <a:p>
            <a:r>
              <a:t>          "yoy_pct": -34.44433141915619,</a:t>
            </a:r>
          </a:p>
          <a:p>
            <a:r>
              <a:t>          "value_label": "33.4",</a:t>
            </a:r>
          </a:p>
          <a:p>
            <a:r>
              <a:t>          "yoy_label": "(-34.4%)",</a:t>
            </a:r>
          </a:p>
          <a:p>
            <a:r>
              <a:t>          "label": "33.4\n(-34.4%)"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"NV_XB02",</a:t>
            </a:r>
          </a:p>
          <a:p>
            <a:r>
              <a:t>          "month": "2026-07",</a:t>
            </a:r>
          </a:p>
          <a:p>
            <a:r>
              <a:t>          "start": "2026-07-01",</a:t>
            </a:r>
          </a:p>
          <a:p>
            <a:r>
              <a:t>          "end": "2026-07-31",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56.43496,</a:t>
            </a:r>
          </a:p>
          <a:p>
            <a:r>
              <a:t>          "raw_mean": 1.8204825806451612,</a:t>
            </a:r>
          </a:p>
          <a:p>
            <a:r>
              <a:t>          "value": 30.736857240581504,</a:t>
            </a:r>
          </a:p>
          <a:p>
            <a:r>
              <a:t>          "prior_start": "2025-07-01",</a:t>
            </a:r>
          </a:p>
          <a:p>
            <a:r>
              <a:t>          "prior_end": "2025-07-31",</a:t>
            </a:r>
          </a:p>
          <a:p>
            <a:r>
              <a:t>          "prior_days": 31,</a:t>
            </a:r>
          </a:p>
          <a:p>
            <a:r>
              <a:t>          "prior_raw_mean": 2.3003922580645164,</a:t>
            </a:r>
          </a:p>
          <a:p>
            <a:r>
              <a:t>          "prior_value": 38.83960724766185,</a:t>
            </a:r>
          </a:p>
          <a:p>
            <a:r>
              <a:t>          "yoy_fraction": -0.20862080183800358,</a:t>
            </a:r>
          </a:p>
          <a:p>
            <a:r>
              <a:t>          "yoy_pct": -20.86208018380036,</a:t>
            </a:r>
          </a:p>
          <a:p>
            <a:r>
              <a:t>          "value_label": "30.7",</a:t>
            </a:r>
          </a:p>
          <a:p>
            <a:r>
              <a:t>          "yoy_label": "(-20.9%)",</a:t>
            </a:r>
          </a:p>
          <a:p>
            <a:r>
              <a:t>          "label": "30.7\n(-20.9%)"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"NV_XB02",</a:t>
            </a:r>
          </a:p>
          <a:p>
            <a:r>
              <a:t>          "month": "2026-08",</a:t>
            </a:r>
          </a:p>
          <a:p>
            <a:r>
              <a:t>          "start": "2026-08-01",</a:t>
            </a:r>
          </a:p>
          <a:p>
            <a:r>
              <a:t>          "end": "2026-08-31",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54.89108,</a:t>
            </a:r>
          </a:p>
          <a:p>
            <a:r>
              <a:t>          "raw_mean": 1.77068,</a:t>
            </a:r>
          </a:p>
          <a:p>
            <a:r>
              <a:t>          "value": 29.895995137434998,</a:t>
            </a:r>
          </a:p>
          <a:p>
            <a:r>
              <a:t>          "prior_start": "2025-08-01",</a:t>
            </a:r>
          </a:p>
          <a:p>
            <a:r>
              <a:t>          "prior_end": "2025-08-31",</a:t>
            </a:r>
          </a:p>
          <a:p>
            <a:r>
              <a:t>          "prior_days": 31,</a:t>
            </a:r>
          </a:p>
          <a:p>
            <a:r>
              <a:t>          "prior_raw_mean": 3.126649677419355,</a:t>
            </a:r>
          </a:p>
          <a:p>
            <a:r>
              <a:t>          "prior_value": 52.790060063134916,</a:t>
            </a:r>
          </a:p>
          <a:p>
            <a:r>
              <a:t>          "yoy_fraction": -0.4336813577843913,</a:t>
            </a:r>
          </a:p>
          <a:p>
            <a:r>
              <a:t>          "yoy_pct": -43.36813577843913,</a:t>
            </a:r>
          </a:p>
          <a:p>
            <a:r>
              <a:t>          "value_label": "29.9",</a:t>
            </a:r>
          </a:p>
          <a:p>
            <a:r>
              <a:t>          "yoy_label": "(-43.4%)",</a:t>
            </a:r>
          </a:p>
          <a:p>
            <a:r>
              <a:t>          "label": "29.9\n(-43.4%)"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"NV_XB02",</a:t>
            </a:r>
          </a:p>
          <a:p>
            <a:r>
              <a:t>          "month": "2026-09",</a:t>
            </a:r>
          </a:p>
          <a:p>
            <a:r>
              <a:t>          "start": "2026-09-01",</a:t>
            </a:r>
          </a:p>
          <a:p>
            <a:r>
              <a:t>          "end": "2026-09-30",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48.14018,</a:t>
            </a:r>
          </a:p>
          <a:p>
            <a:r>
              <a:t>          "raw_mean": 1.6046726666666666,</a:t>
            </a:r>
          </a:p>
          <a:p>
            <a:r>
              <a:t>          "value": 27.093142882870715,</a:t>
            </a:r>
          </a:p>
          <a:p>
            <a:r>
              <a:t>          "prior_start": "2025-09-01",</a:t>
            </a:r>
          </a:p>
          <a:p>
            <a:r>
              <a:t>          "prior_end": "2025-09-30",</a:t>
            </a:r>
          </a:p>
          <a:p>
            <a:r>
              <a:t>          "prior_days": 30,</a:t>
            </a:r>
          </a:p>
          <a:p>
            <a:r>
              <a:t>          "prior_raw_mean": 2.7190593333333335,</a:t>
            </a:r>
          </a:p>
          <a:p>
            <a:r>
              <a:t>          "prior_value": 45.90834290088022,</a:t>
            </a:r>
          </a:p>
          <a:p>
            <a:r>
              <a:t>          "yoy_fraction": -0.4098427176653495,</a:t>
            </a:r>
          </a:p>
          <a:p>
            <a:r>
              <a:t>          "yoy_pct": -40.98427176653495,</a:t>
            </a:r>
          </a:p>
          <a:p>
            <a:r>
              <a:t>          "value_label": "27.1",</a:t>
            </a:r>
          </a:p>
          <a:p>
            <a:r>
              <a:t>          "yoy_label": "(-41.0%)",</a:t>
            </a:r>
          </a:p>
          <a:p>
            <a:r>
              <a:t>          "label": "27.1\n(-41.0%)"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"NV_XB02",</a:t>
            </a:r>
          </a:p>
          <a:p>
            <a:r>
              <a:t>          "month": "2026-10",</a:t>
            </a:r>
          </a:p>
          <a:p>
            <a:r>
              <a:t>          "start": "2026-10-01",</a:t>
            </a:r>
          </a:p>
          <a:p>
            <a:r>
              <a:t>          "end": "2026-10-19",</a:t>
            </a:r>
          </a:p>
          <a:p>
            <a:r>
              <a:t>          "days": 19,</a:t>
            </a:r>
          </a:p>
          <a:p>
            <a:r>
              <a:t>          "partial": true,</a:t>
            </a:r>
          </a:p>
          <a:p>
            <a:r>
              <a:t>          "raw_sum": 31.55078,</a:t>
            </a:r>
          </a:p>
          <a:p>
            <a:r>
              <a:t>          "raw_mean": 1.6605673684210527,</a:t>
            </a:r>
          </a:p>
          <a:p>
            <a:r>
              <a:t>          "value": 28.036863787753305,</a:t>
            </a:r>
          </a:p>
          <a:p>
            <a:r>
              <a:t>          "prior_start": "2025-10-01",</a:t>
            </a:r>
          </a:p>
          <a:p>
            <a:r>
              <a:t>          "prior_end": "2025-10-19",</a:t>
            </a:r>
          </a:p>
          <a:p>
            <a:r>
              <a:t>          "prior_days": 19,</a:t>
            </a:r>
          </a:p>
          <a:p>
            <a:r>
              <a:t>          "prior_raw_mean": 2.0616763157894735,</a:t>
            </a:r>
          </a:p>
          <a:p>
            <a:r>
              <a:t>          "prior_value": 34.80914965539059,</a:t>
            </a:r>
          </a:p>
          <a:p>
            <a:r>
              <a:t>          "yoy_fraction": -0.19455476317814968,</a:t>
            </a:r>
          </a:p>
          <a:p>
            <a:r>
              <a:t>          "yoy_pct": -19.45547631781497,</a:t>
            </a:r>
          </a:p>
          <a:p>
            <a:r>
              <a:t>          "value_label": "28.0",</a:t>
            </a:r>
          </a:p>
          <a:p>
            <a:r>
              <a:t>          "yoy_label": "(-19.5%)",</a:t>
            </a:r>
          </a:p>
          <a:p>
            <a:r>
              <a:t>          "label": "28.0\n(-19.5%)"</a:t>
            </a:r>
          </a:p>
          <a:p>
            <a:r>
              <a:t>        }</a:t>
            </a:r>
          </a:p>
          <a:p>
            <a:r>
              <a:t>      ]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"NV_XB03",</a:t>
            </a:r>
          </a:p>
          <a:p>
            <a:r>
              <a:t>      "label": "매운·고추",</a:t>
            </a:r>
          </a:p>
          <a:p>
            <a:r>
              <a:t>      "points": [</a:t>
            </a:r>
          </a:p>
          <a:p>
            <a:r>
              <a:t>        {</a:t>
            </a:r>
          </a:p>
          <a:p>
            <a:r>
              <a:t>          "group_id": "NV_XB03",</a:t>
            </a:r>
          </a:p>
          <a:p>
            <a:r>
              <a:t>          "month": "2025-01",</a:t>
            </a:r>
          </a:p>
          <a:p>
            <a:r>
              <a:t>          "start": "2025-01-01",</a:t>
            </a:r>
          </a:p>
          <a:p>
            <a:r>
              <a:t>          "end": "2025-01-31",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153.61387,</a:t>
            </a:r>
          </a:p>
          <a:p>
            <a:r>
              <a:t>          "raw_mean": 4.955286129032258,</a:t>
            </a:r>
          </a:p>
          <a:p>
            <a:r>
              <a:t>          "value": 33.85084307322125,</a:t>
            </a:r>
          </a:p>
          <a:p>
            <a:r>
              <a:t>          "prior_start": "2024-01-01",</a:t>
            </a:r>
          </a:p>
          <a:p>
            <a:r>
              <a:t>          "prior_end": "2024-01-31",</a:t>
            </a:r>
          </a:p>
          <a:p>
            <a:r>
              <a:t>          "prior_days": 31,</a:t>
            </a:r>
          </a:p>
          <a:p>
            <a:r>
              <a:t>          "prior_raw_mean": 4.817199677419355,</a:t>
            </a:r>
          </a:p>
          <a:p>
            <a:r>
              <a:t>          "prior_value": 32.90753875488934,</a:t>
            </a:r>
          </a:p>
          <a:p>
            <a:r>
              <a:t>          "yoy_fraction": 0.02866529537070761,</a:t>
            </a:r>
          </a:p>
          <a:p>
            <a:r>
              <a:t>          "yoy_pct": 2.866529537070761,</a:t>
            </a:r>
          </a:p>
          <a:p>
            <a:r>
              <a:t>          "value_label": "33.9",</a:t>
            </a:r>
          </a:p>
          <a:p>
            <a:r>
              <a:t>          "yoy_label": "(+2.9%)",</a:t>
            </a:r>
          </a:p>
          <a:p>
            <a:r>
              <a:t>          "label": "33.9\n(+2.9%)"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"NV_XB03",</a:t>
            </a:r>
          </a:p>
          <a:p>
            <a:r>
              <a:t>          "month": "2025-02",</a:t>
            </a:r>
          </a:p>
          <a:p>
            <a:r>
              <a:t>          "start": "2025-02-01",</a:t>
            </a:r>
          </a:p>
          <a:p>
            <a:r>
              <a:t>          "end": "2025-02-28",</a:t>
            </a:r>
          </a:p>
          <a:p>
            <a:r>
              <a:t>          "days": 28,</a:t>
            </a:r>
          </a:p>
          <a:p>
            <a:r>
              <a:t>          "partial": false,</a:t>
            </a:r>
          </a:p>
          <a:p>
            <a:r>
              <a:t>          "raw_sum": 153.41744,</a:t>
            </a:r>
          </a:p>
          <a:p>
            <a:r>
              <a:t>          "raw_mean": 5.479194285714286,</a:t>
            </a:r>
          </a:p>
          <a:p>
            <a:r>
              <a:t>          "value": 37.42979539500926,</a:t>
            </a:r>
          </a:p>
          <a:p>
            <a:r>
              <a:t>          "prior_start": "2024-02-01",</a:t>
            </a:r>
          </a:p>
          <a:p>
            <a:r>
              <a:t>          "prior_end": "2024-02-29",</a:t>
            </a:r>
          </a:p>
          <a:p>
            <a:r>
              <a:t>          "prior_days": 29,</a:t>
            </a:r>
          </a:p>
          <a:p>
            <a:r>
              <a:t>          "prior_raw_mean": 5.149904827586207,</a:t>
            </a:r>
          </a:p>
          <a:p>
            <a:r>
              <a:t>          "prior_value": 35.180333813476615,</a:t>
            </a:r>
          </a:p>
          <a:p>
            <a:r>
              <a:t>          "yoy_fraction": 0.06394088224003536,</a:t>
            </a:r>
          </a:p>
          <a:p>
            <a:r>
              <a:t>          "yoy_pct": 6.394088224003536,</a:t>
            </a:r>
          </a:p>
          <a:p>
            <a:r>
              <a:t>          "value_label": "37.4",</a:t>
            </a:r>
          </a:p>
          <a:p>
            <a:r>
              <a:t>          "yoy_label": "(+6.4%)",</a:t>
            </a:r>
          </a:p>
          <a:p>
            <a:r>
              <a:t>          "label": "37.4\n(+6.4%)"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"NV_XB03",</a:t>
            </a:r>
          </a:p>
          <a:p>
            <a:r>
              <a:t>          "month": "2025-03",</a:t>
            </a:r>
          </a:p>
          <a:p>
            <a:r>
              <a:t>          "start": "2025-03-01",</a:t>
            </a:r>
          </a:p>
          <a:p>
            <a:r>
              <a:t>          "end": "2025-03-31",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129.99285,</a:t>
            </a:r>
          </a:p>
          <a:p>
            <a:r>
              <a:t>          "raw_mean": 4.193317741935484,</a:t>
            </a:r>
          </a:p>
          <a:p>
            <a:r>
              <a:t>          "value": 28.64563965474464,</a:t>
            </a:r>
          </a:p>
          <a:p>
            <a:r>
              <a:t>          "prior_start": "2024-03-01",</a:t>
            </a:r>
          </a:p>
          <a:p>
            <a:r>
              <a:t>          "prior_end": "2024-03-31",</a:t>
            </a:r>
          </a:p>
          <a:p>
            <a:r>
              <a:t>          "prior_days": 31,</a:t>
            </a:r>
          </a:p>
          <a:p>
            <a:r>
              <a:t>          "prior_raw_mean": 5.065756129032258,</a:t>
            </a:r>
          </a:p>
          <a:p>
            <a:r>
              <a:t>          "prior_value": 34.60549225732982,</a:t>
            </a:r>
          </a:p>
          <a:p>
            <a:r>
              <a:t>          "yoy_fraction": -0.17222273731196003,</a:t>
            </a:r>
          </a:p>
          <a:p>
            <a:r>
              <a:t>          "yoy_pct": -17.222273731196005,</a:t>
            </a:r>
          </a:p>
          <a:p>
            <a:r>
              <a:t>          "value_label": "28.6",</a:t>
            </a:r>
          </a:p>
          <a:p>
            <a:r>
              <a:t>          "yoy_label": "(-17.2%)",</a:t>
            </a:r>
          </a:p>
          <a:p>
            <a:r>
              <a:t>          "label": "28.6\n(-17.2%)"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"NV_XB03",</a:t>
            </a:r>
          </a:p>
          <a:p>
            <a:r>
              <a:t>          "month": "2025-04",</a:t>
            </a:r>
          </a:p>
          <a:p>
            <a:r>
              <a:t>          "start": "2025-04-01",</a:t>
            </a:r>
          </a:p>
          <a:p>
            <a:r>
              <a:t>          "end": "2025-04-30",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124.75774,</a:t>
            </a:r>
          </a:p>
          <a:p>
            <a:r>
              <a:t>          "raw_mean": 4.158591333333333,</a:t>
            </a:r>
          </a:p>
          <a:p>
            <a:r>
              <a:t>          "value": 28.408414562695818,</a:t>
            </a:r>
          </a:p>
          <a:p>
            <a:r>
              <a:t>          "prior_start": "2024-04-01",</a:t>
            </a:r>
          </a:p>
          <a:p>
            <a:r>
              <a:t>          "prior_end": "2024-04-30",</a:t>
            </a:r>
          </a:p>
          <a:p>
            <a:r>
              <a:t>          "prior_days": 30,</a:t>
            </a:r>
          </a:p>
          <a:p>
            <a:r>
              <a:t>          "prior_raw_mean": 5.357656,</a:t>
            </a:r>
          </a:p>
          <a:p>
            <a:r>
              <a:t>          "prior_value": 36.599535884262075,</a:t>
            </a:r>
          </a:p>
          <a:p>
            <a:r>
              <a:t>          "yoy_fraction": -0.22380396700845784,</a:t>
            </a:r>
          </a:p>
          <a:p>
            <a:r>
              <a:t>          "yoy_pct": -22.380396700845782,</a:t>
            </a:r>
          </a:p>
          <a:p>
            <a:r>
              <a:t>          "value_label": "28.4",</a:t>
            </a:r>
          </a:p>
          <a:p>
            <a:r>
              <a:t>          "yoy_label": "(-22.4%)",</a:t>
            </a:r>
          </a:p>
          <a:p>
            <a:r>
              <a:t>          "label": "28.4\n(-22.4%)"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"NV_XB03",</a:t>
            </a:r>
          </a:p>
          <a:p>
            <a:r>
              <a:t>          "month": "2025-05",</a:t>
            </a:r>
          </a:p>
          <a:p>
            <a:r>
              <a:t>          "start": "2025-05-01",</a:t>
            </a:r>
          </a:p>
          <a:p>
            <a:r>
              <a:t>          "end": "2025-05-31",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132.19632,</a:t>
            </a:r>
          </a:p>
          <a:p>
            <a:r>
              <a:t>          "raw_mean": 4.264397419354839,</a:t>
            </a:r>
          </a:p>
          <a:p>
            <a:r>
              <a:t>          "value": 29.131203342363154,</a:t>
            </a:r>
          </a:p>
          <a:p>
            <a:r>
              <a:t>          "prior_start": "2024-05-01",</a:t>
            </a:r>
          </a:p>
          <a:p>
            <a:r>
              <a:t>          "prior_end": "2024-05-31",</a:t>
            </a:r>
          </a:p>
          <a:p>
            <a:r>
              <a:t>          "prior_days": 31,</a:t>
            </a:r>
          </a:p>
          <a:p>
            <a:r>
              <a:t>          "prior_raw_mean": 4.922688387096774,</a:t>
            </a:r>
          </a:p>
          <a:p>
            <a:r>
              <a:t>          "prior_value": 33.62815945454292,</a:t>
            </a:r>
          </a:p>
          <a:p>
            <a:r>
              <a:t>          "yoy_fraction": -0.1337259066544677,</a:t>
            </a:r>
          </a:p>
          <a:p>
            <a:r>
              <a:t>          "yoy_pct": -13.37259066544677,</a:t>
            </a:r>
          </a:p>
          <a:p>
            <a:r>
              <a:t>          "value_label": "29.1",</a:t>
            </a:r>
          </a:p>
          <a:p>
            <a:r>
              <a:t>          "yoy_label": "(-13.4%)",</a:t>
            </a:r>
          </a:p>
          <a:p>
            <a:r>
              <a:t>          "label": "29.1\n(-13.4%)"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"NV_XB03",</a:t>
            </a:r>
          </a:p>
          <a:p>
            <a:r>
              <a:t>          "month": "2025-06",</a:t>
            </a:r>
          </a:p>
          <a:p>
            <a:r>
              <a:t>          "start": "2025-06-01",</a:t>
            </a:r>
          </a:p>
          <a:p>
            <a:r>
              <a:t>          "end": "2025-06-30",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184.68757,</a:t>
            </a:r>
          </a:p>
          <a:p>
            <a:r>
              <a:t>          "raw_mean": 6.156252333333333,</a:t>
            </a:r>
          </a:p>
          <a:p>
            <a:r>
              <a:t>          "value": 42.05495429090734,</a:t>
            </a:r>
          </a:p>
          <a:p>
            <a:r>
              <a:t>          "prior_start": "2024-06-01",</a:t>
            </a:r>
          </a:p>
          <a:p>
            <a:r>
              <a:t>          "prior_end": "2024-06-30",</a:t>
            </a:r>
          </a:p>
          <a:p>
            <a:r>
              <a:t>          "prior_days": 30,</a:t>
            </a:r>
          </a:p>
          <a:p>
            <a:r>
              <a:t>          "prior_raw_mean": 4.938473666666667,</a:t>
            </a:r>
          </a:p>
          <a:p>
            <a:r>
              <a:t>          "prior_value": 33.73599278801214,</a:t>
            </a:r>
          </a:p>
          <a:p>
            <a:r>
              <a:t>          "yoy_fraction": 0.24659009014998623,</a:t>
            </a:r>
          </a:p>
          <a:p>
            <a:r>
              <a:t>          "yoy_pct": 24.659009014998624,</a:t>
            </a:r>
          </a:p>
          <a:p>
            <a:r>
              <a:t>          "value_label": "42.1",</a:t>
            </a:r>
          </a:p>
          <a:p>
            <a:r>
              <a:t>          "yoy_label": "(+24.7%)",</a:t>
            </a:r>
          </a:p>
          <a:p>
            <a:r>
              <a:t>          "label": "42.1\n(+24.7%)"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"NV_XB03",</a:t>
            </a:r>
          </a:p>
          <a:p>
            <a:r>
              <a:t>          "month": "2025-07",</a:t>
            </a:r>
          </a:p>
          <a:p>
            <a:r>
              <a:t>          "start": "2025-07-01",</a:t>
            </a:r>
          </a:p>
          <a:p>
            <a:r>
              <a:t>          "end": "2025-07-31",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143.95777,</a:t>
            </a:r>
          </a:p>
          <a:p>
            <a:r>
              <a:t>          "raw_mean": 4.643799032258065,</a:t>
            </a:r>
          </a:p>
          <a:p>
            <a:r>
              <a:t>          "value": 31.722994033291897,</a:t>
            </a:r>
          </a:p>
          <a:p>
            <a:r>
              <a:t>          "prior_start": "2024-07-01",</a:t>
            </a:r>
          </a:p>
          <a:p>
            <a:r>
              <a:t>          "prior_end": "2024-07-31",</a:t>
            </a:r>
          </a:p>
          <a:p>
            <a:r>
              <a:t>          "prior_days": 31,</a:t>
            </a:r>
          </a:p>
          <a:p>
            <a:r>
              <a:t>          "prior_raw_mean": 5.917821935483871,</a:t>
            </a:r>
          </a:p>
          <a:p>
            <a:r>
              <a:t>          "prior_value": 40.42617448459087,</a:t>
            </a:r>
          </a:p>
          <a:p>
            <a:r>
              <a:t>          "yoy_fraction": -0.21528577863869702,</a:t>
            </a:r>
          </a:p>
          <a:p>
            <a:r>
              <a:t>          "yoy_pct": -21.528577863869703,</a:t>
            </a:r>
          </a:p>
          <a:p>
            <a:r>
              <a:t>          "value_label": "31.7",</a:t>
            </a:r>
          </a:p>
          <a:p>
            <a:r>
              <a:t>          "yoy_label": "(-21.5%)",</a:t>
            </a:r>
          </a:p>
          <a:p>
            <a:r>
              <a:t>          "label": "31.7\n(-21.5%)"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"NV_XB03",</a:t>
            </a:r>
          </a:p>
          <a:p>
            <a:r>
              <a:t>          "month": "2025-08",</a:t>
            </a:r>
          </a:p>
          <a:p>
            <a:r>
              <a:t>          "start": "2025-08-01",</a:t>
            </a:r>
          </a:p>
          <a:p>
            <a:r>
              <a:t>          "end": "2025-08-31",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139.17177,</a:t>
            </a:r>
          </a:p>
          <a:p>
            <a:r>
              <a:t>          "raw_mean": 4.489411935483871,</a:t>
            </a:r>
          </a:p>
          <a:p>
            <a:r>
              <a:t>          "value": 30.66833578564514,</a:t>
            </a:r>
          </a:p>
          <a:p>
            <a:r>
              <a:t>          "prior_start": "2024-08-01",</a:t>
            </a:r>
          </a:p>
          <a:p>
            <a:r>
              <a:t>          "prior_end": "2024-08-31",</a:t>
            </a:r>
          </a:p>
          <a:p>
            <a:r>
              <a:t>          "prior_days": 31,</a:t>
            </a:r>
          </a:p>
          <a:p>
            <a:r>
              <a:t>          "prior_raw_mean": 5.132761935483871,</a:t>
            </a:r>
          </a:p>
          <a:p>
            <a:r>
              <a:t>          "prior_value": 35.06322627714739,</a:t>
            </a:r>
          </a:p>
          <a:p>
            <a:r>
              <a:t>          "yoy_fraction": -0.12534187404102748,</a:t>
            </a:r>
          </a:p>
          <a:p>
            <a:r>
              <a:t>          "yoy_pct": -12.534187404102749,</a:t>
            </a:r>
          </a:p>
          <a:p>
            <a:r>
              <a:t>          "value_label": "30.7",</a:t>
            </a:r>
          </a:p>
          <a:p>
            <a:r>
              <a:t>          "yoy_label": "(-12.5%)",</a:t>
            </a:r>
          </a:p>
          <a:p>
            <a:r>
              <a:t>          "label": "30.7\n(-12.5%)"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"NV_XB03",</a:t>
            </a:r>
          </a:p>
          <a:p>
            <a:r>
              <a:t>          "month": "2025-09",</a:t>
            </a:r>
          </a:p>
          <a:p>
            <a:r>
              <a:t>          "start": "2025-09-01",</a:t>
            </a:r>
          </a:p>
          <a:p>
            <a:r>
              <a:t>          "end": "2025-09-30",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132.57527,</a:t>
            </a:r>
          </a:p>
          <a:p>
            <a:r>
              <a:t>          "raw_mean": 4.419175666666666,</a:t>
            </a:r>
          </a:p>
          <a:p>
            <a:r>
              <a:t>          "value": 30.188533640648906,</a:t>
            </a:r>
          </a:p>
          <a:p>
            <a:r>
              <a:t>          "prior_start": "2024-09-01",</a:t>
            </a:r>
          </a:p>
          <a:p>
            <a:r>
              <a:t>          "prior_end": "2024-09-30",</a:t>
            </a:r>
          </a:p>
          <a:p>
            <a:r>
              <a:t>          "prior_days": 30,</a:t>
            </a:r>
          </a:p>
          <a:p>
            <a:r>
              <a:t>          "prior_raw_mean": 5.343152666666667,</a:t>
            </a:r>
          </a:p>
          <a:p>
            <a:r>
              <a:t>          "prior_value": 36.50045985758647,</a:t>
            </a:r>
          </a:p>
          <a:p>
            <a:r>
              <a:t>          "yoy_fraction": -0.17292730671242917,</a:t>
            </a:r>
          </a:p>
          <a:p>
            <a:r>
              <a:t>          "yoy_pct": -17.292730671242918,</a:t>
            </a:r>
          </a:p>
          <a:p>
            <a:r>
              <a:t>          "value_label": "30.2",</a:t>
            </a:r>
          </a:p>
          <a:p>
            <a:r>
              <a:t>          "yoy_label": "(-17.3%)",</a:t>
            </a:r>
          </a:p>
          <a:p>
            <a:r>
              <a:t>          "label": "30.2\n(-17.3%)"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"NV_XB03",</a:t>
            </a:r>
          </a:p>
          <a:p>
            <a:r>
              <a:t>          "month": "2025-10",</a:t>
            </a:r>
          </a:p>
          <a:p>
            <a:r>
              <a:t>          "start": "2025-10-01",</a:t>
            </a:r>
          </a:p>
          <a:p>
            <a:r>
              <a:t>          "end": "2025-10-31",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137.1788,</a:t>
            </a:r>
          </a:p>
          <a:p>
            <a:r>
              <a:t>          "raw_mean": 4.425122580645161,</a:t>
            </a:r>
          </a:p>
          <a:p>
            <a:r>
              <a:t>          "value": 30.22915855041477,</a:t>
            </a:r>
          </a:p>
          <a:p>
            <a:r>
              <a:t>          "prior_start": "2024-10-01",</a:t>
            </a:r>
          </a:p>
          <a:p>
            <a:r>
              <a:t>          "prior_end": "2024-10-31",</a:t>
            </a:r>
          </a:p>
          <a:p>
            <a:r>
              <a:t>          "prior_days": 31,</a:t>
            </a:r>
          </a:p>
          <a:p>
            <a:r>
              <a:t>          "prior_raw_mean": 4.993316451612904,</a:t>
            </a:r>
          </a:p>
          <a:p>
            <a:r>
              <a:t>          "prior_value": 34.110638057442024,</a:t>
            </a:r>
          </a:p>
          <a:p>
            <a:r>
              <a:t>          "yoy_fraction": -0.11379087956346279,</a:t>
            </a:r>
          </a:p>
          <a:p>
            <a:r>
              <a:t>          "yoy_pct": -11.379087956346279,</a:t>
            </a:r>
          </a:p>
          <a:p>
            <a:r>
              <a:t>          "value_label": "30.2",</a:t>
            </a:r>
          </a:p>
          <a:p>
            <a:r>
              <a:t>          "yoy_label": "(-11.4%)",</a:t>
            </a:r>
          </a:p>
          <a:p>
            <a:r>
              <a:t>          "label": "30.2\n(-11.4%)"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"NV_XB03",</a:t>
            </a:r>
          </a:p>
          <a:p>
            <a:r>
              <a:t>          "month": "2025-11",</a:t>
            </a:r>
          </a:p>
          <a:p>
            <a:r>
              <a:t>          "start": "2025-11-01",</a:t>
            </a:r>
          </a:p>
          <a:p>
            <a:r>
              <a:t>          "end": "2025-11-30",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116.88406,</a:t>
            </a:r>
          </a:p>
          <a:p>
            <a:r>
              <a:t>          "raw_mean": 3.8961353333333335,</a:t>
            </a:r>
          </a:p>
          <a:p>
            <a:r>
              <a:t>          "value": 26.615509644940758,</a:t>
            </a:r>
          </a:p>
          <a:p>
            <a:r>
              <a:t>          "prior_start": "2024-11-01",</a:t>
            </a:r>
          </a:p>
          <a:p>
            <a:r>
              <a:t>          "prior_end": "2024-11-30",</a:t>
            </a:r>
          </a:p>
          <a:p>
            <a:r>
              <a:t>          "prior_days": 30,</a:t>
            </a:r>
          </a:p>
          <a:p>
            <a:r>
              <a:t>          "prior_raw_mean": 4.896368999999999,</a:t>
            </a:r>
          </a:p>
          <a:p>
            <a:r>
              <a:t>          "prior_value": 33.4483649039969,</a:t>
            </a:r>
          </a:p>
          <a:p>
            <a:r>
              <a:t>          "yoy_fraction": -0.20428069589254116,</a:t>
            </a:r>
          </a:p>
          <a:p>
            <a:r>
              <a:t>          "yoy_pct": -20.428069589254115,</a:t>
            </a:r>
          </a:p>
          <a:p>
            <a:r>
              <a:t>          "value_label": "26.6",</a:t>
            </a:r>
          </a:p>
          <a:p>
            <a:r>
              <a:t>          "yoy_label": "(-20.4%)",</a:t>
            </a:r>
          </a:p>
          <a:p>
            <a:r>
              <a:t>          "label": "26.6\n(-20.4%)"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"NV_XB03",</a:t>
            </a:r>
          </a:p>
          <a:p>
            <a:r>
              <a:t>          "month": "2025-12",</a:t>
            </a:r>
          </a:p>
          <a:p>
            <a:r>
              <a:t>          "start": "2025-12-01",</a:t>
            </a:r>
          </a:p>
          <a:p>
            <a:r>
              <a:t>          "end": "2025-12-31",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121.43145,</a:t>
            </a:r>
          </a:p>
          <a:p>
            <a:r>
              <a:t>          "raw_mean": 3.917143548387097,</a:t>
            </a:r>
          </a:p>
          <a:p>
            <a:r>
              <a:t>          "value": 26.75902220355305,</a:t>
            </a:r>
          </a:p>
          <a:p>
            <a:r>
              <a:t>          "prior_start": "2024-12-01",</a:t>
            </a:r>
          </a:p>
          <a:p>
            <a:r>
              <a:t>          "prior_end": "2024-12-31",</a:t>
            </a:r>
          </a:p>
          <a:p>
            <a:r>
              <a:t>          "prior_days": 31,</a:t>
            </a:r>
          </a:p>
          <a:p>
            <a:r>
              <a:t>          "prior_raw_mean": 5.321557096774193,</a:t>
            </a:r>
          </a:p>
          <a:p>
            <a:r>
              <a:t>          "prior_value": 36.3529349259334,</a:t>
            </a:r>
          </a:p>
          <a:p>
            <a:r>
              <a:t>          "yoy_fraction": -0.2639102658953749,</a:t>
            </a:r>
          </a:p>
          <a:p>
            <a:r>
              <a:t>          "yoy_pct": -26.391026589537493,</a:t>
            </a:r>
          </a:p>
          <a:p>
            <a:r>
              <a:t>          "value_label": "26.8",</a:t>
            </a:r>
          </a:p>
          <a:p>
            <a:r>
              <a:t>          "yoy_label": "(-26.4%)",</a:t>
            </a:r>
          </a:p>
          <a:p>
            <a:r>
              <a:t>          "label": "26.8\n(-26.4%)"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"NV_XB03",</a:t>
            </a:r>
          </a:p>
          <a:p>
            <a:r>
              <a:t>          "month": "2026-01",</a:t>
            </a:r>
          </a:p>
          <a:p>
            <a:r>
              <a:t>          "start": "2026-01-01",</a:t>
            </a:r>
          </a:p>
          <a:p>
            <a:r>
              <a:t>          "end": "2026-01-31",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107.83142,</a:t>
            </a:r>
          </a:p>
          <a:p>
            <a:r>
              <a:t>          "raw_mean": 3.4784329032258063,</a:t>
            </a:r>
          </a:p>
          <a:p>
            <a:r>
              <a:t>          "value": 23.762076150953106,</a:t>
            </a:r>
          </a:p>
          <a:p>
            <a:r>
              <a:t>          "prior_start": "2025-01-01",</a:t>
            </a:r>
          </a:p>
          <a:p>
            <a:r>
              <a:t>          "prior_end": "2025-01-31",</a:t>
            </a:r>
          </a:p>
          <a:p>
            <a:r>
              <a:t>          "prior_days": 31,</a:t>
            </a:r>
          </a:p>
          <a:p>
            <a:r>
              <a:t>          "prior_raw_mean": 4.955286129032258,</a:t>
            </a:r>
          </a:p>
          <a:p>
            <a:r>
              <a:t>          "prior_value": 33.85084307322125,</a:t>
            </a:r>
          </a:p>
          <a:p>
            <a:r>
              <a:t>          "yoy_fraction": -0.2980359130331135,</a:t>
            </a:r>
          </a:p>
          <a:p>
            <a:r>
              <a:t>          "yoy_pct": -29.80359130331135,</a:t>
            </a:r>
          </a:p>
          <a:p>
            <a:r>
              <a:t>          "value_label": "23.8",</a:t>
            </a:r>
          </a:p>
          <a:p>
            <a:r>
              <a:t>          "yoy_label": "(-29.8%)",</a:t>
            </a:r>
          </a:p>
          <a:p>
            <a:r>
              <a:t>          "label": "23.8\n(-29.8%)"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"NV_XB03",</a:t>
            </a:r>
          </a:p>
          <a:p>
            <a:r>
              <a:t>          "month": "2026-02",</a:t>
            </a:r>
          </a:p>
          <a:p>
            <a:r>
              <a:t>          "start": "2026-02-01",</a:t>
            </a:r>
          </a:p>
          <a:p>
            <a:r>
              <a:t>          "end": "2026-02-28",</a:t>
            </a:r>
          </a:p>
          <a:p>
            <a:r>
              <a:t>          "days": 28,</a:t>
            </a:r>
          </a:p>
          <a:p>
            <a:r>
              <a:t>          "partial": false,</a:t>
            </a:r>
          </a:p>
          <a:p>
            <a:r>
              <a:t>          "raw_sum": 84.50514,</a:t>
            </a:r>
          </a:p>
          <a:p>
            <a:r>
              <a:t>          "raw_mean": 3.018040714285714,</a:t>
            </a:r>
          </a:p>
          <a:p>
            <a:r>
              <a:t>          "value": 20.617017856813494,</a:t>
            </a:r>
          </a:p>
          <a:p>
            <a:r>
              <a:t>          "prior_start": "2025-02-01",</a:t>
            </a:r>
          </a:p>
          <a:p>
            <a:r>
              <a:t>          "prior_end": "2025-02-28",</a:t>
            </a:r>
          </a:p>
          <a:p>
            <a:r>
              <a:t>          "prior_days": 28,</a:t>
            </a:r>
          </a:p>
          <a:p>
            <a:r>
              <a:t>          "prior_raw_mean": 5.479194285714286,</a:t>
            </a:r>
          </a:p>
          <a:p>
            <a:r>
              <a:t>          "prior_value": 37.42979539500926,</a:t>
            </a:r>
          </a:p>
          <a:p>
            <a:r>
              <a:t>          "yoy_fraction": -0.44918165757426276,</a:t>
            </a:r>
          </a:p>
          <a:p>
            <a:r>
              <a:t>          "yoy_pct": -44.91816575742627,</a:t>
            </a:r>
          </a:p>
          <a:p>
            <a:r>
              <a:t>          "value_label": "20.6",</a:t>
            </a:r>
          </a:p>
          <a:p>
            <a:r>
              <a:t>          "yoy_label": "(-44.9%)",</a:t>
            </a:r>
          </a:p>
          <a:p>
            <a:r>
              <a:t>          "label": "20.6\n(-44.9%)"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"NV_XB03",</a:t>
            </a:r>
          </a:p>
          <a:p>
            <a:r>
              <a:t>          "month": "2026-03",</a:t>
            </a:r>
          </a:p>
          <a:p>
            <a:r>
              <a:t>          "start": "2026-03-01",</a:t>
            </a:r>
          </a:p>
          <a:p>
            <a:r>
              <a:t>          "end": "2026-03-31",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110.10513999999999,</a:t>
            </a:r>
          </a:p>
          <a:p>
            <a:r>
              <a:t>          "raw_mean": 3.551778709677419,</a:t>
            </a:r>
          </a:p>
          <a:p>
            <a:r>
              <a:t>          "value": 24.26312035296719,</a:t>
            </a:r>
          </a:p>
          <a:p>
            <a:r>
              <a:t>          "prior_start": "2025-03-01",</a:t>
            </a:r>
          </a:p>
          <a:p>
            <a:r>
              <a:t>          "prior_end": "2025-03-31",</a:t>
            </a:r>
          </a:p>
          <a:p>
            <a:r>
              <a:t>          "prior_days": 31,</a:t>
            </a:r>
          </a:p>
          <a:p>
            <a:r>
              <a:t>          "prior_raw_mean": 4.193317741935484,</a:t>
            </a:r>
          </a:p>
          <a:p>
            <a:r>
              <a:t>          "prior_value": 28.64563965474464,</a:t>
            </a:r>
          </a:p>
          <a:p>
            <a:r>
              <a:t>          "yoy_fraction": -0.15299079910933555,</a:t>
            </a:r>
          </a:p>
          <a:p>
            <a:r>
              <a:t>          "yoy_pct": -15.299079910933555,</a:t>
            </a:r>
          </a:p>
          <a:p>
            <a:r>
              <a:t>          "value_label": "24.3",</a:t>
            </a:r>
          </a:p>
          <a:p>
            <a:r>
              <a:t>          "yoy_label": "(-15.3%)",</a:t>
            </a:r>
          </a:p>
          <a:p>
            <a:r>
              <a:t>          "label": "24.3\n(-15.3%)"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"NV_XB03",</a:t>
            </a:r>
          </a:p>
          <a:p>
            <a:r>
              <a:t>          "month": "2026-04",</a:t>
            </a:r>
          </a:p>
          <a:p>
            <a:r>
              <a:t>          "start": "2026-04-01",</a:t>
            </a:r>
          </a:p>
          <a:p>
            <a:r>
              <a:t>          "end": "2026-04-30",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94.79281,</a:t>
            </a:r>
          </a:p>
          <a:p>
            <a:r>
              <a:t>          "raw_mean": 3.1597603333333333,</a:t>
            </a:r>
          </a:p>
          <a:p>
            <a:r>
              <a:t>          "value": 21.58514128296054,</a:t>
            </a:r>
          </a:p>
          <a:p>
            <a:r>
              <a:t>          "prior_start": "2025-04-01",</a:t>
            </a:r>
          </a:p>
          <a:p>
            <a:r>
              <a:t>          "prior_end": "2025-04-30",</a:t>
            </a:r>
          </a:p>
          <a:p>
            <a:r>
              <a:t>          "prior_days": 30,</a:t>
            </a:r>
          </a:p>
          <a:p>
            <a:r>
              <a:t>          "prior_raw_mean": 4.158591333333333,</a:t>
            </a:r>
          </a:p>
          <a:p>
            <a:r>
              <a:t>          "prior_value": 28.408414562695818,</a:t>
            </a:r>
          </a:p>
          <a:p>
            <a:r>
              <a:t>          "yoy_fraction": -0.24018493762391024,</a:t>
            </a:r>
          </a:p>
          <a:p>
            <a:r>
              <a:t>          "yoy_pct": -24.018493762391024,</a:t>
            </a:r>
          </a:p>
          <a:p>
            <a:r>
              <a:t>          "value_label": "21.6",</a:t>
            </a:r>
          </a:p>
          <a:p>
            <a:r>
              <a:t>          "yoy_label": "(-24.0%)",</a:t>
            </a:r>
          </a:p>
          <a:p>
            <a:r>
              <a:t>          "label": "21.6\n(-24.0%)"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"NV_XB03",</a:t>
            </a:r>
          </a:p>
          <a:p>
            <a:r>
              <a:t>          "month": "2026-05",</a:t>
            </a:r>
          </a:p>
          <a:p>
            <a:r>
              <a:t>          "start": "2026-05-01",</a:t>
            </a:r>
          </a:p>
          <a:p>
            <a:r>
              <a:t>          "end": "2026-05-31",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98.30157,</a:t>
            </a:r>
          </a:p>
          <a:p>
            <a:r>
              <a:t>          "raw_mean": 3.1710183870967743,</a:t>
            </a:r>
          </a:p>
          <a:p>
            <a:r>
              <a:t>          "value": 21.66204796429693,</a:t>
            </a:r>
          </a:p>
          <a:p>
            <a:r>
              <a:t>          "prior_start": "2025-05-01",</a:t>
            </a:r>
          </a:p>
          <a:p>
            <a:r>
              <a:t>          "prior_end": "2025-05-31",</a:t>
            </a:r>
          </a:p>
          <a:p>
            <a:r>
              <a:t>          "prior_days": 31,</a:t>
            </a:r>
          </a:p>
          <a:p>
            <a:r>
              <a:t>          "prior_raw_mean": 4.264397419354839,</a:t>
            </a:r>
          </a:p>
          <a:p>
            <a:r>
              <a:t>          "prior_value": 29.131203342363154,</a:t>
            </a:r>
          </a:p>
          <a:p>
            <a:r>
              <a:t>          "yoy_fraction": -0.2563970767113638,</a:t>
            </a:r>
          </a:p>
          <a:p>
            <a:r>
              <a:t>          "yoy_pct": -25.63970767113638,</a:t>
            </a:r>
          </a:p>
          <a:p>
            <a:r>
              <a:t>          "value_label": "21.7",</a:t>
            </a:r>
          </a:p>
          <a:p>
            <a:r>
              <a:t>          "yoy_label": "(-25.6%)",</a:t>
            </a:r>
          </a:p>
          <a:p>
            <a:r>
              <a:t>          "label": "21.7\n(-25.6%)"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"NV_XB03",</a:t>
            </a:r>
          </a:p>
          <a:p>
            <a:r>
              <a:t>          "month": "2026-06",</a:t>
            </a:r>
          </a:p>
          <a:p>
            <a:r>
              <a:t>          "start": "2026-06-01",</a:t>
            </a:r>
          </a:p>
          <a:p>
            <a:r>
              <a:t>          "end": "2026-06-30",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105.55774,</a:t>
            </a:r>
          </a:p>
          <a:p>
            <a:r>
              <a:t>          "raw_mean": 3.518591333333333,</a:t>
            </a:r>
          </a:p>
          <a:p>
            <a:r>
              <a:t>          "value": 24.03640878891569,</a:t>
            </a:r>
          </a:p>
          <a:p>
            <a:r>
              <a:t>          "prior_start": "2025-06-01",</a:t>
            </a:r>
          </a:p>
          <a:p>
            <a:r>
              <a:t>          "prior_end": "2025-06-30",</a:t>
            </a:r>
          </a:p>
          <a:p>
            <a:r>
              <a:t>          "prior_days": 30,</a:t>
            </a:r>
          </a:p>
          <a:p>
            <a:r>
              <a:t>          "prior_raw_mean": 6.156252333333333,</a:t>
            </a:r>
          </a:p>
          <a:p>
            <a:r>
              <a:t>          "prior_value": 42.05495429090734,</a:t>
            </a:r>
          </a:p>
          <a:p>
            <a:r>
              <a:t>          "yoy_fraction": -0.42845238583192136,</a:t>
            </a:r>
          </a:p>
          <a:p>
            <a:r>
              <a:t>          "yoy_pct": -42.845238583192135,</a:t>
            </a:r>
          </a:p>
          <a:p>
            <a:r>
              <a:t>          "value_label": "24.0",</a:t>
            </a:r>
          </a:p>
          <a:p>
            <a:r>
              <a:t>          "yoy_label": "(-42.8%)",</a:t>
            </a:r>
          </a:p>
          <a:p>
            <a:r>
              <a:t>          "label": "24.0\n(-42.8%)"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"NV_XB03",</a:t>
            </a:r>
          </a:p>
          <a:p>
            <a:r>
              <a:t>          "month": "2026-07",</a:t>
            </a:r>
          </a:p>
          <a:p>
            <a:r>
              <a:t>          "start": "2026-07-01",</a:t>
            </a:r>
          </a:p>
          <a:p>
            <a:r>
              <a:t>          "end": "2026-07-31",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112.05598,</a:t>
            </a:r>
          </a:p>
          <a:p>
            <a:r>
              <a:t>          "raw_mean": 3.6147090322580646,</a:t>
            </a:r>
          </a:p>
          <a:p>
            <a:r>
              <a:t>          "value": 24.693013686824102,</a:t>
            </a:r>
          </a:p>
          <a:p>
            <a:r>
              <a:t>          "prior_start": "2025-07-01",</a:t>
            </a:r>
          </a:p>
          <a:p>
            <a:r>
              <a:t>          "prior_end": "2025-07-31",</a:t>
            </a:r>
          </a:p>
          <a:p>
            <a:r>
              <a:t>          "prior_days": 31,</a:t>
            </a:r>
          </a:p>
          <a:p>
            <a:r>
              <a:t>          "prior_raw_mean": 4.643799032258065,</a:t>
            </a:r>
          </a:p>
          <a:p>
            <a:r>
              <a:t>          "prior_value": 31.722994033291897,</a:t>
            </a:r>
          </a:p>
          <a:p>
            <a:r>
              <a:t>          "yoy_fraction": -0.22160519713524318,</a:t>
            </a:r>
          </a:p>
          <a:p>
            <a:r>
              <a:t>          "yoy_pct": -22.16051971352432,</a:t>
            </a:r>
          </a:p>
          <a:p>
            <a:r>
              <a:t>          "value_label": "24.7",</a:t>
            </a:r>
          </a:p>
          <a:p>
            <a:r>
              <a:t>          "yoy_label": "(-22.2%)",</a:t>
            </a:r>
          </a:p>
          <a:p>
            <a:r>
              <a:t>          "label": "24.7\n(-22.2%)"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"NV_XB03",</a:t>
            </a:r>
          </a:p>
          <a:p>
            <a:r>
              <a:t>          "month": "2026-08",</a:t>
            </a:r>
          </a:p>
          <a:p>
            <a:r>
              <a:t>          "start": "2026-08-01",</a:t>
            </a:r>
          </a:p>
          <a:p>
            <a:r>
              <a:t>          "end": "2026-08-31",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105.08056,</a:t>
            </a:r>
          </a:p>
          <a:p>
            <a:r>
              <a:t>          "raw_mean": 3.389695483870968,</a:t>
            </a:r>
          </a:p>
          <a:p>
            <a:r>
              <a:t>          "value": 23.155887854437946,</a:t>
            </a:r>
          </a:p>
          <a:p>
            <a:r>
              <a:t>          "prior_start": "2025-08-01",</a:t>
            </a:r>
          </a:p>
          <a:p>
            <a:r>
              <a:t>          "prior_end": "2025-08-31",</a:t>
            </a:r>
          </a:p>
          <a:p>
            <a:r>
              <a:t>          "prior_days": 31,</a:t>
            </a:r>
          </a:p>
          <a:p>
            <a:r>
              <a:t>          "prior_raw_mean": 4.489411935483871,</a:t>
            </a:r>
          </a:p>
          <a:p>
            <a:r>
              <a:t>          "prior_value": 30.66833578564514,</a:t>
            </a:r>
          </a:p>
          <a:p>
            <a:r>
              <a:t>          "yoy_fraction": -0.2449577956793968,</a:t>
            </a:r>
          </a:p>
          <a:p>
            <a:r>
              <a:t>          "yoy_pct": -24.495779567939678,</a:t>
            </a:r>
          </a:p>
          <a:p>
            <a:r>
              <a:t>          "value_label": "23.2",</a:t>
            </a:r>
          </a:p>
          <a:p>
            <a:r>
              <a:t>          "yoy_label": "(-24.5%)",</a:t>
            </a:r>
          </a:p>
          <a:p>
            <a:r>
              <a:t>          "label": "23.2\n(-24.5%)"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"NV_XB03",</a:t>
            </a:r>
          </a:p>
          <a:p>
            <a:r>
              <a:t>          "month": "2026-09",</a:t>
            </a:r>
          </a:p>
          <a:p>
            <a:r>
              <a:t>          "start": "2026-09-01",</a:t>
            </a:r>
          </a:p>
          <a:p>
            <a:r>
              <a:t>          "end": "2026-09-30",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207.18581,</a:t>
            </a:r>
          </a:p>
          <a:p>
            <a:r>
              <a:t>          "raw_mean": 6.906193666666667,</a:t>
            </a:r>
          </a:p>
          <a:p>
            <a:r>
              <a:t>          "value": 47.177997789859994,</a:t>
            </a:r>
          </a:p>
          <a:p>
            <a:r>
              <a:t>          "prior_start": "2025-09-01",</a:t>
            </a:r>
          </a:p>
          <a:p>
            <a:r>
              <a:t>          "prior_end": "2025-09-30",</a:t>
            </a:r>
          </a:p>
          <a:p>
            <a:r>
              <a:t>          "prior_days": 30,</a:t>
            </a:r>
          </a:p>
          <a:p>
            <a:r>
              <a:t>          "prior_raw_mean": 4.419175666666666,</a:t>
            </a:r>
          </a:p>
          <a:p>
            <a:r>
              <a:t>          "prior_value": 30.188533640648906,</a:t>
            </a:r>
          </a:p>
          <a:p>
            <a:r>
              <a:t>          "yoy_fraction": 0.5627787143107457,</a:t>
            </a:r>
          </a:p>
          <a:p>
            <a:r>
              <a:t>          "yoy_pct": 56.277871431074566,</a:t>
            </a:r>
          </a:p>
          <a:p>
            <a:r>
              <a:t>          "value_label": "47.2",</a:t>
            </a:r>
          </a:p>
          <a:p>
            <a:r>
              <a:t>          "yoy_label": "(+56.3%)",</a:t>
            </a:r>
          </a:p>
          <a:p>
            <a:r>
              <a:t>          "label": "47.2\n(+56.3%)"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"NV_XB03",</a:t>
            </a:r>
          </a:p>
          <a:p>
            <a:r>
              <a:t>          "month": "2026-10",</a:t>
            </a:r>
          </a:p>
          <a:p>
            <a:r>
              <a:t>          "start": "2026-10-01",</a:t>
            </a:r>
          </a:p>
          <a:p>
            <a:r>
              <a:t>          "end": "2026-10-19",</a:t>
            </a:r>
          </a:p>
          <a:p>
            <a:r>
              <a:t>          "days": 19,</a:t>
            </a:r>
          </a:p>
          <a:p>
            <a:r>
              <a:t>          "partial": true,</a:t>
            </a:r>
          </a:p>
          <a:p>
            <a:r>
              <a:t>          "raw_sum": 180.5192,</a:t>
            </a:r>
          </a:p>
          <a:p>
            <a:r>
              <a:t>          "raw_mean": 9.50101052631579,</a:t>
            </a:r>
          </a:p>
          <a:p>
            <a:r>
              <a:t>          "value": 64.90386387155996,</a:t>
            </a:r>
          </a:p>
          <a:p>
            <a:r>
              <a:t>          "prior_start": "2025-10-01",</a:t>
            </a:r>
          </a:p>
          <a:p>
            <a:r>
              <a:t>          "prior_end": "2025-10-19",</a:t>
            </a:r>
          </a:p>
          <a:p>
            <a:r>
              <a:t>          "prior_days": 19,</a:t>
            </a:r>
          </a:p>
          <a:p>
            <a:r>
              <a:t>          "prior_raw_mean": 4.067954736842105,</a:t>
            </a:r>
          </a:p>
          <a:p>
            <a:r>
              <a:t>          "prior_value": 27.789252495234205,</a:t>
            </a:r>
          </a:p>
          <a:p>
            <a:r>
              <a:t>          "yoy_fraction": 1.335574297390361,</a:t>
            </a:r>
          </a:p>
          <a:p>
            <a:r>
              <a:t>          "yoy_pct": 133.5574297390361,</a:t>
            </a:r>
          </a:p>
          <a:p>
            <a:r>
              <a:t>          "value_label": "64.9",</a:t>
            </a:r>
          </a:p>
          <a:p>
            <a:r>
              <a:t>          "yoy_label": "(+133.6%)",</a:t>
            </a:r>
          </a:p>
          <a:p>
            <a:r>
              <a:t>          "label": "64.9\n(+133.6%)"</a:t>
            </a:r>
          </a:p>
          <a:p>
            <a:r>
              <a:t>        }</a:t>
            </a:r>
          </a:p>
          <a:p>
            <a:r>
              <a:t>      ]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"NV_XB04",</a:t>
            </a:r>
          </a:p>
          <a:p>
            <a:r>
              <a:t>      "label": "불고기·간장",</a:t>
            </a:r>
          </a:p>
          <a:p>
            <a:r>
              <a:t>      "points": [</a:t>
            </a:r>
          </a:p>
          <a:p>
            <a:r>
              <a:t>        {</a:t>
            </a:r>
          </a:p>
          <a:p>
            <a:r>
              <a:t>          "group_id": "NV_XB04",</a:t>
            </a:r>
          </a:p>
          <a:p>
            <a:r>
              <a:t>          "month": "2025-01",</a:t>
            </a:r>
          </a:p>
          <a:p>
            <a:r>
              <a:t>          "start": "2025-01-01",</a:t>
            </a:r>
          </a:p>
          <a:p>
            <a:r>
              <a:t>          "end": "2025-01-31",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63.83144,</a:t>
            </a:r>
          </a:p>
          <a:p>
            <a:r>
              <a:t>          "raw_mean": 2.0590787096774195,</a:t>
            </a:r>
          </a:p>
          <a:p>
            <a:r>
              <a:t>          "value": 12.443548153164125,</a:t>
            </a:r>
          </a:p>
          <a:p>
            <a:r>
              <a:t>          "prior_start": "2024-01-01",</a:t>
            </a:r>
          </a:p>
          <a:p>
            <a:r>
              <a:t>          "prior_end": "2024-01-31",</a:t>
            </a:r>
          </a:p>
          <a:p>
            <a:r>
              <a:t>          "prior_days": 31,</a:t>
            </a:r>
          </a:p>
          <a:p>
            <a:r>
              <a:t>          "prior_raw_mean": 2.3827909677419354,</a:t>
            </a:r>
          </a:p>
          <a:p>
            <a:r>
              <a:t>          "prior_value": 14.399825517435621,</a:t>
            </a:r>
          </a:p>
          <a:p>
            <a:r>
              <a:t>          "yoy_fraction": -0.1358542408658211,</a:t>
            </a:r>
          </a:p>
          <a:p>
            <a:r>
              <a:t>          "yoy_pct": -13.58542408658211,</a:t>
            </a:r>
          </a:p>
          <a:p>
            <a:r>
              <a:t>          "value_label": "12.4",</a:t>
            </a:r>
          </a:p>
          <a:p>
            <a:r>
              <a:t>          "yoy_label": "(-13.6%)",</a:t>
            </a:r>
          </a:p>
          <a:p>
            <a:r>
              <a:t>          "label": "12.4\n(-13.6%)"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"NV_XB04",</a:t>
            </a:r>
          </a:p>
          <a:p>
            <a:r>
              <a:t>          "month": "2025-02",</a:t>
            </a:r>
          </a:p>
          <a:p>
            <a:r>
              <a:t>          "start": "2025-02-01",</a:t>
            </a:r>
          </a:p>
          <a:p>
            <a:r>
              <a:t>          "end": "2025-02-28",</a:t>
            </a:r>
          </a:p>
          <a:p>
            <a:r>
              <a:t>          "days": 28,</a:t>
            </a:r>
          </a:p>
          <a:p>
            <a:r>
              <a:t>          "partial": false,</a:t>
            </a:r>
          </a:p>
          <a:p>
            <a:r>
              <a:t>          "raw_sum": 59.4525,</a:t>
            </a:r>
          </a:p>
          <a:p>
            <a:r>
              <a:t>          "raw_mean": 2.1233035714285715,</a:t>
            </a:r>
          </a:p>
          <a:p>
            <a:r>
              <a:t>          "value": 12.831675695872763,</a:t>
            </a:r>
          </a:p>
          <a:p>
            <a:r>
              <a:t>          "prior_start": "2024-02-01",</a:t>
            </a:r>
          </a:p>
          <a:p>
            <a:r>
              <a:t>          "prior_end": "2024-02-29",</a:t>
            </a:r>
          </a:p>
          <a:p>
            <a:r>
              <a:t>          "prior_days": 29,</a:t>
            </a:r>
          </a:p>
          <a:p>
            <a:r>
              <a:t>          "prior_raw_mean": 2.369021724137931,</a:t>
            </a:r>
          </a:p>
          <a:p>
            <a:r>
              <a:t>          "prior_value": 14.316614397329428,</a:t>
            </a:r>
          </a:p>
          <a:p>
            <a:r>
              <a:t>          "yoy_fraction": -0.10372135899208546,</a:t>
            </a:r>
          </a:p>
          <a:p>
            <a:r>
              <a:t>          "yoy_pct": -10.372135899208546,</a:t>
            </a:r>
          </a:p>
          <a:p>
            <a:r>
              <a:t>          "value_label": "12.8",</a:t>
            </a:r>
          </a:p>
          <a:p>
            <a:r>
              <a:t>          "yoy_label": "(-10.4%)",</a:t>
            </a:r>
          </a:p>
          <a:p>
            <a:r>
              <a:t>          "label": "12.8\n(-10.4%)"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"NV_XB04",</a:t>
            </a:r>
          </a:p>
          <a:p>
            <a:r>
              <a:t>          "month": "2025-03",</a:t>
            </a:r>
          </a:p>
          <a:p>
            <a:r>
              <a:t>          "start": "2025-03-01",</a:t>
            </a:r>
          </a:p>
          <a:p>
            <a:r>
              <a:t>          "end": "2025-03-31",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65.72617,</a:t>
            </a:r>
          </a:p>
          <a:p>
            <a:r>
              <a:t>          "raw_mean": 2.1201990322580646,</a:t>
            </a:r>
          </a:p>
          <a:p>
            <a:r>
              <a:t>          "value": 12.812914158258867,</a:t>
            </a:r>
          </a:p>
          <a:p>
            <a:r>
              <a:t>          "prior_start": "2024-03-01",</a:t>
            </a:r>
          </a:p>
          <a:p>
            <a:r>
              <a:t>          "prior_end": "2024-03-31",</a:t>
            </a:r>
          </a:p>
          <a:p>
            <a:r>
              <a:t>          "prior_days": 31,</a:t>
            </a:r>
          </a:p>
          <a:p>
            <a:r>
              <a:t>          "prior_raw_mean": 2.3424974193548387,</a:t>
            </a:r>
          </a:p>
          <a:p>
            <a:r>
              <a:t>          "prior_value": 14.15632112527218,</a:t>
            </a:r>
          </a:p>
          <a:p>
            <a:r>
              <a:t>          "yoy_fraction": -0.09489802859974927,</a:t>
            </a:r>
          </a:p>
          <a:p>
            <a:r>
              <a:t>          "yoy_pct": -9.489802859974928,</a:t>
            </a:r>
          </a:p>
          <a:p>
            <a:r>
              <a:t>          "value_label": "12.8",</a:t>
            </a:r>
          </a:p>
          <a:p>
            <a:r>
              <a:t>          "yoy_label": "(-9.5%)",</a:t>
            </a:r>
          </a:p>
          <a:p>
            <a:r>
              <a:t>          "label": "12.8\n(-9.5%)"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"NV_XB04",</a:t>
            </a:r>
          </a:p>
          <a:p>
            <a:r>
              <a:t>          "month": "2025-04",</a:t>
            </a:r>
          </a:p>
          <a:p>
            <a:r>
              <a:t>          "start": "2025-04-01",</a:t>
            </a:r>
          </a:p>
          <a:p>
            <a:r>
              <a:t>          "end": "2025-04-30",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66.83494,</a:t>
            </a:r>
          </a:p>
          <a:p>
            <a:r>
              <a:t>          "raw_mean": 2.2278313333333335,</a:t>
            </a:r>
          </a:p>
          <a:p>
            <a:r>
              <a:t>          "value": 13.463364145902025,</a:t>
            </a:r>
          </a:p>
          <a:p>
            <a:r>
              <a:t>          "prior_start": "2024-04-01",</a:t>
            </a:r>
          </a:p>
          <a:p>
            <a:r>
              <a:t>          "prior_end": "2024-04-30",</a:t>
            </a:r>
          </a:p>
          <a:p>
            <a:r>
              <a:t>          "prior_days": 30,</a:t>
            </a:r>
          </a:p>
          <a:p>
            <a:r>
              <a:t>          "prior_raw_mean": 2.537539,</a:t>
            </a:r>
          </a:p>
          <a:p>
            <a:r>
              <a:t>          "prior_value": 15.335008122141536,</a:t>
            </a:r>
          </a:p>
          <a:p>
            <a:r>
              <a:t>          "yoy_fraction": -0.12205040658159994,</a:t>
            </a:r>
          </a:p>
          <a:p>
            <a:r>
              <a:t>          "yoy_pct": -12.205040658159994,</a:t>
            </a:r>
          </a:p>
          <a:p>
            <a:r>
              <a:t>          "value_label": "13.5",</a:t>
            </a:r>
          </a:p>
          <a:p>
            <a:r>
              <a:t>          "yoy_label": "(-12.2%)",</a:t>
            </a:r>
          </a:p>
          <a:p>
            <a:r>
              <a:t>          "label": "13.5\n(-12.2%)"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"NV_XB04",</a:t>
            </a:r>
          </a:p>
          <a:p>
            <a:r>
              <a:t>          "month": "2025-05",</a:t>
            </a:r>
          </a:p>
          <a:p>
            <a:r>
              <a:t>          "start": "2025-05-01",</a:t>
            </a:r>
          </a:p>
          <a:p>
            <a:r>
              <a:t>          "end": "2025-05-31",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66.97528,</a:t>
            </a:r>
          </a:p>
          <a:p>
            <a:r>
              <a:t>          "raw_mean": 2.1604929032258062,</a:t>
            </a:r>
          </a:p>
          <a:p>
            <a:r>
              <a:t>          "value": 13.056420499861042,</a:t>
            </a:r>
          </a:p>
          <a:p>
            <a:r>
              <a:t>          "prior_start": "2024-05-01",</a:t>
            </a:r>
          </a:p>
          <a:p>
            <a:r>
              <a:t>          "prior_end": "2024-05-31",</a:t>
            </a:r>
          </a:p>
          <a:p>
            <a:r>
              <a:t>          "prior_days": 31,</a:t>
            </a:r>
          </a:p>
          <a:p>
            <a:r>
              <a:t>          "prior_raw_mean": 2.35290935483871,</a:t>
            </a:r>
          </a:p>
          <a:p>
            <a:r>
              <a:t>          "prior_value": 14.219243159263529,</a:t>
            </a:r>
          </a:p>
          <a:p>
            <a:r>
              <a:t>          "yoy_fraction": -0.08177809791830815,</a:t>
            </a:r>
          </a:p>
          <a:p>
            <a:r>
              <a:t>          "yoy_pct": -8.177809791830814,</a:t>
            </a:r>
          </a:p>
          <a:p>
            <a:r>
              <a:t>          "value_label": "13.1",</a:t>
            </a:r>
          </a:p>
          <a:p>
            <a:r>
              <a:t>          "yoy_label": "(-8.2%)",</a:t>
            </a:r>
          </a:p>
          <a:p>
            <a:r>
              <a:t>          "label": "13.1\n(-8.2%)"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"NV_XB04",</a:t>
            </a:r>
          </a:p>
          <a:p>
            <a:r>
              <a:t>          "month": "2025-06",</a:t>
            </a:r>
          </a:p>
          <a:p>
            <a:r>
              <a:t>          "start": "2025-06-01",</a:t>
            </a:r>
          </a:p>
          <a:p>
            <a:r>
              <a:t>          "end": "2025-06-30",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66.07706,</a:t>
            </a:r>
          </a:p>
          <a:p>
            <a:r>
              <a:t>          "raw_mean": 2.2025686666666666,</a:t>
            </a:r>
          </a:p>
          <a:p>
            <a:r>
              <a:t>          "value": 13.310695281100228,</a:t>
            </a:r>
          </a:p>
          <a:p>
            <a:r>
              <a:t>          "prior_start": "2024-06-01",</a:t>
            </a:r>
          </a:p>
          <a:p>
            <a:r>
              <a:t>          "prior_end": "2024-06-30",</a:t>
            </a:r>
          </a:p>
          <a:p>
            <a:r>
              <a:t>          "prior_days": 30,</a:t>
            </a:r>
          </a:p>
          <a:p>
            <a:r>
              <a:t>          "prior_raw_mean": 2.461749666666667,</a:t>
            </a:r>
          </a:p>
          <a:p>
            <a:r>
              <a:t>          "prior_value": 14.876993470056048,</a:t>
            </a:r>
          </a:p>
          <a:p>
            <a:r>
              <a:t>          "yoy_fraction": -0.10528324772800468,</a:t>
            </a:r>
          </a:p>
          <a:p>
            <a:r>
              <a:t>          "yoy_pct": -10.528324772800469,</a:t>
            </a:r>
          </a:p>
          <a:p>
            <a:r>
              <a:t>          "value_label": "13.3",</a:t>
            </a:r>
          </a:p>
          <a:p>
            <a:r>
              <a:t>          "yoy_label": "(-10.5%)",</a:t>
            </a:r>
          </a:p>
          <a:p>
            <a:r>
              <a:t>          "label": "13.3\n(-10.5%)"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"NV_XB04",</a:t>
            </a:r>
          </a:p>
          <a:p>
            <a:r>
              <a:t>          "month": "2025-07",</a:t>
            </a:r>
          </a:p>
          <a:p>
            <a:r>
              <a:t>          "start": "2025-07-01",</a:t>
            </a:r>
          </a:p>
          <a:p>
            <a:r>
              <a:t>          "end": "2025-07-31",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67.80335,</a:t>
            </a:r>
          </a:p>
          <a:p>
            <a:r>
              <a:t>          "raw_mean": 2.187204838709677,</a:t>
            </a:r>
          </a:p>
          <a:p>
            <a:r>
              <a:t>          "value": 13.217847673040758,</a:t>
            </a:r>
          </a:p>
          <a:p>
            <a:r>
              <a:t>          "prior_start": "2024-07-01",</a:t>
            </a:r>
          </a:p>
          <a:p>
            <a:r>
              <a:t>          "prior_end": "2024-07-31",</a:t>
            </a:r>
          </a:p>
          <a:p>
            <a:r>
              <a:t>          "prior_days": 31,</a:t>
            </a:r>
          </a:p>
          <a:p>
            <a:r>
              <a:t>          "prior_raw_mean": 2.5389874193548385,</a:t>
            </a:r>
          </a:p>
          <a:p>
            <a:r>
              <a:t>          "prior_value": 15.343761296997458,</a:t>
            </a:r>
          </a:p>
          <a:p>
            <a:r>
              <a:t>          "yoy_fraction": -0.13855231340002072,</a:t>
            </a:r>
          </a:p>
          <a:p>
            <a:r>
              <a:t>          "yoy_pct": -13.855231340002073,</a:t>
            </a:r>
          </a:p>
          <a:p>
            <a:r>
              <a:t>          "value_label": "13.2",</a:t>
            </a:r>
          </a:p>
          <a:p>
            <a:r>
              <a:t>          "yoy_label": "(-13.9%)",</a:t>
            </a:r>
          </a:p>
          <a:p>
            <a:r>
              <a:t>          "label": "13.2\n(-13.9%)"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"NV_XB04",</a:t>
            </a:r>
          </a:p>
          <a:p>
            <a:r>
              <a:t>          "month": "2025-08",</a:t>
            </a:r>
          </a:p>
          <a:p>
            <a:r>
              <a:t>          "start": "2025-08-01",</a:t>
            </a:r>
          </a:p>
          <a:p>
            <a:r>
              <a:t>          "end": "2025-08-31",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79.07354,</a:t>
            </a:r>
          </a:p>
          <a:p>
            <a:r>
              <a:t>          "raw_mean": 2.5507593548387093,</a:t>
            </a:r>
          </a:p>
          <a:p>
            <a:r>
              <a:t>          "value": 15.41490216468796,</a:t>
            </a:r>
          </a:p>
          <a:p>
            <a:r>
              <a:t>          "prior_start": "2024-08-01",</a:t>
            </a:r>
          </a:p>
          <a:p>
            <a:r>
              <a:t>          "prior_end": "2024-08-31",</a:t>
            </a:r>
          </a:p>
          <a:p>
            <a:r>
              <a:t>          "prior_days": 31,</a:t>
            </a:r>
          </a:p>
          <a:p>
            <a:r>
              <a:t>          "prior_raw_mean": 2.470623548387097,</a:t>
            </a:r>
          </a:p>
          <a:p>
            <a:r>
              <a:t>          "prior_value": 14.930620645148812,</a:t>
            </a:r>
          </a:p>
          <a:p>
            <a:r>
              <a:t>          "yoy_fraction": 0.032435458046179644,</a:t>
            </a:r>
          </a:p>
          <a:p>
            <a:r>
              <a:t>          "yoy_pct": 3.2435458046179644,</a:t>
            </a:r>
          </a:p>
          <a:p>
            <a:r>
              <a:t>          "value_label": "15.4",</a:t>
            </a:r>
          </a:p>
          <a:p>
            <a:r>
              <a:t>          "yoy_label": "(+3.2%)",</a:t>
            </a:r>
          </a:p>
          <a:p>
            <a:r>
              <a:t>          "label": "15.4\n(+3.2%)"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"NV_XB04",</a:t>
            </a:r>
          </a:p>
          <a:p>
            <a:r>
              <a:t>          "month": "2025-09",</a:t>
            </a:r>
          </a:p>
          <a:p>
            <a:r>
              <a:t>          "start": "2025-09-01",</a:t>
            </a:r>
          </a:p>
          <a:p>
            <a:r>
              <a:t>          "end": "2025-09-30",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56.898089999999996,</a:t>
            </a:r>
          </a:p>
          <a:p>
            <a:r>
              <a:t>          "raw_mean": 1.8966029999999998,</a:t>
            </a:r>
          </a:p>
          <a:p>
            <a:r>
              <a:t>          "value": 11.461665184053526,</a:t>
            </a:r>
          </a:p>
          <a:p>
            <a:r>
              <a:t>          "prior_start": "2024-09-01",</a:t>
            </a:r>
          </a:p>
          <a:p>
            <a:r>
              <a:t>          "prior_end": "2024-09-30",</a:t>
            </a:r>
          </a:p>
          <a:p>
            <a:r>
              <a:t>          "prior_days": 30,</a:t>
            </a:r>
          </a:p>
          <a:p>
            <a:r>
              <a:t>          "prior_raw_mean": 2.3242046666666667,</a:t>
            </a:r>
          </a:p>
          <a:p>
            <a:r>
              <a:t>          "prior_value": 14.045773263328208,</a:t>
            </a:r>
          </a:p>
          <a:p>
            <a:r>
              <a:t>          "yoy_fraction": -0.18397763019722602,</a:t>
            </a:r>
          </a:p>
          <a:p>
            <a:r>
              <a:t>          "yoy_pct": -18.397763019722603,</a:t>
            </a:r>
          </a:p>
          <a:p>
            <a:r>
              <a:t>          "value_label": "11.5",</a:t>
            </a:r>
          </a:p>
          <a:p>
            <a:r>
              <a:t>          "yoy_label": "(-18.4%)",</a:t>
            </a:r>
          </a:p>
          <a:p>
            <a:r>
              <a:t>          "label": "11.5\n(-18.4%)"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"NV_XB04",</a:t>
            </a:r>
          </a:p>
          <a:p>
            <a:r>
              <a:t>          "month": "2025-10",</a:t>
            </a:r>
          </a:p>
          <a:p>
            <a:r>
              <a:t>          "start": "2025-10-01",</a:t>
            </a:r>
          </a:p>
          <a:p>
            <a:r>
              <a:t>          "end": "2025-10-31",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55.7051,</a:t>
            </a:r>
          </a:p>
          <a:p>
            <a:r>
              <a:t>          "raw_mean": 1.7969387096774194,</a:t>
            </a:r>
          </a:p>
          <a:p>
            <a:r>
              <a:t>          "value": 10.859367957652575,</a:t>
            </a:r>
          </a:p>
          <a:p>
            <a:r>
              <a:t>          "prior_start": "2024-10-01",</a:t>
            </a:r>
          </a:p>
          <a:p>
            <a:r>
              <a:t>          "prior_end": "2024-10-31",</a:t>
            </a:r>
          </a:p>
          <a:p>
            <a:r>
              <a:t>          "prior_days": 31,</a:t>
            </a:r>
          </a:p>
          <a:p>
            <a:r>
              <a:t>          "prior_raw_mean": 2.4402890322580646,</a:t>
            </a:r>
          </a:p>
          <a:p>
            <a:r>
              <a:t>          "prior_value": 14.747301274995312,</a:t>
            </a:r>
          </a:p>
          <a:p>
            <a:r>
              <a:t>          "yoy_fraction": -0.26363693565648494,</a:t>
            </a:r>
          </a:p>
          <a:p>
            <a:r>
              <a:t>          "yoy_pct": -26.363693565648493,</a:t>
            </a:r>
          </a:p>
          <a:p>
            <a:r>
              <a:t>          "value_label": "10.9",</a:t>
            </a:r>
          </a:p>
          <a:p>
            <a:r>
              <a:t>          "yoy_label": "(-26.4%)",</a:t>
            </a:r>
          </a:p>
          <a:p>
            <a:r>
              <a:t>          "label": "10.9\n(-26.4%)"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"NV_XB04",</a:t>
            </a:r>
          </a:p>
          <a:p>
            <a:r>
              <a:t>          "month": "2025-11",</a:t>
            </a:r>
          </a:p>
          <a:p>
            <a:r>
              <a:t>          "start": "2025-11-01",</a:t>
            </a:r>
          </a:p>
          <a:p>
            <a:r>
              <a:t>          "end": "2025-11-30",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54.31566,</a:t>
            </a:r>
          </a:p>
          <a:p>
            <a:r>
              <a:t>          "raw_mean": 1.810522,</a:t>
            </a:r>
          </a:p>
          <a:p>
            <a:r>
              <a:t>          "value": 10.941455313717716,</a:t>
            </a:r>
          </a:p>
          <a:p>
            <a:r>
              <a:t>          "prior_start": "2024-11-01",</a:t>
            </a:r>
          </a:p>
          <a:p>
            <a:r>
              <a:t>          "prior_end": "2024-11-30",</a:t>
            </a:r>
          </a:p>
          <a:p>
            <a:r>
              <a:t>          "prior_days": 30,</a:t>
            </a:r>
          </a:p>
          <a:p>
            <a:r>
              <a:t>          "prior_raw_mean": 1.9695856666666667,</a:t>
            </a:r>
          </a:p>
          <a:p>
            <a:r>
              <a:t>          "prior_value": 11.902718419534393,</a:t>
            </a:r>
          </a:p>
          <a:p>
            <a:r>
              <a:t>          "yoy_fraction": -0.08075996355917148,</a:t>
            </a:r>
          </a:p>
          <a:p>
            <a:r>
              <a:t>          "yoy_pct": -8.075996355917148,</a:t>
            </a:r>
          </a:p>
          <a:p>
            <a:r>
              <a:t>          "value_label": "10.9",</a:t>
            </a:r>
          </a:p>
          <a:p>
            <a:r>
              <a:t>          "yoy_label": "(-8.1%)",</a:t>
            </a:r>
          </a:p>
          <a:p>
            <a:r>
              <a:t>          "label": "10.9\n(-8.1%)"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"NV_XB04",</a:t>
            </a:r>
          </a:p>
          <a:p>
            <a:r>
              <a:t>          "month": "2025-12",</a:t>
            </a:r>
          </a:p>
          <a:p>
            <a:r>
              <a:t>          "start": "2025-12-01",</a:t>
            </a:r>
          </a:p>
          <a:p>
            <a:r>
              <a:t>          "end": "2025-12-31",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55.101620000000004,</a:t>
            </a:r>
          </a:p>
          <a:p>
            <a:r>
              <a:t>          "raw_mean": 1.777471612903226,</a:t>
            </a:r>
          </a:p>
          <a:p>
            <a:r>
              <a:t>          "value": 10.741723228981696,</a:t>
            </a:r>
          </a:p>
          <a:p>
            <a:r>
              <a:t>          "prior_start": "2024-12-01",</a:t>
            </a:r>
          </a:p>
          <a:p>
            <a:r>
              <a:t>          "prior_end": "2024-12-31",</a:t>
            </a:r>
          </a:p>
          <a:p>
            <a:r>
              <a:t>          "prior_days": 31,</a:t>
            </a:r>
          </a:p>
          <a:p>
            <a:r>
              <a:t>          "prior_raw_mean": 1.8594187096774193,</a:t>
            </a:r>
          </a:p>
          <a:p>
            <a:r>
              <a:t>          "prior_value": 11.236950847007735,</a:t>
            </a:r>
          </a:p>
          <a:p>
            <a:r>
              <a:t>          "yoy_fraction": -0.0440713521638223,</a:t>
            </a:r>
          </a:p>
          <a:p>
            <a:r>
              <a:t>          "yoy_pct": -4.40713521638223,</a:t>
            </a:r>
          </a:p>
          <a:p>
            <a:r>
              <a:t>          "value_label": "10.7",</a:t>
            </a:r>
          </a:p>
          <a:p>
            <a:r>
              <a:t>          "yoy_label": "(-4.4%)",</a:t>
            </a:r>
          </a:p>
          <a:p>
            <a:r>
              <a:t>          "label": "10.7\n(-4.4%)"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"NV_XB04",</a:t>
            </a:r>
          </a:p>
          <a:p>
            <a:r>
              <a:t>          "month": "2026-01",</a:t>
            </a:r>
          </a:p>
          <a:p>
            <a:r>
              <a:t>          "start": "2026-01-01",</a:t>
            </a:r>
          </a:p>
          <a:p>
            <a:r>
              <a:t>          "end": "2026-01-31",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49.599849999999996,</a:t>
            </a:r>
          </a:p>
          <a:p>
            <a:r>
              <a:t>          "raw_mean": 1.5999951612903225,</a:t>
            </a:r>
          </a:p>
          <a:p>
            <a:r>
              <a:t>          "value": 9.669186875068425,</a:t>
            </a:r>
          </a:p>
          <a:p>
            <a:r>
              <a:t>          "prior_start": "2025-01-01",</a:t>
            </a:r>
          </a:p>
          <a:p>
            <a:r>
              <a:t>          "prior_end": "2025-01-31",</a:t>
            </a:r>
          </a:p>
          <a:p>
            <a:r>
              <a:t>          "prior_days": 31,</a:t>
            </a:r>
          </a:p>
          <a:p>
            <a:r>
              <a:t>          "prior_raw_mean": 2.0590787096774195,</a:t>
            </a:r>
          </a:p>
          <a:p>
            <a:r>
              <a:t>          "prior_value": 12.443548153164125,</a:t>
            </a:r>
          </a:p>
          <a:p>
            <a:r>
              <a:t>          "yoy_fraction": -0.2229558035977255,</a:t>
            </a:r>
          </a:p>
          <a:p>
            <a:r>
              <a:t>          "yoy_pct": -22.29558035977255,</a:t>
            </a:r>
          </a:p>
          <a:p>
            <a:r>
              <a:t>          "value_label": "9.7",</a:t>
            </a:r>
          </a:p>
          <a:p>
            <a:r>
              <a:t>          "yoy_label": "(-22.3%)",</a:t>
            </a:r>
          </a:p>
          <a:p>
            <a:r>
              <a:t>          "label": "9.7\n(-22.3%)"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"NV_XB04",</a:t>
            </a:r>
          </a:p>
          <a:p>
            <a:r>
              <a:t>          "month": "2026-02",</a:t>
            </a:r>
          </a:p>
          <a:p>
            <a:r>
              <a:t>          "start": "2026-02-01",</a:t>
            </a:r>
          </a:p>
          <a:p>
            <a:r>
              <a:t>          "end": "2026-02-28",</a:t>
            </a:r>
          </a:p>
          <a:p>
            <a:r>
              <a:t>          "days": 28,</a:t>
            </a:r>
          </a:p>
          <a:p>
            <a:r>
              <a:t>          "partial": false,</a:t>
            </a:r>
          </a:p>
          <a:p>
            <a:r>
              <a:t>          "raw_sum": 34.56829,</a:t>
            </a:r>
          </a:p>
          <a:p>
            <a:r>
              <a:t>          "raw_mean": 1.2345817857142856,</a:t>
            </a:r>
          </a:p>
          <a:p>
            <a:r>
              <a:t>          "value": 7.460898812343997,</a:t>
            </a:r>
          </a:p>
          <a:p>
            <a:r>
              <a:t>          "prior_start": "2025-02-01",</a:t>
            </a:r>
          </a:p>
          <a:p>
            <a:r>
              <a:t>          "prior_end": "2025-02-28",</a:t>
            </a:r>
          </a:p>
          <a:p>
            <a:r>
              <a:t>          "prior_days": 28,</a:t>
            </a:r>
          </a:p>
          <a:p>
            <a:r>
              <a:t>          "prior_raw_mean": 2.1233035714285715,</a:t>
            </a:r>
          </a:p>
          <a:p>
            <a:r>
              <a:t>          "prior_value": 12.831675695872763,</a:t>
            </a:r>
          </a:p>
          <a:p>
            <a:r>
              <a:t>          "yoy_fraction": -0.4185561582776166,</a:t>
            </a:r>
          </a:p>
          <a:p>
            <a:r>
              <a:t>          "yoy_pct": -41.85561582776166,</a:t>
            </a:r>
          </a:p>
          <a:p>
            <a:r>
              <a:t>          "value_label": "7.5",</a:t>
            </a:r>
          </a:p>
          <a:p>
            <a:r>
              <a:t>          "yoy_label": "(-41.9%)",</a:t>
            </a:r>
          </a:p>
          <a:p>
            <a:r>
              <a:t>          "label": "7.5\n(-41.9%)"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"NV_XB04",</a:t>
            </a:r>
          </a:p>
          <a:p>
            <a:r>
              <a:t>          "month": "2026-03",</a:t>
            </a:r>
          </a:p>
          <a:p>
            <a:r>
              <a:t>          "start": "2026-03-01",</a:t>
            </a:r>
          </a:p>
          <a:p>
            <a:r>
              <a:t>          "end": "2026-03-31",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39.48053,</a:t>
            </a:r>
          </a:p>
          <a:p>
            <a:r>
              <a:t>          "raw_mean": 1.2735654838709678,</a:t>
            </a:r>
          </a:p>
          <a:p>
            <a:r>
              <a:t>          "value": 7.6964874389084885,</a:t>
            </a:r>
          </a:p>
          <a:p>
            <a:r>
              <a:t>          "prior_start": "2025-03-01",</a:t>
            </a:r>
          </a:p>
          <a:p>
            <a:r>
              <a:t>          "prior_end": "2025-03-31",</a:t>
            </a:r>
          </a:p>
          <a:p>
            <a:r>
              <a:t>          "prior_days": 31,</a:t>
            </a:r>
          </a:p>
          <a:p>
            <a:r>
              <a:t>          "prior_raw_mean": 2.1201990322580646,</a:t>
            </a:r>
          </a:p>
          <a:p>
            <a:r>
              <a:t>          "prior_value": 12.812914158258867,</a:t>
            </a:r>
          </a:p>
          <a:p>
            <a:r>
              <a:t>          "yoy_fraction": -0.39931795812839843,</a:t>
            </a:r>
          </a:p>
          <a:p>
            <a:r>
              <a:t>          "yoy_pct": -39.931795812839844,</a:t>
            </a:r>
          </a:p>
          <a:p>
            <a:r>
              <a:t>          "value_label": "7.7",</a:t>
            </a:r>
          </a:p>
          <a:p>
            <a:r>
              <a:t>          "yoy_label": "(-39.9%)",</a:t>
            </a:r>
          </a:p>
          <a:p>
            <a:r>
              <a:t>          "label": "7.7\n(-39.9%)"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"NV_XB04",</a:t>
            </a:r>
          </a:p>
          <a:p>
            <a:r>
              <a:t>          "month": "2026-04",</a:t>
            </a:r>
          </a:p>
          <a:p>
            <a:r>
              <a:t>          "start": "2026-04-01",</a:t>
            </a:r>
          </a:p>
          <a:p>
            <a:r>
              <a:t>          "end": "2026-04-30",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34.87706,</a:t>
            </a:r>
          </a:p>
          <a:p>
            <a:r>
              <a:t>          "raw_mean": 1.1625686666666666,</a:t>
            </a:r>
          </a:p>
          <a:p>
            <a:r>
              <a:t>          "value": 7.025704805278102,</a:t>
            </a:r>
          </a:p>
          <a:p>
            <a:r>
              <a:t>          "prior_start": "2025-04-01",</a:t>
            </a:r>
          </a:p>
          <a:p>
            <a:r>
              <a:t>          "prior_end": "2025-04-30",</a:t>
            </a:r>
          </a:p>
          <a:p>
            <a:r>
              <a:t>          "prior_days": 30,</a:t>
            </a:r>
          </a:p>
          <a:p>
            <a:r>
              <a:t>          "prior_raw_mean": 2.2278313333333335,</a:t>
            </a:r>
          </a:p>
          <a:p>
            <a:r>
              <a:t>          "prior_value": 13.463364145902025,</a:t>
            </a:r>
          </a:p>
          <a:p>
            <a:r>
              <a:t>          "yoy_fraction": -0.4781612731304914,</a:t>
            </a:r>
          </a:p>
          <a:p>
            <a:r>
              <a:t>          "yoy_pct": -47.81612731304914,</a:t>
            </a:r>
          </a:p>
          <a:p>
            <a:r>
              <a:t>          "value_label": "7.0",</a:t>
            </a:r>
          </a:p>
          <a:p>
            <a:r>
              <a:t>          "yoy_label": "(-47.8%)",</a:t>
            </a:r>
          </a:p>
          <a:p>
            <a:r>
              <a:t>          "label": "7.0\n(-47.8%)"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"NV_XB04",</a:t>
            </a:r>
          </a:p>
          <a:p>
            <a:r>
              <a:t>          "month": "2026-05",</a:t>
            </a:r>
          </a:p>
          <a:p>
            <a:r>
              <a:t>          "start": "2026-05-01",</a:t>
            </a:r>
          </a:p>
          <a:p>
            <a:r>
              <a:t>          "end": "2026-05-31",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33.71212,</a:t>
            </a:r>
          </a:p>
          <a:p>
            <a:r>
              <a:t>          "raw_mean": 1.0874877419354838,</a:t>
            </a:r>
          </a:p>
          <a:p>
            <a:r>
              <a:t>          "value": 6.571971250613293,</a:t>
            </a:r>
          </a:p>
          <a:p>
            <a:r>
              <a:t>          "prior_start": "2025-05-01",</a:t>
            </a:r>
          </a:p>
          <a:p>
            <a:r>
              <a:t>          "prior_end": "2025-05-31",</a:t>
            </a:r>
          </a:p>
          <a:p>
            <a:r>
              <a:t>          "prior_days": 31,</a:t>
            </a:r>
          </a:p>
          <a:p>
            <a:r>
              <a:t>          "prior_raw_mean": 2.1604929032258062,</a:t>
            </a:r>
          </a:p>
          <a:p>
            <a:r>
              <a:t>          "prior_value": 13.056420499861042,</a:t>
            </a:r>
          </a:p>
          <a:p>
            <a:r>
              <a:t>          "yoy_fraction": -0.4966483156173441,</a:t>
            </a:r>
          </a:p>
          <a:p>
            <a:r>
              <a:t>          "yoy_pct": -49.66483156173441,</a:t>
            </a:r>
          </a:p>
          <a:p>
            <a:r>
              <a:t>          "value_label": "6.6",</a:t>
            </a:r>
          </a:p>
          <a:p>
            <a:r>
              <a:t>          "yoy_label": "(-49.7%)",</a:t>
            </a:r>
          </a:p>
          <a:p>
            <a:r>
              <a:t>          "label": "6.6\n(-49.7%)"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"NV_XB04",</a:t>
            </a:r>
          </a:p>
          <a:p>
            <a:r>
              <a:t>          "month": "2026-06",</a:t>
            </a:r>
          </a:p>
          <a:p>
            <a:r>
              <a:t>          "start": "2026-06-01",</a:t>
            </a:r>
          </a:p>
          <a:p>
            <a:r>
              <a:t>          "end": "2026-06-30",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32.71564,</a:t>
            </a:r>
          </a:p>
          <a:p>
            <a:r>
              <a:t>          "raw_mean": 1.0905213333333335,</a:t>
            </a:r>
          </a:p>
          <a:p>
            <a:r>
              <a:t>          "value": 6.590304032385427,</a:t>
            </a:r>
          </a:p>
          <a:p>
            <a:r>
              <a:t>          "prior_start": "2025-06-01",</a:t>
            </a:r>
          </a:p>
          <a:p>
            <a:r>
              <a:t>          "prior_end": "2025-06-30",</a:t>
            </a:r>
          </a:p>
          <a:p>
            <a:r>
              <a:t>          "prior_days": 30,</a:t>
            </a:r>
          </a:p>
          <a:p>
            <a:r>
              <a:t>          "prior_raw_mean": 2.2025686666666666,</a:t>
            </a:r>
          </a:p>
          <a:p>
            <a:r>
              <a:t>          "prior_value": 13.310695281100228,</a:t>
            </a:r>
          </a:p>
          <a:p>
            <a:r>
              <a:t>          "yoy_fraction": -0.5048865672897676,</a:t>
            </a:r>
          </a:p>
          <a:p>
            <a:r>
              <a:t>          "yoy_pct": -50.48865672897676,</a:t>
            </a:r>
          </a:p>
          <a:p>
            <a:r>
              <a:t>          "value_label": "6.6",</a:t>
            </a:r>
          </a:p>
          <a:p>
            <a:r>
              <a:t>          "yoy_label": "(-50.5%)",</a:t>
            </a:r>
          </a:p>
          <a:p>
            <a:r>
              <a:t>          "label": "6.6\n(-50.5%)"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"NV_XB04",</a:t>
            </a:r>
          </a:p>
          <a:p>
            <a:r>
              <a:t>          "month": "2026-07",</a:t>
            </a:r>
          </a:p>
          <a:p>
            <a:r>
              <a:t>          "start": "2026-07-01",</a:t>
            </a:r>
          </a:p>
          <a:p>
            <a:r>
              <a:t>          "end": "2026-07-31",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32.72969,</a:t>
            </a:r>
          </a:p>
          <a:p>
            <a:r>
              <a:t>          "raw_mean": 1.0557964516129033,</a:t>
            </a:r>
          </a:p>
          <a:p>
            <a:r>
              <a:t>          "value": 6.380452541147973,</a:t>
            </a:r>
          </a:p>
          <a:p>
            <a:r>
              <a:t>          "prior_start": "2025-07-01",</a:t>
            </a:r>
          </a:p>
          <a:p>
            <a:r>
              <a:t>          "prior_end": "2025-07-31",</a:t>
            </a:r>
          </a:p>
          <a:p>
            <a:r>
              <a:t>          "prior_days": 31,</a:t>
            </a:r>
          </a:p>
          <a:p>
            <a:r>
              <a:t>          "prior_raw_mean": 2.187204838709677,</a:t>
            </a:r>
          </a:p>
          <a:p>
            <a:r>
              <a:t>          "prior_value": 13.217847673040758,</a:t>
            </a:r>
          </a:p>
          <a:p>
            <a:r>
              <a:t>          "yoy_fraction": -0.5172850603989331,</a:t>
            </a:r>
          </a:p>
          <a:p>
            <a:r>
              <a:t>          "yoy_pct": -51.728506039893304,</a:t>
            </a:r>
          </a:p>
          <a:p>
            <a:r>
              <a:t>          "value_label": "6.4",</a:t>
            </a:r>
          </a:p>
          <a:p>
            <a:r>
              <a:t>          "yoy_label": "(-51.7%)",</a:t>
            </a:r>
          </a:p>
          <a:p>
            <a:r>
              <a:t>          "label": "6.4\n(-51.7%)"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"NV_XB04",</a:t>
            </a:r>
          </a:p>
          <a:p>
            <a:r>
              <a:t>          "month": "2026-08",</a:t>
            </a:r>
          </a:p>
          <a:p>
            <a:r>
              <a:t>          "start": "2026-08-01",</a:t>
            </a:r>
          </a:p>
          <a:p>
            <a:r>
              <a:t>          "end": "2026-08-31",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119.15775,</a:t>
            </a:r>
          </a:p>
          <a:p>
            <a:r>
              <a:t>          "raw_mean": 3.843798387096774,</a:t>
            </a:r>
          </a:p>
          <a:p>
            <a:r>
              <a:t>          "value": 23.229073321041987,</a:t>
            </a:r>
          </a:p>
          <a:p>
            <a:r>
              <a:t>          "prior_start": "2025-08-01",</a:t>
            </a:r>
          </a:p>
          <a:p>
            <a:r>
              <a:t>          "prior_end": "2025-08-31",</a:t>
            </a:r>
          </a:p>
          <a:p>
            <a:r>
              <a:t>          "prior_days": 31,</a:t>
            </a:r>
          </a:p>
          <a:p>
            <a:r>
              <a:t>          "prior_raw_mean": 2.5507593548387093,</a:t>
            </a:r>
          </a:p>
          <a:p>
            <a:r>
              <a:t>          "prior_value": 15.41490216468796,</a:t>
            </a:r>
          </a:p>
          <a:p>
            <a:r>
              <a:t>          "yoy_fraction": 0.5069231755654291,</a:t>
            </a:r>
          </a:p>
          <a:p>
            <a:r>
              <a:t>          "yoy_pct": 50.69231755654291,</a:t>
            </a:r>
          </a:p>
          <a:p>
            <a:r>
              <a:t>          "value_label": "23.2",</a:t>
            </a:r>
          </a:p>
          <a:p>
            <a:r>
              <a:t>          "yoy_label": "(+50.7%)",</a:t>
            </a:r>
          </a:p>
          <a:p>
            <a:r>
              <a:t>          "label": "23.2\n(+50.7%)"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"NV_XB04",</a:t>
            </a:r>
          </a:p>
          <a:p>
            <a:r>
              <a:t>          "month": "2026-09",</a:t>
            </a:r>
          </a:p>
          <a:p>
            <a:r>
              <a:t>          "start": "2026-09-01",</a:t>
            </a:r>
          </a:p>
          <a:p>
            <a:r>
              <a:t>          "end": "2026-09-30",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79.55071,</a:t>
            </a:r>
          </a:p>
          <a:p>
            <a:r>
              <a:t>          "raw_mean": 2.6516903333333333,</a:t>
            </a:r>
          </a:p>
          <a:p>
            <a:r>
              <a:t>          "value": 16.02485431714384,</a:t>
            </a:r>
          </a:p>
          <a:p>
            <a:r>
              <a:t>          "prior_start": "2025-09-01",</a:t>
            </a:r>
          </a:p>
          <a:p>
            <a:r>
              <a:t>          "prior_end": "2025-09-30",</a:t>
            </a:r>
          </a:p>
          <a:p>
            <a:r>
              <a:t>          "prior_days": 30,</a:t>
            </a:r>
          </a:p>
          <a:p>
            <a:r>
              <a:t>          "prior_raw_mean": 1.8966029999999998,</a:t>
            </a:r>
          </a:p>
          <a:p>
            <a:r>
              <a:t>          "prior_value": 11.461665184053526,</a:t>
            </a:r>
          </a:p>
          <a:p>
            <a:r>
              <a:t>          "yoy_fraction": 0.39812619369121194,</a:t>
            </a:r>
          </a:p>
          <a:p>
            <a:r>
              <a:t>          "yoy_pct": 39.812619369121194,</a:t>
            </a:r>
          </a:p>
          <a:p>
            <a:r>
              <a:t>          "value_label": "16.0",</a:t>
            </a:r>
          </a:p>
          <a:p>
            <a:r>
              <a:t>          "yoy_label": "(+39.8%)",</a:t>
            </a:r>
          </a:p>
          <a:p>
            <a:r>
              <a:t>          "label": "16.0\n(+39.8%)"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"NV_XB04",</a:t>
            </a:r>
          </a:p>
          <a:p>
            <a:r>
              <a:t>          "month": "2026-10",</a:t>
            </a:r>
          </a:p>
          <a:p>
            <a:r>
              <a:t>          "start": "2026-10-01",</a:t>
            </a:r>
          </a:p>
          <a:p>
            <a:r>
              <a:t>          "end": "2026-10-19",</a:t>
            </a:r>
          </a:p>
          <a:p>
            <a:r>
              <a:t>          "days": 19,</a:t>
            </a:r>
          </a:p>
          <a:p>
            <a:r>
              <a:t>          "partial": true,</a:t>
            </a:r>
          </a:p>
          <a:p>
            <a:r>
              <a:t>          "raw_sum": 33.15079,</a:t>
            </a:r>
          </a:p>
          <a:p>
            <a:r>
              <a:t>          "raw_mean": 1.7447784210526316,</a:t>
            </a:r>
          </a:p>
          <a:p>
            <a:r>
              <a:t>          "value": 10.544149768015147,</a:t>
            </a:r>
          </a:p>
          <a:p>
            <a:r>
              <a:t>          "prior_start": "2025-10-01",</a:t>
            </a:r>
          </a:p>
          <a:p>
            <a:r>
              <a:t>          "prior_end": "2025-10-19",</a:t>
            </a:r>
          </a:p>
          <a:p>
            <a:r>
              <a:t>          "prior_days": 19,</a:t>
            </a:r>
          </a:p>
          <a:p>
            <a:r>
              <a:t>          "prior_raw_mean": 1.7743257894736841,</a:t>
            </a:r>
          </a:p>
          <a:p>
            <a:r>
              <a:t>          "prior_value": 10.722712199853536,</a:t>
            </a:r>
          </a:p>
          <a:p>
            <a:r>
              <a:t>          "yoy_fraction": -0.016652730065890187,</a:t>
            </a:r>
          </a:p>
          <a:p>
            <a:r>
              <a:t>          "yoy_pct": -1.6652730065890187,</a:t>
            </a:r>
          </a:p>
          <a:p>
            <a:r>
              <a:t>          "value_label": "10.5",</a:t>
            </a:r>
          </a:p>
          <a:p>
            <a:r>
              <a:t>          "yoy_label": "(-1.7%)",</a:t>
            </a:r>
          </a:p>
          <a:p>
            <a:r>
              <a:t>          "label": "10.5\n(-1.7%)"</a:t>
            </a:r>
          </a:p>
          <a:p>
            <a:r>
              <a:t>        }</a:t>
            </a:r>
          </a:p>
          <a:p>
            <a:r>
              <a:t>      ]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"NV_XB05",</a:t>
            </a:r>
          </a:p>
          <a:p>
            <a:r>
              <a:t>      "label": "스모키·BBQ",</a:t>
            </a:r>
          </a:p>
          <a:p>
            <a:r>
              <a:t>      "points": [</a:t>
            </a:r>
          </a:p>
          <a:p>
            <a:r>
              <a:t>        {</a:t>
            </a:r>
          </a:p>
          <a:p>
            <a:r>
              <a:t>          "group_id": "NV_XB05",</a:t>
            </a:r>
          </a:p>
          <a:p>
            <a:r>
              <a:t>          "month": "2025-01",</a:t>
            </a:r>
          </a:p>
          <a:p>
            <a:r>
              <a:t>          "start": "2025-01-01",</a:t>
            </a:r>
          </a:p>
          <a:p>
            <a:r>
              <a:t>          "end": "2025-01-31",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0.29514,</a:t>
            </a:r>
          </a:p>
          <a:p>
            <a:r>
              <a:t>          "raw_mean": 0.009520645161290323,</a:t>
            </a:r>
          </a:p>
          <a:p>
            <a:r>
              <a:t>          "value": 0.055422607522703525,</a:t>
            </a:r>
          </a:p>
          <a:p>
            <a:r>
              <a:t>          "prior_start": "2024-01-01",</a:t>
            </a:r>
          </a:p>
          <a:p>
            <a:r>
              <a:t>          "prior_end": "2024-01-31",</a:t>
            </a:r>
          </a:p>
          <a:p>
            <a:r>
              <a:t>          "prior_days": 31,</a:t>
            </a:r>
          </a:p>
          <a:p>
            <a:r>
              <a:t>          "prior_raw_mean": 0.22755290322580646,</a:t>
            </a:r>
          </a:p>
          <a:p>
            <a:r>
              <a:t>          "prior_value": 1.324655528326231,</a:t>
            </a:r>
          </a:p>
          <a:p>
            <a:r>
              <a:t>          "yoy_fraction": -0.9581607396507583,</a:t>
            </a:r>
          </a:p>
          <a:p>
            <a:r>
              <a:t>          "yoy_pct": -95.81607396507583,</a:t>
            </a:r>
          </a:p>
          <a:p>
            <a:r>
              <a:t>          "value_label": "0.1",</a:t>
            </a:r>
          </a:p>
          <a:p>
            <a:r>
              <a:t>          "yoy_label": "(-95.8%)",</a:t>
            </a:r>
          </a:p>
          <a:p>
            <a:r>
              <a:t>          "label": "0.1\n(-95.8%)"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"NV_XB05",</a:t>
            </a:r>
          </a:p>
          <a:p>
            <a:r>
              <a:t>          "month": "2025-02",</a:t>
            </a:r>
          </a:p>
          <a:p>
            <a:r>
              <a:t>          "start": "2025-02-01",</a:t>
            </a:r>
          </a:p>
          <a:p>
            <a:r>
              <a:t>          "end": "2025-02-28",</a:t>
            </a:r>
          </a:p>
          <a:p>
            <a:r>
              <a:t>          "days": 28,</a:t>
            </a:r>
          </a:p>
          <a:p>
            <a:r>
              <a:t>          "partial": false,</a:t>
            </a:r>
          </a:p>
          <a:p>
            <a:r>
              <a:t>          "raw_sum": 0.47224,</a:t>
            </a:r>
          </a:p>
          <a:p>
            <a:r>
              <a:t>          "raw_mean": 0.016865714285714286,</a:t>
            </a:r>
          </a:p>
          <a:p>
            <a:r>
              <a:t>          "value": 0.0981805169304842,</a:t>
            </a:r>
          </a:p>
          <a:p>
            <a:r>
              <a:t>          "prior_start": "2024-02-01",</a:t>
            </a:r>
          </a:p>
          <a:p>
            <a:r>
              <a:t>          "prior_end": "2024-02-29",</a:t>
            </a:r>
          </a:p>
          <a:p>
            <a:r>
              <a:t>          "prior_days": 29,</a:t>
            </a:r>
          </a:p>
          <a:p>
            <a:r>
              <a:t>          "prior_raw_mean": 0.41219999999999996,</a:t>
            </a:r>
          </a:p>
          <a:p>
            <a:r>
              <a:t>          "prior_value": 2.3995431437507966,</a:t>
            </a:r>
          </a:p>
          <a:p>
            <a:r>
              <a:t>          "yoy_fraction": -0.9590836625771123,</a:t>
            </a:r>
          </a:p>
          <a:p>
            <a:r>
              <a:t>          "yoy_pct": -95.90836625771124,</a:t>
            </a:r>
          </a:p>
          <a:p>
            <a:r>
              <a:t>          "value_label": "0.1",</a:t>
            </a:r>
          </a:p>
          <a:p>
            <a:r>
              <a:t>          "yoy_label": "(-95.9%)",</a:t>
            </a:r>
          </a:p>
          <a:p>
            <a:r>
              <a:t>          "label": "0.1\n(-95.9%)"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"NV_XB05",</a:t>
            </a:r>
          </a:p>
          <a:p>
            <a:r>
              <a:t>          "month": "2025-03",</a:t>
            </a:r>
          </a:p>
          <a:p>
            <a:r>
              <a:t>          "start": "2025-03-01",</a:t>
            </a:r>
          </a:p>
          <a:p>
            <a:r>
              <a:t>          "end": "2025-03-31",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0.29514,</a:t>
            </a:r>
          </a:p>
          <a:p>
            <a:r>
              <a:t>          "raw_mean": 0.009520645161290323,</a:t>
            </a:r>
          </a:p>
          <a:p>
            <a:r>
              <a:t>          "value": 0.055422607522703525,</a:t>
            </a:r>
          </a:p>
          <a:p>
            <a:r>
              <a:t>          "prior_start": "2024-03-01",</a:t>
            </a:r>
          </a:p>
          <a:p>
            <a:r>
              <a:t>          "prior_end": "2024-03-31",</a:t>
            </a:r>
          </a:p>
          <a:p>
            <a:r>
              <a:t>          "prior_days": 31,</a:t>
            </a:r>
          </a:p>
          <a:p>
            <a:r>
              <a:t>          "prior_raw_mean": 0.18375645161290322,</a:t>
            </a:r>
          </a:p>
          <a:p>
            <a:r>
              <a:t>          "prior_value": 1.069702895651909,</a:t>
            </a:r>
          </a:p>
          <a:p>
            <a:r>
              <a:t>          "yoy_fraction": -0.9481887842428178,</a:t>
            </a:r>
          </a:p>
          <a:p>
            <a:r>
              <a:t>          "yoy_pct": -94.81887842428178,</a:t>
            </a:r>
          </a:p>
          <a:p>
            <a:r>
              <a:t>          "value_label": "0.1",</a:t>
            </a:r>
          </a:p>
          <a:p>
            <a:r>
              <a:t>          "yoy_label": "(-94.8%)",</a:t>
            </a:r>
          </a:p>
          <a:p>
            <a:r>
              <a:t>          "label": "0.1\n(-94.8%)"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"NV_XB05",</a:t>
            </a:r>
          </a:p>
          <a:p>
            <a:r>
              <a:t>          "month": "2025-04",</a:t>
            </a:r>
          </a:p>
          <a:p>
            <a:r>
              <a:t>          "start": "2025-04-01",</a:t>
            </a:r>
          </a:p>
          <a:p>
            <a:r>
              <a:t>          "end": "2025-04-30",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0,</a:t>
            </a:r>
          </a:p>
          <a:p>
            <a:r>
              <a:t>          "raw_mean": 0.0,</a:t>
            </a:r>
          </a:p>
          <a:p>
            <a:r>
              <a:t>          "value": 0.0,</a:t>
            </a:r>
          </a:p>
          <a:p>
            <a:r>
              <a:t>          "prior_start": "2024-04-01",</a:t>
            </a:r>
          </a:p>
          <a:p>
            <a:r>
              <a:t>          "prior_end": "2024-04-30",</a:t>
            </a:r>
          </a:p>
          <a:p>
            <a:r>
              <a:t>          "prior_days": 30,</a:t>
            </a:r>
          </a:p>
          <a:p>
            <a:r>
              <a:t>          "prior_raw_mean": 0.05017633333333334,</a:t>
            </a:r>
          </a:p>
          <a:p>
            <a:r>
              <a:t>          "prior_value": 0.2920918889581624,</a:t>
            </a:r>
          </a:p>
          <a:p>
            <a:r>
              <a:t>          "yoy_fraction": -1.0,</a:t>
            </a:r>
          </a:p>
          <a:p>
            <a:r>
              <a:t>          "yoy_pct": -100.0,</a:t>
            </a:r>
          </a:p>
          <a:p>
            <a:r>
              <a:t>          "value_label": "0.0",</a:t>
            </a:r>
          </a:p>
          <a:p>
            <a:r>
              <a:t>          "yoy_label": "(-100.0%)",</a:t>
            </a:r>
          </a:p>
          <a:p>
            <a:r>
              <a:t>          "label": "0.0\n(-100.0%)"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"NV_XB05",</a:t>
            </a:r>
          </a:p>
          <a:p>
            <a:r>
              <a:t>          "month": "2025-05",</a:t>
            </a:r>
          </a:p>
          <a:p>
            <a:r>
              <a:t>          "start": "2025-05-01",</a:t>
            </a:r>
          </a:p>
          <a:p>
            <a:r>
              <a:t>          "end": "2025-05-31",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0,</a:t>
            </a:r>
          </a:p>
          <a:p>
            <a:r>
              <a:t>          "raw_mean": 0.0,</a:t>
            </a:r>
          </a:p>
          <a:p>
            <a:r>
              <a:t>          "value": 0.0,</a:t>
            </a:r>
          </a:p>
          <a:p>
            <a:r>
              <a:t>          "prior_start": "2024-05-01",</a:t>
            </a:r>
          </a:p>
          <a:p>
            <a:r>
              <a:t>          "prior_end": "2024-05-31",</a:t>
            </a:r>
          </a:p>
          <a:p>
            <a:r>
              <a:t>          "prior_days": 31,</a:t>
            </a:r>
          </a:p>
          <a:p>
            <a:r>
              <a:t>          "prior_raw_mean": 0.07712,</a:t>
            </a:r>
          </a:p>
          <a:p>
            <a:r>
              <a:t>          "prior_value": 0.4489392703689021,</a:t>
            </a:r>
          </a:p>
          <a:p>
            <a:r>
              <a:t>          "yoy_fraction": -1.0,</a:t>
            </a:r>
          </a:p>
          <a:p>
            <a:r>
              <a:t>          "yoy_pct": -100.0,</a:t>
            </a:r>
          </a:p>
          <a:p>
            <a:r>
              <a:t>          "value_label": "0.0",</a:t>
            </a:r>
          </a:p>
          <a:p>
            <a:r>
              <a:t>          "yoy_label": "(-100.0%)",</a:t>
            </a:r>
          </a:p>
          <a:p>
            <a:r>
              <a:t>          "label": "0.0\n(-100.0%)"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"NV_XB05",</a:t>
            </a:r>
          </a:p>
          <a:p>
            <a:r>
              <a:t>          "month": "2025-06",</a:t>
            </a:r>
          </a:p>
          <a:p>
            <a:r>
              <a:t>          "start": "2025-06-01",</a:t>
            </a:r>
          </a:p>
          <a:p>
            <a:r>
              <a:t>          "end": "2025-06-30",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0,</a:t>
            </a:r>
          </a:p>
          <a:p>
            <a:r>
              <a:t>          "raw_mean": 0.0,</a:t>
            </a:r>
          </a:p>
          <a:p>
            <a:r>
              <a:t>          "value": 0.0,</a:t>
            </a:r>
          </a:p>
          <a:p>
            <a:r>
              <a:t>          "prior_start": "2024-06-01",</a:t>
            </a:r>
          </a:p>
          <a:p>
            <a:r>
              <a:t>          "prior_end": "2024-06-30",</a:t>
            </a:r>
          </a:p>
          <a:p>
            <a:r>
              <a:t>          "prior_days": 30,</a:t>
            </a:r>
          </a:p>
          <a:p>
            <a:r>
              <a:t>          "prior_raw_mean": 0.028530999999999997,</a:t>
            </a:r>
          </a:p>
          <a:p>
            <a:r>
              <a:t>          "prior_value": 0.166087737589408,</a:t>
            </a:r>
          </a:p>
          <a:p>
            <a:r>
              <a:t>          "yoy_fraction": -1.0,</a:t>
            </a:r>
          </a:p>
          <a:p>
            <a:r>
              <a:t>          "yoy_pct": -100.0,</a:t>
            </a:r>
          </a:p>
          <a:p>
            <a:r>
              <a:t>          "value_label": "0.0",</a:t>
            </a:r>
          </a:p>
          <a:p>
            <a:r>
              <a:t>          "yoy_label": "(-100.0%)",</a:t>
            </a:r>
          </a:p>
          <a:p>
            <a:r>
              <a:t>          "label": "0.0\n(-100.0%)"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"NV_XB05",</a:t>
            </a:r>
          </a:p>
          <a:p>
            <a:r>
              <a:t>          "month": "2025-07",</a:t>
            </a:r>
          </a:p>
          <a:p>
            <a:r>
              <a:t>          "start": "2025-07-01",</a:t>
            </a:r>
          </a:p>
          <a:p>
            <a:r>
              <a:t>          "end": "2025-07-31",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2.27265,</a:t>
            </a:r>
          </a:p>
          <a:p>
            <a:r>
              <a:t>          "raw_mean": 0.07331129032258064,</a:t>
            </a:r>
          </a:p>
          <a:p>
            <a:r>
              <a:t>          "value": 0.42676759838202943,</a:t>
            </a:r>
          </a:p>
          <a:p>
            <a:r>
              <a:t>          "prior_start": "2024-07-01",</a:t>
            </a:r>
          </a:p>
          <a:p>
            <a:r>
              <a:t>          "prior_end": "2024-07-31",</a:t>
            </a:r>
          </a:p>
          <a:p>
            <a:r>
              <a:t>          "prior_days": 31,</a:t>
            </a:r>
          </a:p>
          <a:p>
            <a:r>
              <a:t>          "prior_raw_mean": 0.04570064516129032,</a:t>
            </a:r>
          </a:p>
          <a:p>
            <a:r>
              <a:t>          "prior_value": 0.2660375297471184,</a:t>
            </a:r>
          </a:p>
          <a:p>
            <a:r>
              <a:t>          "yoy_fraction": 0.6041631373877692,</a:t>
            </a:r>
          </a:p>
          <a:p>
            <a:r>
              <a:t>          "yoy_pct": 60.416313738776914,</a:t>
            </a:r>
          </a:p>
          <a:p>
            <a:r>
              <a:t>          "value_label": "0.4",</a:t>
            </a:r>
          </a:p>
          <a:p>
            <a:r>
              <a:t>          "yoy_label": "(+60.4%)",</a:t>
            </a:r>
          </a:p>
          <a:p>
            <a:r>
              <a:t>          "label": "0.4\n(+60.4%)"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"NV_XB05",</a:t>
            </a:r>
          </a:p>
          <a:p>
            <a:r>
              <a:t>          "month": "2025-08",</a:t>
            </a:r>
          </a:p>
          <a:p>
            <a:r>
              <a:t>          "start": "2025-08-01",</a:t>
            </a:r>
          </a:p>
          <a:p>
            <a:r>
              <a:t>          "end": "2025-08-31",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0.82641,</a:t>
            </a:r>
          </a:p>
          <a:p>
            <a:r>
              <a:t>          "raw_mean": 0.02665838709677419,</a:t>
            </a:r>
          </a:p>
          <a:p>
            <a:r>
              <a:t>          "value": 0.15518668117787293,</a:t>
            </a:r>
          </a:p>
          <a:p>
            <a:r>
              <a:t>          "prior_start": "2024-08-01",</a:t>
            </a:r>
          </a:p>
          <a:p>
            <a:r>
              <a:t>          "prior_end": "2024-08-31",</a:t>
            </a:r>
          </a:p>
          <a:p>
            <a:r>
              <a:t>          "prior_days": 31,</a:t>
            </a:r>
          </a:p>
          <a:p>
            <a:r>
              <a:t>          "prior_raw_mean": 0.027610967741935482,</a:t>
            </a:r>
          </a:p>
          <a:p>
            <a:r>
              <a:t>          "prior_value": 0.16073194647619043,</a:t>
            </a:r>
          </a:p>
          <a:p>
            <a:r>
              <a:t>          "yoy_fraction": -0.034500081781433156,</a:t>
            </a:r>
          </a:p>
          <a:p>
            <a:r>
              <a:t>          "yoy_pct": -3.4500081781433156,</a:t>
            </a:r>
          </a:p>
          <a:p>
            <a:r>
              <a:t>          "value_label": "0.2",</a:t>
            </a:r>
          </a:p>
          <a:p>
            <a:r>
              <a:t>          "yoy_label": "(-3.5%)",</a:t>
            </a:r>
          </a:p>
          <a:p>
            <a:r>
              <a:t>          "label": "0.2\n(-3.5%)"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"NV_XB05",</a:t>
            </a:r>
          </a:p>
          <a:p>
            <a:r>
              <a:t>          "month": "2025-09",</a:t>
            </a:r>
          </a:p>
          <a:p>
            <a:r>
              <a:t>          "start": "2025-09-01",</a:t>
            </a:r>
          </a:p>
          <a:p>
            <a:r>
              <a:t>          "end": "2025-09-30",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2.27267,</a:t>
            </a:r>
          </a:p>
          <a:p>
            <a:r>
              <a:t>          "raw_mean": 0.07575566666666668,</a:t>
            </a:r>
          </a:p>
          <a:p>
            <a:r>
              <a:t>          "value": 0.4409970658667413,</a:t>
            </a:r>
          </a:p>
          <a:p>
            <a:r>
              <a:t>          "prior_start": "2024-09-01",</a:t>
            </a:r>
          </a:p>
          <a:p>
            <a:r>
              <a:t>          "prior_end": "2024-09-30",</a:t>
            </a:r>
          </a:p>
          <a:p>
            <a:r>
              <a:t>          "prior_days": 30,</a:t>
            </a:r>
          </a:p>
          <a:p>
            <a:r>
              <a:t>          "prior_raw_mean": 0.027547666666666668,</a:t>
            </a:r>
          </a:p>
          <a:p>
            <a:r>
              <a:t>          "prior_value": 0.1603634514224463,</a:t>
            </a:r>
          </a:p>
          <a:p>
            <a:r>
              <a:t>          "yoy_fraction": 1.7499848747020317,</a:t>
            </a:r>
          </a:p>
          <a:p>
            <a:r>
              <a:t>          "yoy_pct": 174.99848747020317,</a:t>
            </a:r>
          </a:p>
          <a:p>
            <a:r>
              <a:t>          "value_label": "0.4",</a:t>
            </a:r>
          </a:p>
          <a:p>
            <a:r>
              <a:t>          "yoy_label": "(+175.0%)",</a:t>
            </a:r>
          </a:p>
          <a:p>
            <a:r>
              <a:t>          "label": "0.4\n(+175.0%)"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"NV_XB05",</a:t>
            </a:r>
          </a:p>
          <a:p>
            <a:r>
              <a:t>          "month": "2025-10",</a:t>
            </a:r>
          </a:p>
          <a:p>
            <a:r>
              <a:t>          "start": "2025-10-01",</a:t>
            </a:r>
          </a:p>
          <a:p>
            <a:r>
              <a:t>          "end": "2025-10-31",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4.54533,</a:t>
            </a:r>
          </a:p>
          <a:p>
            <a:r>
              <a:t>          "raw_mean": 0.14662354838709676,</a:t>
            </a:r>
          </a:p>
          <a:p>
            <a:r>
              <a:t>          "value": 0.8535408302878972,</a:t>
            </a:r>
          </a:p>
          <a:p>
            <a:r>
              <a:t>          "prior_start": "2024-10-01",</a:t>
            </a:r>
          </a:p>
          <a:p>
            <a:r>
              <a:t>          "prior_end": "2024-10-31",</a:t>
            </a:r>
          </a:p>
          <a:p>
            <a:r>
              <a:t>          "prior_days": 31,</a:t>
            </a:r>
          </a:p>
          <a:p>
            <a:r>
              <a:t>          "prior_raw_mean": 0.004760322580645161,</a:t>
            </a:r>
          </a:p>
          <a:p>
            <a:r>
              <a:t>          "prior_value": 0.027711303761351763,</a:t>
            </a:r>
          </a:p>
          <a:p>
            <a:r>
              <a:t>          "yoy_fraction": 29.801179101443378,</a:t>
            </a:r>
          </a:p>
          <a:p>
            <a:r>
              <a:t>          "yoy_pct": 2980.1179101443377,</a:t>
            </a:r>
          </a:p>
          <a:p>
            <a:r>
              <a:t>          "value_label": "0.9",</a:t>
            </a:r>
          </a:p>
          <a:p>
            <a:r>
              <a:t>          "yoy_label": "(+2980.1%)",</a:t>
            </a:r>
          </a:p>
          <a:p>
            <a:r>
              <a:t>          "label": "0.9\n(+2980.1%)"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"NV_XB05",</a:t>
            </a:r>
          </a:p>
          <a:p>
            <a:r>
              <a:t>          "month": "2025-11",</a:t>
            </a:r>
          </a:p>
          <a:p>
            <a:r>
              <a:t>          "start": "2025-11-01",</a:t>
            </a:r>
          </a:p>
          <a:p>
            <a:r>
              <a:t>          "end": "2025-11-30",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2.33167,</a:t>
            </a:r>
          </a:p>
          <a:p>
            <a:r>
              <a:t>          "raw_mean": 0.07772233333333332,</a:t>
            </a:r>
          </a:p>
          <a:p>
            <a:r>
              <a:t>          "value": 0.45244563820066475,</a:t>
            </a:r>
          </a:p>
          <a:p>
            <a:r>
              <a:t>          "prior_start": "2024-11-01",</a:t>
            </a:r>
          </a:p>
          <a:p>
            <a:r>
              <a:t>          "prior_end": "2024-11-30",</a:t>
            </a:r>
          </a:p>
          <a:p>
            <a:r>
              <a:t>          "prior_days": 30,</a:t>
            </a:r>
          </a:p>
          <a:p>
            <a:r>
              <a:t>          "prior_raw_mean": 0.004919000000000001,</a:t>
            </a:r>
          </a:p>
          <a:p>
            <a:r>
              <a:t>          "prior_value": 0.028635013886730155,</a:t>
            </a:r>
          </a:p>
          <a:p>
            <a:r>
              <a:t>          "yoy_fraction": 14.800433692484921,</a:t>
            </a:r>
          </a:p>
          <a:p>
            <a:r>
              <a:t>          "yoy_pct": 1480.0433692484921,</a:t>
            </a:r>
          </a:p>
          <a:p>
            <a:r>
              <a:t>          "value_label": "0.5",</a:t>
            </a:r>
          </a:p>
          <a:p>
            <a:r>
              <a:t>          "yoy_label": "(+1480.0%)",</a:t>
            </a:r>
          </a:p>
          <a:p>
            <a:r>
              <a:t>          "label": "0.5\n(+1480.0%)"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"NV_XB05",</a:t>
            </a:r>
          </a:p>
          <a:p>
            <a:r>
              <a:t>          "month": "2025-12",</a:t>
            </a:r>
          </a:p>
          <a:p>
            <a:r>
              <a:t>          "start": "2025-12-01",</a:t>
            </a:r>
          </a:p>
          <a:p>
            <a:r>
              <a:t>          "end": "2025-12-31",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1.94798,</a:t>
            </a:r>
          </a:p>
          <a:p>
            <a:r>
              <a:t>          "raw_mean": 0.06283806451612903,</a:t>
            </a:r>
          </a:p>
          <a:p>
            <a:r>
              <a:t>          "value": 0.3657997255610083,</a:t>
            </a:r>
          </a:p>
          <a:p>
            <a:r>
              <a:t>          "prior_start": "2024-12-01",</a:t>
            </a:r>
          </a:p>
          <a:p>
            <a:r>
              <a:t>          "prior_end": "2024-12-31",</a:t>
            </a:r>
          </a:p>
          <a:p>
            <a:r>
              <a:t>          "prior_days": 31,</a:t>
            </a:r>
          </a:p>
          <a:p>
            <a:r>
              <a:t>          "prior_raw_mean": 0.0,</a:t>
            </a:r>
          </a:p>
          <a:p>
            <a:r>
              <a:t>          "prior_value": 0.0,</a:t>
            </a:r>
          </a:p>
          <a:p>
            <a:r>
              <a:t>          "yoy_fraction": null,</a:t>
            </a:r>
          </a:p>
          <a:p>
            <a:r>
              <a:t>          "yoy_pct": null,</a:t>
            </a:r>
          </a:p>
          <a:p>
            <a:r>
              <a:t>          "value_label": "0.4",</a:t>
            </a:r>
          </a:p>
          <a:p>
            <a:r>
              <a:t>          "yoy_label": "(전년0)",</a:t>
            </a:r>
          </a:p>
          <a:p>
            <a:r>
              <a:t>          "label": "0.4\n(전년0)"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"NV_XB05",</a:t>
            </a:r>
          </a:p>
          <a:p>
            <a:r>
              <a:t>          "month": "2026-01",</a:t>
            </a:r>
          </a:p>
          <a:p>
            <a:r>
              <a:t>          "start": "2026-01-01",</a:t>
            </a:r>
          </a:p>
          <a:p>
            <a:r>
              <a:t>          "end": "2026-01-31",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1.00351,</a:t>
            </a:r>
          </a:p>
          <a:p>
            <a:r>
              <a:t>          "raw_mean": 0.03237129032258064,</a:t>
            </a:r>
          </a:p>
          <a:p>
            <a:r>
              <a:t>          "value": 0.18844325023754221,</a:t>
            </a:r>
          </a:p>
          <a:p>
            <a:r>
              <a:t>          "prior_start": "2025-01-01",</a:t>
            </a:r>
          </a:p>
          <a:p>
            <a:r>
              <a:t>          "prior_end": "2025-01-31",</a:t>
            </a:r>
          </a:p>
          <a:p>
            <a:r>
              <a:t>          "prior_days": 31,</a:t>
            </a:r>
          </a:p>
          <a:p>
            <a:r>
              <a:t>          "prior_raw_mean": 0.009520645161290323,</a:t>
            </a:r>
          </a:p>
          <a:p>
            <a:r>
              <a:t>          "prior_value": 0.055422607522703525,</a:t>
            </a:r>
          </a:p>
          <a:p>
            <a:r>
              <a:t>          "yoy_fraction": 2.400115199566307,</a:t>
            </a:r>
          </a:p>
          <a:p>
            <a:r>
              <a:t>          "yoy_pct": 240.0115199566307,</a:t>
            </a:r>
          </a:p>
          <a:p>
            <a:r>
              <a:t>          "value_label": "0.2",</a:t>
            </a:r>
          </a:p>
          <a:p>
            <a:r>
              <a:t>          "yoy_label": "(+240.0%)",</a:t>
            </a:r>
          </a:p>
          <a:p>
            <a:r>
              <a:t>          "label": "0.2\n(+240.0%)"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"NV_XB05",</a:t>
            </a:r>
          </a:p>
          <a:p>
            <a:r>
              <a:t>          "month": "2026-02",</a:t>
            </a:r>
          </a:p>
          <a:p>
            <a:r>
              <a:t>          "start": "2026-02-01",</a:t>
            </a:r>
          </a:p>
          <a:p>
            <a:r>
              <a:t>          "end": "2026-02-28",</a:t>
            </a:r>
          </a:p>
          <a:p>
            <a:r>
              <a:t>          "days": 28,</a:t>
            </a:r>
          </a:p>
          <a:p>
            <a:r>
              <a:t>          "partial": false,</a:t>
            </a:r>
          </a:p>
          <a:p>
            <a:r>
              <a:t>          "raw_sum": 1.29864,</a:t>
            </a:r>
          </a:p>
          <a:p>
            <a:r>
              <a:t>          "raw_mean": 0.04638,</a:t>
            </a:r>
          </a:p>
          <a:p>
            <a:r>
              <a:t>          "value": 0.2699922634817126,</a:t>
            </a:r>
          </a:p>
          <a:p>
            <a:r>
              <a:t>          "prior_start": "2025-02-01",</a:t>
            </a:r>
          </a:p>
          <a:p>
            <a:r>
              <a:t>          "prior_end": "2025-02-28",</a:t>
            </a:r>
          </a:p>
          <a:p>
            <a:r>
              <a:t>          "prior_days": 28,</a:t>
            </a:r>
          </a:p>
          <a:p>
            <a:r>
              <a:t>          "prior_raw_mean": 0.016865714285714286,</a:t>
            </a:r>
          </a:p>
          <a:p>
            <a:r>
              <a:t>          "prior_value": 0.0981805169304842,</a:t>
            </a:r>
          </a:p>
          <a:p>
            <a:r>
              <a:t>          "yoy_fraction": 1.7499576486532264,</a:t>
            </a:r>
          </a:p>
          <a:p>
            <a:r>
              <a:t>          "yoy_pct": 174.99576486532266,</a:t>
            </a:r>
          </a:p>
          <a:p>
            <a:r>
              <a:t>          "value_label": "0.3",</a:t>
            </a:r>
          </a:p>
          <a:p>
            <a:r>
              <a:t>          "yoy_label": "(+175.0%)",</a:t>
            </a:r>
          </a:p>
          <a:p>
            <a:r>
              <a:t>          "label": "0.3\n(+175.0%)"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"NV_XB05",</a:t>
            </a:r>
          </a:p>
          <a:p>
            <a:r>
              <a:t>          "month": "2026-03",</a:t>
            </a:r>
          </a:p>
          <a:p>
            <a:r>
              <a:t>          "start": "2026-03-01",</a:t>
            </a:r>
          </a:p>
          <a:p>
            <a:r>
              <a:t>          "end": "2026-03-31",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1.0625499999999999,</a:t>
            </a:r>
          </a:p>
          <a:p>
            <a:r>
              <a:t>          "raw_mean": 0.0342758064516129,</a:t>
            </a:r>
          </a:p>
          <a:p>
            <a:r>
              <a:t>          "value": 0.19953002515161827,</a:t>
            </a:r>
          </a:p>
          <a:p>
            <a:r>
              <a:t>          "prior_start": "2025-03-01",</a:t>
            </a:r>
          </a:p>
          <a:p>
            <a:r>
              <a:t>          "prior_end": "2025-03-31",</a:t>
            </a:r>
          </a:p>
          <a:p>
            <a:r>
              <a:t>          "prior_days": 31,</a:t>
            </a:r>
          </a:p>
          <a:p>
            <a:r>
              <a:t>          "prior_raw_mean": 0.009520645161290323,</a:t>
            </a:r>
          </a:p>
          <a:p>
            <a:r>
              <a:t>          "prior_value": 0.055422607522703525,</a:t>
            </a:r>
          </a:p>
          <a:p>
            <a:r>
              <a:t>          "yoy_fraction": 2.6001558582367683,</a:t>
            </a:r>
          </a:p>
          <a:p>
            <a:r>
              <a:t>          "yoy_pct": 260.0155858236768,</a:t>
            </a:r>
          </a:p>
          <a:p>
            <a:r>
              <a:t>          "value_label": "0.2",</a:t>
            </a:r>
          </a:p>
          <a:p>
            <a:r>
              <a:t>          "yoy_label": "(+260.0%)",</a:t>
            </a:r>
          </a:p>
          <a:p>
            <a:r>
              <a:t>          "label": "0.2\n(+260.0%)"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"NV_XB05",</a:t>
            </a:r>
          </a:p>
          <a:p>
            <a:r>
              <a:t>          "month": "2026-04",</a:t>
            </a:r>
          </a:p>
          <a:p>
            <a:r>
              <a:t>          "start": "2026-04-01",</a:t>
            </a:r>
          </a:p>
          <a:p>
            <a:r>
              <a:t>          "end": "2026-04-30",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3.896,</a:t>
            </a:r>
          </a:p>
          <a:p>
            <a:r>
              <a:t>          "raw_mean": 0.12986666666666666,</a:t>
            </a:r>
          </a:p>
          <a:p>
            <a:r>
              <a:t>          "value": 0.7559938612367058,</a:t>
            </a:r>
          </a:p>
          <a:p>
            <a:r>
              <a:t>          "prior_start": "2025-04-01",</a:t>
            </a:r>
          </a:p>
          <a:p>
            <a:r>
              <a:t>          "prior_end": "2025-04-30",</a:t>
            </a:r>
          </a:p>
          <a:p>
            <a:r>
              <a:t>          "prior_days": 30,</a:t>
            </a:r>
          </a:p>
          <a:p>
            <a:r>
              <a:t>          "prior_raw_mean": 0.0,</a:t>
            </a:r>
          </a:p>
          <a:p>
            <a:r>
              <a:t>          "prior_value": 0.0,</a:t>
            </a:r>
          </a:p>
          <a:p>
            <a:r>
              <a:t>          "yoy_fraction": null,</a:t>
            </a:r>
          </a:p>
          <a:p>
            <a:r>
              <a:t>          "yoy_pct": null,</a:t>
            </a:r>
          </a:p>
          <a:p>
            <a:r>
              <a:t>          "value_label": "0.8",</a:t>
            </a:r>
          </a:p>
          <a:p>
            <a:r>
              <a:t>          "yoy_label": "(전년0)",</a:t>
            </a:r>
          </a:p>
          <a:p>
            <a:r>
              <a:t>          "label": "0.8\n(전년0)"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"NV_XB05",</a:t>
            </a:r>
          </a:p>
          <a:p>
            <a:r>
              <a:t>          "month": "2026-05",</a:t>
            </a:r>
          </a:p>
          <a:p>
            <a:r>
              <a:t>          "start": "2026-05-01",</a:t>
            </a:r>
          </a:p>
          <a:p>
            <a:r>
              <a:t>          "end": "2026-05-31",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4.89954,</a:t>
            </a:r>
          </a:p>
          <a:p>
            <a:r>
              <a:t>          "raw_mean": 0.15804967741935483,</a:t>
            </a:r>
          </a:p>
          <a:p>
            <a:r>
              <a:t>          "value": 0.9200558462485153,</a:t>
            </a:r>
          </a:p>
          <a:p>
            <a:r>
              <a:t>          "prior_start": "2025-05-01",</a:t>
            </a:r>
          </a:p>
          <a:p>
            <a:r>
              <a:t>          "prior_end": "2025-05-31",</a:t>
            </a:r>
          </a:p>
          <a:p>
            <a:r>
              <a:t>          "prior_days": 31,</a:t>
            </a:r>
          </a:p>
          <a:p>
            <a:r>
              <a:t>          "prior_raw_mean": 0.0,</a:t>
            </a:r>
          </a:p>
          <a:p>
            <a:r>
              <a:t>          "prior_value": 0.0,</a:t>
            </a:r>
          </a:p>
          <a:p>
            <a:r>
              <a:t>          "yoy_fraction": null,</a:t>
            </a:r>
          </a:p>
          <a:p>
            <a:r>
              <a:t>          "yoy_pct": null,</a:t>
            </a:r>
          </a:p>
          <a:p>
            <a:r>
              <a:t>          "value_label": "0.9",</a:t>
            </a:r>
          </a:p>
          <a:p>
            <a:r>
              <a:t>          "yoy_label": "(전년0)",</a:t>
            </a:r>
          </a:p>
          <a:p>
            <a:r>
              <a:t>          "label": "0.9\n(전년0)"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"NV_XB05",</a:t>
            </a:r>
          </a:p>
          <a:p>
            <a:r>
              <a:t>          "month": "2026-06",</a:t>
            </a:r>
          </a:p>
          <a:p>
            <a:r>
              <a:t>          "start": "2026-06-01",</a:t>
            </a:r>
          </a:p>
          <a:p>
            <a:r>
              <a:t>          "end": "2026-06-30",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1.74139,</a:t>
            </a:r>
          </a:p>
          <a:p>
            <a:r>
              <a:t>          "raw_mean": 0.05804633333333333,</a:t>
            </a:r>
          </a:p>
          <a:p>
            <a:r>
              <a:t>          "value": 0.3379055826537441,</a:t>
            </a:r>
          </a:p>
          <a:p>
            <a:r>
              <a:t>          "prior_start": "2025-06-01",</a:t>
            </a:r>
          </a:p>
          <a:p>
            <a:r>
              <a:t>          "prior_end": "2025-06-30",</a:t>
            </a:r>
          </a:p>
          <a:p>
            <a:r>
              <a:t>          "prior_days": 30,</a:t>
            </a:r>
          </a:p>
          <a:p>
            <a:r>
              <a:t>          "prior_raw_mean": 0.0,</a:t>
            </a:r>
          </a:p>
          <a:p>
            <a:r>
              <a:t>          "prior_value": 0.0,</a:t>
            </a:r>
          </a:p>
          <a:p>
            <a:r>
              <a:t>          "yoy_fraction": null,</a:t>
            </a:r>
          </a:p>
          <a:p>
            <a:r>
              <a:t>          "yoy_pct": null,</a:t>
            </a:r>
          </a:p>
          <a:p>
            <a:r>
              <a:t>          "value_label": "0.3",</a:t>
            </a:r>
          </a:p>
          <a:p>
            <a:r>
              <a:t>          "yoy_label": "(전년0)",</a:t>
            </a:r>
          </a:p>
          <a:p>
            <a:r>
              <a:t>          "label": "0.3\n(전년0)"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"NV_XB05",</a:t>
            </a:r>
          </a:p>
          <a:p>
            <a:r>
              <a:t>          "month": "2026-07",</a:t>
            </a:r>
          </a:p>
          <a:p>
            <a:r>
              <a:t>          "start": "2026-07-01",</a:t>
            </a:r>
          </a:p>
          <a:p>
            <a:r>
              <a:t>          "end": "2026-07-31",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1.82992,</a:t>
            </a:r>
          </a:p>
          <a:p>
            <a:r>
              <a:t>          "raw_mean": 0.05902967741935484,</a:t>
            </a:r>
          </a:p>
          <a:p>
            <a:r>
              <a:t>          "value": 0.34362993141541515,</a:t>
            </a:r>
          </a:p>
          <a:p>
            <a:r>
              <a:t>          "prior_start": "2025-07-01",</a:t>
            </a:r>
          </a:p>
          <a:p>
            <a:r>
              <a:t>          "prior_end": "2025-07-31",</a:t>
            </a:r>
          </a:p>
          <a:p>
            <a:r>
              <a:t>          "prior_days": 31,</a:t>
            </a:r>
          </a:p>
          <a:p>
            <a:r>
              <a:t>          "prior_raw_mean": 0.07331129032258064,</a:t>
            </a:r>
          </a:p>
          <a:p>
            <a:r>
              <a:t>          "prior_value": 0.42676759838202943,</a:t>
            </a:r>
          </a:p>
          <a:p>
            <a:r>
              <a:t>          "yoy_fraction": -0.1948078234659979,</a:t>
            </a:r>
          </a:p>
          <a:p>
            <a:r>
              <a:t>          "yoy_pct": -19.48078234659979,</a:t>
            </a:r>
          </a:p>
          <a:p>
            <a:r>
              <a:t>          "value_label": "0.3",</a:t>
            </a:r>
          </a:p>
          <a:p>
            <a:r>
              <a:t>          "yoy_label": "(-19.5%)",</a:t>
            </a:r>
          </a:p>
          <a:p>
            <a:r>
              <a:t>          "label": "0.3\n(-19.5%)"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"NV_XB05",</a:t>
            </a:r>
          </a:p>
          <a:p>
            <a:r>
              <a:t>          "month": "2026-08",</a:t>
            </a:r>
          </a:p>
          <a:p>
            <a:r>
              <a:t>          "start": "2026-08-01",</a:t>
            </a:r>
          </a:p>
          <a:p>
            <a:r>
              <a:t>          "end": "2026-08-31",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1.23963,</a:t>
            </a:r>
          </a:p>
          <a:p>
            <a:r>
              <a:t>          "raw_mean": 0.03998806451612903,</a:t>
            </a:r>
          </a:p>
          <a:p>
            <a:r>
              <a:t>          "value": 0.2327828385287286,</a:t>
            </a:r>
          </a:p>
          <a:p>
            <a:r>
              <a:t>          "prior_start": "2025-08-01",</a:t>
            </a:r>
          </a:p>
          <a:p>
            <a:r>
              <a:t>          "prior_end": "2025-08-31",</a:t>
            </a:r>
          </a:p>
          <a:p>
            <a:r>
              <a:t>          "prior_days": 31,</a:t>
            </a:r>
          </a:p>
          <a:p>
            <a:r>
              <a:t>          "prior_raw_mean": 0.02665838709677419,</a:t>
            </a:r>
          </a:p>
          <a:p>
            <a:r>
              <a:t>          "prior_value": 0.15518668117787293,</a:t>
            </a:r>
          </a:p>
          <a:p>
            <a:r>
              <a:t>          "yoy_fraction": 0.5000181507968198,</a:t>
            </a:r>
          </a:p>
          <a:p>
            <a:r>
              <a:t>          "yoy_pct": 50.001815079681975,</a:t>
            </a:r>
          </a:p>
          <a:p>
            <a:r>
              <a:t>          "value_label": "0.2",</a:t>
            </a:r>
          </a:p>
          <a:p>
            <a:r>
              <a:t>          "yoy_label": "(+50.0%)",</a:t>
            </a:r>
          </a:p>
          <a:p>
            <a:r>
              <a:t>          "label": "0.2\n(+50.0%)"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"NV_XB05",</a:t>
            </a:r>
          </a:p>
          <a:p>
            <a:r>
              <a:t>          "month": "2026-09",</a:t>
            </a:r>
          </a:p>
          <a:p>
            <a:r>
              <a:t>          "start": "2026-09-01",</a:t>
            </a:r>
          </a:p>
          <a:p>
            <a:r>
              <a:t>          "end": "2026-09-30",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166.29266,</a:t>
            </a:r>
          </a:p>
          <a:p>
            <a:r>
              <a:t>          "raw_mean": 5.543088666666667,</a:t>
            </a:r>
          </a:p>
          <a:p>
            <a:r>
              <a:t>          "value": 32.268026213737855,</a:t>
            </a:r>
          </a:p>
          <a:p>
            <a:r>
              <a:t>          "prior_start": "2025-09-01",</a:t>
            </a:r>
          </a:p>
          <a:p>
            <a:r>
              <a:t>          "prior_end": "2025-09-30",</a:t>
            </a:r>
          </a:p>
          <a:p>
            <a:r>
              <a:t>          "prior_days": 30,</a:t>
            </a:r>
          </a:p>
          <a:p>
            <a:r>
              <a:t>          "prior_raw_mean": 0.07575566666666668,</a:t>
            </a:r>
          </a:p>
          <a:p>
            <a:r>
              <a:t>          "prior_value": 0.4409970658667413,</a:t>
            </a:r>
          </a:p>
          <a:p>
            <a:r>
              <a:t>          "yoy_fraction": 72.17061429948033,</a:t>
            </a:r>
          </a:p>
          <a:p>
            <a:r>
              <a:t>          "yoy_pct": 7217.061429948033,</a:t>
            </a:r>
          </a:p>
          <a:p>
            <a:r>
              <a:t>          "value_label": "32.3",</a:t>
            </a:r>
          </a:p>
          <a:p>
            <a:r>
              <a:t>          "yoy_label": "(+7217.1%)",</a:t>
            </a:r>
          </a:p>
          <a:p>
            <a:r>
              <a:t>          "label": "32.3\n(+7217.1%)"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"NV_XB05",</a:t>
            </a:r>
          </a:p>
          <a:p>
            <a:r>
              <a:t>          "month": "2026-10",</a:t>
            </a:r>
          </a:p>
          <a:p>
            <a:r>
              <a:t>          "start": "2026-10-01",</a:t>
            </a:r>
          </a:p>
          <a:p>
            <a:r>
              <a:t>          "end": "2026-10-19",</a:t>
            </a:r>
          </a:p>
          <a:p>
            <a:r>
              <a:t>          "days": 19,</a:t>
            </a:r>
          </a:p>
          <a:p>
            <a:r>
              <a:t>          "partial": true,</a:t>
            </a:r>
          </a:p>
          <a:p>
            <a:r>
              <a:t>          "raw_sum": 86.54064,</a:t>
            </a:r>
          </a:p>
          <a:p>
            <a:r>
              <a:t>          "raw_mean": 4.55477052631579,</a:t>
            </a:r>
          </a:p>
          <a:p>
            <a:r>
              <a:t>          "value": 26.514721949973943,</a:t>
            </a:r>
          </a:p>
          <a:p>
            <a:r>
              <a:t>          "prior_start": "2025-10-01",</a:t>
            </a:r>
          </a:p>
          <a:p>
            <a:r>
              <a:t>          "prior_end": "2025-10-19",</a:t>
            </a:r>
          </a:p>
          <a:p>
            <a:r>
              <a:t>          "prior_days": 19,</a:t>
            </a:r>
          </a:p>
          <a:p>
            <a:r>
              <a:t>          "prior_raw_mean": 0.16932368421052632,</a:t>
            </a:r>
          </a:p>
          <a:p>
            <a:r>
              <a:t>          "prior_value": 0.985685311795229,</a:t>
            </a:r>
          </a:p>
          <a:p>
            <a:r>
              <a:t>          "yoy_fraction": 25.899783970284258,</a:t>
            </a:r>
          </a:p>
          <a:p>
            <a:r>
              <a:t>          "yoy_pct": 2589.9783970284257,</a:t>
            </a:r>
          </a:p>
          <a:p>
            <a:r>
              <a:t>          "value_label": "26.5",</a:t>
            </a:r>
          </a:p>
          <a:p>
            <a:r>
              <a:t>          "yoy_label": "(+2590.0%)",</a:t>
            </a:r>
          </a:p>
          <a:p>
            <a:r>
              <a:t>          "label": "26.5\n(+2590.0%)"</a:t>
            </a:r>
          </a:p>
          <a:p>
            <a:r>
              <a:t>        }</a:t>
            </a:r>
          </a:p>
          <a:p>
            <a:r>
              <a:t>      ]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"NV_XB06",</a:t>
            </a:r>
          </a:p>
          <a:p>
            <a:r>
              <a:t>      "label": "크림·마요",</a:t>
            </a:r>
          </a:p>
          <a:p>
            <a:r>
              <a:t>      "points": [</a:t>
            </a:r>
          </a:p>
          <a:p>
            <a:r>
              <a:t>        {</a:t>
            </a:r>
          </a:p>
          <a:p>
            <a:r>
              <a:t>          "group_id": "NV_XB06",</a:t>
            </a:r>
          </a:p>
          <a:p>
            <a:r>
              <a:t>          "month": "2025-01",</a:t>
            </a:r>
          </a:p>
          <a:p>
            <a:r>
              <a:t>          "start": "2025-01-01",</a:t>
            </a:r>
          </a:p>
          <a:p>
            <a:r>
              <a:t>          "end": "2025-01-31",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61.12735,</a:t>
            </a:r>
          </a:p>
          <a:p>
            <a:r>
              <a:t>          "raw_mean": 1.97185,</a:t>
            </a:r>
          </a:p>
          <a:p>
            <a:r>
              <a:t>          "value": 4.43306517843433,</a:t>
            </a:r>
          </a:p>
          <a:p>
            <a:r>
              <a:t>          "prior_start": "2024-01-01",</a:t>
            </a:r>
          </a:p>
          <a:p>
            <a:r>
              <a:t>          "prior_end": "2024-01-31",</a:t>
            </a:r>
          </a:p>
          <a:p>
            <a:r>
              <a:t>          "prior_days": 31,</a:t>
            </a:r>
          </a:p>
          <a:p>
            <a:r>
              <a:t>          "prior_raw_mean": 2.0880090322580647,</a:t>
            </a:r>
          </a:p>
          <a:p>
            <a:r>
              <a:t>          "prior_value": 4.694211087638304,</a:t>
            </a:r>
          </a:p>
          <a:p>
            <a:r>
              <a:t>          "yoy_fraction": -0.055631479779781,</a:t>
            </a:r>
          </a:p>
          <a:p>
            <a:r>
              <a:t>          "yoy_pct": -5.5631479779781,</a:t>
            </a:r>
          </a:p>
          <a:p>
            <a:r>
              <a:t>          "value_label": "4.4",</a:t>
            </a:r>
          </a:p>
          <a:p>
            <a:r>
              <a:t>          "yoy_label": "(-5.6%)",</a:t>
            </a:r>
          </a:p>
          <a:p>
            <a:r>
              <a:t>          "label": "4.4\n(-5.6%)"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"NV_XB06",</a:t>
            </a:r>
          </a:p>
          <a:p>
            <a:r>
              <a:t>          "month": "2025-02",</a:t>
            </a:r>
          </a:p>
          <a:p>
            <a:r>
              <a:t>          "start": "2025-02-01",</a:t>
            </a:r>
          </a:p>
          <a:p>
            <a:r>
              <a:t>          "end": "2025-02-28",</a:t>
            </a:r>
          </a:p>
          <a:p>
            <a:r>
              <a:t>          "days": 28,</a:t>
            </a:r>
          </a:p>
          <a:p>
            <a:r>
              <a:t>          "partial": false,</a:t>
            </a:r>
          </a:p>
          <a:p>
            <a:r>
              <a:t>          "raw_sum": 62.60319,</a:t>
            </a:r>
          </a:p>
          <a:p>
            <a:r>
              <a:t>          "raw_mean": 2.235828214285714,</a:t>
            </a:r>
          </a:p>
          <a:p>
            <a:r>
              <a:t>          "value": 5.0265345749986095,</a:t>
            </a:r>
          </a:p>
          <a:p>
            <a:r>
              <a:t>          "prior_start": "2024-02-01",</a:t>
            </a:r>
          </a:p>
          <a:p>
            <a:r>
              <a:t>          "prior_end": "2024-02-29",</a:t>
            </a:r>
          </a:p>
          <a:p>
            <a:r>
              <a:t>          "prior_days": 29,</a:t>
            </a:r>
          </a:p>
          <a:p>
            <a:r>
              <a:t>          "prior_raw_mean": 2.2706875862068965,</a:t>
            </a:r>
          </a:p>
          <a:p>
            <a:r>
              <a:t>          "prior_value": 5.10490456653239,</a:t>
            </a:r>
          </a:p>
          <a:p>
            <a:r>
              <a:t>          "yoy_fraction": -0.015351901394508372,</a:t>
            </a:r>
          </a:p>
          <a:p>
            <a:r>
              <a:t>          "yoy_pct": -1.5351901394508372,</a:t>
            </a:r>
          </a:p>
          <a:p>
            <a:r>
              <a:t>          "value_label": "5.0",</a:t>
            </a:r>
          </a:p>
          <a:p>
            <a:r>
              <a:t>          "yoy_label": "(-1.5%)",</a:t>
            </a:r>
          </a:p>
          <a:p>
            <a:r>
              <a:t>          "label": "5.0\n(-1.5%)"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"NV_XB06",</a:t>
            </a:r>
          </a:p>
          <a:p>
            <a:r>
              <a:t>          "month": "2025-03",</a:t>
            </a:r>
          </a:p>
          <a:p>
            <a:r>
              <a:t>          "start": "2025-03-01",</a:t>
            </a:r>
          </a:p>
          <a:p>
            <a:r>
              <a:t>          "end": "2025-03-31",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60.47804,</a:t>
            </a:r>
          </a:p>
          <a:p>
            <a:r>
              <a:t>          "raw_mean": 1.9509045161290322,</a:t>
            </a:r>
          </a:p>
          <a:p>
            <a:r>
              <a:t>          "value": 4.385976051374033,</a:t>
            </a:r>
          </a:p>
          <a:p>
            <a:r>
              <a:t>          "prior_start": "2024-03-01",</a:t>
            </a:r>
          </a:p>
          <a:p>
            <a:r>
              <a:t>          "prior_end": "2024-03-31",</a:t>
            </a:r>
          </a:p>
          <a:p>
            <a:r>
              <a:t>          "prior_days": 31,</a:t>
            </a:r>
          </a:p>
          <a:p>
            <a:r>
              <a:t>          "prior_raw_mean": 2.297478064516129,</a:t>
            </a:r>
          </a:p>
          <a:p>
            <a:r>
              <a:t>          "prior_value": 5.165134267831301,</a:t>
            </a:r>
          </a:p>
          <a:p>
            <a:r>
              <a:t>          "yoy_fraction": -0.150849557059901,</a:t>
            </a:r>
          </a:p>
          <a:p>
            <a:r>
              <a:t>          "yoy_pct": -15.0849557059901,</a:t>
            </a:r>
          </a:p>
          <a:p>
            <a:r>
              <a:t>          "value_label": "4.4",</a:t>
            </a:r>
          </a:p>
          <a:p>
            <a:r>
              <a:t>          "yoy_label": "(-15.1%)",</a:t>
            </a:r>
          </a:p>
          <a:p>
            <a:r>
              <a:t>          "label": "4.4\n(-15.1%)"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"NV_XB06",</a:t>
            </a:r>
          </a:p>
          <a:p>
            <a:r>
              <a:t>          "month": "2025-04",</a:t>
            </a:r>
          </a:p>
          <a:p>
            <a:r>
              <a:t>          "start": "2025-04-01",</a:t>
            </a:r>
          </a:p>
          <a:p>
            <a:r>
              <a:t>          "end": "2025-04-30",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63.9904,</a:t>
            </a:r>
          </a:p>
          <a:p>
            <a:r>
              <a:t>          "raw_mean": 2.1330133333333334,</a:t>
            </a:r>
          </a:p>
          <a:p>
            <a:r>
              <a:t>          "value": 4.795388661985514,</a:t>
            </a:r>
          </a:p>
          <a:p>
            <a:r>
              <a:t>          "prior_start": "2024-04-01",</a:t>
            </a:r>
          </a:p>
          <a:p>
            <a:r>
              <a:t>          "prior_end": "2024-04-30",</a:t>
            </a:r>
          </a:p>
          <a:p>
            <a:r>
              <a:t>          "prior_days": 30,</a:t>
            </a:r>
          </a:p>
          <a:p>
            <a:r>
              <a:t>          "prior_raw_mean": 2.6033003333333338,</a:t>
            </a:r>
          </a:p>
          <a:p>
            <a:r>
              <a:t>          "prior_value": 5.85267644937824,</a:t>
            </a:r>
          </a:p>
          <a:p>
            <a:r>
              <a:t>          "yoy_fraction": -0.18065030529836423,</a:t>
            </a:r>
          </a:p>
          <a:p>
            <a:r>
              <a:t>          "yoy_pct": -18.065030529836424,</a:t>
            </a:r>
          </a:p>
          <a:p>
            <a:r>
              <a:t>          "value_label": "4.8",</a:t>
            </a:r>
          </a:p>
          <a:p>
            <a:r>
              <a:t>          "yoy_label": "(-18.1%)",</a:t>
            </a:r>
          </a:p>
          <a:p>
            <a:r>
              <a:t>          "label": "4.8\n(-18.1%)"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"NV_XB06",</a:t>
            </a:r>
          </a:p>
          <a:p>
            <a:r>
              <a:t>          "month": "2025-05",</a:t>
            </a:r>
          </a:p>
          <a:p>
            <a:r>
              <a:t>          "start": "2025-05-01",</a:t>
            </a:r>
          </a:p>
          <a:p>
            <a:r>
              <a:t>          "end": "2025-05-31",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69.65746,</a:t>
            </a:r>
          </a:p>
          <a:p>
            <a:r>
              <a:t>          "raw_mean": 2.2470148387096773,</a:t>
            </a:r>
          </a:p>
          <a:p>
            <a:r>
              <a:t>          "value": 5.0516840717646385,</a:t>
            </a:r>
          </a:p>
          <a:p>
            <a:r>
              <a:t>          "prior_start": "2024-05-01",</a:t>
            </a:r>
          </a:p>
          <a:p>
            <a:r>
              <a:t>          "prior_end": "2024-05-31",</a:t>
            </a:r>
          </a:p>
          <a:p>
            <a:r>
              <a:t>          "prior_days": 31,</a:t>
            </a:r>
          </a:p>
          <a:p>
            <a:r>
              <a:t>          "prior_raw_mean": 2.5117064516129033,</a:t>
            </a:r>
          </a:p>
          <a:p>
            <a:r>
              <a:t>          "prior_value": 5.646757313737867,</a:t>
            </a:r>
          </a:p>
          <a:p>
            <a:r>
              <a:t>          "yoy_fraction": -0.105383179922659,</a:t>
            </a:r>
          </a:p>
          <a:p>
            <a:r>
              <a:t>          "yoy_pct": -10.538317992265899,</a:t>
            </a:r>
          </a:p>
          <a:p>
            <a:r>
              <a:t>          "value_label": "5.1",</a:t>
            </a:r>
          </a:p>
          <a:p>
            <a:r>
              <a:t>          "yoy_label": "(-10.5%)",</a:t>
            </a:r>
          </a:p>
          <a:p>
            <a:r>
              <a:t>          "label": "5.1\n(-10.5%)"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"NV_XB06",</a:t>
            </a:r>
          </a:p>
          <a:p>
            <a:r>
              <a:t>          "month": "2025-06",</a:t>
            </a:r>
          </a:p>
          <a:p>
            <a:r>
              <a:t>          "start": "2025-06-01",</a:t>
            </a:r>
          </a:p>
          <a:p>
            <a:r>
              <a:t>          "end": "2025-06-30",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200.20647,</a:t>
            </a:r>
          </a:p>
          <a:p>
            <a:r>
              <a:t>          "raw_mean": 6.6735489999999995,</a:t>
            </a:r>
          </a:p>
          <a:p>
            <a:r>
              <a:t>          "value": 15.003310438661787,</a:t>
            </a:r>
          </a:p>
          <a:p>
            <a:r>
              <a:t>          "prior_start": "2024-06-01",</a:t>
            </a:r>
          </a:p>
          <a:p>
            <a:r>
              <a:t>          "prior_end": "2024-06-30",</a:t>
            </a:r>
          </a:p>
          <a:p>
            <a:r>
              <a:t>          "prior_days": 30,</a:t>
            </a:r>
          </a:p>
          <a:p>
            <a:r>
              <a:t>          "prior_raw_mean": 2.4330936666666667,</a:t>
            </a:r>
          </a:p>
          <a:p>
            <a:r>
              <a:t>          "prior_value": 5.470021963926823,</a:t>
            </a:r>
          </a:p>
          <a:p>
            <a:r>
              <a:t>          "yoy_fraction": 1.742824532991674,</a:t>
            </a:r>
          </a:p>
          <a:p>
            <a:r>
              <a:t>          "yoy_pct": 174.2824532991674,</a:t>
            </a:r>
          </a:p>
          <a:p>
            <a:r>
              <a:t>          "value_label": "15.0",</a:t>
            </a:r>
          </a:p>
          <a:p>
            <a:r>
              <a:t>          "yoy_label": "(+174.3%)",</a:t>
            </a:r>
          </a:p>
          <a:p>
            <a:r>
              <a:t>          "label": "15.0\n(+174.3%)"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"NV_XB06",</a:t>
            </a:r>
          </a:p>
          <a:p>
            <a:r>
              <a:t>          "month": "2025-07",</a:t>
            </a:r>
          </a:p>
          <a:p>
            <a:r>
              <a:t>          "start": "2025-07-01",</a:t>
            </a:r>
          </a:p>
          <a:p>
            <a:r>
              <a:t>          "end": "2025-07-31",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181.69993,</a:t>
            </a:r>
          </a:p>
          <a:p>
            <a:r>
              <a:t>          "raw_mean": 5.8612880645161285,</a:t>
            </a:r>
          </a:p>
          <a:p>
            <a:r>
              <a:t>          "value": 13.17720517259386,</a:t>
            </a:r>
          </a:p>
          <a:p>
            <a:r>
              <a:t>          "prior_start": "2024-07-01",</a:t>
            </a:r>
          </a:p>
          <a:p>
            <a:r>
              <a:t>          "prior_end": "2024-07-31",</a:t>
            </a:r>
          </a:p>
          <a:p>
            <a:r>
              <a:t>          "prior_days": 31,</a:t>
            </a:r>
          </a:p>
          <a:p>
            <a:r>
              <a:t>          "prior_raw_mean": 2.35174935483871,</a:t>
            </a:r>
          </a:p>
          <a:p>
            <a:r>
              <a:t>          "prior_value": 5.287145661861137,</a:t>
            </a:r>
          </a:p>
          <a:p>
            <a:r>
              <a:t>          "yoy_fraction": 1.4923098426524777,</a:t>
            </a:r>
          </a:p>
          <a:p>
            <a:r>
              <a:t>          "yoy_pct": 149.23098426524777,</a:t>
            </a:r>
          </a:p>
          <a:p>
            <a:r>
              <a:t>          "value_label": "13.2",</a:t>
            </a:r>
          </a:p>
          <a:p>
            <a:r>
              <a:t>          "yoy_label": "(+149.2%)",</a:t>
            </a:r>
          </a:p>
          <a:p>
            <a:r>
              <a:t>          "label": "13.2\n(+149.2%)"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"NV_XB06",</a:t>
            </a:r>
          </a:p>
          <a:p>
            <a:r>
              <a:t>          "month": "2025-08",</a:t>
            </a:r>
          </a:p>
          <a:p>
            <a:r>
              <a:t>          "start": "2025-08-01",</a:t>
            </a:r>
          </a:p>
          <a:p>
            <a:r>
              <a:t>          "end": "2025-08-31",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267.4733,</a:t>
            </a:r>
          </a:p>
          <a:p>
            <a:r>
              <a:t>          "raw_mean": 8.628170967741935,</a:t>
            </a:r>
          </a:p>
          <a:p>
            <a:r>
              <a:t>          "value": 19.39764397427533,</a:t>
            </a:r>
          </a:p>
          <a:p>
            <a:r>
              <a:t>          "prior_start": "2024-08-01",</a:t>
            </a:r>
          </a:p>
          <a:p>
            <a:r>
              <a:t>          "prior_end": "2024-08-31",</a:t>
            </a:r>
          </a:p>
          <a:p>
            <a:r>
              <a:t>          "prior_days": 31,</a:t>
            </a:r>
          </a:p>
          <a:p>
            <a:r>
              <a:t>          "prior_raw_mean": 2.3717429032258064,</a:t>
            </a:r>
          </a:p>
          <a:p>
            <a:r>
              <a:t>          "prior_value": 5.332094670735129,</a:t>
            </a:r>
          </a:p>
          <a:p>
            <a:r>
              <a:t>          "yoy_fraction": 2.637903145407019,</a:t>
            </a:r>
          </a:p>
          <a:p>
            <a:r>
              <a:t>          "yoy_pct": 263.7903145407019,</a:t>
            </a:r>
          </a:p>
          <a:p>
            <a:r>
              <a:t>          "value_label": "19.4",</a:t>
            </a:r>
          </a:p>
          <a:p>
            <a:r>
              <a:t>          "yoy_label": "(+263.8%)",</a:t>
            </a:r>
          </a:p>
          <a:p>
            <a:r>
              <a:t>          "label": "19.4\n(+263.8%)"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"NV_XB06",</a:t>
            </a:r>
          </a:p>
          <a:p>
            <a:r>
              <a:t>          "month": "2025-09",</a:t>
            </a:r>
          </a:p>
          <a:p>
            <a:r>
              <a:t>          "start": "2025-09-01",</a:t>
            </a:r>
          </a:p>
          <a:p>
            <a:r>
              <a:t>          "end": "2025-09-30",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184.56302,</a:t>
            </a:r>
          </a:p>
          <a:p>
            <a:r>
              <a:t>          "raw_mean": 6.152100666666667,</a:t>
            </a:r>
          </a:p>
          <a:p>
            <a:r>
              <a:t>          "value": 13.831002986851244,</a:t>
            </a:r>
          </a:p>
          <a:p>
            <a:r>
              <a:t>          "prior_start": "2024-09-01",</a:t>
            </a:r>
          </a:p>
          <a:p>
            <a:r>
              <a:t>          "prior_end": "2024-09-30",</a:t>
            </a:r>
          </a:p>
          <a:p>
            <a:r>
              <a:t>          "prior_days": 30,</a:t>
            </a:r>
          </a:p>
          <a:p>
            <a:r>
              <a:t>          "prior_raw_mean": 2.4232533333333333,</a:t>
            </a:r>
          </a:p>
          <a:p>
            <a:r>
              <a:t>          "prior_value": 5.447899166024251,</a:t>
            </a:r>
          </a:p>
          <a:p>
            <a:r>
              <a:t>          "yoy_fraction": 1.5387773461572318,</a:t>
            </a:r>
          </a:p>
          <a:p>
            <a:r>
              <a:t>          "yoy_pct": 153.87773461572317,</a:t>
            </a:r>
          </a:p>
          <a:p>
            <a:r>
              <a:t>          "value_label": "13.8",</a:t>
            </a:r>
          </a:p>
          <a:p>
            <a:r>
              <a:t>          "yoy_label": "(+153.9%)",</a:t>
            </a:r>
          </a:p>
          <a:p>
            <a:r>
              <a:t>          "label": "13.8\n(+153.9%)"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"NV_XB06",</a:t>
            </a:r>
          </a:p>
          <a:p>
            <a:r>
              <a:t>          "month": "2025-10",</a:t>
            </a:r>
          </a:p>
          <a:p>
            <a:r>
              <a:t>          "start": "2025-10-01",</a:t>
            </a:r>
          </a:p>
          <a:p>
            <a:r>
              <a:t>          "end": "2025-10-31",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275.08837,</a:t>
            </a:r>
          </a:p>
          <a:p>
            <a:r>
              <a:t>          "raw_mean": 8.873818387096774,</a:t>
            </a:r>
          </a:p>
          <a:p>
            <a:r>
              <a:t>          "value": 19.949902523817226,</a:t>
            </a:r>
          </a:p>
          <a:p>
            <a:r>
              <a:t>          "prior_start": "2024-10-01",</a:t>
            </a:r>
          </a:p>
          <a:p>
            <a:r>
              <a:t>          "prior_end": "2024-10-31",</a:t>
            </a:r>
          </a:p>
          <a:p>
            <a:r>
              <a:t>          "prior_days": 31,</a:t>
            </a:r>
          </a:p>
          <a:p>
            <a:r>
              <a:t>          "prior_raw_mean": 2.373647419354839,</a:t>
            </a:r>
          </a:p>
          <a:p>
            <a:r>
              <a:t>          "prior_value": 5.336376357543649,</a:t>
            </a:r>
          </a:p>
          <a:p>
            <a:r>
              <a:t>          "yoy_fraction": 2.738473673359918,</a:t>
            </a:r>
          </a:p>
          <a:p>
            <a:r>
              <a:t>          "yoy_pct": 273.8473673359918,</a:t>
            </a:r>
          </a:p>
          <a:p>
            <a:r>
              <a:t>          "value_label": "19.9",</a:t>
            </a:r>
          </a:p>
          <a:p>
            <a:r>
              <a:t>          "yoy_label": "(+273.8%)",</a:t>
            </a:r>
          </a:p>
          <a:p>
            <a:r>
              <a:t>          "label": "19.9\n(+273.8%)"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"NV_XB06",</a:t>
            </a:r>
          </a:p>
          <a:p>
            <a:r>
              <a:t>          "month": "2025-11",</a:t>
            </a:r>
          </a:p>
          <a:p>
            <a:r>
              <a:t>          "start": "2025-11-01",</a:t>
            </a:r>
          </a:p>
          <a:p>
            <a:r>
              <a:t>          "end": "2025-11-30",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148.08131,</a:t>
            </a:r>
          </a:p>
          <a:p>
            <a:r>
              <a:t>          "raw_mean": 4.9360436666666665,</a:t>
            </a:r>
          </a:p>
          <a:p>
            <a:r>
              <a:t>          "value": 11.0970932362661,</a:t>
            </a:r>
          </a:p>
          <a:p>
            <a:r>
              <a:t>          "prior_start": "2024-11-01",</a:t>
            </a:r>
          </a:p>
          <a:p>
            <a:r>
              <a:t>          "prior_end": "2024-11-30",</a:t>
            </a:r>
          </a:p>
          <a:p>
            <a:r>
              <a:t>          "prior_days": 30,</a:t>
            </a:r>
          </a:p>
          <a:p>
            <a:r>
              <a:t>          "prior_raw_mean": 2.2924,</a:t>
            </a:r>
          </a:p>
          <a:p>
            <a:r>
              <a:t>          "prior_value": 5.153717886777827,</a:t>
            </a:r>
          </a:p>
          <a:p>
            <a:r>
              <a:t>          "yoy_fraction": 1.1532209329378231,</a:t>
            </a:r>
          </a:p>
          <a:p>
            <a:r>
              <a:t>          "yoy_pct": 115.32209329378232,</a:t>
            </a:r>
          </a:p>
          <a:p>
            <a:r>
              <a:t>          "value_label": "11.1",</a:t>
            </a:r>
          </a:p>
          <a:p>
            <a:r>
              <a:t>          "yoy_label": "(+115.3%)",</a:t>
            </a:r>
          </a:p>
          <a:p>
            <a:r>
              <a:t>          "label": "11.1\n(+115.3%)"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"NV_XB06",</a:t>
            </a:r>
          </a:p>
          <a:p>
            <a:r>
              <a:t>          "month": "2025-12",</a:t>
            </a:r>
          </a:p>
          <a:p>
            <a:r>
              <a:t>          "start": "2025-12-01",</a:t>
            </a:r>
          </a:p>
          <a:p>
            <a:r>
              <a:t>          "end": "2025-12-31",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167.47331,</a:t>
            </a:r>
          </a:p>
          <a:p>
            <a:r>
              <a:t>          "raw_mean": 5.402364838709677,</a:t>
            </a:r>
          </a:p>
          <a:p>
            <a:r>
              <a:t>          "value": 12.145465145767613,</a:t>
            </a:r>
          </a:p>
          <a:p>
            <a:r>
              <a:t>          "prior_start": "2024-12-01",</a:t>
            </a:r>
          </a:p>
          <a:p>
            <a:r>
              <a:t>          "prior_end": "2024-12-31",</a:t>
            </a:r>
          </a:p>
          <a:p>
            <a:r>
              <a:t>          "prior_days": 31,</a:t>
            </a:r>
          </a:p>
          <a:p>
            <a:r>
              <a:t>          "prior_raw_mean": 2.2317809677419356,</a:t>
            </a:r>
          </a:p>
          <a:p>
            <a:r>
              <a:t>          "prior_value": 5.017435653822169,</a:t>
            </a:r>
          </a:p>
          <a:p>
            <a:r>
              <a:t>          "yoy_fraction": 1.4206518994449828,</a:t>
            </a:r>
          </a:p>
          <a:p>
            <a:r>
              <a:t>          "yoy_pct": 142.0651899444983,</a:t>
            </a:r>
          </a:p>
          <a:p>
            <a:r>
              <a:t>          "value_label": "12.1",</a:t>
            </a:r>
          </a:p>
          <a:p>
            <a:r>
              <a:t>          "yoy_label": "(+142.1%)",</a:t>
            </a:r>
          </a:p>
          <a:p>
            <a:r>
              <a:t>          "label": "12.1\n(+142.1%)"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"NV_XB06",</a:t>
            </a:r>
          </a:p>
          <a:p>
            <a:r>
              <a:t>          "month": "2026-01",</a:t>
            </a:r>
          </a:p>
          <a:p>
            <a:r>
              <a:t>          "start": "2026-01-01",</a:t>
            </a:r>
          </a:p>
          <a:p>
            <a:r>
              <a:t>          "end": "2026-01-31",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141.82391,</a:t>
            </a:r>
          </a:p>
          <a:p>
            <a:r>
              <a:t>          "raw_mean": 4.574964838709678,</a:t>
            </a:r>
          </a:p>
          <a:p>
            <a:r>
              <a:t>          "value": 10.285324603314299,</a:t>
            </a:r>
          </a:p>
          <a:p>
            <a:r>
              <a:t>          "prior_start": "2025-01-01",</a:t>
            </a:r>
          </a:p>
          <a:p>
            <a:r>
              <a:t>          "prior_end": "2025-01-31",</a:t>
            </a:r>
          </a:p>
          <a:p>
            <a:r>
              <a:t>          "prior_days": 31,</a:t>
            </a:r>
          </a:p>
          <a:p>
            <a:r>
              <a:t>          "prior_raw_mean": 1.97185,</a:t>
            </a:r>
          </a:p>
          <a:p>
            <a:r>
              <a:t>          "prior_value": 4.43306517843433,</a:t>
            </a:r>
          </a:p>
          <a:p>
            <a:r>
              <a:t>          "yoy_fraction": 1.320138366868513,</a:t>
            </a:r>
          </a:p>
          <a:p>
            <a:r>
              <a:t>          "yoy_pct": 132.0138366868513,</a:t>
            </a:r>
          </a:p>
          <a:p>
            <a:r>
              <a:t>          "value_label": "10.3",</a:t>
            </a:r>
          </a:p>
          <a:p>
            <a:r>
              <a:t>          "yoy_label": "(+132.0%)",</a:t>
            </a:r>
          </a:p>
          <a:p>
            <a:r>
              <a:t>          "label": "10.3\n(+132.0%)"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"NV_XB06",</a:t>
            </a:r>
          </a:p>
          <a:p>
            <a:r>
              <a:t>          "month": "2026-02",</a:t>
            </a:r>
          </a:p>
          <a:p>
            <a:r>
              <a:t>          "start": "2026-02-01",</a:t>
            </a:r>
          </a:p>
          <a:p>
            <a:r>
              <a:t>          "end": "2026-02-28",</a:t>
            </a:r>
          </a:p>
          <a:p>
            <a:r>
              <a:t>          "days": 28,</a:t>
            </a:r>
          </a:p>
          <a:p>
            <a:r>
              <a:t>          "partial": false,</a:t>
            </a:r>
          </a:p>
          <a:p>
            <a:r>
              <a:t>          "raw_sum": 82.76254,</a:t>
            </a:r>
          </a:p>
          <a:p>
            <a:r>
              <a:t>          "raw_mean": 2.9558050000000002,</a:t>
            </a:r>
          </a:p>
          <a:p>
            <a:r>
              <a:t>          "value": 6.645168861598035,</a:t>
            </a:r>
          </a:p>
          <a:p>
            <a:r>
              <a:t>          "prior_start": "2025-02-01",</a:t>
            </a:r>
          </a:p>
          <a:p>
            <a:r>
              <a:t>          "prior_end": "2025-02-28",</a:t>
            </a:r>
          </a:p>
          <a:p>
            <a:r>
              <a:t>          "prior_days": 28,</a:t>
            </a:r>
          </a:p>
          <a:p>
            <a:r>
              <a:t>          "prior_raw_mean": 2.235828214285714,</a:t>
            </a:r>
          </a:p>
          <a:p>
            <a:r>
              <a:t>          "prior_value": 5.0265345749986095,</a:t>
            </a:r>
          </a:p>
          <a:p>
            <a:r>
              <a:t>          "yoy_fraction": 0.3220179355077595,</a:t>
            </a:r>
          </a:p>
          <a:p>
            <a:r>
              <a:t>          "yoy_pct": 32.201793550775946,</a:t>
            </a:r>
          </a:p>
          <a:p>
            <a:r>
              <a:t>          "value_label": "6.6",</a:t>
            </a:r>
          </a:p>
          <a:p>
            <a:r>
              <a:t>          "yoy_label": "(+32.2%)",</a:t>
            </a:r>
          </a:p>
          <a:p>
            <a:r>
              <a:t>          "label": "6.6\n(+32.2%)"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"NV_XB06",</a:t>
            </a:r>
          </a:p>
          <a:p>
            <a:r>
              <a:t>          "month": "2026-03",</a:t>
            </a:r>
          </a:p>
          <a:p>
            <a:r>
              <a:t>          "start": "2026-03-01",</a:t>
            </a:r>
          </a:p>
          <a:p>
            <a:r>
              <a:t>          "end": "2026-03-31",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397.55004,</a:t>
            </a:r>
          </a:p>
          <a:p>
            <a:r>
              <a:t>          "raw_mean": 12.824194838709678,</a:t>
            </a:r>
          </a:p>
          <a:p>
            <a:r>
              <a:t>          "value": 28.831042716708232,</a:t>
            </a:r>
          </a:p>
          <a:p>
            <a:r>
              <a:t>          "prior_start": "2025-03-01",</a:t>
            </a:r>
          </a:p>
          <a:p>
            <a:r>
              <a:t>          "prior_end": "2025-03-31",</a:t>
            </a:r>
          </a:p>
          <a:p>
            <a:r>
              <a:t>          "prior_days": 31,</a:t>
            </a:r>
          </a:p>
          <a:p>
            <a:r>
              <a:t>          "prior_raw_mean": 1.9509045161290322,</a:t>
            </a:r>
          </a:p>
          <a:p>
            <a:r>
              <a:t>          "prior_value": 4.385976051374033,</a:t>
            </a:r>
          </a:p>
          <a:p>
            <a:r>
              <a:t>          "yoy_fraction": 5.573461044703169,</a:t>
            </a:r>
          </a:p>
          <a:p>
            <a:r>
              <a:t>          "yoy_pct": 557.346104470317,</a:t>
            </a:r>
          </a:p>
          <a:p>
            <a:r>
              <a:t>          "value_label": "28.8",</a:t>
            </a:r>
          </a:p>
          <a:p>
            <a:r>
              <a:t>          "yoy_label": "(+557.3%)",</a:t>
            </a:r>
          </a:p>
          <a:p>
            <a:r>
              <a:t>          "label": "28.8\n(+557.3%)"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"NV_XB06",</a:t>
            </a:r>
          </a:p>
          <a:p>
            <a:r>
              <a:t>          "month": "2026-04",</a:t>
            </a:r>
          </a:p>
          <a:p>
            <a:r>
              <a:t>          "start": "2026-04-01",</a:t>
            </a:r>
          </a:p>
          <a:p>
            <a:r>
              <a:t>          "end": "2026-04-30",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303.83691,</a:t>
            </a:r>
          </a:p>
          <a:p>
            <a:r>
              <a:t>          "raw_mean": 10.127896999999999,</a:t>
            </a:r>
          </a:p>
          <a:p>
            <a:r>
              <a:t>          "value": 22.769291539148266,</a:t>
            </a:r>
          </a:p>
          <a:p>
            <a:r>
              <a:t>          "prior_start": "2025-04-01",</a:t>
            </a:r>
          </a:p>
          <a:p>
            <a:r>
              <a:t>          "prior_end": "2025-04-30",</a:t>
            </a:r>
          </a:p>
          <a:p>
            <a:r>
              <a:t>          "prior_days": 30,</a:t>
            </a:r>
          </a:p>
          <a:p>
            <a:r>
              <a:t>          "prior_raw_mean": 2.1330133333333334,</a:t>
            </a:r>
          </a:p>
          <a:p>
            <a:r>
              <a:t>          "prior_value": 4.795388661985514,</a:t>
            </a:r>
          </a:p>
          <a:p>
            <a:r>
              <a:t>          "yoy_fraction": 3.7481639433415017,</a:t>
            </a:r>
          </a:p>
          <a:p>
            <a:r>
              <a:t>          "yoy_pct": 374.8163943341502,</a:t>
            </a:r>
          </a:p>
          <a:p>
            <a:r>
              <a:t>          "value_label": "22.8",</a:t>
            </a:r>
          </a:p>
          <a:p>
            <a:r>
              <a:t>          "yoy_label": "(+374.8%)",</a:t>
            </a:r>
          </a:p>
          <a:p>
            <a:r>
              <a:t>          "label": "22.8\n(+374.8%)"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"NV_XB06",</a:t>
            </a:r>
          </a:p>
          <a:p>
            <a:r>
              <a:t>          "month": "2026-05",</a:t>
            </a:r>
          </a:p>
          <a:p>
            <a:r>
              <a:t>          "start": "2026-05-01",</a:t>
            </a:r>
          </a:p>
          <a:p>
            <a:r>
              <a:t>          "end": "2026-05-31",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221.19229,</a:t>
            </a:r>
          </a:p>
          <a:p>
            <a:r>
              <a:t>          "raw_mean": 7.135235161290323,</a:t>
            </a:r>
          </a:p>
          <a:p>
            <a:r>
              <a:t>          "value": 16.041262029797593,</a:t>
            </a:r>
          </a:p>
          <a:p>
            <a:r>
              <a:t>          "prior_start": "2025-05-01",</a:t>
            </a:r>
          </a:p>
          <a:p>
            <a:r>
              <a:t>          "prior_end": "2025-05-31",</a:t>
            </a:r>
          </a:p>
          <a:p>
            <a:r>
              <a:t>          "prior_days": 31,</a:t>
            </a:r>
          </a:p>
          <a:p>
            <a:r>
              <a:t>          "prior_raw_mean": 2.2470148387096773,</a:t>
            </a:r>
          </a:p>
          <a:p>
            <a:r>
              <a:t>          "prior_value": 5.0516840717646385,</a:t>
            </a:r>
          </a:p>
          <a:p>
            <a:r>
              <a:t>          "yoy_fraction": 2.175428590132342,</a:t>
            </a:r>
          </a:p>
          <a:p>
            <a:r>
              <a:t>          "yoy_pct": 217.5428590132342,</a:t>
            </a:r>
          </a:p>
          <a:p>
            <a:r>
              <a:t>          "value_label": "16.0",</a:t>
            </a:r>
          </a:p>
          <a:p>
            <a:r>
              <a:t>          "yoy_label": "(+217.5%)",</a:t>
            </a:r>
          </a:p>
          <a:p>
            <a:r>
              <a:t>          "label": "16.0\n(+217.5%)"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"NV_XB06",</a:t>
            </a:r>
          </a:p>
          <a:p>
            <a:r>
              <a:t>          "month": "2026-06",</a:t>
            </a:r>
          </a:p>
          <a:p>
            <a:r>
              <a:t>          "start": "2026-06-01",</a:t>
            </a:r>
          </a:p>
          <a:p>
            <a:r>
              <a:t>          "end": "2026-06-30",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207.67402,</a:t>
            </a:r>
          </a:p>
          <a:p>
            <a:r>
              <a:t>          "raw_mean": 6.9224673333333335,</a:t>
            </a:r>
          </a:p>
          <a:p>
            <a:r>
              <a:t>          "value": 15.562922577401503,</a:t>
            </a:r>
          </a:p>
          <a:p>
            <a:r>
              <a:t>          "prior_start": "2025-06-01",</a:t>
            </a:r>
          </a:p>
          <a:p>
            <a:r>
              <a:t>          "prior_end": "2025-06-30",</a:t>
            </a:r>
          </a:p>
          <a:p>
            <a:r>
              <a:t>          "prior_days": 30,</a:t>
            </a:r>
          </a:p>
          <a:p>
            <a:r>
              <a:t>          "prior_raw_mean": 6.6735489999999995,</a:t>
            </a:r>
          </a:p>
          <a:p>
            <a:r>
              <a:t>          "prior_value": 15.003310438661787,</a:t>
            </a:r>
          </a:p>
          <a:p>
            <a:r>
              <a:t>          "yoy_fraction": 0.03729924412532726,</a:t>
            </a:r>
          </a:p>
          <a:p>
            <a:r>
              <a:t>          "yoy_pct": 3.7299244125327258,</a:t>
            </a:r>
          </a:p>
          <a:p>
            <a:r>
              <a:t>          "value_label": "15.6",</a:t>
            </a:r>
          </a:p>
          <a:p>
            <a:r>
              <a:t>          "yoy_label": "(+3.7%)",</a:t>
            </a:r>
          </a:p>
          <a:p>
            <a:r>
              <a:t>          "label": "15.6\n(+3.7%)"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"NV_XB06",</a:t>
            </a:r>
          </a:p>
          <a:p>
            <a:r>
              <a:t>          "month": "2026-07",</a:t>
            </a:r>
          </a:p>
          <a:p>
            <a:r>
              <a:t>          "start": "2026-07-01",</a:t>
            </a:r>
          </a:p>
          <a:p>
            <a:r>
              <a:t>          "end": "2026-07-31",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215.112,</a:t>
            </a:r>
          </a:p>
          <a:p>
            <a:r>
              <a:t>          "raw_mean": 6.9390967741935485,</a:t>
            </a:r>
          </a:p>
          <a:p>
            <a:r>
              <a:t>          "value": 15.600308481610368,</a:t>
            </a:r>
          </a:p>
          <a:p>
            <a:r>
              <a:t>          "prior_start": "2025-07-01",</a:t>
            </a:r>
          </a:p>
          <a:p>
            <a:r>
              <a:t>          "prior_end": "2025-07-31",</a:t>
            </a:r>
          </a:p>
          <a:p>
            <a:r>
              <a:t>          "prior_days": 31,</a:t>
            </a:r>
          </a:p>
          <a:p>
            <a:r>
              <a:t>          "prior_raw_mean": 5.8612880645161285,</a:t>
            </a:r>
          </a:p>
          <a:p>
            <a:r>
              <a:t>          "prior_value": 13.17720517259386,</a:t>
            </a:r>
          </a:p>
          <a:p>
            <a:r>
              <a:t>          "yoy_fraction": 0.18388598168419756,</a:t>
            </a:r>
          </a:p>
          <a:p>
            <a:r>
              <a:t>          "yoy_pct": 18.388598168419755,</a:t>
            </a:r>
          </a:p>
          <a:p>
            <a:r>
              <a:t>          "value_label": "15.6",</a:t>
            </a:r>
          </a:p>
          <a:p>
            <a:r>
              <a:t>          "yoy_label": "(+18.4%)",</a:t>
            </a:r>
          </a:p>
          <a:p>
            <a:r>
              <a:t>          "label": "15.6\n(+18.4%)"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"NV_XB06",</a:t>
            </a:r>
          </a:p>
          <a:p>
            <a:r>
              <a:t>          "month": "2026-08",</a:t>
            </a:r>
          </a:p>
          <a:p>
            <a:r>
              <a:t>          "start": "2026-08-01",</a:t>
            </a:r>
          </a:p>
          <a:p>
            <a:r>
              <a:t>          "end": "2026-08-31",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171.28084,</a:t>
            </a:r>
          </a:p>
          <a:p>
            <a:r>
              <a:t>          "raw_mean": 5.525188387096774,</a:t>
            </a:r>
          </a:p>
          <a:p>
            <a:r>
              <a:t>          "value": 12.421594057929584,</a:t>
            </a:r>
          </a:p>
          <a:p>
            <a:r>
              <a:t>          "prior_start": "2025-08-01",</a:t>
            </a:r>
          </a:p>
          <a:p>
            <a:r>
              <a:t>          "prior_end": "2025-08-31",</a:t>
            </a:r>
          </a:p>
          <a:p>
            <a:r>
              <a:t>          "prior_days": 31,</a:t>
            </a:r>
          </a:p>
          <a:p>
            <a:r>
              <a:t>          "prior_raw_mean": 8.628170967741935,</a:t>
            </a:r>
          </a:p>
          <a:p>
            <a:r>
              <a:t>          "prior_value": 19.39764397427533,</a:t>
            </a:r>
          </a:p>
          <a:p>
            <a:r>
              <a:t>          "yoy_fraction": -0.3596338774748732,</a:t>
            </a:r>
          </a:p>
          <a:p>
            <a:r>
              <a:t>          "yoy_pct": -35.96338774748732,</a:t>
            </a:r>
          </a:p>
          <a:p>
            <a:r>
              <a:t>          "value_label": "12.4",</a:t>
            </a:r>
          </a:p>
          <a:p>
            <a:r>
              <a:t>          "yoy_label": "(-36.0%)",</a:t>
            </a:r>
          </a:p>
          <a:p>
            <a:r>
              <a:t>          "label": "12.4\n(-36.0%)"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"NV_XB06",</a:t>
            </a:r>
          </a:p>
          <a:p>
            <a:r>
              <a:t>          "month": "2026-09",</a:t>
            </a:r>
          </a:p>
          <a:p>
            <a:r>
              <a:t>          "start": "2026-09-01",</a:t>
            </a:r>
          </a:p>
          <a:p>
            <a:r>
              <a:t>          "end": "2026-09-30",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162.13085,</a:t>
            </a:r>
          </a:p>
          <a:p>
            <a:r>
              <a:t>          "raw_mean": 5.404361666666667,</a:t>
            </a:r>
          </a:p>
          <a:p>
            <a:r>
              <a:t>          "value": 12.149954365781026,</a:t>
            </a:r>
          </a:p>
          <a:p>
            <a:r>
              <a:t>          "prior_start": "2025-09-01",</a:t>
            </a:r>
          </a:p>
          <a:p>
            <a:r>
              <a:t>          "prior_end": "2025-09-30",</a:t>
            </a:r>
          </a:p>
          <a:p>
            <a:r>
              <a:t>          "prior_days": 30,</a:t>
            </a:r>
          </a:p>
          <a:p>
            <a:r>
              <a:t>          "prior_raw_mean": 6.152100666666667,</a:t>
            </a:r>
          </a:p>
          <a:p>
            <a:r>
              <a:t>          "prior_value": 13.831002986851244,</a:t>
            </a:r>
          </a:p>
          <a:p>
            <a:r>
              <a:t>          "yoy_fraction": -0.12154206189300554,</a:t>
            </a:r>
          </a:p>
          <a:p>
            <a:r>
              <a:t>          "yoy_pct": -12.154206189300554,</a:t>
            </a:r>
          </a:p>
          <a:p>
            <a:r>
              <a:t>          "value_label": "12.1",</a:t>
            </a:r>
          </a:p>
          <a:p>
            <a:r>
              <a:t>          "yoy_label": "(-12.2%)",</a:t>
            </a:r>
          </a:p>
          <a:p>
            <a:r>
              <a:t>          "label": "12.1\n(-12.2%)"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"NV_XB06",</a:t>
            </a:r>
          </a:p>
          <a:p>
            <a:r>
              <a:t>          "month": "2026-10",</a:t>
            </a:r>
          </a:p>
          <a:p>
            <a:r>
              <a:t>          "start": "2026-10-01",</a:t>
            </a:r>
          </a:p>
          <a:p>
            <a:r>
              <a:t>          "end": "2026-10-19",</a:t>
            </a:r>
          </a:p>
          <a:p>
            <a:r>
              <a:t>          "days": 19,</a:t>
            </a:r>
          </a:p>
          <a:p>
            <a:r>
              <a:t>          "partial": true,</a:t>
            </a:r>
          </a:p>
          <a:p>
            <a:r>
              <a:t>          "raw_sum": 102.50878,</a:t>
            </a:r>
          </a:p>
          <a:p>
            <a:r>
              <a:t>          "raw_mean": 5.395198947368421,</a:t>
            </a:r>
          </a:p>
          <a:p>
            <a:r>
              <a:t>          "value": 12.129354963260136,</a:t>
            </a:r>
          </a:p>
          <a:p>
            <a:r>
              <a:t>          "prior_start": "2025-10-01",</a:t>
            </a:r>
          </a:p>
          <a:p>
            <a:r>
              <a:t>          "prior_end": "2025-10-19",</a:t>
            </a:r>
          </a:p>
          <a:p>
            <a:r>
              <a:t>          "prior_days": 19,</a:t>
            </a:r>
          </a:p>
          <a:p>
            <a:r>
              <a:t>          "prior_raw_mean": 10.891375263157894,</a:t>
            </a:r>
          </a:p>
          <a:p>
            <a:r>
              <a:t>          "prior_value": 24.48572478858245,</a:t>
            </a:r>
          </a:p>
          <a:p>
            <a:r>
              <a:t>          "yoy_fraction": -0.5046356573885865,</a:t>
            </a:r>
          </a:p>
          <a:p>
            <a:r>
              <a:t>          "yoy_pct": -50.46356573885865,</a:t>
            </a:r>
          </a:p>
          <a:p>
            <a:r>
              <a:t>          "value_label": "12.1",</a:t>
            </a:r>
          </a:p>
          <a:p>
            <a:r>
              <a:t>          "yoy_label": "(-50.5%)",</a:t>
            </a:r>
          </a:p>
          <a:p>
            <a:r>
              <a:t>          "label": "12.1\n(-50.5%)"</a:t>
            </a:r>
          </a:p>
          <a:p>
            <a:r>
              <a:t>        }</a:t>
            </a:r>
          </a:p>
          <a:p>
            <a:r>
              <a:t>      ]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"NV_XB07",</a:t>
            </a:r>
          </a:p>
          <a:p>
            <a:r>
              <a:t>      "label": "허니·스위트",</a:t>
            </a:r>
          </a:p>
          <a:p>
            <a:r>
              <a:t>      "points": [</a:t>
            </a:r>
          </a:p>
          <a:p>
            <a:r>
              <a:t>        {</a:t>
            </a:r>
          </a:p>
          <a:p>
            <a:r>
              <a:t>          "group_id": "NV_XB07",</a:t>
            </a:r>
          </a:p>
          <a:p>
            <a:r>
              <a:t>          "month": "2025-01",</a:t>
            </a:r>
          </a:p>
          <a:p>
            <a:r>
              <a:t>          "start": "2025-01-01",</a:t>
            </a:r>
          </a:p>
          <a:p>
            <a:r>
              <a:t>          "end": "2025-01-31",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0,</a:t>
            </a:r>
          </a:p>
          <a:p>
            <a:r>
              <a:t>          "raw_mean": 0.0,</a:t>
            </a:r>
          </a:p>
          <a:p>
            <a:r>
              <a:t>          "value": 0.0,</a:t>
            </a:r>
          </a:p>
          <a:p>
            <a:r>
              <a:t>          "prior_start": "2024-01-01",</a:t>
            </a:r>
          </a:p>
          <a:p>
            <a:r>
              <a:t>          "prior_end": "2024-01-31",</a:t>
            </a:r>
          </a:p>
          <a:p>
            <a:r>
              <a:t>          "prior_days": 31,</a:t>
            </a:r>
          </a:p>
          <a:p>
            <a:r>
              <a:t>          "prior_raw_mean": 0.0,</a:t>
            </a:r>
          </a:p>
          <a:p>
            <a:r>
              <a:t>          "prior_value": 0.0,</a:t>
            </a:r>
          </a:p>
          <a:p>
            <a:r>
              <a:t>          "yoy_fraction": null,</a:t>
            </a:r>
          </a:p>
          <a:p>
            <a:r>
              <a:t>          "yoy_pct": null,</a:t>
            </a:r>
          </a:p>
          <a:p>
            <a:r>
              <a:t>          "value_label": "0.0",</a:t>
            </a:r>
          </a:p>
          <a:p>
            <a:r>
              <a:t>          "yoy_label": "(전년0)",</a:t>
            </a:r>
          </a:p>
          <a:p>
            <a:r>
              <a:t>          "label": "0.0\n(전년0)"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"NV_XB07",</a:t>
            </a:r>
          </a:p>
          <a:p>
            <a:r>
              <a:t>          "month": "2025-02",</a:t>
            </a:r>
          </a:p>
          <a:p>
            <a:r>
              <a:t>          "start": "2025-02-01",</a:t>
            </a:r>
          </a:p>
          <a:p>
            <a:r>
              <a:t>          "end": "2025-02-28",</a:t>
            </a:r>
          </a:p>
          <a:p>
            <a:r>
              <a:t>          "days": 28,</a:t>
            </a:r>
          </a:p>
          <a:p>
            <a:r>
              <a:t>          "partial": false,</a:t>
            </a:r>
          </a:p>
          <a:p>
            <a:r>
              <a:t>          "raw_sum": 0,</a:t>
            </a:r>
          </a:p>
          <a:p>
            <a:r>
              <a:t>          "raw_mean": 0.0,</a:t>
            </a:r>
          </a:p>
          <a:p>
            <a:r>
              <a:t>          "value": 0.0,</a:t>
            </a:r>
          </a:p>
          <a:p>
            <a:r>
              <a:t>          "prior_start": "2024-02-01",</a:t>
            </a:r>
          </a:p>
          <a:p>
            <a:r>
              <a:t>          "prior_end": "2024-02-29",</a:t>
            </a:r>
          </a:p>
          <a:p>
            <a:r>
              <a:t>          "prior_days": 29,</a:t>
            </a:r>
          </a:p>
          <a:p>
            <a:r>
              <a:t>          "prior_raw_mean": 0.0,</a:t>
            </a:r>
          </a:p>
          <a:p>
            <a:r>
              <a:t>          "prior_value": 0.0,</a:t>
            </a:r>
          </a:p>
          <a:p>
            <a:r>
              <a:t>          "yoy_fraction": null,</a:t>
            </a:r>
          </a:p>
          <a:p>
            <a:r>
              <a:t>          "yoy_pct": null,</a:t>
            </a:r>
          </a:p>
          <a:p>
            <a:r>
              <a:t>          "value_label": "0.0",</a:t>
            </a:r>
          </a:p>
          <a:p>
            <a:r>
              <a:t>          "yoy_label": "(전년0)",</a:t>
            </a:r>
          </a:p>
          <a:p>
            <a:r>
              <a:t>          "label": "0.0\n(전년0)"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"NV_XB07",</a:t>
            </a:r>
          </a:p>
          <a:p>
            <a:r>
              <a:t>          "month": "2025-03",</a:t>
            </a:r>
          </a:p>
          <a:p>
            <a:r>
              <a:t>          "start": "2025-03-01",</a:t>
            </a:r>
          </a:p>
          <a:p>
            <a:r>
              <a:t>          "end": "2025-03-31",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0,</a:t>
            </a:r>
          </a:p>
          <a:p>
            <a:r>
              <a:t>          "raw_mean": 0.0,</a:t>
            </a:r>
          </a:p>
          <a:p>
            <a:r>
              <a:t>          "value": 0.0,</a:t>
            </a:r>
          </a:p>
          <a:p>
            <a:r>
              <a:t>          "prior_start": "2024-03-01",</a:t>
            </a:r>
          </a:p>
          <a:p>
            <a:r>
              <a:t>          "prior_end": "2024-03-31",</a:t>
            </a:r>
          </a:p>
          <a:p>
            <a:r>
              <a:t>          "prior_days": 31,</a:t>
            </a:r>
          </a:p>
          <a:p>
            <a:r>
              <a:t>          "prior_raw_mean": 0.00571258064516129,</a:t>
            </a:r>
          </a:p>
          <a:p>
            <a:r>
              <a:t>          "prior_value": 0.00907796602586209,</a:t>
            </a:r>
          </a:p>
          <a:p>
            <a:r>
              <a:t>          "yoy_fraction": -1.0,</a:t>
            </a:r>
          </a:p>
          <a:p>
            <a:r>
              <a:t>          "yoy_pct": -100.0,</a:t>
            </a:r>
          </a:p>
          <a:p>
            <a:r>
              <a:t>          "value_label": "0.0",</a:t>
            </a:r>
          </a:p>
          <a:p>
            <a:r>
              <a:t>          "yoy_label": "(-100.0%)",</a:t>
            </a:r>
          </a:p>
          <a:p>
            <a:r>
              <a:t>          "label": "0.0\n(-100.0%)"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"NV_XB07",</a:t>
            </a:r>
          </a:p>
          <a:p>
            <a:r>
              <a:t>          "month": "2025-04",</a:t>
            </a:r>
          </a:p>
          <a:p>
            <a:r>
              <a:t>          "start": "2025-04-01",</a:t>
            </a:r>
          </a:p>
          <a:p>
            <a:r>
              <a:t>          "end": "2025-04-30",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0,</a:t>
            </a:r>
          </a:p>
          <a:p>
            <a:r>
              <a:t>          "raw_mean": 0.0,</a:t>
            </a:r>
          </a:p>
          <a:p>
            <a:r>
              <a:t>          "value": 0.0,</a:t>
            </a:r>
          </a:p>
          <a:p>
            <a:r>
              <a:t>          "prior_start": "2024-04-01",</a:t>
            </a:r>
          </a:p>
          <a:p>
            <a:r>
              <a:t>          "prior_end": "2024-04-30",</a:t>
            </a:r>
          </a:p>
          <a:p>
            <a:r>
              <a:t>          "prior_days": 30,</a:t>
            </a:r>
          </a:p>
          <a:p>
            <a:r>
              <a:t>          "prior_raw_mean": 0.0,</a:t>
            </a:r>
          </a:p>
          <a:p>
            <a:r>
              <a:t>          "prior_value": 0.0,</a:t>
            </a:r>
          </a:p>
          <a:p>
            <a:r>
              <a:t>          "yoy_fraction": null,</a:t>
            </a:r>
          </a:p>
          <a:p>
            <a:r>
              <a:t>          "yoy_pct": null,</a:t>
            </a:r>
          </a:p>
          <a:p>
            <a:r>
              <a:t>          "value_label": "0.0",</a:t>
            </a:r>
          </a:p>
          <a:p>
            <a:r>
              <a:t>          "yoy_label": "(전년0)",</a:t>
            </a:r>
          </a:p>
          <a:p>
            <a:r>
              <a:t>          "label": "0.0\n(전년0)"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"NV_XB07",</a:t>
            </a:r>
          </a:p>
          <a:p>
            <a:r>
              <a:t>          "month": "2025-05",</a:t>
            </a:r>
          </a:p>
          <a:p>
            <a:r>
              <a:t>          "start": "2025-05-01",</a:t>
            </a:r>
          </a:p>
          <a:p>
            <a:r>
              <a:t>          "end": "2025-05-31",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0,</a:t>
            </a:r>
          </a:p>
          <a:p>
            <a:r>
              <a:t>          "raw_mean": 0.0,</a:t>
            </a:r>
          </a:p>
          <a:p>
            <a:r>
              <a:t>          "value": 0.0,</a:t>
            </a:r>
          </a:p>
          <a:p>
            <a:r>
              <a:t>          "prior_start": "2024-05-01",</a:t>
            </a:r>
          </a:p>
          <a:p>
            <a:r>
              <a:t>          "prior_end": "2024-05-31",</a:t>
            </a:r>
          </a:p>
          <a:p>
            <a:r>
              <a:t>          "prior_days": 31,</a:t>
            </a:r>
          </a:p>
          <a:p>
            <a:r>
              <a:t>          "prior_raw_mean": 0.0,</a:t>
            </a:r>
          </a:p>
          <a:p>
            <a:r>
              <a:t>          "prior_value": 0.0,</a:t>
            </a:r>
          </a:p>
          <a:p>
            <a:r>
              <a:t>          "yoy_fraction": null,</a:t>
            </a:r>
          </a:p>
          <a:p>
            <a:r>
              <a:t>          "yoy_pct": null,</a:t>
            </a:r>
          </a:p>
          <a:p>
            <a:r>
              <a:t>          "value_label": "0.0",</a:t>
            </a:r>
          </a:p>
          <a:p>
            <a:r>
              <a:t>          "yoy_label": "(전년0)",</a:t>
            </a:r>
          </a:p>
          <a:p>
            <a:r>
              <a:t>          "label": "0.0\n(전년0)"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"NV_XB07",</a:t>
            </a:r>
          </a:p>
          <a:p>
            <a:r>
              <a:t>          "month": "2025-06",</a:t>
            </a:r>
          </a:p>
          <a:p>
            <a:r>
              <a:t>          "start": "2025-06-01",</a:t>
            </a:r>
          </a:p>
          <a:p>
            <a:r>
              <a:t>          "end": "2025-06-30",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0,</a:t>
            </a:r>
          </a:p>
          <a:p>
            <a:r>
              <a:t>          "raw_mean": 0.0,</a:t>
            </a:r>
          </a:p>
          <a:p>
            <a:r>
              <a:t>          "value": 0.0,</a:t>
            </a:r>
          </a:p>
          <a:p>
            <a:r>
              <a:t>          "prior_start": "2024-06-01",</a:t>
            </a:r>
          </a:p>
          <a:p>
            <a:r>
              <a:t>          "prior_end": "2024-06-30",</a:t>
            </a:r>
          </a:p>
          <a:p>
            <a:r>
              <a:t>          "prior_days": 30,</a:t>
            </a:r>
          </a:p>
          <a:p>
            <a:r>
              <a:t>          "prior_raw_mean": 0.0,</a:t>
            </a:r>
          </a:p>
          <a:p>
            <a:r>
              <a:t>          "prior_value": 0.0,</a:t>
            </a:r>
          </a:p>
          <a:p>
            <a:r>
              <a:t>          "yoy_fraction": null,</a:t>
            </a:r>
          </a:p>
          <a:p>
            <a:r>
              <a:t>          "yoy_pct": null,</a:t>
            </a:r>
          </a:p>
          <a:p>
            <a:r>
              <a:t>          "value_label": "0.0",</a:t>
            </a:r>
          </a:p>
          <a:p>
            <a:r>
              <a:t>          "yoy_label": "(전년0)",</a:t>
            </a:r>
          </a:p>
          <a:p>
            <a:r>
              <a:t>          "label": "0.0\n(전년0)"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"NV_XB07",</a:t>
            </a:r>
          </a:p>
          <a:p>
            <a:r>
              <a:t>          "month": "2025-07",</a:t>
            </a:r>
          </a:p>
          <a:p>
            <a:r>
              <a:t>          "start": "2025-07-01",</a:t>
            </a:r>
          </a:p>
          <a:p>
            <a:r>
              <a:t>          "end": "2025-07-31",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0,</a:t>
            </a:r>
          </a:p>
          <a:p>
            <a:r>
              <a:t>          "raw_mean": 0.0,</a:t>
            </a:r>
          </a:p>
          <a:p>
            <a:r>
              <a:t>          "value": 0.0,</a:t>
            </a:r>
          </a:p>
          <a:p>
            <a:r>
              <a:t>          "prior_start": "2024-07-01",</a:t>
            </a:r>
          </a:p>
          <a:p>
            <a:r>
              <a:t>          "prior_end": "2024-07-31",</a:t>
            </a:r>
          </a:p>
          <a:p>
            <a:r>
              <a:t>          "prior_days": 31,</a:t>
            </a:r>
          </a:p>
          <a:p>
            <a:r>
              <a:t>          "prior_raw_mean": 0.0,</a:t>
            </a:r>
          </a:p>
          <a:p>
            <a:r>
              <a:t>          "prior_value": 0.0,</a:t>
            </a:r>
          </a:p>
          <a:p>
            <a:r>
              <a:t>          "yoy_fraction": null,</a:t>
            </a:r>
          </a:p>
          <a:p>
            <a:r>
              <a:t>          "yoy_pct": null,</a:t>
            </a:r>
          </a:p>
          <a:p>
            <a:r>
              <a:t>          "value_label": "0.0",</a:t>
            </a:r>
          </a:p>
          <a:p>
            <a:r>
              <a:t>          "yoy_label": "(전년0)",</a:t>
            </a:r>
          </a:p>
          <a:p>
            <a:r>
              <a:t>          "label": "0.0\n(전년0)"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"NV_XB07",</a:t>
            </a:r>
          </a:p>
          <a:p>
            <a:r>
              <a:t>          "month": "2025-08",</a:t>
            </a:r>
          </a:p>
          <a:p>
            <a:r>
              <a:t>          "start": "2025-08-01",</a:t>
            </a:r>
          </a:p>
          <a:p>
            <a:r>
              <a:t>          "end": "2025-08-31",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0,</a:t>
            </a:r>
          </a:p>
          <a:p>
            <a:r>
              <a:t>          "raw_mean": 0.0,</a:t>
            </a:r>
          </a:p>
          <a:p>
            <a:r>
              <a:t>          "value": 0.0,</a:t>
            </a:r>
          </a:p>
          <a:p>
            <a:r>
              <a:t>          "prior_start": "2024-08-01",</a:t>
            </a:r>
          </a:p>
          <a:p>
            <a:r>
              <a:t>          "prior_end": "2024-08-31",</a:t>
            </a:r>
          </a:p>
          <a:p>
            <a:r>
              <a:t>          "prior_days": 31,</a:t>
            </a:r>
          </a:p>
          <a:p>
            <a:r>
              <a:t>          "prior_raw_mean": 0.0,</a:t>
            </a:r>
          </a:p>
          <a:p>
            <a:r>
              <a:t>          "prior_value": 0.0,</a:t>
            </a:r>
          </a:p>
          <a:p>
            <a:r>
              <a:t>          "yoy_fraction": null,</a:t>
            </a:r>
          </a:p>
          <a:p>
            <a:r>
              <a:t>          "yoy_pct": null,</a:t>
            </a:r>
          </a:p>
          <a:p>
            <a:r>
              <a:t>          "value_label": "0.0",</a:t>
            </a:r>
          </a:p>
          <a:p>
            <a:r>
              <a:t>          "yoy_label": "(전년0)",</a:t>
            </a:r>
          </a:p>
          <a:p>
            <a:r>
              <a:t>          "label": "0.0\n(전년0)"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"NV_XB07",</a:t>
            </a:r>
          </a:p>
          <a:p>
            <a:r>
              <a:t>          "month": "2025-09",</a:t>
            </a:r>
          </a:p>
          <a:p>
            <a:r>
              <a:t>          "start": "2025-09-01",</a:t>
            </a:r>
          </a:p>
          <a:p>
            <a:r>
              <a:t>          "end": "2025-09-30",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0,</a:t>
            </a:r>
          </a:p>
          <a:p>
            <a:r>
              <a:t>          "raw_mean": 0.0,</a:t>
            </a:r>
          </a:p>
          <a:p>
            <a:r>
              <a:t>          "value": 0.0,</a:t>
            </a:r>
          </a:p>
          <a:p>
            <a:r>
              <a:t>          "prior_start": "2024-09-01",</a:t>
            </a:r>
          </a:p>
          <a:p>
            <a:r>
              <a:t>          "prior_end": "2024-09-30",</a:t>
            </a:r>
          </a:p>
          <a:p>
            <a:r>
              <a:t>          "prior_days": 30,</a:t>
            </a:r>
          </a:p>
          <a:p>
            <a:r>
              <a:t>          "prior_raw_mean": 0.0,</a:t>
            </a:r>
          </a:p>
          <a:p>
            <a:r>
              <a:t>          "prior_value": 0.0,</a:t>
            </a:r>
          </a:p>
          <a:p>
            <a:r>
              <a:t>          "yoy_fraction": null,</a:t>
            </a:r>
          </a:p>
          <a:p>
            <a:r>
              <a:t>          "yoy_pct": null,</a:t>
            </a:r>
          </a:p>
          <a:p>
            <a:r>
              <a:t>          "value_label": "0.0",</a:t>
            </a:r>
          </a:p>
          <a:p>
            <a:r>
              <a:t>          "yoy_label": "(전년0)",</a:t>
            </a:r>
          </a:p>
          <a:p>
            <a:r>
              <a:t>          "label": "0.0\n(전년0)"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"NV_XB07",</a:t>
            </a:r>
          </a:p>
          <a:p>
            <a:r>
              <a:t>          "month": "2025-10",</a:t>
            </a:r>
          </a:p>
          <a:p>
            <a:r>
              <a:t>          "start": "2025-10-01",</a:t>
            </a:r>
          </a:p>
          <a:p>
            <a:r>
              <a:t>          "end": "2025-10-31",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0,</a:t>
            </a:r>
          </a:p>
          <a:p>
            <a:r>
              <a:t>          "raw_mean": 0.0,</a:t>
            </a:r>
          </a:p>
          <a:p>
            <a:r>
              <a:t>          "value": 0.0,</a:t>
            </a:r>
          </a:p>
          <a:p>
            <a:r>
              <a:t>          "prior_start": "2024-10-01",</a:t>
            </a:r>
          </a:p>
          <a:p>
            <a:r>
              <a:t>          "prior_end": "2024-10-31",</a:t>
            </a:r>
          </a:p>
          <a:p>
            <a:r>
              <a:t>          "prior_days": 31,</a:t>
            </a:r>
          </a:p>
          <a:p>
            <a:r>
              <a:t>          "prior_raw_mean": 0.0,</a:t>
            </a:r>
          </a:p>
          <a:p>
            <a:r>
              <a:t>          "prior_value": 0.0,</a:t>
            </a:r>
          </a:p>
          <a:p>
            <a:r>
              <a:t>          "yoy_fraction": null,</a:t>
            </a:r>
          </a:p>
          <a:p>
            <a:r>
              <a:t>          "yoy_pct": null,</a:t>
            </a:r>
          </a:p>
          <a:p>
            <a:r>
              <a:t>          "value_label": "0.0",</a:t>
            </a:r>
          </a:p>
          <a:p>
            <a:r>
              <a:t>          "yoy_label": "(전년0)",</a:t>
            </a:r>
          </a:p>
          <a:p>
            <a:r>
              <a:t>          "label": "0.0\n(전년0)"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"NV_XB07",</a:t>
            </a:r>
          </a:p>
          <a:p>
            <a:r>
              <a:t>          "month": "2025-11",</a:t>
            </a:r>
          </a:p>
          <a:p>
            <a:r>
              <a:t>          "start": "2025-11-01",</a:t>
            </a:r>
          </a:p>
          <a:p>
            <a:r>
              <a:t>          "end": "2025-11-30",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0,</a:t>
            </a:r>
          </a:p>
          <a:p>
            <a:r>
              <a:t>          "raw_mean": 0.0,</a:t>
            </a:r>
          </a:p>
          <a:p>
            <a:r>
              <a:t>          "value": 0.0,</a:t>
            </a:r>
          </a:p>
          <a:p>
            <a:r>
              <a:t>          "prior_start": "2024-11-01",</a:t>
            </a:r>
          </a:p>
          <a:p>
            <a:r>
              <a:t>          "prior_end": "2024-11-30",</a:t>
            </a:r>
          </a:p>
          <a:p>
            <a:r>
              <a:t>          "prior_days": 30,</a:t>
            </a:r>
          </a:p>
          <a:p>
            <a:r>
              <a:t>          "prior_raw_mean": 0.0,</a:t>
            </a:r>
          </a:p>
          <a:p>
            <a:r>
              <a:t>          "prior_value": 0.0,</a:t>
            </a:r>
          </a:p>
          <a:p>
            <a:r>
              <a:t>          "yoy_fraction": null,</a:t>
            </a:r>
          </a:p>
          <a:p>
            <a:r>
              <a:t>          "yoy_pct": null,</a:t>
            </a:r>
          </a:p>
          <a:p>
            <a:r>
              <a:t>          "value_label": "0.0",</a:t>
            </a:r>
          </a:p>
          <a:p>
            <a:r>
              <a:t>          "yoy_label": "(전년0)",</a:t>
            </a:r>
          </a:p>
          <a:p>
            <a:r>
              <a:t>          "label": "0.0\n(전년0)"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"NV_XB07",</a:t>
            </a:r>
          </a:p>
          <a:p>
            <a:r>
              <a:t>          "month": "2025-12",</a:t>
            </a:r>
          </a:p>
          <a:p>
            <a:r>
              <a:t>          "start": "2025-12-01",</a:t>
            </a:r>
          </a:p>
          <a:p>
            <a:r>
              <a:t>          "end": "2025-12-31",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0,</a:t>
            </a:r>
          </a:p>
          <a:p>
            <a:r>
              <a:t>          "raw_mean": 0.0,</a:t>
            </a:r>
          </a:p>
          <a:p>
            <a:r>
              <a:t>          "value": 0.0,</a:t>
            </a:r>
          </a:p>
          <a:p>
            <a:r>
              <a:t>          "prior_start": "2024-12-01",</a:t>
            </a:r>
          </a:p>
          <a:p>
            <a:r>
              <a:t>          "prior_end": "2024-12-31",</a:t>
            </a:r>
          </a:p>
          <a:p>
            <a:r>
              <a:t>          "prior_days": 31,</a:t>
            </a:r>
          </a:p>
          <a:p>
            <a:r>
              <a:t>          "prior_raw_mean": 0.0,</a:t>
            </a:r>
          </a:p>
          <a:p>
            <a:r>
              <a:t>          "prior_value": 0.0,</a:t>
            </a:r>
          </a:p>
          <a:p>
            <a:r>
              <a:t>          "yoy_fraction": null,</a:t>
            </a:r>
          </a:p>
          <a:p>
            <a:r>
              <a:t>          "yoy_pct": null,</a:t>
            </a:r>
          </a:p>
          <a:p>
            <a:r>
              <a:t>          "value_label": "0.0",</a:t>
            </a:r>
          </a:p>
          <a:p>
            <a:r>
              <a:t>          "yoy_label": "(전년0)",</a:t>
            </a:r>
          </a:p>
          <a:p>
            <a:r>
              <a:t>          "label": "0.0\n(전년0)"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"NV_XB07",</a:t>
            </a:r>
          </a:p>
          <a:p>
            <a:r>
              <a:t>          "month": "2026-01",</a:t>
            </a:r>
          </a:p>
          <a:p>
            <a:r>
              <a:t>          "start": "2026-01-01",</a:t>
            </a:r>
          </a:p>
          <a:p>
            <a:r>
              <a:t>          "end": "2026-01-31",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0,</a:t>
            </a:r>
          </a:p>
          <a:p>
            <a:r>
              <a:t>          "raw_mean": 0.0,</a:t>
            </a:r>
          </a:p>
          <a:p>
            <a:r>
              <a:t>          "value": 0.0,</a:t>
            </a:r>
          </a:p>
          <a:p>
            <a:r>
              <a:t>          "prior_start": "2025-01-01",</a:t>
            </a:r>
          </a:p>
          <a:p>
            <a:r>
              <a:t>          "prior_end": "2025-01-31",</a:t>
            </a:r>
          </a:p>
          <a:p>
            <a:r>
              <a:t>          "prior_days": 31,</a:t>
            </a:r>
          </a:p>
          <a:p>
            <a:r>
              <a:t>          "prior_raw_mean": 0.0,</a:t>
            </a:r>
          </a:p>
          <a:p>
            <a:r>
              <a:t>          "prior_value": 0.0,</a:t>
            </a:r>
          </a:p>
          <a:p>
            <a:r>
              <a:t>          "yoy_fraction": null,</a:t>
            </a:r>
          </a:p>
          <a:p>
            <a:r>
              <a:t>          "yoy_pct": null,</a:t>
            </a:r>
          </a:p>
          <a:p>
            <a:r>
              <a:t>          "value_label": "0.0",</a:t>
            </a:r>
          </a:p>
          <a:p>
            <a:r>
              <a:t>          "yoy_label": "(전년0)",</a:t>
            </a:r>
          </a:p>
          <a:p>
            <a:r>
              <a:t>          "label": "0.0\n(전년0)"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"NV_XB07",</a:t>
            </a:r>
          </a:p>
          <a:p>
            <a:r>
              <a:t>          "month": "2026-02",</a:t>
            </a:r>
          </a:p>
          <a:p>
            <a:r>
              <a:t>          "start": "2026-02-01",</a:t>
            </a:r>
          </a:p>
          <a:p>
            <a:r>
              <a:t>          "end": "2026-02-28",</a:t>
            </a:r>
          </a:p>
          <a:p>
            <a:r>
              <a:t>          "days": 28,</a:t>
            </a:r>
          </a:p>
          <a:p>
            <a:r>
              <a:t>          "partial": false,</a:t>
            </a:r>
          </a:p>
          <a:p>
            <a:r>
              <a:t>          "raw_sum": 0,</a:t>
            </a:r>
          </a:p>
          <a:p>
            <a:r>
              <a:t>          "raw_mean": 0.0,</a:t>
            </a:r>
          </a:p>
          <a:p>
            <a:r>
              <a:t>          "value": 0.0,</a:t>
            </a:r>
          </a:p>
          <a:p>
            <a:r>
              <a:t>          "prior_start": "2025-02-01",</a:t>
            </a:r>
          </a:p>
          <a:p>
            <a:r>
              <a:t>          "prior_end": "2025-02-28",</a:t>
            </a:r>
          </a:p>
          <a:p>
            <a:r>
              <a:t>          "prior_days": 28,</a:t>
            </a:r>
          </a:p>
          <a:p>
            <a:r>
              <a:t>          "prior_raw_mean": 0.0,</a:t>
            </a:r>
          </a:p>
          <a:p>
            <a:r>
              <a:t>          "prior_value": 0.0,</a:t>
            </a:r>
          </a:p>
          <a:p>
            <a:r>
              <a:t>          "yoy_fraction": null,</a:t>
            </a:r>
          </a:p>
          <a:p>
            <a:r>
              <a:t>          "yoy_pct": null,</a:t>
            </a:r>
          </a:p>
          <a:p>
            <a:r>
              <a:t>          "value_label": "0.0",</a:t>
            </a:r>
          </a:p>
          <a:p>
            <a:r>
              <a:t>          "yoy_label": "(전년0)",</a:t>
            </a:r>
          </a:p>
          <a:p>
            <a:r>
              <a:t>          "label": "0.0\n(전년0)"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"NV_XB07",</a:t>
            </a:r>
          </a:p>
          <a:p>
            <a:r>
              <a:t>          "month": "2026-03",</a:t>
            </a:r>
          </a:p>
          <a:p>
            <a:r>
              <a:t>          "start": "2026-03-01",</a:t>
            </a:r>
          </a:p>
          <a:p>
            <a:r>
              <a:t>          "end": "2026-03-31",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792.56184,</a:t>
            </a:r>
          </a:p>
          <a:p>
            <a:r>
              <a:t>          "raw_mean": 25.566510967741934,</a:t>
            </a:r>
          </a:p>
          <a:p>
            <a:r>
              <a:t>          "value": 40.62820857707801,</a:t>
            </a:r>
          </a:p>
          <a:p>
            <a:r>
              <a:t>          "prior_start": "2025-03-01",</a:t>
            </a:r>
          </a:p>
          <a:p>
            <a:r>
              <a:t>          "prior_end": "2025-03-31",</a:t>
            </a:r>
          </a:p>
          <a:p>
            <a:r>
              <a:t>          "prior_days": 31,</a:t>
            </a:r>
          </a:p>
          <a:p>
            <a:r>
              <a:t>          "prior_raw_mean": 0.0,</a:t>
            </a:r>
          </a:p>
          <a:p>
            <a:r>
              <a:t>          "prior_value": 0.0,</a:t>
            </a:r>
          </a:p>
          <a:p>
            <a:r>
              <a:t>          "yoy_fraction": null,</a:t>
            </a:r>
          </a:p>
          <a:p>
            <a:r>
              <a:t>          "yoy_pct": null,</a:t>
            </a:r>
          </a:p>
          <a:p>
            <a:r>
              <a:t>          "value_label": "40.6",</a:t>
            </a:r>
          </a:p>
          <a:p>
            <a:r>
              <a:t>          "yoy_label": "(전년0)",</a:t>
            </a:r>
          </a:p>
          <a:p>
            <a:r>
              <a:t>          "label": "40.6\n(전년0)"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"NV_XB07",</a:t>
            </a:r>
          </a:p>
          <a:p>
            <a:r>
              <a:t>          "month": "2026-04",</a:t>
            </a:r>
          </a:p>
          <a:p>
            <a:r>
              <a:t>          "start": "2026-04-01",</a:t>
            </a:r>
          </a:p>
          <a:p>
            <a:r>
              <a:t>          "end": "2026-04-30",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623.2583999999999,</a:t>
            </a:r>
          </a:p>
          <a:p>
            <a:r>
              <a:t>          "raw_mean": 20.77528,</a:t>
            </a:r>
          </a:p>
          <a:p>
            <a:r>
              <a:t>          "value": 33.014376116951475,</a:t>
            </a:r>
          </a:p>
          <a:p>
            <a:r>
              <a:t>          "prior_start": "2025-04-01",</a:t>
            </a:r>
          </a:p>
          <a:p>
            <a:r>
              <a:t>          "prior_end": "2025-04-30",</a:t>
            </a:r>
          </a:p>
          <a:p>
            <a:r>
              <a:t>          "prior_days": 30,</a:t>
            </a:r>
          </a:p>
          <a:p>
            <a:r>
              <a:t>          "prior_raw_mean": 0.0,</a:t>
            </a:r>
          </a:p>
          <a:p>
            <a:r>
              <a:t>          "prior_value": 0.0,</a:t>
            </a:r>
          </a:p>
          <a:p>
            <a:r>
              <a:t>          "yoy_fraction": null,</a:t>
            </a:r>
          </a:p>
          <a:p>
            <a:r>
              <a:t>          "yoy_pct": null,</a:t>
            </a:r>
          </a:p>
          <a:p>
            <a:r>
              <a:t>          "value_label": "33.0",</a:t>
            </a:r>
          </a:p>
          <a:p>
            <a:r>
              <a:t>          "yoy_label": "(전년0)",</a:t>
            </a:r>
          </a:p>
          <a:p>
            <a:r>
              <a:t>          "label": "33.0\n(전년0)"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"NV_XB07",</a:t>
            </a:r>
          </a:p>
          <a:p>
            <a:r>
              <a:t>          "month": "2026-05",</a:t>
            </a:r>
          </a:p>
          <a:p>
            <a:r>
              <a:t>          "start": "2026-05-01",</a:t>
            </a:r>
          </a:p>
          <a:p>
            <a:r>
              <a:t>          "end": "2026-05-31",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413.66572,</a:t>
            </a:r>
          </a:p>
          <a:p>
            <a:r>
              <a:t>          "raw_mean": 13.344055483870969,</a:t>
            </a:r>
          </a:p>
          <a:p>
            <a:r>
              <a:t>          "value": 21.20528179018454,</a:t>
            </a:r>
          </a:p>
          <a:p>
            <a:r>
              <a:t>          "prior_start": "2025-05-01",</a:t>
            </a:r>
          </a:p>
          <a:p>
            <a:r>
              <a:t>          "prior_end": "2025-05-31",</a:t>
            </a:r>
          </a:p>
          <a:p>
            <a:r>
              <a:t>          "prior_days": 31,</a:t>
            </a:r>
          </a:p>
          <a:p>
            <a:r>
              <a:t>          "prior_raw_mean": 0.0,</a:t>
            </a:r>
          </a:p>
          <a:p>
            <a:r>
              <a:t>          "prior_value": 0.0,</a:t>
            </a:r>
          </a:p>
          <a:p>
            <a:r>
              <a:t>          "yoy_fraction": null,</a:t>
            </a:r>
          </a:p>
          <a:p>
            <a:r>
              <a:t>          "yoy_pct": null,</a:t>
            </a:r>
          </a:p>
          <a:p>
            <a:r>
              <a:t>          "value_label": "21.2",</a:t>
            </a:r>
          </a:p>
          <a:p>
            <a:r>
              <a:t>          "yoy_label": "(전년0)",</a:t>
            </a:r>
          </a:p>
          <a:p>
            <a:r>
              <a:t>          "label": "21.2\n(전년0)"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"NV_XB07",</a:t>
            </a:r>
          </a:p>
          <a:p>
            <a:r>
              <a:t>          "month": "2026-06",</a:t>
            </a:r>
          </a:p>
          <a:p>
            <a:r>
              <a:t>          "start": "2026-06-01",</a:t>
            </a:r>
          </a:p>
          <a:p>
            <a:r>
              <a:t>          "end": "2026-06-30",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255.40127,</a:t>
            </a:r>
          </a:p>
          <a:p>
            <a:r>
              <a:t>          "raw_mean": 8.513375666666667,</a:t>
            </a:r>
          </a:p>
          <a:p>
            <a:r>
              <a:t>          "value": 13.528760444347121,</a:t>
            </a:r>
          </a:p>
          <a:p>
            <a:r>
              <a:t>          "prior_start": "2025-06-01",</a:t>
            </a:r>
          </a:p>
          <a:p>
            <a:r>
              <a:t>          "prior_end": "2025-06-30",</a:t>
            </a:r>
          </a:p>
          <a:p>
            <a:r>
              <a:t>          "prior_days": 30,</a:t>
            </a:r>
          </a:p>
          <a:p>
            <a:r>
              <a:t>          "prior_raw_mean": 0.0,</a:t>
            </a:r>
          </a:p>
          <a:p>
            <a:r>
              <a:t>          "prior_value": 0.0,</a:t>
            </a:r>
          </a:p>
          <a:p>
            <a:r>
              <a:t>          "yoy_fraction": null,</a:t>
            </a:r>
          </a:p>
          <a:p>
            <a:r>
              <a:t>          "yoy_pct": null,</a:t>
            </a:r>
          </a:p>
          <a:p>
            <a:r>
              <a:t>          "value_label": "13.5",</a:t>
            </a:r>
          </a:p>
          <a:p>
            <a:r>
              <a:t>          "yoy_label": "(전년0)",</a:t>
            </a:r>
          </a:p>
          <a:p>
            <a:r>
              <a:t>          "label": "13.5\n(전년0)"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"NV_XB07",</a:t>
            </a:r>
          </a:p>
          <a:p>
            <a:r>
              <a:t>          "month": "2026-07",</a:t>
            </a:r>
          </a:p>
          <a:p>
            <a:r>
              <a:t>          "start": "2026-07-01",</a:t>
            </a:r>
          </a:p>
          <a:p>
            <a:r>
              <a:t>          "end": "2026-07-31",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233.47093,</a:t>
            </a:r>
          </a:p>
          <a:p>
            <a:r>
              <a:t>          "raw_mean": 7.531320322580646,</a:t>
            </a:r>
          </a:p>
          <a:p>
            <a:r>
              <a:t>          "value": 11.968158397235452,</a:t>
            </a:r>
          </a:p>
          <a:p>
            <a:r>
              <a:t>          "prior_start": "2025-07-01",</a:t>
            </a:r>
          </a:p>
          <a:p>
            <a:r>
              <a:t>          "prior_end": "2025-07-31",</a:t>
            </a:r>
          </a:p>
          <a:p>
            <a:r>
              <a:t>          "prior_days": 31,</a:t>
            </a:r>
          </a:p>
          <a:p>
            <a:r>
              <a:t>          "prior_raw_mean": 0.0,</a:t>
            </a:r>
          </a:p>
          <a:p>
            <a:r>
              <a:t>          "prior_value": 0.0,</a:t>
            </a:r>
          </a:p>
          <a:p>
            <a:r>
              <a:t>          "yoy_fraction": null,</a:t>
            </a:r>
          </a:p>
          <a:p>
            <a:r>
              <a:t>          "yoy_pct": null,</a:t>
            </a:r>
          </a:p>
          <a:p>
            <a:r>
              <a:t>          "value_label": "12.0",</a:t>
            </a:r>
          </a:p>
          <a:p>
            <a:r>
              <a:t>          "yoy_label": "(전년0)",</a:t>
            </a:r>
          </a:p>
          <a:p>
            <a:r>
              <a:t>          "label": "12.0\n(전년0)"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"NV_XB07",</a:t>
            </a:r>
          </a:p>
          <a:p>
            <a:r>
              <a:t>          "month": "2026-08",</a:t>
            </a:r>
          </a:p>
          <a:p>
            <a:r>
              <a:t>          "start": "2026-08-01",</a:t>
            </a:r>
          </a:p>
          <a:p>
            <a:r>
              <a:t>          "end": "2026-08-31",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356.67044,</a:t>
            </a:r>
          </a:p>
          <a:p>
            <a:r>
              <a:t>          "raw_mean": 11.505498064516129,</a:t>
            </a:r>
          </a:p>
          <a:p>
            <a:r>
              <a:t>          "value": 18.2835966838855,</a:t>
            </a:r>
          </a:p>
          <a:p>
            <a:r>
              <a:t>          "prior_start": "2025-08-01",</a:t>
            </a:r>
          </a:p>
          <a:p>
            <a:r>
              <a:t>          "prior_end": "2025-08-31",</a:t>
            </a:r>
          </a:p>
          <a:p>
            <a:r>
              <a:t>          "prior_days": 31,</a:t>
            </a:r>
          </a:p>
          <a:p>
            <a:r>
              <a:t>          "prior_raw_mean": 0.0,</a:t>
            </a:r>
          </a:p>
          <a:p>
            <a:r>
              <a:t>          "prior_value": 0.0,</a:t>
            </a:r>
          </a:p>
          <a:p>
            <a:r>
              <a:t>          "yoy_fraction": null,</a:t>
            </a:r>
          </a:p>
          <a:p>
            <a:r>
              <a:t>          "yoy_pct": null,</a:t>
            </a:r>
          </a:p>
          <a:p>
            <a:r>
              <a:t>          "value_label": "18.3",</a:t>
            </a:r>
          </a:p>
          <a:p>
            <a:r>
              <a:t>          "yoy_label": "(전년0)",</a:t>
            </a:r>
          </a:p>
          <a:p>
            <a:r>
              <a:t>          "label": "18.3\n(전년0)"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"NV_XB07",</a:t>
            </a:r>
          </a:p>
          <a:p>
            <a:r>
              <a:t>          "month": "2026-09",</a:t>
            </a:r>
          </a:p>
          <a:p>
            <a:r>
              <a:t>          "start": "2026-09-01",</a:t>
            </a:r>
          </a:p>
          <a:p>
            <a:r>
              <a:t>          "end": "2026-09-30",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265.64331,</a:t>
            </a:r>
          </a:p>
          <a:p>
            <a:r>
              <a:t>          "raw_mean": 8.854777,</a:t>
            </a:r>
          </a:p>
          <a:p>
            <a:r>
              <a:t>          "value": 14.07128752583509,</a:t>
            </a:r>
          </a:p>
          <a:p>
            <a:r>
              <a:t>          "prior_start": "2025-09-01",</a:t>
            </a:r>
          </a:p>
          <a:p>
            <a:r>
              <a:t>          "prior_end": "2025-09-30",</a:t>
            </a:r>
          </a:p>
          <a:p>
            <a:r>
              <a:t>          "prior_days": 30,</a:t>
            </a:r>
          </a:p>
          <a:p>
            <a:r>
              <a:t>          "prior_raw_mean": 0.0,</a:t>
            </a:r>
          </a:p>
          <a:p>
            <a:r>
              <a:t>          "prior_value": 0.0,</a:t>
            </a:r>
          </a:p>
          <a:p>
            <a:r>
              <a:t>          "yoy_fraction": null,</a:t>
            </a:r>
          </a:p>
          <a:p>
            <a:r>
              <a:t>          "yoy_pct": null,</a:t>
            </a:r>
          </a:p>
          <a:p>
            <a:r>
              <a:t>          "value_label": "14.1",</a:t>
            </a:r>
          </a:p>
          <a:p>
            <a:r>
              <a:t>          "yoy_label": "(전년0)",</a:t>
            </a:r>
          </a:p>
          <a:p>
            <a:r>
              <a:t>          "label": "14.1\n(전년0)"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"NV_XB07",</a:t>
            </a:r>
          </a:p>
          <a:p>
            <a:r>
              <a:t>          "month": "2026-10",</a:t>
            </a:r>
          </a:p>
          <a:p>
            <a:r>
              <a:t>          "start": "2026-10-01",</a:t>
            </a:r>
          </a:p>
          <a:p>
            <a:r>
              <a:t>          "end": "2026-10-19",</a:t>
            </a:r>
          </a:p>
          <a:p>
            <a:r>
              <a:t>          "days": 19,</a:t>
            </a:r>
          </a:p>
          <a:p>
            <a:r>
              <a:t>          "partial": true,</a:t>
            </a:r>
          </a:p>
          <a:p>
            <a:r>
              <a:t>          "raw_sum": 130.43085,</a:t>
            </a:r>
          </a:p>
          <a:p>
            <a:r>
              <a:t>          "raw_mean": 6.864781578947368,</a:t>
            </a:r>
          </a:p>
          <a:p>
            <a:r>
              <a:t>          "value": 10.908949530792771,</a:t>
            </a:r>
          </a:p>
          <a:p>
            <a:r>
              <a:t>          "prior_start": "2025-10-01",</a:t>
            </a:r>
          </a:p>
          <a:p>
            <a:r>
              <a:t>          "prior_end": "2025-10-19",</a:t>
            </a:r>
          </a:p>
          <a:p>
            <a:r>
              <a:t>          "prior_days": 19,</a:t>
            </a:r>
          </a:p>
          <a:p>
            <a:r>
              <a:t>          "prior_raw_mean": 0.0,</a:t>
            </a:r>
          </a:p>
          <a:p>
            <a:r>
              <a:t>          "prior_value": 0.0,</a:t>
            </a:r>
          </a:p>
          <a:p>
            <a:r>
              <a:t>          "yoy_fraction": null,</a:t>
            </a:r>
          </a:p>
          <a:p>
            <a:r>
              <a:t>          "yoy_pct": null,</a:t>
            </a:r>
          </a:p>
          <a:p>
            <a:r>
              <a:t>          "value_label": "10.9",</a:t>
            </a:r>
          </a:p>
          <a:p>
            <a:r>
              <a:t>          "yoy_label": "(전년0)",</a:t>
            </a:r>
          </a:p>
          <a:p>
            <a:r>
              <a:t>          "label": "10.9\n(전년0)"</a:t>
            </a:r>
          </a:p>
          <a:p>
            <a:r>
              <a:t>        }</a:t>
            </a:r>
          </a:p>
          <a:p>
            <a:r>
              <a:t>      ]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"NV_XB08",</a:t>
            </a:r>
          </a:p>
          <a:p>
            <a:r>
              <a:t>      "label": "이국향",</a:t>
            </a:r>
          </a:p>
          <a:p>
            <a:r>
              <a:t>      "points": [</a:t>
            </a:r>
          </a:p>
          <a:p>
            <a:r>
              <a:t>        {</a:t>
            </a:r>
          </a:p>
          <a:p>
            <a:r>
              <a:t>          "group_id": "NV_XB08",</a:t>
            </a:r>
          </a:p>
          <a:p>
            <a:r>
              <a:t>          "month": "2025-01",</a:t>
            </a:r>
          </a:p>
          <a:p>
            <a:r>
              <a:t>          "start": "2025-01-01",</a:t>
            </a:r>
          </a:p>
          <a:p>
            <a:r>
              <a:t>          "end": "2025-01-31",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239.46269,</a:t>
            </a:r>
          </a:p>
          <a:p>
            <a:r>
              <a:t>          "raw_mean": 7.724602903225807,</a:t>
            </a:r>
          </a:p>
          <a:p>
            <a:r>
              <a:t>          "value": 7.724602903225807,</a:t>
            </a:r>
          </a:p>
          <a:p>
            <a:r>
              <a:t>          "prior_start": "2024-01-01",</a:t>
            </a:r>
          </a:p>
          <a:p>
            <a:r>
              <a:t>          "prior_end": "2024-01-31",</a:t>
            </a:r>
          </a:p>
          <a:p>
            <a:r>
              <a:t>          "prior_days": 31,</a:t>
            </a:r>
          </a:p>
          <a:p>
            <a:r>
              <a:t>          "prior_raw_mean": 6.519209677419354,</a:t>
            </a:r>
          </a:p>
          <a:p>
            <a:r>
              <a:t>          "prior_value": 6.519209677419355,</a:t>
            </a:r>
          </a:p>
          <a:p>
            <a:r>
              <a:t>          "yoy_fraction": 0.18489867414168049,</a:t>
            </a:r>
          </a:p>
          <a:p>
            <a:r>
              <a:t>          "yoy_pct": 18.48986741416805,</a:t>
            </a:r>
          </a:p>
          <a:p>
            <a:r>
              <a:t>          "value_label": "7.7",</a:t>
            </a:r>
          </a:p>
          <a:p>
            <a:r>
              <a:t>          "yoy_label": "(+18.5%)",</a:t>
            </a:r>
          </a:p>
          <a:p>
            <a:r>
              <a:t>          "label": "7.7\n(+18.5%)"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"NV_XB08",</a:t>
            </a:r>
          </a:p>
          <a:p>
            <a:r>
              <a:t>          "month": "2025-02",</a:t>
            </a:r>
          </a:p>
          <a:p>
            <a:r>
              <a:t>          "start": "2025-02-01",</a:t>
            </a:r>
          </a:p>
          <a:p>
            <a:r>
              <a:t>          "end": "2025-02-28",</a:t>
            </a:r>
          </a:p>
          <a:p>
            <a:r>
              <a:t>          "days": 28,</a:t>
            </a:r>
          </a:p>
          <a:p>
            <a:r>
              <a:t>          "partial": false,</a:t>
            </a:r>
          </a:p>
          <a:p>
            <a:r>
              <a:t>          "raw_sum": 238.16395,</a:t>
            </a:r>
          </a:p>
          <a:p>
            <a:r>
              <a:t>          "raw_mean": 8.505855357142858,</a:t>
            </a:r>
          </a:p>
          <a:p>
            <a:r>
              <a:t>          "value": 8.505855357142858,</a:t>
            </a:r>
          </a:p>
          <a:p>
            <a:r>
              <a:t>          "prior_start": "2024-02-01",</a:t>
            </a:r>
          </a:p>
          <a:p>
            <a:r>
              <a:t>          "prior_end": "2024-02-29",</a:t>
            </a:r>
          </a:p>
          <a:p>
            <a:r>
              <a:t>          "prior_days": 29,</a:t>
            </a:r>
          </a:p>
          <a:p>
            <a:r>
              <a:t>          "prior_raw_mean": 7.307734482758621,</a:t>
            </a:r>
          </a:p>
          <a:p>
            <a:r>
              <a:t>          "prior_value": 7.3077344827586215,</a:t>
            </a:r>
          </a:p>
          <a:p>
            <a:r>
              <a:t>          "yoy_fraction": 0.16395243658770076,</a:t>
            </a:r>
          </a:p>
          <a:p>
            <a:r>
              <a:t>          "yoy_pct": 16.395243658770077,</a:t>
            </a:r>
          </a:p>
          <a:p>
            <a:r>
              <a:t>          "value_label": "8.5",</a:t>
            </a:r>
          </a:p>
          <a:p>
            <a:r>
              <a:t>          "yoy_label": "(+16.4%)",</a:t>
            </a:r>
          </a:p>
          <a:p>
            <a:r>
              <a:t>          "label": "8.5\n(+16.4%)"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"NV_XB08",</a:t>
            </a:r>
          </a:p>
          <a:p>
            <a:r>
              <a:t>          "month": "2025-03",</a:t>
            </a:r>
          </a:p>
          <a:p>
            <a:r>
              <a:t>          "start": "2025-03-01",</a:t>
            </a:r>
          </a:p>
          <a:p>
            <a:r>
              <a:t>          "end": "2025-03-31",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195.04117,</a:t>
            </a:r>
          </a:p>
          <a:p>
            <a:r>
              <a:t>          "raw_mean": 6.29165064516129,</a:t>
            </a:r>
          </a:p>
          <a:p>
            <a:r>
              <a:t>          "value": 6.29165064516129,</a:t>
            </a:r>
          </a:p>
          <a:p>
            <a:r>
              <a:t>          "prior_start": "2024-03-01",</a:t>
            </a:r>
          </a:p>
          <a:p>
            <a:r>
              <a:t>          "prior_end": "2024-03-31",</a:t>
            </a:r>
          </a:p>
          <a:p>
            <a:r>
              <a:t>          "prior_days": 31,</a:t>
            </a:r>
          </a:p>
          <a:p>
            <a:r>
              <a:t>          "prior_raw_mean": 7.198075161290323,</a:t>
            </a:r>
          </a:p>
          <a:p>
            <a:r>
              <a:t>          "prior_value": 7.198075161290323,</a:t>
            </a:r>
          </a:p>
          <a:p>
            <a:r>
              <a:t>          "yoy_fraction": -0.1259259587901479,</a:t>
            </a:r>
          </a:p>
          <a:p>
            <a:r>
              <a:t>          "yoy_pct": -12.59259587901479,</a:t>
            </a:r>
          </a:p>
          <a:p>
            <a:r>
              <a:t>          "value_label": "6.3",</a:t>
            </a:r>
          </a:p>
          <a:p>
            <a:r>
              <a:t>          "yoy_label": "(-12.6%)",</a:t>
            </a:r>
          </a:p>
          <a:p>
            <a:r>
              <a:t>          "label": "6.3\n(-12.6%)"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"NV_XB08",</a:t>
            </a:r>
          </a:p>
          <a:p>
            <a:r>
              <a:t>          "month": "2025-04",</a:t>
            </a:r>
          </a:p>
          <a:p>
            <a:r>
              <a:t>          "start": "2025-04-01",</a:t>
            </a:r>
          </a:p>
          <a:p>
            <a:r>
              <a:t>          "end": "2025-04-30",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188.0164,</a:t>
            </a:r>
          </a:p>
          <a:p>
            <a:r>
              <a:t>          "raw_mean": 6.267213333333333,</a:t>
            </a:r>
          </a:p>
          <a:p>
            <a:r>
              <a:t>          "value": 6.267213333333333,</a:t>
            </a:r>
          </a:p>
          <a:p>
            <a:r>
              <a:t>          "prior_start": "2024-04-01",</a:t>
            </a:r>
          </a:p>
          <a:p>
            <a:r>
              <a:t>          "prior_end": "2024-04-30",</a:t>
            </a:r>
          </a:p>
          <a:p>
            <a:r>
              <a:t>          "prior_days": 30,</a:t>
            </a:r>
          </a:p>
          <a:p>
            <a:r>
              <a:t>          "prior_raw_mean": 7.451785666666667,</a:t>
            </a:r>
          </a:p>
          <a:p>
            <a:r>
              <a:t>          "prior_value": 7.451785666666667,</a:t>
            </a:r>
          </a:p>
          <a:p>
            <a:r>
              <a:t>          "yoy_fraction": -0.15896489597549257,</a:t>
            </a:r>
          </a:p>
          <a:p>
            <a:r>
              <a:t>          "yoy_pct": -15.896489597549257,</a:t>
            </a:r>
          </a:p>
          <a:p>
            <a:r>
              <a:t>          "value_label": "6.3",</a:t>
            </a:r>
          </a:p>
          <a:p>
            <a:r>
              <a:t>          "yoy_label": "(-15.9%)",</a:t>
            </a:r>
          </a:p>
          <a:p>
            <a:r>
              <a:t>          "label": "6.3\n(-15.9%)"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"NV_XB08",</a:t>
            </a:r>
          </a:p>
          <a:p>
            <a:r>
              <a:t>          "month": "2025-05",</a:t>
            </a:r>
          </a:p>
          <a:p>
            <a:r>
              <a:t>          "start": "2025-05-01",</a:t>
            </a:r>
          </a:p>
          <a:p>
            <a:r>
              <a:t>          "end": "2025-05-31",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195.57246,</a:t>
            </a:r>
          </a:p>
          <a:p>
            <a:r>
              <a:t>          "raw_mean": 6.308789032258065,</a:t>
            </a:r>
          </a:p>
          <a:p>
            <a:r>
              <a:t>          "value": 6.308789032258065,</a:t>
            </a:r>
          </a:p>
          <a:p>
            <a:r>
              <a:t>          "prior_start": "2024-05-01",</a:t>
            </a:r>
          </a:p>
          <a:p>
            <a:r>
              <a:t>          "prior_end": "2024-05-31",</a:t>
            </a:r>
          </a:p>
          <a:p>
            <a:r>
              <a:t>          "prior_days": 31,</a:t>
            </a:r>
          </a:p>
          <a:p>
            <a:r>
              <a:t>          "prior_raw_mean": 6.972420967741935,</a:t>
            </a:r>
          </a:p>
          <a:p>
            <a:r>
              <a:t>          "prior_value": 6.972420967741935,</a:t>
            </a:r>
          </a:p>
          <a:p>
            <a:r>
              <a:t>          "yoy_fraction": -0.09517955650615173,</a:t>
            </a:r>
          </a:p>
          <a:p>
            <a:r>
              <a:t>          "yoy_pct": -9.517955650615173,</a:t>
            </a:r>
          </a:p>
          <a:p>
            <a:r>
              <a:t>          "value_label": "6.3",</a:t>
            </a:r>
          </a:p>
          <a:p>
            <a:r>
              <a:t>          "yoy_label": "(-9.5%)",</a:t>
            </a:r>
          </a:p>
          <a:p>
            <a:r>
              <a:t>          "label": "6.3\n(-9.5%)"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"NV_XB08",</a:t>
            </a:r>
          </a:p>
          <a:p>
            <a:r>
              <a:t>          "month": "2025-06",</a:t>
            </a:r>
          </a:p>
          <a:p>
            <a:r>
              <a:t>          "start": "2025-06-01",</a:t>
            </a:r>
          </a:p>
          <a:p>
            <a:r>
              <a:t>          "end": "2025-06-30",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314.87588,</a:t>
            </a:r>
          </a:p>
          <a:p>
            <a:r>
              <a:t>          "raw_mean": 10.495862666666666,</a:t>
            </a:r>
          </a:p>
          <a:p>
            <a:r>
              <a:t>          "value": 10.495862666666666,</a:t>
            </a:r>
          </a:p>
          <a:p>
            <a:r>
              <a:t>          "prior_start": "2024-06-01",</a:t>
            </a:r>
          </a:p>
          <a:p>
            <a:r>
              <a:t>          "prior_end": "2024-06-30",</a:t>
            </a:r>
          </a:p>
          <a:p>
            <a:r>
              <a:t>          "prior_days": 30,</a:t>
            </a:r>
          </a:p>
          <a:p>
            <a:r>
              <a:t>          "prior_raw_mean": 7.051352333333333,</a:t>
            </a:r>
          </a:p>
          <a:p>
            <a:r>
              <a:t>          "prior_value": 7.051352333333333,</a:t>
            </a:r>
          </a:p>
          <a:p>
            <a:r>
              <a:t>          "yoy_fraction": 0.4884893238209578,</a:t>
            </a:r>
          </a:p>
          <a:p>
            <a:r>
              <a:t>          "yoy_pct": 48.848932382095775,</a:t>
            </a:r>
          </a:p>
          <a:p>
            <a:r>
              <a:t>          "value_label": "10.5",</a:t>
            </a:r>
          </a:p>
          <a:p>
            <a:r>
              <a:t>          "yoy_label": "(+48.8%)",</a:t>
            </a:r>
          </a:p>
          <a:p>
            <a:r>
              <a:t>          "label": "10.5\n(+48.8%)"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"NV_XB08",</a:t>
            </a:r>
          </a:p>
          <a:p>
            <a:r>
              <a:t>          "month": "2025-07",</a:t>
            </a:r>
          </a:p>
          <a:p>
            <a:r>
              <a:t>          "start": "2025-07-01",</a:t>
            </a:r>
          </a:p>
          <a:p>
            <a:r>
              <a:t>          "end": "2025-07-31",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227.86289,</a:t>
            </a:r>
          </a:p>
          <a:p>
            <a:r>
              <a:t>          "raw_mean": 7.350415806451613,</a:t>
            </a:r>
          </a:p>
          <a:p>
            <a:r>
              <a:t>          "value": 7.350415806451613,</a:t>
            </a:r>
          </a:p>
          <a:p>
            <a:r>
              <a:t>          "prior_start": "2024-07-01",</a:t>
            </a:r>
          </a:p>
          <a:p>
            <a:r>
              <a:t>          "prior_end": "2024-07-31",</a:t>
            </a:r>
          </a:p>
          <a:p>
            <a:r>
              <a:t>          "prior_days": 31,</a:t>
            </a:r>
          </a:p>
          <a:p>
            <a:r>
              <a:t>          "prior_raw_mean": 6.729629032258065,</a:t>
            </a:r>
          </a:p>
          <a:p>
            <a:r>
              <a:t>          "prior_value": 6.729629032258065,</a:t>
            </a:r>
          </a:p>
          <a:p>
            <a:r>
              <a:t>          "yoy_fraction": 0.09224680457389911,</a:t>
            </a:r>
          </a:p>
          <a:p>
            <a:r>
              <a:t>          "yoy_pct": 9.224680457389912,</a:t>
            </a:r>
          </a:p>
          <a:p>
            <a:r>
              <a:t>          "value_label": "7.4",</a:t>
            </a:r>
          </a:p>
          <a:p>
            <a:r>
              <a:t>          "yoy_label": "(+9.2%)",</a:t>
            </a:r>
          </a:p>
          <a:p>
            <a:r>
              <a:t>          "label": "7.4\n(+9.2%)"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"NV_XB08",</a:t>
            </a:r>
          </a:p>
          <a:p>
            <a:r>
              <a:t>          "month": "2025-08",</a:t>
            </a:r>
          </a:p>
          <a:p>
            <a:r>
              <a:t>          "start": "2025-08-01",</a:t>
            </a:r>
          </a:p>
          <a:p>
            <a:r>
              <a:t>          "end": "2025-08-31",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221.07422,</a:t>
            </a:r>
          </a:p>
          <a:p>
            <a:r>
              <a:t>          "raw_mean": 7.131426451612903,</a:t>
            </a:r>
          </a:p>
          <a:p>
            <a:r>
              <a:t>          "value": 7.131426451612903,</a:t>
            </a:r>
          </a:p>
          <a:p>
            <a:r>
              <a:t>          "prior_start": "2024-08-01",</a:t>
            </a:r>
          </a:p>
          <a:p>
            <a:r>
              <a:t>          "prior_end": "2024-08-31",</a:t>
            </a:r>
          </a:p>
          <a:p>
            <a:r>
              <a:t>          "prior_days": 31,</a:t>
            </a:r>
          </a:p>
          <a:p>
            <a:r>
              <a:t>          "prior_raw_mean": 7.057160645161291,</a:t>
            </a:r>
          </a:p>
          <a:p>
            <a:r>
              <a:t>          "prior_value": 7.057160645161291,</a:t>
            </a:r>
          </a:p>
          <a:p>
            <a:r>
              <a:t>          "yoy_fraction": 0.010523468316189222,</a:t>
            </a:r>
          </a:p>
          <a:p>
            <a:r>
              <a:t>          "yoy_pct": 1.0523468316189222,</a:t>
            </a:r>
          </a:p>
          <a:p>
            <a:r>
              <a:t>          "value_label": "7.1",</a:t>
            </a:r>
          </a:p>
          <a:p>
            <a:r>
              <a:t>          "yoy_label": "(+1.1%)",</a:t>
            </a:r>
          </a:p>
          <a:p>
            <a:r>
              <a:t>          "label": "7.1\n(+1.1%)"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"NV_XB08",</a:t>
            </a:r>
          </a:p>
          <a:p>
            <a:r>
              <a:t>          "month": "2025-09",</a:t>
            </a:r>
          </a:p>
          <a:p>
            <a:r>
              <a:t>          "start": "2025-09-01",</a:t>
            </a:r>
          </a:p>
          <a:p>
            <a:r>
              <a:t>          "end": "2025-09-30",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206.84755,</a:t>
            </a:r>
          </a:p>
          <a:p>
            <a:r>
              <a:t>          "raw_mean": 6.894918333333334,</a:t>
            </a:r>
          </a:p>
          <a:p>
            <a:r>
              <a:t>          "value": 6.894918333333333,</a:t>
            </a:r>
          </a:p>
          <a:p>
            <a:r>
              <a:t>          "prior_start": "2024-09-01",</a:t>
            </a:r>
          </a:p>
          <a:p>
            <a:r>
              <a:t>          "prior_end": "2024-09-30",</a:t>
            </a:r>
          </a:p>
          <a:p>
            <a:r>
              <a:t>          "prior_days": 30,</a:t>
            </a:r>
          </a:p>
          <a:p>
            <a:r>
              <a:t>          "prior_raw_mean": 8.291023333333333,</a:t>
            </a:r>
          </a:p>
          <a:p>
            <a:r>
              <a:t>          "prior_value": 8.291023333333333,</a:t>
            </a:r>
          </a:p>
          <a:p>
            <a:r>
              <a:t>          "yoy_fraction": -0.16838753720389166,</a:t>
            </a:r>
          </a:p>
          <a:p>
            <a:r>
              <a:t>          "yoy_pct": -16.838753720389164,</a:t>
            </a:r>
          </a:p>
          <a:p>
            <a:r>
              <a:t>          "value_label": "6.9",</a:t>
            </a:r>
          </a:p>
          <a:p>
            <a:r>
              <a:t>          "yoy_label": "(-16.8%)",</a:t>
            </a:r>
          </a:p>
          <a:p>
            <a:r>
              <a:t>          "label": "6.9\n(-16.8%)"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"NV_XB08",</a:t>
            </a:r>
          </a:p>
          <a:p>
            <a:r>
              <a:t>          "month": "2025-10",</a:t>
            </a:r>
          </a:p>
          <a:p>
            <a:r>
              <a:t>          "start": "2025-10-01",</a:t>
            </a:r>
          </a:p>
          <a:p>
            <a:r>
              <a:t>          "end": "2025-10-31",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210.71412,</a:t>
            </a:r>
          </a:p>
          <a:p>
            <a:r>
              <a:t>          "raw_mean": 6.797229677419355,</a:t>
            </a:r>
          </a:p>
          <a:p>
            <a:r>
              <a:t>          "value": 6.797229677419355,</a:t>
            </a:r>
          </a:p>
          <a:p>
            <a:r>
              <a:t>          "prior_start": "2024-10-01",</a:t>
            </a:r>
          </a:p>
          <a:p>
            <a:r>
              <a:t>          "prior_end": "2024-10-31",</a:t>
            </a:r>
          </a:p>
          <a:p>
            <a:r>
              <a:t>          "prior_days": 31,</a:t>
            </a:r>
          </a:p>
          <a:p>
            <a:r>
              <a:t>          "prior_raw_mean": 7.640813870967742,</a:t>
            </a:r>
          </a:p>
          <a:p>
            <a:r>
              <a:t>          "prior_value": 7.640813870967742,</a:t>
            </a:r>
          </a:p>
          <a:p>
            <a:r>
              <a:t>          "yoy_fraction": -0.11040501807715719,</a:t>
            </a:r>
          </a:p>
          <a:p>
            <a:r>
              <a:t>          "yoy_pct": -11.040501807715719,</a:t>
            </a:r>
          </a:p>
          <a:p>
            <a:r>
              <a:t>          "value_label": "6.8",</a:t>
            </a:r>
          </a:p>
          <a:p>
            <a:r>
              <a:t>          "yoy_label": "(-11.0%)",</a:t>
            </a:r>
          </a:p>
          <a:p>
            <a:r>
              <a:t>          "label": "6.8\n(-11.0%)"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"NV_XB08",</a:t>
            </a:r>
          </a:p>
          <a:p>
            <a:r>
              <a:t>          "month": "2025-11",</a:t>
            </a:r>
          </a:p>
          <a:p>
            <a:r>
              <a:t>          "start": "2025-11-01",</a:t>
            </a:r>
          </a:p>
          <a:p>
            <a:r>
              <a:t>          "end": "2025-11-30",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176.88888,</a:t>
            </a:r>
          </a:p>
          <a:p>
            <a:r>
              <a:t>          "raw_mean": 5.896296,</a:t>
            </a:r>
          </a:p>
          <a:p>
            <a:r>
              <a:t>          "value": 5.896296,</a:t>
            </a:r>
          </a:p>
          <a:p>
            <a:r>
              <a:t>          "prior_start": "2024-11-01",</a:t>
            </a:r>
          </a:p>
          <a:p>
            <a:r>
              <a:t>          "prior_end": "2024-11-30",</a:t>
            </a:r>
          </a:p>
          <a:p>
            <a:r>
              <a:t>          "prior_days": 30,</a:t>
            </a:r>
          </a:p>
          <a:p>
            <a:r>
              <a:t>          "prior_raw_mean": 7.440963333333333,</a:t>
            </a:r>
          </a:p>
          <a:p>
            <a:r>
              <a:t>          "prior_value": 7.440963333333333,</a:t>
            </a:r>
          </a:p>
          <a:p>
            <a:r>
              <a:t>          "yoy_fraction": -0.2075896982872737,</a:t>
            </a:r>
          </a:p>
          <a:p>
            <a:r>
              <a:t>          "yoy_pct": -20.75896982872737,</a:t>
            </a:r>
          </a:p>
          <a:p>
            <a:r>
              <a:t>          "value_label": "5.9",</a:t>
            </a:r>
          </a:p>
          <a:p>
            <a:r>
              <a:t>          "yoy_label": "(-20.8%)",</a:t>
            </a:r>
          </a:p>
          <a:p>
            <a:r>
              <a:t>          "label": "5.9\n(-20.8%)"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"NV_XB08",</a:t>
            </a:r>
          </a:p>
          <a:p>
            <a:r>
              <a:t>          "month": "2025-12",</a:t>
            </a:r>
          </a:p>
          <a:p>
            <a:r>
              <a:t>          "start": "2025-12-01",</a:t>
            </a:r>
          </a:p>
          <a:p>
            <a:r>
              <a:t>          "end": "2025-12-31",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189.75781,</a:t>
            </a:r>
          </a:p>
          <a:p>
            <a:r>
              <a:t>          "raw_mean": 6.121219677419355,</a:t>
            </a:r>
          </a:p>
          <a:p>
            <a:r>
              <a:t>          "value": 6.121219677419355,</a:t>
            </a:r>
          </a:p>
          <a:p>
            <a:r>
              <a:t>          "prior_start": "2024-12-01",</a:t>
            </a:r>
          </a:p>
          <a:p>
            <a:r>
              <a:t>          "prior_end": "2024-12-31",</a:t>
            </a:r>
          </a:p>
          <a:p>
            <a:r>
              <a:t>          "prior_days": 31,</a:t>
            </a:r>
          </a:p>
          <a:p>
            <a:r>
              <a:t>          "prior_raw_mean": 8.532957096774192,</a:t>
            </a:r>
          </a:p>
          <a:p>
            <a:r>
              <a:t>          "prior_value": 8.532957096774194,</a:t>
            </a:r>
          </a:p>
          <a:p>
            <a:r>
              <a:t>          "yoy_fraction": -0.28263794040011914,</a:t>
            </a:r>
          </a:p>
          <a:p>
            <a:r>
              <a:t>          "yoy_pct": -28.263794040011913,</a:t>
            </a:r>
          </a:p>
          <a:p>
            <a:r>
              <a:t>          "value_label": "6.1",</a:t>
            </a:r>
          </a:p>
          <a:p>
            <a:r>
              <a:t>          "yoy_label": "(-28.3%)",</a:t>
            </a:r>
          </a:p>
          <a:p>
            <a:r>
              <a:t>          "label": "6.1\n(-28.3%)"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"NV_XB08",</a:t>
            </a:r>
          </a:p>
          <a:p>
            <a:r>
              <a:t>          "month": "2026-01",</a:t>
            </a:r>
          </a:p>
          <a:p>
            <a:r>
              <a:t>          "start": "2026-01-01",</a:t>
            </a:r>
          </a:p>
          <a:p>
            <a:r>
              <a:t>          "end": "2026-01-31",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158.70702,</a:t>
            </a:r>
          </a:p>
          <a:p>
            <a:r>
              <a:t>          "raw_mean": 5.11958129032258,</a:t>
            </a:r>
          </a:p>
          <a:p>
            <a:r>
              <a:t>          "value": 5.11958129032258,</a:t>
            </a:r>
          </a:p>
          <a:p>
            <a:r>
              <a:t>          "prior_start": "2025-01-01",</a:t>
            </a:r>
          </a:p>
          <a:p>
            <a:r>
              <a:t>          "prior_end": "2025-01-31",</a:t>
            </a:r>
          </a:p>
          <a:p>
            <a:r>
              <a:t>          "prior_days": 31,</a:t>
            </a:r>
          </a:p>
          <a:p>
            <a:r>
              <a:t>          "prior_raw_mean": 7.724602903225807,</a:t>
            </a:r>
          </a:p>
          <a:p>
            <a:r>
              <a:t>          "prior_value": 7.724602903225807,</a:t>
            </a:r>
          </a:p>
          <a:p>
            <a:r>
              <a:t>          "yoy_fraction": -0.33723696163272876,</a:t>
            </a:r>
          </a:p>
          <a:p>
            <a:r>
              <a:t>          "yoy_pct": -33.723696163272876,</a:t>
            </a:r>
          </a:p>
          <a:p>
            <a:r>
              <a:t>          "value_label": "5.1",</a:t>
            </a:r>
          </a:p>
          <a:p>
            <a:r>
              <a:t>          "yoy_label": "(-33.7%)",</a:t>
            </a:r>
          </a:p>
          <a:p>
            <a:r>
              <a:t>          "label": "5.1\n(-33.7%)"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"NV_XB08",</a:t>
            </a:r>
          </a:p>
          <a:p>
            <a:r>
              <a:t>          "month": "2026-02",</a:t>
            </a:r>
          </a:p>
          <a:p>
            <a:r>
              <a:t>          "start": "2026-02-01",</a:t>
            </a:r>
          </a:p>
          <a:p>
            <a:r>
              <a:t>          "end": "2026-02-28",</a:t>
            </a:r>
          </a:p>
          <a:p>
            <a:r>
              <a:t>          "days": 28,</a:t>
            </a:r>
          </a:p>
          <a:p>
            <a:r>
              <a:t>          "partial": false,</a:t>
            </a:r>
          </a:p>
          <a:p>
            <a:r>
              <a:t>          "raw_sum": 124.40953999999999,</a:t>
            </a:r>
          </a:p>
          <a:p>
            <a:r>
              <a:t>          "raw_mean": 4.443197857142857,</a:t>
            </a:r>
          </a:p>
          <a:p>
            <a:r>
              <a:t>          "value": 4.443197857142857,</a:t>
            </a:r>
          </a:p>
          <a:p>
            <a:r>
              <a:t>          "prior_start": "2025-02-01",</a:t>
            </a:r>
          </a:p>
          <a:p>
            <a:r>
              <a:t>          "prior_end": "2025-02-28",</a:t>
            </a:r>
          </a:p>
          <a:p>
            <a:r>
              <a:t>          "prior_days": 28,</a:t>
            </a:r>
          </a:p>
          <a:p>
            <a:r>
              <a:t>          "prior_raw_mean": 8.505855357142858,</a:t>
            </a:r>
          </a:p>
          <a:p>
            <a:r>
              <a:t>          "prior_value": 8.505855357142858,</a:t>
            </a:r>
          </a:p>
          <a:p>
            <a:r>
              <a:t>          "yoy_fraction": -0.4776306825613197,</a:t>
            </a:r>
          </a:p>
          <a:p>
            <a:r>
              <a:t>          "yoy_pct": -47.763068256131966,</a:t>
            </a:r>
          </a:p>
          <a:p>
            <a:r>
              <a:t>          "value_label": "4.4",</a:t>
            </a:r>
          </a:p>
          <a:p>
            <a:r>
              <a:t>          "yoy_label": "(-47.8%)",</a:t>
            </a:r>
          </a:p>
          <a:p>
            <a:r>
              <a:t>          "label": "4.4\n(-47.8%)"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"NV_XB08",</a:t>
            </a:r>
          </a:p>
          <a:p>
            <a:r>
              <a:t>          "month": "2026-03",</a:t>
            </a:r>
          </a:p>
          <a:p>
            <a:r>
              <a:t>          "start": "2026-03-01",</a:t>
            </a:r>
          </a:p>
          <a:p>
            <a:r>
              <a:t>          "end": "2026-03-31",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1288.04591,</a:t>
            </a:r>
          </a:p>
          <a:p>
            <a:r>
              <a:t>          "raw_mean": 41.54986806451613,</a:t>
            </a:r>
          </a:p>
          <a:p>
            <a:r>
              <a:t>          "value": 41.54986806451613,</a:t>
            </a:r>
          </a:p>
          <a:p>
            <a:r>
              <a:t>          "prior_start": "2025-03-01",</a:t>
            </a:r>
          </a:p>
          <a:p>
            <a:r>
              <a:t>          "prior_end": "2025-03-31",</a:t>
            </a:r>
          </a:p>
          <a:p>
            <a:r>
              <a:t>          "prior_days": 31,</a:t>
            </a:r>
          </a:p>
          <a:p>
            <a:r>
              <a:t>          "prior_raw_mean": 6.29165064516129,</a:t>
            </a:r>
          </a:p>
          <a:p>
            <a:r>
              <a:t>          "prior_value": 6.29165064516129,</a:t>
            </a:r>
          </a:p>
          <a:p>
            <a:r>
              <a:t>          "yoy_fraction": 5.603969356828613,</a:t>
            </a:r>
          </a:p>
          <a:p>
            <a:r>
              <a:t>          "yoy_pct": 560.3969356828613,</a:t>
            </a:r>
          </a:p>
          <a:p>
            <a:r>
              <a:t>          "value_label": "41.5",</a:t>
            </a:r>
          </a:p>
          <a:p>
            <a:r>
              <a:t>          "yoy_label": "(+560.4%)",</a:t>
            </a:r>
          </a:p>
          <a:p>
            <a:r>
              <a:t>          "label": "41.5\n(+560.4%)"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"NV_XB08",</a:t>
            </a:r>
          </a:p>
          <a:p>
            <a:r>
              <a:t>          "month": "2026-04",</a:t>
            </a:r>
          </a:p>
          <a:p>
            <a:r>
              <a:t>          "start": "2026-04-01",</a:t>
            </a:r>
          </a:p>
          <a:p>
            <a:r>
              <a:t>          "end": "2026-04-30",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1001.32806,</a:t>
            </a:r>
          </a:p>
          <a:p>
            <a:r>
              <a:t>          "raw_mean": 33.377602,</a:t>
            </a:r>
          </a:p>
          <a:p>
            <a:r>
              <a:t>          "value": 33.377602,</a:t>
            </a:r>
          </a:p>
          <a:p>
            <a:r>
              <a:t>          "prior_start": "2025-04-01",</a:t>
            </a:r>
          </a:p>
          <a:p>
            <a:r>
              <a:t>          "prior_end": "2025-04-30",</a:t>
            </a:r>
          </a:p>
          <a:p>
            <a:r>
              <a:t>          "prior_days": 30,</a:t>
            </a:r>
          </a:p>
          <a:p>
            <a:r>
              <a:t>          "prior_raw_mean": 6.267213333333333,</a:t>
            </a:r>
          </a:p>
          <a:p>
            <a:r>
              <a:t>          "prior_value": 6.267213333333333,</a:t>
            </a:r>
          </a:p>
          <a:p>
            <a:r>
              <a:t>          "yoy_fraction": 4.325748498535234,</a:t>
            </a:r>
          </a:p>
          <a:p>
            <a:r>
              <a:t>          "yoy_pct": 432.57484985352346,</a:t>
            </a:r>
          </a:p>
          <a:p>
            <a:r>
              <a:t>          "value_label": "33.4",</a:t>
            </a:r>
          </a:p>
          <a:p>
            <a:r>
              <a:t>          "yoy_label": "(+432.6%)",</a:t>
            </a:r>
          </a:p>
          <a:p>
            <a:r>
              <a:t>          "label": "33.4\n(+432.6%)"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"NV_XB08",</a:t>
            </a:r>
          </a:p>
          <a:p>
            <a:r>
              <a:t>          "month": "2026-05",</a:t>
            </a:r>
          </a:p>
          <a:p>
            <a:r>
              <a:t>          "start": "2026-05-01",</a:t>
            </a:r>
          </a:p>
          <a:p>
            <a:r>
              <a:t>          "end": "2026-05-31",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711.51106,</a:t>
            </a:r>
          </a:p>
          <a:p>
            <a:r>
              <a:t>          "raw_mean": 22.951969677419356,</a:t>
            </a:r>
          </a:p>
          <a:p>
            <a:r>
              <a:t>          "value": 22.951969677419356,</a:t>
            </a:r>
          </a:p>
          <a:p>
            <a:r>
              <a:t>          "prior_start": "2025-05-01",</a:t>
            </a:r>
          </a:p>
          <a:p>
            <a:r>
              <a:t>          "prior_end": "2025-05-31",</a:t>
            </a:r>
          </a:p>
          <a:p>
            <a:r>
              <a:t>          "prior_days": 31,</a:t>
            </a:r>
          </a:p>
          <a:p>
            <a:r>
              <a:t>          "prior_raw_mean": 6.308789032258065,</a:t>
            </a:r>
          </a:p>
          <a:p>
            <a:r>
              <a:t>          "prior_value": 6.308789032258065,</a:t>
            </a:r>
          </a:p>
          <a:p>
            <a:r>
              <a:t>          "yoy_fraction": 2.6380943410948556,</a:t>
            </a:r>
          </a:p>
          <a:p>
            <a:r>
              <a:t>          "yoy_pct": 263.80943410948555,</a:t>
            </a:r>
          </a:p>
          <a:p>
            <a:r>
              <a:t>          "value_label": "23.0",</a:t>
            </a:r>
          </a:p>
          <a:p>
            <a:r>
              <a:t>          "yoy_label": "(+263.8%)",</a:t>
            </a:r>
          </a:p>
          <a:p>
            <a:r>
              <a:t>          "label": "23.0\n(+263.8%)"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"NV_XB08",</a:t>
            </a:r>
          </a:p>
          <a:p>
            <a:r>
              <a:t>          "month": "2026-06",</a:t>
            </a:r>
          </a:p>
          <a:p>
            <a:r>
              <a:t>          "start": "2026-06-01",</a:t>
            </a:r>
          </a:p>
          <a:p>
            <a:r>
              <a:t>          "end": "2026-06-30",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555.57837,</a:t>
            </a:r>
          </a:p>
          <a:p>
            <a:r>
              <a:t>          "raw_mean": 18.519278999999997,</a:t>
            </a:r>
          </a:p>
          <a:p>
            <a:r>
              <a:t>          "value": 18.519278999999997,</a:t>
            </a:r>
          </a:p>
          <a:p>
            <a:r>
              <a:t>          "prior_start": "2025-06-01",</a:t>
            </a:r>
          </a:p>
          <a:p>
            <a:r>
              <a:t>          "prior_end": "2025-06-30",</a:t>
            </a:r>
          </a:p>
          <a:p>
            <a:r>
              <a:t>          "prior_days": 30,</a:t>
            </a:r>
          </a:p>
          <a:p>
            <a:r>
              <a:t>          "prior_raw_mean": 10.495862666666666,</a:t>
            </a:r>
          </a:p>
          <a:p>
            <a:r>
              <a:t>          "prior_value": 10.495862666666666,</a:t>
            </a:r>
          </a:p>
          <a:p>
            <a:r>
              <a:t>          "yoy_fraction": 0.7644361009804879,</a:t>
            </a:r>
          </a:p>
          <a:p>
            <a:r>
              <a:t>          "yoy_pct": 76.4436100980488,</a:t>
            </a:r>
          </a:p>
          <a:p>
            <a:r>
              <a:t>          "value_label": "18.5",</a:t>
            </a:r>
          </a:p>
          <a:p>
            <a:r>
              <a:t>          "yoy_label": "(+76.4%)",</a:t>
            </a:r>
          </a:p>
          <a:p>
            <a:r>
              <a:t>          "label": "18.5\n(+76.4%)"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"NV_XB08",</a:t>
            </a:r>
          </a:p>
          <a:p>
            <a:r>
              <a:t>          "month": "2026-07",</a:t>
            </a:r>
          </a:p>
          <a:p>
            <a:r>
              <a:t>          "start": "2026-07-01",</a:t>
            </a:r>
          </a:p>
          <a:p>
            <a:r>
              <a:t>          "end": "2026-07-31",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538.87234,</a:t>
            </a:r>
          </a:p>
          <a:p>
            <a:r>
              <a:t>          "raw_mean": 17.38297870967742,</a:t>
            </a:r>
          </a:p>
          <a:p>
            <a:r>
              <a:t>          "value": 17.38297870967742,</a:t>
            </a:r>
          </a:p>
          <a:p>
            <a:r>
              <a:t>          "prior_start": "2025-07-01",</a:t>
            </a:r>
          </a:p>
          <a:p>
            <a:r>
              <a:t>          "prior_end": "2025-07-31",</a:t>
            </a:r>
          </a:p>
          <a:p>
            <a:r>
              <a:t>          "prior_days": 31,</a:t>
            </a:r>
          </a:p>
          <a:p>
            <a:r>
              <a:t>          "prior_raw_mean": 7.350415806451613,</a:t>
            </a:r>
          </a:p>
          <a:p>
            <a:r>
              <a:t>          "prior_value": 7.350415806451613,</a:t>
            </a:r>
          </a:p>
          <a:p>
            <a:r>
              <a:t>          "yoy_fraction": 1.3648973292667361,</a:t>
            </a:r>
          </a:p>
          <a:p>
            <a:r>
              <a:t>          "yoy_pct": 136.4897329266736,</a:t>
            </a:r>
          </a:p>
          <a:p>
            <a:r>
              <a:t>          "value_label": "17.4",</a:t>
            </a:r>
          </a:p>
          <a:p>
            <a:r>
              <a:t>          "yoy_label": "(+136.5%)",</a:t>
            </a:r>
          </a:p>
          <a:p>
            <a:r>
              <a:t>          "label": "17.4\n(+136.5%)"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"NV_XB08",</a:t>
            </a:r>
          </a:p>
          <a:p>
            <a:r>
              <a:t>          "month": "2026-08",</a:t>
            </a:r>
          </a:p>
          <a:p>
            <a:r>
              <a:t>          "start": "2026-08-01",</a:t>
            </a:r>
          </a:p>
          <a:p>
            <a:r>
              <a:t>          "end": "2026-08-31",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448.49452,</a:t>
            </a:r>
          </a:p>
          <a:p>
            <a:r>
              <a:t>          "raw_mean": 14.467565161290324,</a:t>
            </a:r>
          </a:p>
          <a:p>
            <a:r>
              <a:t>          "value": 14.467565161290324,</a:t>
            </a:r>
          </a:p>
          <a:p>
            <a:r>
              <a:t>          "prior_start": "2025-08-01",</a:t>
            </a:r>
          </a:p>
          <a:p>
            <a:r>
              <a:t>          "prior_end": "2025-08-31",</a:t>
            </a:r>
          </a:p>
          <a:p>
            <a:r>
              <a:t>          "prior_days": 31,</a:t>
            </a:r>
          </a:p>
          <a:p>
            <a:r>
              <a:t>          "prior_raw_mean": 7.131426451612903,</a:t>
            </a:r>
          </a:p>
          <a:p>
            <a:r>
              <a:t>          "prior_value": 7.131426451612903,</a:t>
            </a:r>
          </a:p>
          <a:p>
            <a:r>
              <a:t>          "yoy_fraction": 1.0287056536940402,</a:t>
            </a:r>
          </a:p>
          <a:p>
            <a:r>
              <a:t>          "yoy_pct": 102.87056536940402,</a:t>
            </a:r>
          </a:p>
          <a:p>
            <a:r>
              <a:t>          "value_label": "14.5",</a:t>
            </a:r>
          </a:p>
          <a:p>
            <a:r>
              <a:t>          "yoy_label": "(+102.9%)",</a:t>
            </a:r>
          </a:p>
          <a:p>
            <a:r>
              <a:t>          "label": "14.5\n(+102.9%)"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"NV_XB08",</a:t>
            </a:r>
          </a:p>
          <a:p>
            <a:r>
              <a:t>          "month": "2026-09",</a:t>
            </a:r>
          </a:p>
          <a:p>
            <a:r>
              <a:t>          "start": "2026-09-01",</a:t>
            </a:r>
          </a:p>
          <a:p>
            <a:r>
              <a:t>          "end": "2026-09-30",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414.61024,</a:t>
            </a:r>
          </a:p>
          <a:p>
            <a:r>
              <a:t>          "raw_mean": 13.820341333333333,</a:t>
            </a:r>
          </a:p>
          <a:p>
            <a:r>
              <a:t>          "value": 13.820341333333333,</a:t>
            </a:r>
          </a:p>
          <a:p>
            <a:r>
              <a:t>          "prior_start": "2025-09-01",</a:t>
            </a:r>
          </a:p>
          <a:p>
            <a:r>
              <a:t>          "prior_end": "2025-09-30",</a:t>
            </a:r>
          </a:p>
          <a:p>
            <a:r>
              <a:t>          "prior_days": 30,</a:t>
            </a:r>
          </a:p>
          <a:p>
            <a:r>
              <a:t>          "prior_raw_mean": 6.894918333333334,</a:t>
            </a:r>
          </a:p>
          <a:p>
            <a:r>
              <a:t>          "prior_value": 6.894918333333333,</a:t>
            </a:r>
          </a:p>
          <a:p>
            <a:r>
              <a:t>          "yoy_fraction": 1.004424224507373,</a:t>
            </a:r>
          </a:p>
          <a:p>
            <a:r>
              <a:t>          "yoy_pct": 100.4424224507373,</a:t>
            </a:r>
          </a:p>
          <a:p>
            <a:r>
              <a:t>          "value_label": "13.8",</a:t>
            </a:r>
          </a:p>
          <a:p>
            <a:r>
              <a:t>          "yoy_label": "(+100.4%)",</a:t>
            </a:r>
          </a:p>
          <a:p>
            <a:r>
              <a:t>          "label": "13.8\n(+100.4%)"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"NV_XB08",</a:t>
            </a:r>
          </a:p>
          <a:p>
            <a:r>
              <a:t>          "month": "2026-10",</a:t>
            </a:r>
          </a:p>
          <a:p>
            <a:r>
              <a:t>          "start": "2026-10-01",</a:t>
            </a:r>
          </a:p>
          <a:p>
            <a:r>
              <a:t>          "end": "2026-10-19",</a:t>
            </a:r>
          </a:p>
          <a:p>
            <a:r>
              <a:t>          "days": 19,</a:t>
            </a:r>
          </a:p>
          <a:p>
            <a:r>
              <a:t>          "partial": true,</a:t>
            </a:r>
          </a:p>
          <a:p>
            <a:r>
              <a:t>          "raw_sum": 288.22304,</a:t>
            </a:r>
          </a:p>
          <a:p>
            <a:r>
              <a:t>          "raw_mean": 15.169633684210527,</a:t>
            </a:r>
          </a:p>
          <a:p>
            <a:r>
              <a:t>          "value": 15.169633684210527,</a:t>
            </a:r>
          </a:p>
          <a:p>
            <a:r>
              <a:t>          "prior_start": "2025-10-01",</a:t>
            </a:r>
          </a:p>
          <a:p>
            <a:r>
              <a:t>          "prior_end": "2025-10-19",</a:t>
            </a:r>
          </a:p>
          <a:p>
            <a:r>
              <a:t>          "prior_days": 19,</a:t>
            </a:r>
          </a:p>
          <a:p>
            <a:r>
              <a:t>          "prior_raw_mean": 6.19368052631579,</a:t>
            </a:r>
          </a:p>
          <a:p>
            <a:r>
              <a:t>          "prior_value": 6.19368052631579,</a:t>
            </a:r>
          </a:p>
          <a:p>
            <a:r>
              <a:t>          "yoy_fraction": 1.4492115180557978,</a:t>
            </a:r>
          </a:p>
          <a:p>
            <a:r>
              <a:t>          "yoy_pct": 144.9211518055798,</a:t>
            </a:r>
          </a:p>
          <a:p>
            <a:r>
              <a:t>          "value_label": "15.2",</a:t>
            </a:r>
          </a:p>
          <a:p>
            <a:r>
              <a:t>          "yoy_label": "(+144.9%)",</a:t>
            </a:r>
          </a:p>
          <a:p>
            <a:r>
              <a:t>          "label": "15.2\n(+144.9%)"</a:t>
            </a:r>
          </a:p>
          <a:p>
            <a:r>
              <a:t>        }</a:t>
            </a:r>
          </a:p>
          <a:p>
            <a:r>
              <a:t>      ]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"NV_XB09",</a:t>
            </a:r>
          </a:p>
          <a:p>
            <a:r>
              <a:t>      "label": "트러플·머쉬룸",</a:t>
            </a:r>
          </a:p>
          <a:p>
            <a:r>
              <a:t>      "points": [</a:t>
            </a:r>
          </a:p>
          <a:p>
            <a:r>
              <a:t>        {</a:t>
            </a:r>
          </a:p>
          <a:p>
            <a:r>
              <a:t>          "group_id": "NV_XB09",</a:t>
            </a:r>
          </a:p>
          <a:p>
            <a:r>
              <a:t>          "month": "2025-01",</a:t>
            </a:r>
          </a:p>
          <a:p>
            <a:r>
              <a:t>          "start": "2025-01-01",</a:t>
            </a:r>
          </a:p>
          <a:p>
            <a:r>
              <a:t>          "end": "2025-01-31",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46.28083,</a:t>
            </a:r>
          </a:p>
          <a:p>
            <a:r>
              <a:t>          "raw_mean": 1.49293,</a:t>
            </a:r>
          </a:p>
          <a:p>
            <a:r>
              <a:t>          "value": 2.442321377448775,</a:t>
            </a:r>
          </a:p>
          <a:p>
            <a:r>
              <a:t>          "prior_start": "2024-01-01",</a:t>
            </a:r>
          </a:p>
          <a:p>
            <a:r>
              <a:t>          "prior_end": "2024-01-31",</a:t>
            </a:r>
          </a:p>
          <a:p>
            <a:r>
              <a:t>          "prior_days": 31,</a:t>
            </a:r>
          </a:p>
          <a:p>
            <a:r>
              <a:t>          "prior_raw_mean": 1.1263606451612904,</a:t>
            </a:r>
          </a:p>
          <a:p>
            <a:r>
              <a:t>          "prior_value": 1.8426414382418557,</a:t>
            </a:r>
          </a:p>
          <a:p>
            <a:r>
              <a:t>          "yoy_fraction": 0.32544581206156975,</a:t>
            </a:r>
          </a:p>
          <a:p>
            <a:r>
              <a:t>          "yoy_pct": 32.54458120615698,</a:t>
            </a:r>
          </a:p>
          <a:p>
            <a:r>
              <a:t>          "value_label": "2.4",</a:t>
            </a:r>
          </a:p>
          <a:p>
            <a:r>
              <a:t>          "yoy_label": "(+32.5%)",</a:t>
            </a:r>
          </a:p>
          <a:p>
            <a:r>
              <a:t>          "label": "2.4\n(+32.5%)"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"NV_XB09",</a:t>
            </a:r>
          </a:p>
          <a:p>
            <a:r>
              <a:t>          "month": "2025-02",</a:t>
            </a:r>
          </a:p>
          <a:p>
            <a:r>
              <a:t>          "start": "2025-02-01",</a:t>
            </a:r>
          </a:p>
          <a:p>
            <a:r>
              <a:t>          "end": "2025-02-28",</a:t>
            </a:r>
          </a:p>
          <a:p>
            <a:r>
              <a:t>          "days": 28,</a:t>
            </a:r>
          </a:p>
          <a:p>
            <a:r>
              <a:t>          "partial": false,</a:t>
            </a:r>
          </a:p>
          <a:p>
            <a:r>
              <a:t>          "raw_sum": 24.61617,</a:t>
            </a:r>
          </a:p>
          <a:p>
            <a:r>
              <a:t>          "raw_mean": 0.8791489285714286,</a:t>
            </a:r>
          </a:p>
          <a:p>
            <a:r>
              <a:t>          "value": 1.438221632769913,</a:t>
            </a:r>
          </a:p>
          <a:p>
            <a:r>
              <a:t>          "prior_start": "2024-02-01",</a:t>
            </a:r>
          </a:p>
          <a:p>
            <a:r>
              <a:t>          "prior_end": "2024-02-29",</a:t>
            </a:r>
          </a:p>
          <a:p>
            <a:r>
              <a:t>          "prior_days": 29,</a:t>
            </a:r>
          </a:p>
          <a:p>
            <a:r>
              <a:t>          "prior_raw_mean": 0.7368762068965516,</a:t>
            </a:r>
          </a:p>
          <a:p>
            <a:r>
              <a:t>          "prior_value": 1.2054741432195848,</a:t>
            </a:r>
          </a:p>
          <a:p>
            <a:r>
              <a:t>          "yoy_fraction": 0.19307547230229716,</a:t>
            </a:r>
          </a:p>
          <a:p>
            <a:r>
              <a:t>          "yoy_pct": 19.307547230229716,</a:t>
            </a:r>
          </a:p>
          <a:p>
            <a:r>
              <a:t>          "value_label": "1.4",</a:t>
            </a:r>
          </a:p>
          <a:p>
            <a:r>
              <a:t>          "yoy_label": "(+19.3%)",</a:t>
            </a:r>
          </a:p>
          <a:p>
            <a:r>
              <a:t>          "label": "1.4\n(+19.3%)"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"NV_XB09",</a:t>
            </a:r>
          </a:p>
          <a:p>
            <a:r>
              <a:t>          "month": "2025-03",</a:t>
            </a:r>
          </a:p>
          <a:p>
            <a:r>
              <a:t>          "start": "2025-03-01",</a:t>
            </a:r>
          </a:p>
          <a:p>
            <a:r>
              <a:t>          "end": "2025-03-31",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18.71296,</a:t>
            </a:r>
          </a:p>
          <a:p>
            <a:r>
              <a:t>          "raw_mean": 0.6036438709677419,</a:t>
            </a:r>
          </a:p>
          <a:p>
            <a:r>
              <a:t>          "value": 0.9875160459167183,</a:t>
            </a:r>
          </a:p>
          <a:p>
            <a:r>
              <a:t>          "prior_start": "2024-03-01",</a:t>
            </a:r>
          </a:p>
          <a:p>
            <a:r>
              <a:t>          "prior_end": "2024-03-31",</a:t>
            </a:r>
          </a:p>
          <a:p>
            <a:r>
              <a:t>          "prior_days": 31,</a:t>
            </a:r>
          </a:p>
          <a:p>
            <a:r>
              <a:t>          "prior_raw_mean": 0.603644193548387,</a:t>
            </a:r>
          </a:p>
          <a:p>
            <a:r>
              <a:t>          "prior_value": 0.9875165736344315,</a:t>
            </a:r>
          </a:p>
          <a:p>
            <a:r>
              <a:t>          "yoy_fraction": -5.343887153896887e-07,</a:t>
            </a:r>
          </a:p>
          <a:p>
            <a:r>
              <a:t>          "yoy_pct": -5.343887153896887e-05,</a:t>
            </a:r>
          </a:p>
          <a:p>
            <a:r>
              <a:t>          "value_label": "1.0",</a:t>
            </a:r>
          </a:p>
          <a:p>
            <a:r>
              <a:t>          "yoy_label": "(-0.0%)",</a:t>
            </a:r>
          </a:p>
          <a:p>
            <a:r>
              <a:t>          "label": "1.0\n(-0.0%)"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"NV_XB09",</a:t>
            </a:r>
          </a:p>
          <a:p>
            <a:r>
              <a:t>          "month": "2025-04",</a:t>
            </a:r>
          </a:p>
          <a:p>
            <a:r>
              <a:t>          "start": "2025-04-01",</a:t>
            </a:r>
          </a:p>
          <a:p>
            <a:r>
              <a:t>          "end": "2025-04-30",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18.38829,</a:t>
            </a:r>
          </a:p>
          <a:p>
            <a:r>
              <a:t>          "raw_mean": 0.612943,</a:t>
            </a:r>
          </a:p>
          <a:p>
            <a:r>
              <a:t>          "value": 1.0027287227516257,</a:t>
            </a:r>
          </a:p>
          <a:p>
            <a:r>
              <a:t>          "prior_start": "2024-04-01",</a:t>
            </a:r>
          </a:p>
          <a:p>
            <a:r>
              <a:t>          "prior_end": "2024-04-30",</a:t>
            </a:r>
          </a:p>
          <a:p>
            <a:r>
              <a:t>          "prior_days": 30,</a:t>
            </a:r>
          </a:p>
          <a:p>
            <a:r>
              <a:t>          "prior_raw_mean": 0.7378946666666667,</a:t>
            </a:r>
          </a:p>
          <a:p>
            <a:r>
              <a:t>          "prior_value": 1.2071402669284148,</a:t>
            </a:r>
          </a:p>
          <a:p>
            <a:r>
              <a:t>          "yoy_fraction": -0.16933537035999724,</a:t>
            </a:r>
          </a:p>
          <a:p>
            <a:r>
              <a:t>          "yoy_pct": -16.933537035999723,</a:t>
            </a:r>
          </a:p>
          <a:p>
            <a:r>
              <a:t>          "value_label": "1.0",</a:t>
            </a:r>
          </a:p>
          <a:p>
            <a:r>
              <a:t>          "yoy_label": "(-16.9%)",</a:t>
            </a:r>
          </a:p>
          <a:p>
            <a:r>
              <a:t>          "label": "1.0\n(-16.9%)"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"NV_XB09",</a:t>
            </a:r>
          </a:p>
          <a:p>
            <a:r>
              <a:t>          "month": "2025-05",</a:t>
            </a:r>
          </a:p>
          <a:p>
            <a:r>
              <a:t>          "start": "2025-05-01",</a:t>
            </a:r>
          </a:p>
          <a:p>
            <a:r>
              <a:t>          "end": "2025-05-31",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14.40358,</a:t>
            </a:r>
          </a:p>
          <a:p>
            <a:r>
              <a:t>          "raw_mean": 0.4646316129032258,</a:t>
            </a:r>
          </a:p>
          <a:p>
            <a:r>
              <a:t>          "value": 0.76010243000814,</a:t>
            </a:r>
          </a:p>
          <a:p>
            <a:r>
              <a:t>          "prior_start": "2024-05-01",</a:t>
            </a:r>
          </a:p>
          <a:p>
            <a:r>
              <a:t>          "prior_end": "2024-05-31",</a:t>
            </a:r>
          </a:p>
          <a:p>
            <a:r>
              <a:t>          "prior_days": 31,</a:t>
            </a:r>
          </a:p>
          <a:p>
            <a:r>
              <a:t>          "prior_raw_mean": 0.42559548387096774,</a:t>
            </a:r>
          </a:p>
          <a:p>
            <a:r>
              <a:t>          "prior_value": 0.6962422540934404,</a:t>
            </a:r>
          </a:p>
          <a:p>
            <a:r>
              <a:t>          "yoy_fraction": 0.09172120126183714,</a:t>
            </a:r>
          </a:p>
          <a:p>
            <a:r>
              <a:t>          "yoy_pct": 9.172120126183714,</a:t>
            </a:r>
          </a:p>
          <a:p>
            <a:r>
              <a:t>          "value_label": "0.8",</a:t>
            </a:r>
          </a:p>
          <a:p>
            <a:r>
              <a:t>          "yoy_label": "(+9.2%)",</a:t>
            </a:r>
          </a:p>
          <a:p>
            <a:r>
              <a:t>          "label": "0.8\n(+9.2%)"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"NV_XB09",</a:t>
            </a:r>
          </a:p>
          <a:p>
            <a:r>
              <a:t>          "month": "2025-06",</a:t>
            </a:r>
          </a:p>
          <a:p>
            <a:r>
              <a:t>          "start": "2025-06-01",</a:t>
            </a:r>
          </a:p>
          <a:p>
            <a:r>
              <a:t>          "end": "2025-06-30",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12.13088,</a:t>
            </a:r>
          </a:p>
          <a:p>
            <a:r>
              <a:t>          "raw_mean": 0.40436266666666665,</a:t>
            </a:r>
          </a:p>
          <a:p>
            <a:r>
              <a:t>          "value": 0.6615069594972258,</a:t>
            </a:r>
          </a:p>
          <a:p>
            <a:r>
              <a:t>          "prior_start": "2024-06-01",</a:t>
            </a:r>
          </a:p>
          <a:p>
            <a:r>
              <a:t>          "prior_end": "2024-06-30",</a:t>
            </a:r>
          </a:p>
          <a:p>
            <a:r>
              <a:t>          "prior_days": 30,</a:t>
            </a:r>
          </a:p>
          <a:p>
            <a:r>
              <a:t>          "prior_raw_mean": 0.37779966666666664,</a:t>
            </a:r>
          </a:p>
          <a:p>
            <a:r>
              <a:t>          "prior_value": 0.6180518860850953,</a:t>
            </a:r>
          </a:p>
          <a:p>
            <a:r>
              <a:t>          "yoy_fraction": 0.07030974969979709,</a:t>
            </a:r>
          </a:p>
          <a:p>
            <a:r>
              <a:t>          "yoy_pct": 7.030974969979709,</a:t>
            </a:r>
          </a:p>
          <a:p>
            <a:r>
              <a:t>          "value_label": "0.7",</a:t>
            </a:r>
          </a:p>
          <a:p>
            <a:r>
              <a:t>          "yoy_label": "(+7.0%)",</a:t>
            </a:r>
          </a:p>
          <a:p>
            <a:r>
              <a:t>          "label": "0.7\n(+7.0%)"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"NV_XB09",</a:t>
            </a:r>
          </a:p>
          <a:p>
            <a:r>
              <a:t>          "month": "2025-07",</a:t>
            </a:r>
          </a:p>
          <a:p>
            <a:r>
              <a:t>          "start": "2025-07-01",</a:t>
            </a:r>
          </a:p>
          <a:p>
            <a:r>
              <a:t>          "end": "2025-07-31",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12.16044,</a:t>
            </a:r>
          </a:p>
          <a:p>
            <a:r>
              <a:t>          "raw_mean": 0.3922722580645161,</a:t>
            </a:r>
          </a:p>
          <a:p>
            <a:r>
              <a:t>          "value": 0.6417279588802358,</a:t>
            </a:r>
          </a:p>
          <a:p>
            <a:r>
              <a:t>          "prior_start": "2024-07-01",</a:t>
            </a:r>
          </a:p>
          <a:p>
            <a:r>
              <a:t>          "prior_end": "2024-07-31",</a:t>
            </a:r>
          </a:p>
          <a:p>
            <a:r>
              <a:t>          "prior_days": 31,</a:t>
            </a:r>
          </a:p>
          <a:p>
            <a:r>
              <a:t>          "prior_raw_mean": 0.45225516129032256,</a:t>
            </a:r>
          </a:p>
          <a:p>
            <a:r>
              <a:t>          "prior_value": 0.739855484504229,</a:t>
            </a:r>
          </a:p>
          <a:p>
            <a:r>
              <a:t>          "yoy_fraction": -0.13263066596005246,</a:t>
            </a:r>
          </a:p>
          <a:p>
            <a:r>
              <a:t>          "yoy_pct": -13.263066596005245,</a:t>
            </a:r>
          </a:p>
          <a:p>
            <a:r>
              <a:t>          "value_label": "0.6",</a:t>
            </a:r>
          </a:p>
          <a:p>
            <a:r>
              <a:t>          "yoy_label": "(-13.3%)",</a:t>
            </a:r>
          </a:p>
          <a:p>
            <a:r>
              <a:t>          "label": "0.6\n(-13.3%)"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"NV_XB09",</a:t>
            </a:r>
          </a:p>
          <a:p>
            <a:r>
              <a:t>          "month": "2025-08",</a:t>
            </a:r>
          </a:p>
          <a:p>
            <a:r>
              <a:t>          "start": "2025-08-01",</a:t>
            </a:r>
          </a:p>
          <a:p>
            <a:r>
              <a:t>          "end": "2025-08-31",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16.20406,</a:t>
            </a:r>
          </a:p>
          <a:p>
            <a:r>
              <a:t>          "raw_mean": 0.5227116129032258,</a:t>
            </a:r>
          </a:p>
          <a:p>
            <a:r>
              <a:t>          "value": 0.8551169488417256,</a:t>
            </a:r>
          </a:p>
          <a:p>
            <a:r>
              <a:t>          "prior_start": "2024-08-01",</a:t>
            </a:r>
          </a:p>
          <a:p>
            <a:r>
              <a:t>          "prior_end": "2024-08-31",</a:t>
            </a:r>
          </a:p>
          <a:p>
            <a:r>
              <a:t>          "prior_days": 31,</a:t>
            </a:r>
          </a:p>
          <a:p>
            <a:r>
              <a:t>          "prior_raw_mean": 0.47605935483870965,</a:t>
            </a:r>
          </a:p>
          <a:p>
            <a:r>
              <a:t>          "prior_value": 0.7787973577174098,</a:t>
            </a:r>
          </a:p>
          <a:p>
            <a:r>
              <a:t>          "yoy_fraction": 0.09799672580811292,</a:t>
            </a:r>
          </a:p>
          <a:p>
            <a:r>
              <a:t>          "yoy_pct": 9.799672580811292,</a:t>
            </a:r>
          </a:p>
          <a:p>
            <a:r>
              <a:t>          "value_label": "0.9",</a:t>
            </a:r>
          </a:p>
          <a:p>
            <a:r>
              <a:t>          "yoy_label": "(+9.8%)",</a:t>
            </a:r>
          </a:p>
          <a:p>
            <a:r>
              <a:t>          "label": "0.9\n(+9.8%)"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"NV_XB09",</a:t>
            </a:r>
          </a:p>
          <a:p>
            <a:r>
              <a:t>          "month": "2025-09",</a:t>
            </a:r>
          </a:p>
          <a:p>
            <a:r>
              <a:t>          "start": "2025-09-01",</a:t>
            </a:r>
          </a:p>
          <a:p>
            <a:r>
              <a:t>          "end": "2025-09-30",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408.82511999999997,</a:t>
            </a:r>
          </a:p>
          <a:p>
            <a:r>
              <a:t>          "raw_mean": 13.627503999999998,</a:t>
            </a:r>
          </a:p>
          <a:p>
            <a:r>
              <a:t>          "value": 22.293573268986954,</a:t>
            </a:r>
          </a:p>
          <a:p>
            <a:r>
              <a:t>          "prior_start": "2024-09-01",</a:t>
            </a:r>
          </a:p>
          <a:p>
            <a:r>
              <a:t>          "prior_end": "2024-09-30",</a:t>
            </a:r>
          </a:p>
          <a:p>
            <a:r>
              <a:t>          "prior_days": 30,</a:t>
            </a:r>
          </a:p>
          <a:p>
            <a:r>
              <a:t>          "prior_raw_mean": 11.138327333333335,</a:t>
            </a:r>
          </a:p>
          <a:p>
            <a:r>
              <a:t>          "prior_value": 18.22146715199106,</a:t>
            </a:r>
          </a:p>
          <a:p>
            <a:r>
              <a:t>          "yoy_fraction": 0.22347849835741318,</a:t>
            </a:r>
          </a:p>
          <a:p>
            <a:r>
              <a:t>          "yoy_pct": 22.347849835741318,</a:t>
            </a:r>
          </a:p>
          <a:p>
            <a:r>
              <a:t>          "value_label": "22.3",</a:t>
            </a:r>
          </a:p>
          <a:p>
            <a:r>
              <a:t>          "yoy_label": "(+22.3%)",</a:t>
            </a:r>
          </a:p>
          <a:p>
            <a:r>
              <a:t>          "label": "22.3\n(+22.3%)"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"NV_XB09",</a:t>
            </a:r>
          </a:p>
          <a:p>
            <a:r>
              <a:t>          "month": "2025-10",</a:t>
            </a:r>
          </a:p>
          <a:p>
            <a:r>
              <a:t>          "start": "2025-10-01",</a:t>
            </a:r>
          </a:p>
          <a:p>
            <a:r>
              <a:t>          "end": "2025-10-31",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310.30091,</a:t>
            </a:r>
          </a:p>
          <a:p>
            <a:r>
              <a:t>          "raw_mean": 10.009706774193548,</a:t>
            </a:r>
          </a:p>
          <a:p>
            <a:r>
              <a:t>          "value": 16.375128664174962,</a:t>
            </a:r>
          </a:p>
          <a:p>
            <a:r>
              <a:t>          "prior_start": "2024-10-01",</a:t>
            </a:r>
          </a:p>
          <a:p>
            <a:r>
              <a:t>          "prior_end": "2024-10-31",</a:t>
            </a:r>
          </a:p>
          <a:p>
            <a:r>
              <a:t>          "prior_days": 31,</a:t>
            </a:r>
          </a:p>
          <a:p>
            <a:r>
              <a:t>          "prior_raw_mean": 20.213652258064513,</a:t>
            </a:r>
          </a:p>
          <a:p>
            <a:r>
              <a:t>          "prior_value": 33.068017272200755,</a:t>
            </a:r>
          </a:p>
          <a:p>
            <a:r>
              <a:t>          "yoy_fraction": -0.5048046416154192,</a:t>
            </a:r>
          </a:p>
          <a:p>
            <a:r>
              <a:t>          "yoy_pct": -50.48046416154192,</a:t>
            </a:r>
          </a:p>
          <a:p>
            <a:r>
              <a:t>          "value_label": "16.4",</a:t>
            </a:r>
          </a:p>
          <a:p>
            <a:r>
              <a:t>          "yoy_label": "(-50.5%)",</a:t>
            </a:r>
          </a:p>
          <a:p>
            <a:r>
              <a:t>          "label": "16.4\n(-50.5%)"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"NV_XB09",</a:t>
            </a:r>
          </a:p>
          <a:p>
            <a:r>
              <a:t>          "month": "2025-11",</a:t>
            </a:r>
          </a:p>
          <a:p>
            <a:r>
              <a:t>          "start": "2025-11-01",</a:t>
            </a:r>
          </a:p>
          <a:p>
            <a:r>
              <a:t>          "end": "2025-11-30",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156.16867,</a:t>
            </a:r>
          </a:p>
          <a:p>
            <a:r>
              <a:t>          "raw_mean": 5.205622333333333,</a:t>
            </a:r>
          </a:p>
          <a:p>
            <a:r>
              <a:t>          "value": 8.51600725260044,</a:t>
            </a:r>
          </a:p>
          <a:p>
            <a:r>
              <a:t>          "prior_start": "2024-11-01",</a:t>
            </a:r>
          </a:p>
          <a:p>
            <a:r>
              <a:t>          "prior_end": "2024-11-30",</a:t>
            </a:r>
          </a:p>
          <a:p>
            <a:r>
              <a:t>          "prior_days": 30,</a:t>
            </a:r>
          </a:p>
          <a:p>
            <a:r>
              <a:t>          "prior_raw_mean": 10.107237,</a:t>
            </a:r>
          </a:p>
          <a:p>
            <a:r>
              <a:t>          "prior_value": 16.534680790151732,</a:t>
            </a:r>
          </a:p>
          <a:p>
            <a:r>
              <a:t>          "yoy_fraction": -0.48496089155391,</a:t>
            </a:r>
          </a:p>
          <a:p>
            <a:r>
              <a:t>          "yoy_pct": -48.496089155391,</a:t>
            </a:r>
          </a:p>
          <a:p>
            <a:r>
              <a:t>          "value_label": "8.5",</a:t>
            </a:r>
          </a:p>
          <a:p>
            <a:r>
              <a:t>          "yoy_label": "(-48.5%)",</a:t>
            </a:r>
          </a:p>
          <a:p>
            <a:r>
              <a:t>          "label": "8.5\n(-48.5%)"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"NV_XB09",</a:t>
            </a:r>
          </a:p>
          <a:p>
            <a:r>
              <a:t>          "month": "2025-12",</a:t>
            </a:r>
          </a:p>
          <a:p>
            <a:r>
              <a:t>          "start": "2025-12-01",</a:t>
            </a:r>
          </a:p>
          <a:p>
            <a:r>
              <a:t>          "end": "2025-12-31",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118.47682,</a:t>
            </a:r>
          </a:p>
          <a:p>
            <a:r>
              <a:t>          "raw_mean": 3.8218329032258067,</a:t>
            </a:r>
          </a:p>
          <a:p>
            <a:r>
              <a:t>          "value": 6.252231652244581,</a:t>
            </a:r>
          </a:p>
          <a:p>
            <a:r>
              <a:t>          "prior_start": "2024-12-01",</a:t>
            </a:r>
          </a:p>
          <a:p>
            <a:r>
              <a:t>          "prior_end": "2024-12-31",</a:t>
            </a:r>
          </a:p>
          <a:p>
            <a:r>
              <a:t>          "prior_days": 31,</a:t>
            </a:r>
          </a:p>
          <a:p>
            <a:r>
              <a:t>          "prior_raw_mean": 4.967242580645161,</a:t>
            </a:r>
          </a:p>
          <a:p>
            <a:r>
              <a:t>          "prior_value": 8.126035876888736,</a:t>
            </a:r>
          </a:p>
          <a:p>
            <a:r>
              <a:t>          "yoy_fraction": -0.23059265957383257,</a:t>
            </a:r>
          </a:p>
          <a:p>
            <a:r>
              <a:t>          "yoy_pct": -23.059265957383257,</a:t>
            </a:r>
          </a:p>
          <a:p>
            <a:r>
              <a:t>          "value_label": "6.3",</a:t>
            </a:r>
          </a:p>
          <a:p>
            <a:r>
              <a:t>          "yoy_label": "(-23.1%)",</a:t>
            </a:r>
          </a:p>
          <a:p>
            <a:r>
              <a:t>          "label": "6.3\n(-23.1%)"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"NV_XB09",</a:t>
            </a:r>
          </a:p>
          <a:p>
            <a:r>
              <a:t>          "month": "2026-01",</a:t>
            </a:r>
          </a:p>
          <a:p>
            <a:r>
              <a:t>          "start": "2026-01-01",</a:t>
            </a:r>
          </a:p>
          <a:p>
            <a:r>
              <a:t>          "end": "2026-01-31",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50.23597,</a:t>
            </a:r>
          </a:p>
          <a:p>
            <a:r>
              <a:t>          "raw_mean": 1.6205151612903226,</a:t>
            </a:r>
          </a:p>
          <a:p>
            <a:r>
              <a:t>          "value": 2.65104112108351,</a:t>
            </a:r>
          </a:p>
          <a:p>
            <a:r>
              <a:t>          "prior_start": "2025-01-01",</a:t>
            </a:r>
          </a:p>
          <a:p>
            <a:r>
              <a:t>          "prior_end": "2025-01-31",</a:t>
            </a:r>
          </a:p>
          <a:p>
            <a:r>
              <a:t>          "prior_days": 31,</a:t>
            </a:r>
          </a:p>
          <a:p>
            <a:r>
              <a:t>          "prior_raw_mean": 1.49293,</a:t>
            </a:r>
          </a:p>
          <a:p>
            <a:r>
              <a:t>          "prior_value": 2.442321377448775,</a:t>
            </a:r>
          </a:p>
          <a:p>
            <a:r>
              <a:t>          "yoy_fraction": 0.08545957365068868,</a:t>
            </a:r>
          </a:p>
          <a:p>
            <a:r>
              <a:t>          "yoy_pct": 8.545957365068869,</a:t>
            </a:r>
          </a:p>
          <a:p>
            <a:r>
              <a:t>          "value_label": "2.7",</a:t>
            </a:r>
          </a:p>
          <a:p>
            <a:r>
              <a:t>          "yoy_label": "(+8.5%)",</a:t>
            </a:r>
          </a:p>
          <a:p>
            <a:r>
              <a:t>          "label": "2.7\n(+8.5%)"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"NV_XB09",</a:t>
            </a:r>
          </a:p>
          <a:p>
            <a:r>
              <a:t>          "month": "2026-02",</a:t>
            </a:r>
          </a:p>
          <a:p>
            <a:r>
              <a:t>          "start": "2026-02-01",</a:t>
            </a:r>
          </a:p>
          <a:p>
            <a:r>
              <a:t>          "end": "2026-02-28",</a:t>
            </a:r>
          </a:p>
          <a:p>
            <a:r>
              <a:t>          "days": 28,</a:t>
            </a:r>
          </a:p>
          <a:p>
            <a:r>
              <a:t>          "partial": false,</a:t>
            </a:r>
          </a:p>
          <a:p>
            <a:r>
              <a:t>          "raw_sum": 9.828660000000001,</a:t>
            </a:r>
          </a:p>
          <a:p>
            <a:r>
              <a:t>          "raw_mean": 0.3510235714285715,</a:t>
            </a:r>
          </a:p>
          <a:p>
            <a:r>
              <a:t>          "value": 0.5742482048645395,</a:t>
            </a:r>
          </a:p>
          <a:p>
            <a:r>
              <a:t>          "prior_start": "2025-02-01",</a:t>
            </a:r>
          </a:p>
          <a:p>
            <a:r>
              <a:t>          "prior_end": "2025-02-28",</a:t>
            </a:r>
          </a:p>
          <a:p>
            <a:r>
              <a:t>          "prior_days": 28,</a:t>
            </a:r>
          </a:p>
          <a:p>
            <a:r>
              <a:t>          "prior_raw_mean": 0.8791489285714286,</a:t>
            </a:r>
          </a:p>
          <a:p>
            <a:r>
              <a:t>          "prior_value": 1.438221632769913,</a:t>
            </a:r>
          </a:p>
          <a:p>
            <a:r>
              <a:t>          "yoy_fraction": -0.6007234269181599,</a:t>
            </a:r>
          </a:p>
          <a:p>
            <a:r>
              <a:t>          "yoy_pct": -60.072342691816,</a:t>
            </a:r>
          </a:p>
          <a:p>
            <a:r>
              <a:t>          "value_label": "0.6",</a:t>
            </a:r>
          </a:p>
          <a:p>
            <a:r>
              <a:t>          "yoy_label": "(-60.1%)",</a:t>
            </a:r>
          </a:p>
          <a:p>
            <a:r>
              <a:t>          "label": "0.6\n(-60.1%)"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"NV_XB09",</a:t>
            </a:r>
          </a:p>
          <a:p>
            <a:r>
              <a:t>          "month": "2026-03",</a:t>
            </a:r>
          </a:p>
          <a:p>
            <a:r>
              <a:t>          "start": "2026-03-01",</a:t>
            </a:r>
          </a:p>
          <a:p>
            <a:r>
              <a:t>          "end": "2026-03-31",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6.43438,</a:t>
            </a:r>
          </a:p>
          <a:p>
            <a:r>
              <a:t>          "raw_mean": 0.20756064516129033,</a:t>
            </a:r>
          </a:p>
          <a:p>
            <a:r>
              <a:t>          "value": 0.3395536299722553,</a:t>
            </a:r>
          </a:p>
          <a:p>
            <a:r>
              <a:t>          "prior_start": "2025-03-01",</a:t>
            </a:r>
          </a:p>
          <a:p>
            <a:r>
              <a:t>          "prior_end": "2025-03-31",</a:t>
            </a:r>
          </a:p>
          <a:p>
            <a:r>
              <a:t>          "prior_days": 31,</a:t>
            </a:r>
          </a:p>
          <a:p>
            <a:r>
              <a:t>          "prior_raw_mean": 0.6036438709677419,</a:t>
            </a:r>
          </a:p>
          <a:p>
            <a:r>
              <a:t>          "prior_value": 0.9875160459167183,</a:t>
            </a:r>
          </a:p>
          <a:p>
            <a:r>
              <a:t>          "yoy_fraction": -0.6561538099798214,</a:t>
            </a:r>
          </a:p>
          <a:p>
            <a:r>
              <a:t>          "yoy_pct": -65.61538099798214,</a:t>
            </a:r>
          </a:p>
          <a:p>
            <a:r>
              <a:t>          "value_label": "0.3",</a:t>
            </a:r>
          </a:p>
          <a:p>
            <a:r>
              <a:t>          "yoy_label": "(-65.6%)",</a:t>
            </a:r>
          </a:p>
          <a:p>
            <a:r>
              <a:t>          "label": "0.3\n(-65.6%)"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"NV_XB09",</a:t>
            </a:r>
          </a:p>
          <a:p>
            <a:r>
              <a:t>          "month": "2026-04",</a:t>
            </a:r>
          </a:p>
          <a:p>
            <a:r>
              <a:t>          "start": "2026-04-01",</a:t>
            </a:r>
          </a:p>
          <a:p>
            <a:r>
              <a:t>          "end": "2026-04-30",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6.3458,</a:t>
            </a:r>
          </a:p>
          <a:p>
            <a:r>
              <a:t>          "raw_mean": 0.21152666666666667,</a:t>
            </a:r>
          </a:p>
          <a:p>
            <a:r>
              <a:t>          "value": 0.3460417433506469,</a:t>
            </a:r>
          </a:p>
          <a:p>
            <a:r>
              <a:t>          "prior_start": "2025-04-01",</a:t>
            </a:r>
          </a:p>
          <a:p>
            <a:r>
              <a:t>          "prior_end": "2025-04-30",</a:t>
            </a:r>
          </a:p>
          <a:p>
            <a:r>
              <a:t>          "prior_days": 30,</a:t>
            </a:r>
          </a:p>
          <a:p>
            <a:r>
              <a:t>          "prior_raw_mean": 0.612943,</a:t>
            </a:r>
          </a:p>
          <a:p>
            <a:r>
              <a:t>          "prior_value": 1.0027287227516257,</a:t>
            </a:r>
          </a:p>
          <a:p>
            <a:r>
              <a:t>          "yoy_fraction": -0.6548999390372894,</a:t>
            </a:r>
          </a:p>
          <a:p>
            <a:r>
              <a:t>          "yoy_pct": -65.48999390372894,</a:t>
            </a:r>
          </a:p>
          <a:p>
            <a:r>
              <a:t>          "value_label": "0.3",</a:t>
            </a:r>
          </a:p>
          <a:p>
            <a:r>
              <a:t>          "yoy_label": "(-65.5%)",</a:t>
            </a:r>
          </a:p>
          <a:p>
            <a:r>
              <a:t>          "label": "0.3\n(-65.5%)"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"NV_XB09",</a:t>
            </a:r>
          </a:p>
          <a:p>
            <a:r>
              <a:t>          "month": "2026-05",</a:t>
            </a:r>
          </a:p>
          <a:p>
            <a:r>
              <a:t>          "start": "2026-05-01",</a:t>
            </a:r>
          </a:p>
          <a:p>
            <a:r>
              <a:t>          "end": "2026-05-31",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7.93964,</a:t>
            </a:r>
          </a:p>
          <a:p>
            <a:r>
              <a:t>          "raw_mean": 0.2561174193548387,</a:t>
            </a:r>
          </a:p>
          <a:p>
            <a:r>
              <a:t>          "value": 0.4189888664755449,</a:t>
            </a:r>
          </a:p>
          <a:p>
            <a:r>
              <a:t>          "prior_start": "2025-05-01",</a:t>
            </a:r>
          </a:p>
          <a:p>
            <a:r>
              <a:t>          "prior_end": "2025-05-31",</a:t>
            </a:r>
          </a:p>
          <a:p>
            <a:r>
              <a:t>          "prior_days": 31,</a:t>
            </a:r>
          </a:p>
          <a:p>
            <a:r>
              <a:t>          "prior_raw_mean": 0.4646316129032258,</a:t>
            </a:r>
          </a:p>
          <a:p>
            <a:r>
              <a:t>          "prior_value": 0.76010243000814,</a:t>
            </a:r>
          </a:p>
          <a:p>
            <a:r>
              <a:t>          "yoy_fraction": -0.4487731522302094,</a:t>
            </a:r>
          </a:p>
          <a:p>
            <a:r>
              <a:t>          "yoy_pct": -44.87731522302094,</a:t>
            </a:r>
          </a:p>
          <a:p>
            <a:r>
              <a:t>          "value_label": "0.4",</a:t>
            </a:r>
          </a:p>
          <a:p>
            <a:r>
              <a:t>          "yoy_label": "(-44.9%)",</a:t>
            </a:r>
          </a:p>
          <a:p>
            <a:r>
              <a:t>          "label": "0.4\n(-44.9%)"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"NV_XB09",</a:t>
            </a:r>
          </a:p>
          <a:p>
            <a:r>
              <a:t>          "month": "2026-06",</a:t>
            </a:r>
          </a:p>
          <a:p>
            <a:r>
              <a:t>          "start": "2026-06-01",</a:t>
            </a:r>
          </a:p>
          <a:p>
            <a:r>
              <a:t>          "end": "2026-06-30",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5.69646,</a:t>
            </a:r>
          </a:p>
          <a:p>
            <a:r>
              <a:t>          "raw_mean": 0.189882,</a:t>
            </a:r>
          </a:p>
          <a:p>
            <a:r>
              <a:t>          "value": 0.31063269395934723,</a:t>
            </a:r>
          </a:p>
          <a:p>
            <a:r>
              <a:t>          "prior_start": "2025-06-01",</a:t>
            </a:r>
          </a:p>
          <a:p>
            <a:r>
              <a:t>          "prior_end": "2025-06-30",</a:t>
            </a:r>
          </a:p>
          <a:p>
            <a:r>
              <a:t>          "prior_days": 30,</a:t>
            </a:r>
          </a:p>
          <a:p>
            <a:r>
              <a:t>          "prior_raw_mean": 0.40436266666666665,</a:t>
            </a:r>
          </a:p>
          <a:p>
            <a:r>
              <a:t>          "prior_value": 0.6615069594972258,</a:t>
            </a:r>
          </a:p>
          <a:p>
            <a:r>
              <a:t>          "yoy_fraction": -0.5304165897280331,</a:t>
            </a:r>
          </a:p>
          <a:p>
            <a:r>
              <a:t>          "yoy_pct": -53.041658972803305,</a:t>
            </a:r>
          </a:p>
          <a:p>
            <a:r>
              <a:t>          "value_label": "0.3",</a:t>
            </a:r>
          </a:p>
          <a:p>
            <a:r>
              <a:t>          "yoy_label": "(-53.0%)",</a:t>
            </a:r>
          </a:p>
          <a:p>
            <a:r>
              <a:t>          "label": "0.3\n(-53.0%)"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"NV_XB09",</a:t>
            </a:r>
          </a:p>
          <a:p>
            <a:r>
              <a:t>          "month": "2026-07",</a:t>
            </a:r>
          </a:p>
          <a:p>
            <a:r>
              <a:t>          "start": "2026-07-01",</a:t>
            </a:r>
          </a:p>
          <a:p>
            <a:r>
              <a:t>          "end": "2026-07-31",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4.75196,</a:t>
            </a:r>
          </a:p>
          <a:p>
            <a:r>
              <a:t>          "raw_mean": 0.15328903225806453,</a:t>
            </a:r>
          </a:p>
          <a:p>
            <a:r>
              <a:t>          "value": 0.250769346461191,</a:t>
            </a:r>
          </a:p>
          <a:p>
            <a:r>
              <a:t>          "prior_start": "2025-07-01",</a:t>
            </a:r>
          </a:p>
          <a:p>
            <a:r>
              <a:t>          "prior_end": "2025-07-31",</a:t>
            </a:r>
          </a:p>
          <a:p>
            <a:r>
              <a:t>          "prior_days": 31,</a:t>
            </a:r>
          </a:p>
          <a:p>
            <a:r>
              <a:t>          "prior_raw_mean": 0.3922722580645161,</a:t>
            </a:r>
          </a:p>
          <a:p>
            <a:r>
              <a:t>          "prior_value": 0.6417279588802358,</a:t>
            </a:r>
          </a:p>
          <a:p>
            <a:r>
              <a:t>          "yoy_fraction": -0.6092279555673972,</a:t>
            </a:r>
          </a:p>
          <a:p>
            <a:r>
              <a:t>          "yoy_pct": -60.922795556739715,</a:t>
            </a:r>
          </a:p>
          <a:p>
            <a:r>
              <a:t>          "value_label": "0.3",</a:t>
            </a:r>
          </a:p>
          <a:p>
            <a:r>
              <a:t>          "yoy_label": "(-60.9%)",</a:t>
            </a:r>
          </a:p>
          <a:p>
            <a:r>
              <a:t>          "label": "0.3\n(-60.9%)"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"NV_XB09",</a:t>
            </a:r>
          </a:p>
          <a:p>
            <a:r>
              <a:t>          "month": "2026-08",</a:t>
            </a:r>
          </a:p>
          <a:p>
            <a:r>
              <a:t>          "start": "2026-08-01",</a:t>
            </a:r>
          </a:p>
          <a:p>
            <a:r>
              <a:t>          "end": "2026-08-31",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8.08722,</a:t>
            </a:r>
          </a:p>
          <a:p>
            <a:r>
              <a:t>          "raw_mean": 0.26087806451612905,</a:t>
            </a:r>
          </a:p>
          <a:p>
            <a:r>
              <a:t>          "value": 0.4267769244875531,</a:t>
            </a:r>
          </a:p>
          <a:p>
            <a:r>
              <a:t>          "prior_start": "2025-08-01",</a:t>
            </a:r>
          </a:p>
          <a:p>
            <a:r>
              <a:t>          "prior_end": "2025-08-31",</a:t>
            </a:r>
          </a:p>
          <a:p>
            <a:r>
              <a:t>          "prior_days": 31,</a:t>
            </a:r>
          </a:p>
          <a:p>
            <a:r>
              <a:t>          "prior_raw_mean": 0.5227116129032258,</a:t>
            </a:r>
          </a:p>
          <a:p>
            <a:r>
              <a:t>          "prior_value": 0.8551169488417256,</a:t>
            </a:r>
          </a:p>
          <a:p>
            <a:r>
              <a:t>          "yoy_fraction": -0.5009139684745676,</a:t>
            </a:r>
          </a:p>
          <a:p>
            <a:r>
              <a:t>          "yoy_pct": -50.09139684745676,</a:t>
            </a:r>
          </a:p>
          <a:p>
            <a:r>
              <a:t>          "value_label": "0.4",</a:t>
            </a:r>
          </a:p>
          <a:p>
            <a:r>
              <a:t>          "yoy_label": "(-50.1%)",</a:t>
            </a:r>
          </a:p>
          <a:p>
            <a:r>
              <a:t>          "label": "0.4\n(-50.1%)"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"NV_XB09",</a:t>
            </a:r>
          </a:p>
          <a:p>
            <a:r>
              <a:t>          "month": "2026-09",</a:t>
            </a:r>
          </a:p>
          <a:p>
            <a:r>
              <a:t>          "start": "2026-09-01",</a:t>
            </a:r>
          </a:p>
          <a:p>
            <a:r>
              <a:t>          "end": "2026-09-30",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161.1864,</a:t>
            </a:r>
          </a:p>
          <a:p>
            <a:r>
              <a:t>          "raw_mean": 5.372879999999999,</a:t>
            </a:r>
          </a:p>
          <a:p>
            <a:r>
              <a:t>          "value": 8.789628236063965,</a:t>
            </a:r>
          </a:p>
          <a:p>
            <a:r>
              <a:t>          "prior_start": "2025-09-01",</a:t>
            </a:r>
          </a:p>
          <a:p>
            <a:r>
              <a:t>          "prior_end": "2025-09-30",</a:t>
            </a:r>
          </a:p>
          <a:p>
            <a:r>
              <a:t>          "prior_days": 30,</a:t>
            </a:r>
          </a:p>
          <a:p>
            <a:r>
              <a:t>          "prior_raw_mean": 13.627503999999998,</a:t>
            </a:r>
          </a:p>
          <a:p>
            <a:r>
              <a:t>          "prior_value": 22.293573268986954,</a:t>
            </a:r>
          </a:p>
          <a:p>
            <a:r>
              <a:t>          "yoy_fraction": -0.6057326418689732,</a:t>
            </a:r>
          </a:p>
          <a:p>
            <a:r>
              <a:t>          "yoy_pct": -60.573264186897326,</a:t>
            </a:r>
          </a:p>
          <a:p>
            <a:r>
              <a:t>          "value_label": "8.8",</a:t>
            </a:r>
          </a:p>
          <a:p>
            <a:r>
              <a:t>          "yoy_label": "(-60.6%)",</a:t>
            </a:r>
          </a:p>
          <a:p>
            <a:r>
              <a:t>          "label": "8.8\n(-60.6%)"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"NV_XB09",</a:t>
            </a:r>
          </a:p>
          <a:p>
            <a:r>
              <a:t>          "month": "2026-10",</a:t>
            </a:r>
          </a:p>
          <a:p>
            <a:r>
              <a:t>          "start": "2026-10-01",</a:t>
            </a:r>
          </a:p>
          <a:p>
            <a:r>
              <a:t>          "end": "2026-10-19",</a:t>
            </a:r>
          </a:p>
          <a:p>
            <a:r>
              <a:t>          "days": 19,</a:t>
            </a:r>
          </a:p>
          <a:p>
            <a:r>
              <a:t>          "partial": true,</a:t>
            </a:r>
          </a:p>
          <a:p>
            <a:r>
              <a:t>          "raw_sum": 72.19588,</a:t>
            </a:r>
          </a:p>
          <a:p>
            <a:r>
              <a:t>          "raw_mean": 3.799783157894737,</a:t>
            </a:r>
          </a:p>
          <a:p>
            <a:r>
              <a:t>          "value": 6.216159924575252,</a:t>
            </a:r>
          </a:p>
          <a:p>
            <a:r>
              <a:t>          "prior_start": "2025-10-01",</a:t>
            </a:r>
          </a:p>
          <a:p>
            <a:r>
              <a:t>          "prior_end": "2025-10-19",</a:t>
            </a:r>
          </a:p>
          <a:p>
            <a:r>
              <a:t>          "prior_days": 19,</a:t>
            </a:r>
          </a:p>
          <a:p>
            <a:r>
              <a:t>          "prior_raw_mean": 11.643255789473685,</a:t>
            </a:r>
          </a:p>
          <a:p>
            <a:r>
              <a:t>          "prior_value": 19.04749219168735,</a:t>
            </a:r>
          </a:p>
          <a:p>
            <a:r>
              <a:t>          "yoy_fraction": -0.6736494304857576,</a:t>
            </a:r>
          </a:p>
          <a:p>
            <a:r>
              <a:t>          "yoy_pct": -67.36494304857577,</a:t>
            </a:r>
          </a:p>
          <a:p>
            <a:r>
              <a:t>          "value_label": "6.2",</a:t>
            </a:r>
          </a:p>
          <a:p>
            <a:r>
              <a:t>          "yoy_label": "(-67.4%)",</a:t>
            </a:r>
          </a:p>
          <a:p>
            <a:r>
              <a:t>          "label": "6.2\n(-67.4%)"</a:t>
            </a:r>
          </a:p>
          <a:p>
            <a:r>
              <a:t>        }</a:t>
            </a:r>
          </a:p>
          <a:p>
            <a:r>
              <a:t>      ]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"NV_XB10",</a:t>
            </a:r>
          </a:p>
          <a:p>
            <a:r>
              <a:t>      "label": "양파·어니언",</a:t>
            </a:r>
          </a:p>
          <a:p>
            <a:r>
              <a:t>      "points": [</a:t>
            </a:r>
          </a:p>
          <a:p>
            <a:r>
              <a:t>        {</a:t>
            </a:r>
          </a:p>
          <a:p>
            <a:r>
              <a:t>          "group_id": "NV_XB10",</a:t>
            </a:r>
          </a:p>
          <a:p>
            <a:r>
              <a:t>          "month": "2025-01",</a:t>
            </a:r>
          </a:p>
          <a:p>
            <a:r>
              <a:t>          "start": "2025-01-01",</a:t>
            </a:r>
          </a:p>
          <a:p>
            <a:r>
              <a:t>          "end": "2025-01-31",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55.97555,</a:t>
            </a:r>
          </a:p>
          <a:p>
            <a:r>
              <a:t>          "raw_mean": 1.8056629032258065,</a:t>
            </a:r>
          </a:p>
          <a:p>
            <a:r>
              <a:t>          "value": 42.65882874753842,</a:t>
            </a:r>
          </a:p>
          <a:p>
            <a:r>
              <a:t>          "prior_start": "2024-01-01",</a:t>
            </a:r>
          </a:p>
          <a:p>
            <a:r>
              <a:t>          "prior_end": "2024-01-31",</a:t>
            </a:r>
          </a:p>
          <a:p>
            <a:r>
              <a:t>          "prior_days": 31,</a:t>
            </a:r>
          </a:p>
          <a:p>
            <a:r>
              <a:t>          "prior_raw_mean": 1.8583729032258065,</a:t>
            </a:r>
          </a:p>
          <a:p>
            <a:r>
              <a:t>          "prior_value": 43.90410374281342,</a:t>
            </a:r>
          </a:p>
          <a:p>
            <a:r>
              <a:t>          "yoy_fraction": -0.028363521609955034,</a:t>
            </a:r>
          </a:p>
          <a:p>
            <a:r>
              <a:t>          "yoy_pct": -2.8363521609955034,</a:t>
            </a:r>
          </a:p>
          <a:p>
            <a:r>
              <a:t>          "value_label": "42.7",</a:t>
            </a:r>
          </a:p>
          <a:p>
            <a:r>
              <a:t>          "yoy_label": "(-2.8%)",</a:t>
            </a:r>
          </a:p>
          <a:p>
            <a:r>
              <a:t>          "label": "42.7\n(-2.8%)"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"NV_XB10",</a:t>
            </a:r>
          </a:p>
          <a:p>
            <a:r>
              <a:t>          "month": "2025-02",</a:t>
            </a:r>
          </a:p>
          <a:p>
            <a:r>
              <a:t>          "start": "2025-02-01",</a:t>
            </a:r>
          </a:p>
          <a:p>
            <a:r>
              <a:t>          "end": "2025-02-28",</a:t>
            </a:r>
          </a:p>
          <a:p>
            <a:r>
              <a:t>          "days": 28,</a:t>
            </a:r>
          </a:p>
          <a:p>
            <a:r>
              <a:t>          "partial": false,</a:t>
            </a:r>
          </a:p>
          <a:p>
            <a:r>
              <a:t>          "raw_sum": 40.64723,</a:t>
            </a:r>
          </a:p>
          <a:p>
            <a:r>
              <a:t>          "raw_mean": 1.4516867857142857,</a:t>
            </a:r>
          </a:p>
          <a:p>
            <a:r>
              <a:t>          "value": 34.29613460863461,</a:t>
            </a:r>
          </a:p>
          <a:p>
            <a:r>
              <a:t>          "prior_start": "2024-02-01",</a:t>
            </a:r>
          </a:p>
          <a:p>
            <a:r>
              <a:t>          "prior_end": "2024-02-29",</a:t>
            </a:r>
          </a:p>
          <a:p>
            <a:r>
              <a:t>          "prior_days": 29,</a:t>
            </a:r>
          </a:p>
          <a:p>
            <a:r>
              <a:t>          "prior_raw_mean": 2.022668620689655,</a:t>
            </a:r>
          </a:p>
          <a:p>
            <a:r>
              <a:t>          "prior_value": 47.78559394938705,</a:t>
            </a:r>
          </a:p>
          <a:p>
            <a:r>
              <a:t>          "yoy_fraction": -0.28229133983434496,</a:t>
            </a:r>
          </a:p>
          <a:p>
            <a:r>
              <a:t>          "yoy_pct": -28.229133983434494,</a:t>
            </a:r>
          </a:p>
          <a:p>
            <a:r>
              <a:t>          "value_label": "34.3",</a:t>
            </a:r>
          </a:p>
          <a:p>
            <a:r>
              <a:t>          "yoy_label": "(-28.2%)",</a:t>
            </a:r>
          </a:p>
          <a:p>
            <a:r>
              <a:t>          "label": "34.3\n(-28.2%)"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"NV_XB10",</a:t>
            </a:r>
          </a:p>
          <a:p>
            <a:r>
              <a:t>          "month": "2025-03",</a:t>
            </a:r>
          </a:p>
          <a:p>
            <a:r>
              <a:t>          "start": "2025-03-01",</a:t>
            </a:r>
          </a:p>
          <a:p>
            <a:r>
              <a:t>          "end": "2025-03-31",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40.08178,</a:t>
            </a:r>
          </a:p>
          <a:p>
            <a:r>
              <a:t>          "raw_mean": 1.2929606451612903,</a:t>
            </a:r>
          </a:p>
          <a:p>
            <a:r>
              <a:t>          "value": 30.54622578816127,</a:t>
            </a:r>
          </a:p>
          <a:p>
            <a:r>
              <a:t>          "prior_start": "2024-03-01",</a:t>
            </a:r>
          </a:p>
          <a:p>
            <a:r>
              <a:t>          "prior_end": "2024-03-31",</a:t>
            </a:r>
          </a:p>
          <a:p>
            <a:r>
              <a:t>          "prior_days": 31,</a:t>
            </a:r>
          </a:p>
          <a:p>
            <a:r>
              <a:t>          "prior_raw_mean": 1.5265551612903228,</a:t>
            </a:r>
          </a:p>
          <a:p>
            <a:r>
              <a:t>          "prior_value": 36.06490175038562,</a:t>
            </a:r>
          </a:p>
          <a:p>
            <a:r>
              <a:t>          "yoy_fraction": -0.1530206847760328,</a:t>
            </a:r>
          </a:p>
          <a:p>
            <a:r>
              <a:t>          "yoy_pct": -15.302068477603282,</a:t>
            </a:r>
          </a:p>
          <a:p>
            <a:r>
              <a:t>          "value_label": "30.5",</a:t>
            </a:r>
          </a:p>
          <a:p>
            <a:r>
              <a:t>          "yoy_label": "(-15.3%)",</a:t>
            </a:r>
          </a:p>
          <a:p>
            <a:r>
              <a:t>          "label": "30.5\n(-15.3%)"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"NV_XB10",</a:t>
            </a:r>
          </a:p>
          <a:p>
            <a:r>
              <a:t>          "month": "2025-04",</a:t>
            </a:r>
          </a:p>
          <a:p>
            <a:r>
              <a:t>          "start": "2025-04-01",</a:t>
            </a:r>
          </a:p>
          <a:p>
            <a:r>
              <a:t>          "end": "2025-04-30",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56.61877,</a:t>
            </a:r>
          </a:p>
          <a:p>
            <a:r>
              <a:t>          "raw_mean": 1.8872923333333333,</a:t>
            </a:r>
          </a:p>
          <a:p>
            <a:r>
              <a:t>          "value": 44.58732596232596,</a:t>
            </a:r>
          </a:p>
          <a:p>
            <a:r>
              <a:t>          "prior_start": "2024-04-01",</a:t>
            </a:r>
          </a:p>
          <a:p>
            <a:r>
              <a:t>          "prior_end": "2024-04-30",</a:t>
            </a:r>
          </a:p>
          <a:p>
            <a:r>
              <a:t>          "prior_days": 30,</a:t>
            </a:r>
          </a:p>
          <a:p>
            <a:r>
              <a:t>          "prior_raw_mean": 1.8466596666666666,</a:t>
            </a:r>
          </a:p>
          <a:p>
            <a:r>
              <a:t>          "prior_value": 43.62737825237825,</a:t>
            </a:r>
          </a:p>
          <a:p>
            <a:r>
              <a:t>          "yoy_fraction": 0.022003332503607087,</a:t>
            </a:r>
          </a:p>
          <a:p>
            <a:r>
              <a:t>          "yoy_pct": 2.2003332503607087,</a:t>
            </a:r>
          </a:p>
          <a:p>
            <a:r>
              <a:t>          "value_label": "44.6",</a:t>
            </a:r>
          </a:p>
          <a:p>
            <a:r>
              <a:t>          "yoy_label": "(+2.2%)",</a:t>
            </a:r>
          </a:p>
          <a:p>
            <a:r>
              <a:t>          "label": "44.6\n(+2.2%)"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"NV_XB10",</a:t>
            </a:r>
          </a:p>
          <a:p>
            <a:r>
              <a:t>          "month": "2025-05",</a:t>
            </a:r>
          </a:p>
          <a:p>
            <a:r>
              <a:t>          "start": "2025-05-01",</a:t>
            </a:r>
          </a:p>
          <a:p>
            <a:r>
              <a:t>          "end": "2025-05-31",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49.724940000000004,</a:t>
            </a:r>
          </a:p>
          <a:p>
            <a:r>
              <a:t>          "raw_mean": 1.6040303225806454,</a:t>
            </a:r>
          </a:p>
          <a:p>
            <a:r>
              <a:t>          "value": 37.89525426622201,</a:t>
            </a:r>
          </a:p>
          <a:p>
            <a:r>
              <a:t>          "prior_start": "2024-05-01",</a:t>
            </a:r>
          </a:p>
          <a:p>
            <a:r>
              <a:t>          "prior_end": "2024-05-31",</a:t>
            </a:r>
          </a:p>
          <a:p>
            <a:r>
              <a:t>          "prior_days": 31,</a:t>
            </a:r>
          </a:p>
          <a:p>
            <a:r>
              <a:t>          "prior_raw_mean": 1.7747074193548387,</a:t>
            </a:r>
          </a:p>
          <a:p>
            <a:r>
              <a:t>          "prior_value": 41.92750470976278,</a:t>
            </a:r>
          </a:p>
          <a:p>
            <a:r>
              <a:t>          "yoy_fraction": -0.09617196328408883,</a:t>
            </a:r>
          </a:p>
          <a:p>
            <a:r>
              <a:t>          "yoy_pct": -9.617196328408884,</a:t>
            </a:r>
          </a:p>
          <a:p>
            <a:r>
              <a:t>          "value_label": "37.9",</a:t>
            </a:r>
          </a:p>
          <a:p>
            <a:r>
              <a:t>          "yoy_label": "(-9.6%)",</a:t>
            </a:r>
          </a:p>
          <a:p>
            <a:r>
              <a:t>          "label": "37.9\n(-9.6%)"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"NV_XB10",</a:t>
            </a:r>
          </a:p>
          <a:p>
            <a:r>
              <a:t>          "month": "2025-06",</a:t>
            </a:r>
          </a:p>
          <a:p>
            <a:r>
              <a:t>          "start": "2025-06-01",</a:t>
            </a:r>
          </a:p>
          <a:p>
            <a:r>
              <a:t>          "end": "2025-06-30",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53.06034,</a:t>
            </a:r>
          </a:p>
          <a:p>
            <a:r>
              <a:t>          "raw_mean": 1.768678,</a:t>
            </a:r>
          </a:p>
          <a:p>
            <a:r>
              <a:t>          "value": 41.78505953505953,</a:t>
            </a:r>
          </a:p>
          <a:p>
            <a:r>
              <a:t>          "prior_start": "2024-06-01",</a:t>
            </a:r>
          </a:p>
          <a:p>
            <a:r>
              <a:t>          "prior_end": "2024-06-30",</a:t>
            </a:r>
          </a:p>
          <a:p>
            <a:r>
              <a:t>          "prior_days": 30,</a:t>
            </a:r>
          </a:p>
          <a:p>
            <a:r>
              <a:t>          "prior_raw_mean": 1.5086223333333335,</a:t>
            </a:r>
          </a:p>
          <a:p>
            <a:r>
              <a:t>          "prior_value": 35.64123826623826,</a:t>
            </a:r>
          </a:p>
          <a:p>
            <a:r>
              <a:t>          "yoy_fraction": 0.17237956837883228,</a:t>
            </a:r>
          </a:p>
          <a:p>
            <a:r>
              <a:t>          "yoy_pct": 17.237956837883228,</a:t>
            </a:r>
          </a:p>
          <a:p>
            <a:r>
              <a:t>          "value_label": "41.8",</a:t>
            </a:r>
          </a:p>
          <a:p>
            <a:r>
              <a:t>          "yoy_label": "(+17.2%)",</a:t>
            </a:r>
          </a:p>
          <a:p>
            <a:r>
              <a:t>          "label": "41.8\n(+17.2%)"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"NV_XB10",</a:t>
            </a:r>
          </a:p>
          <a:p>
            <a:r>
              <a:t>          "month": "2025-07",</a:t>
            </a:r>
          </a:p>
          <a:p>
            <a:r>
              <a:t>          "start": "2025-07-01",</a:t>
            </a:r>
          </a:p>
          <a:p>
            <a:r>
              <a:t>          "end": "2025-07-31",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44.66733,</a:t>
            </a:r>
          </a:p>
          <a:p>
            <a:r>
              <a:t>          "raw_mean": 1.4408816129032258,</a:t>
            </a:r>
          </a:p>
          <a:p>
            <a:r>
              <a:t>          "value": 34.040862145700856,</a:t>
            </a:r>
          </a:p>
          <a:p>
            <a:r>
              <a:t>          "prior_start": "2024-07-01",</a:t>
            </a:r>
          </a:p>
          <a:p>
            <a:r>
              <a:t>          "prior_end": "2024-07-31",</a:t>
            </a:r>
          </a:p>
          <a:p>
            <a:r>
              <a:t>          "prior_days": 31,</a:t>
            </a:r>
          </a:p>
          <a:p>
            <a:r>
              <a:t>          "prior_raw_mean": 1.5370967741935484,</a:t>
            </a:r>
          </a:p>
          <a:p>
            <a:r>
              <a:t>          "prior_value": 36.31394760427018,</a:t>
            </a:r>
          </a:p>
          <a:p>
            <a:r>
              <a:t>          "yoy_fraction": -0.06259538300104928,</a:t>
            </a:r>
          </a:p>
          <a:p>
            <a:r>
              <a:t>          "yoy_pct": -6.259538300104928,</a:t>
            </a:r>
          </a:p>
          <a:p>
            <a:r>
              <a:t>          "value_label": "34.0",</a:t>
            </a:r>
          </a:p>
          <a:p>
            <a:r>
              <a:t>          "yoy_label": "(-6.3%)",</a:t>
            </a:r>
          </a:p>
          <a:p>
            <a:r>
              <a:t>          "label": "34.0\n(-6.3%)"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"NV_XB10",</a:t>
            </a:r>
          </a:p>
          <a:p>
            <a:r>
              <a:t>          "month": "2025-08",</a:t>
            </a:r>
          </a:p>
          <a:p>
            <a:r>
              <a:t>          "start": "2025-08-01",</a:t>
            </a:r>
          </a:p>
          <a:p>
            <a:r>
              <a:t>          "end": "2025-08-31",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41.02587,</a:t>
            </a:r>
          </a:p>
          <a:p>
            <a:r>
              <a:t>          "raw_mean": 1.3234151612903224,</a:t>
            </a:r>
          </a:p>
          <a:p>
            <a:r>
              <a:t>          "value": 31.26571445119832,</a:t>
            </a:r>
          </a:p>
          <a:p>
            <a:r>
              <a:t>          "prior_start": "2024-08-01",</a:t>
            </a:r>
          </a:p>
          <a:p>
            <a:r>
              <a:t>          "prior_end": "2024-08-31",</a:t>
            </a:r>
          </a:p>
          <a:p>
            <a:r>
              <a:t>          "prior_days": 31,</a:t>
            </a:r>
          </a:p>
          <a:p>
            <a:r>
              <a:t>          "prior_raw_mean": 1.5638703225806452,</a:t>
            </a:r>
          </a:p>
          <a:p>
            <a:r>
              <a:t>          "prior_value": 36.94647331744106,</a:t>
            </a:r>
          </a:p>
          <a:p>
            <a:r>
              <a:t>          "yoy_fraction": -0.153756457820321,</a:t>
            </a:r>
          </a:p>
          <a:p>
            <a:r>
              <a:t>          "yoy_pct": -15.375645782032098,</a:t>
            </a:r>
          </a:p>
          <a:p>
            <a:r>
              <a:t>          "value_label": "31.3",</a:t>
            </a:r>
          </a:p>
          <a:p>
            <a:r>
              <a:t>          "yoy_label": "(-15.4%)",</a:t>
            </a:r>
          </a:p>
          <a:p>
            <a:r>
              <a:t>          "label": "31.3\n(-15.4%)"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"NV_XB10",</a:t>
            </a:r>
          </a:p>
          <a:p>
            <a:r>
              <a:t>          "month": "2025-09",</a:t>
            </a:r>
          </a:p>
          <a:p>
            <a:r>
              <a:t>          "start": "2025-09-01",</a:t>
            </a:r>
          </a:p>
          <a:p>
            <a:r>
              <a:t>          "end": "2025-09-30",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37.96542,</a:t>
            </a:r>
          </a:p>
          <a:p>
            <a:r>
              <a:t>          "raw_mean": 1.265514,</a:t>
            </a:r>
          </a:p>
          <a:p>
            <a:r>
              <a:t>          "value": 29.897798147798145,</a:t>
            </a:r>
          </a:p>
          <a:p>
            <a:r>
              <a:t>          "prior_start": "2024-09-01",</a:t>
            </a:r>
          </a:p>
          <a:p>
            <a:r>
              <a:t>          "prior_end": "2024-09-30",</a:t>
            </a:r>
          </a:p>
          <a:p>
            <a:r>
              <a:t>          "prior_days": 30,</a:t>
            </a:r>
          </a:p>
          <a:p>
            <a:r>
              <a:t>          "prior_raw_mean": 1.5622236666666667,</a:t>
            </a:r>
          </a:p>
          <a:p>
            <a:r>
              <a:t>          "prior_value": 36.90757103257103,</a:t>
            </a:r>
          </a:p>
          <a:p>
            <a:r>
              <a:t>          "yoy_fraction": -0.18992777602694955,</a:t>
            </a:r>
          </a:p>
          <a:p>
            <a:r>
              <a:t>          "yoy_pct": -18.992777602694954,</a:t>
            </a:r>
          </a:p>
          <a:p>
            <a:r>
              <a:t>          "value_label": "29.9",</a:t>
            </a:r>
          </a:p>
          <a:p>
            <a:r>
              <a:t>          "yoy_label": "(-19.0%)",</a:t>
            </a:r>
          </a:p>
          <a:p>
            <a:r>
              <a:t>          "label": "29.9\n(-19.0%)"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"NV_XB10",</a:t>
            </a:r>
          </a:p>
          <a:p>
            <a:r>
              <a:t>          "month": "2025-10",</a:t>
            </a:r>
          </a:p>
          <a:p>
            <a:r>
              <a:t>          "start": "2025-10-01",</a:t>
            </a:r>
          </a:p>
          <a:p>
            <a:r>
              <a:t>          "end": "2025-10-31",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36.68415,</a:t>
            </a:r>
          </a:p>
          <a:p>
            <a:r>
              <a:t>          "raw_mean": 1.1833596774193549,</a:t>
            </a:r>
          </a:p>
          <a:p>
            <a:r>
              <a:t>          "value": 27.95690033593259,</a:t>
            </a:r>
          </a:p>
          <a:p>
            <a:r>
              <a:t>          "prior_start": "2024-10-01",</a:t>
            </a:r>
          </a:p>
          <a:p>
            <a:r>
              <a:t>          "prior_end": "2024-10-31",</a:t>
            </a:r>
          </a:p>
          <a:p>
            <a:r>
              <a:t>          "prior_days": 31,</a:t>
            </a:r>
          </a:p>
          <a:p>
            <a:r>
              <a:t>          "prior_raw_mean": 1.5287312903225807,</a:t>
            </a:r>
          </a:p>
          <a:p>
            <a:r>
              <a:t>          "prior_value": 36.11631285018381,</a:t>
            </a:r>
          </a:p>
          <a:p>
            <a:r>
              <a:t>          "yoy_fraction": -0.2259204185127578,</a:t>
            </a:r>
          </a:p>
          <a:p>
            <a:r>
              <a:t>          "yoy_pct": -22.59204185127578,</a:t>
            </a:r>
          </a:p>
          <a:p>
            <a:r>
              <a:t>          "value_label": "28.0",</a:t>
            </a:r>
          </a:p>
          <a:p>
            <a:r>
              <a:t>          "yoy_label": "(-22.6%)",</a:t>
            </a:r>
          </a:p>
          <a:p>
            <a:r>
              <a:t>          "label": "28.0\n(-22.6%)"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"NV_XB10",</a:t>
            </a:r>
          </a:p>
          <a:p>
            <a:r>
              <a:t>          "month": "2025-11",</a:t>
            </a:r>
          </a:p>
          <a:p>
            <a:r>
              <a:t>          "start": "2025-11-01",</a:t>
            </a:r>
          </a:p>
          <a:p>
            <a:r>
              <a:t>          "end": "2025-11-30",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38.53599,</a:t>
            </a:r>
          </a:p>
          <a:p>
            <a:r>
              <a:t>          "raw_mean": 1.284533,</a:t>
            </a:r>
          </a:p>
          <a:p>
            <a:r>
              <a:t>          "value": 30.34712247212247,</a:t>
            </a:r>
          </a:p>
          <a:p>
            <a:r>
              <a:t>          "prior_start": "2024-11-01",</a:t>
            </a:r>
          </a:p>
          <a:p>
            <a:r>
              <a:t>          "prior_end": "2024-11-30",</a:t>
            </a:r>
          </a:p>
          <a:p>
            <a:r>
              <a:t>          "prior_days": 30,</a:t>
            </a:r>
          </a:p>
          <a:p>
            <a:r>
              <a:t>          "prior_raw_mean": 1.72303,</a:t>
            </a:r>
          </a:p>
          <a:p>
            <a:r>
              <a:t>          "prior_value": 40.70662445662445,</a:t>
            </a:r>
          </a:p>
          <a:p>
            <a:r>
              <a:t>          "yoy_fraction": -0.2544917964283848,</a:t>
            </a:r>
          </a:p>
          <a:p>
            <a:r>
              <a:t>          "yoy_pct": -25.44917964283848,</a:t>
            </a:r>
          </a:p>
          <a:p>
            <a:r>
              <a:t>          "value_label": "30.3",</a:t>
            </a:r>
          </a:p>
          <a:p>
            <a:r>
              <a:t>          "yoy_label": "(-25.4%)",</a:t>
            </a:r>
          </a:p>
          <a:p>
            <a:r>
              <a:t>          "label": "30.3\n(-25.4%)"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"NV_XB10",</a:t>
            </a:r>
          </a:p>
          <a:p>
            <a:r>
              <a:t>          "month": "2025-12",</a:t>
            </a:r>
          </a:p>
          <a:p>
            <a:r>
              <a:t>          "start": "2025-12-01",</a:t>
            </a:r>
          </a:p>
          <a:p>
            <a:r>
              <a:t>          "end": "2025-12-31",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44.85412,</a:t>
            </a:r>
          </a:p>
          <a:p>
            <a:r>
              <a:t>          "raw_mean": 1.4469070967741937,</a:t>
            </a:r>
          </a:p>
          <a:p>
            <a:r>
              <a:t>          "value": 34.18321434450467,</a:t>
            </a:r>
          </a:p>
          <a:p>
            <a:r>
              <a:t>          "prior_start": "2024-12-01",</a:t>
            </a:r>
          </a:p>
          <a:p>
            <a:r>
              <a:t>          "prior_end": "2024-12-31",</a:t>
            </a:r>
          </a:p>
          <a:p>
            <a:r>
              <a:t>          "prior_days": 31,</a:t>
            </a:r>
          </a:p>
          <a:p>
            <a:r>
              <a:t>          "prior_raw_mean": 1.6940545161290321,</a:t>
            </a:r>
          </a:p>
          <a:p>
            <a:r>
              <a:t>          "prior_value": 40.02207796562635,</a:t>
            </a:r>
          </a:p>
          <a:p>
            <a:r>
              <a:t>          "yoy_fraction": -0.14589106607948965,</a:t>
            </a:r>
          </a:p>
          <a:p>
            <a:r>
              <a:t>          "yoy_pct": -14.589106607948965,</a:t>
            </a:r>
          </a:p>
          <a:p>
            <a:r>
              <a:t>          "value_label": "34.2",</a:t>
            </a:r>
          </a:p>
          <a:p>
            <a:r>
              <a:t>          "yoy_label": "(-14.6%)",</a:t>
            </a:r>
          </a:p>
          <a:p>
            <a:r>
              <a:t>          "label": "34.2\n(-14.6%)"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"NV_XB10",</a:t>
            </a:r>
          </a:p>
          <a:p>
            <a:r>
              <a:t>          "month": "2026-01",</a:t>
            </a:r>
          </a:p>
          <a:p>
            <a:r>
              <a:t>          "start": "2026-01-01",</a:t>
            </a:r>
          </a:p>
          <a:p>
            <a:r>
              <a:t>          "end": "2026-01-31",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48.74453,</a:t>
            </a:r>
          </a:p>
          <a:p>
            <a:r>
              <a:t>          "raw_mean": 1.572404193548387,</a:t>
            </a:r>
          </a:p>
          <a:p>
            <a:r>
              <a:t>          "value": 37.14808622066686,</a:t>
            </a:r>
          </a:p>
          <a:p>
            <a:r>
              <a:t>          "prior_start": "2025-01-01",</a:t>
            </a:r>
          </a:p>
          <a:p>
            <a:r>
              <a:t>          "prior_end": "2025-01-31",</a:t>
            </a:r>
          </a:p>
          <a:p>
            <a:r>
              <a:t>          "prior_days": 31,</a:t>
            </a:r>
          </a:p>
          <a:p>
            <a:r>
              <a:t>          "prior_raw_mean": 1.8056629032258065,</a:t>
            </a:r>
          </a:p>
          <a:p>
            <a:r>
              <a:t>          "prior_value": 42.65882874753842,</a:t>
            </a:r>
          </a:p>
          <a:p>
            <a:r>
              <a:t>          "yoy_fraction": -0.12918175882148553,</a:t>
            </a:r>
          </a:p>
          <a:p>
            <a:r>
              <a:t>          "yoy_pct": -12.918175882148553,</a:t>
            </a:r>
          </a:p>
          <a:p>
            <a:r>
              <a:t>          "value_label": "37.1",</a:t>
            </a:r>
          </a:p>
          <a:p>
            <a:r>
              <a:t>          "yoy_label": "(-12.9%)",</a:t>
            </a:r>
          </a:p>
          <a:p>
            <a:r>
              <a:t>          "label": "37.1\n(-12.9%)"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"NV_XB10",</a:t>
            </a:r>
          </a:p>
          <a:p>
            <a:r>
              <a:t>          "month": "2026-02",</a:t>
            </a:r>
          </a:p>
          <a:p>
            <a:r>
              <a:t>          "start": "2026-02-01",</a:t>
            </a:r>
          </a:p>
          <a:p>
            <a:r>
              <a:t>          "end": "2026-02-28",</a:t>
            </a:r>
          </a:p>
          <a:p>
            <a:r>
              <a:t>          "days": 28,</a:t>
            </a:r>
          </a:p>
          <a:p>
            <a:r>
              <a:t>          "partial": false,</a:t>
            </a:r>
          </a:p>
          <a:p>
            <a:r>
              <a:t>          "raw_sum": 36.80348,</a:t>
            </a:r>
          </a:p>
          <a:p>
            <a:r>
              <a:t>          "raw_mean": 1.31441,</a:t>
            </a:r>
          </a:p>
          <a:p>
            <a:r>
              <a:t>          "value": 31.0529673029673,</a:t>
            </a:r>
          </a:p>
          <a:p>
            <a:r>
              <a:t>          "prior_start": "2025-02-01",</a:t>
            </a:r>
          </a:p>
          <a:p>
            <a:r>
              <a:t>          "prior_end": "2025-02-28",</a:t>
            </a:r>
          </a:p>
          <a:p>
            <a:r>
              <a:t>          "prior_days": 28,</a:t>
            </a:r>
          </a:p>
          <a:p>
            <a:r>
              <a:t>          "prior_raw_mean": 1.4516867857142857,</a:t>
            </a:r>
          </a:p>
          <a:p>
            <a:r>
              <a:t>          "prior_value": 34.29613460863461,</a:t>
            </a:r>
          </a:p>
          <a:p>
            <a:r>
              <a:t>          "yoy_fraction": -0.09456363939190948,</a:t>
            </a:r>
          </a:p>
          <a:p>
            <a:r>
              <a:t>          "yoy_pct": -9.456363939190949,</a:t>
            </a:r>
          </a:p>
          <a:p>
            <a:r>
              <a:t>          "value_label": "31.1",</a:t>
            </a:r>
          </a:p>
          <a:p>
            <a:r>
              <a:t>          "yoy_label": "(-9.5%)",</a:t>
            </a:r>
          </a:p>
          <a:p>
            <a:r>
              <a:t>          "label": "31.1\n(-9.5%)"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"NV_XB10",</a:t>
            </a:r>
          </a:p>
          <a:p>
            <a:r>
              <a:t>          "month": "2026-03",</a:t>
            </a:r>
          </a:p>
          <a:p>
            <a:r>
              <a:t>          "start": "2026-03-01",</a:t>
            </a:r>
          </a:p>
          <a:p>
            <a:r>
              <a:t>          "end": "2026-03-31",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31.13377,</a:t>
            </a:r>
          </a:p>
          <a:p>
            <a:r>
              <a:t>          "raw_mean": 1.0043151612903225,</a:t>
            </a:r>
          </a:p>
          <a:p>
            <a:r>
              <a:t>          "value": 23.726969412453283,</a:t>
            </a:r>
          </a:p>
          <a:p>
            <a:r>
              <a:t>          "prior_start": "2025-03-01",</a:t>
            </a:r>
          </a:p>
          <a:p>
            <a:r>
              <a:t>          "prior_end": "2025-03-31",</a:t>
            </a:r>
          </a:p>
          <a:p>
            <a:r>
              <a:t>          "prior_days": 31,</a:t>
            </a:r>
          </a:p>
          <a:p>
            <a:r>
              <a:t>          "prior_raw_mean": 1.2929606451612903,</a:t>
            </a:r>
          </a:p>
          <a:p>
            <a:r>
              <a:t>          "prior_value": 30.54622578816127,</a:t>
            </a:r>
          </a:p>
          <a:p>
            <a:r>
              <a:t>          "yoy_fraction": -0.22324382799366693,</a:t>
            </a:r>
          </a:p>
          <a:p>
            <a:r>
              <a:t>          "yoy_pct": -22.324382799366692,</a:t>
            </a:r>
          </a:p>
          <a:p>
            <a:r>
              <a:t>          "value_label": "23.7",</a:t>
            </a:r>
          </a:p>
          <a:p>
            <a:r>
              <a:t>          "yoy_label": "(-22.3%)",</a:t>
            </a:r>
          </a:p>
          <a:p>
            <a:r>
              <a:t>          "label": "23.7\n(-22.3%)"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"NV_XB10",</a:t>
            </a:r>
          </a:p>
          <a:p>
            <a:r>
              <a:t>          "month": "2026-04",</a:t>
            </a:r>
          </a:p>
          <a:p>
            <a:r>
              <a:t>          "start": "2026-04-01",</a:t>
            </a:r>
          </a:p>
          <a:p>
            <a:r>
              <a:t>          "end": "2026-04-30",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31.98449,</a:t>
            </a:r>
          </a:p>
          <a:p>
            <a:r>
              <a:t>          "raw_mean": 1.0661496666666668,</a:t>
            </a:r>
          </a:p>
          <a:p>
            <a:r>
              <a:t>          "value": 25.187811062811065,</a:t>
            </a:r>
          </a:p>
          <a:p>
            <a:r>
              <a:t>          "prior_start": "2025-04-01",</a:t>
            </a:r>
          </a:p>
          <a:p>
            <a:r>
              <a:t>          "prior_end": "2025-04-30",</a:t>
            </a:r>
          </a:p>
          <a:p>
            <a:r>
              <a:t>          "prior_days": 30,</a:t>
            </a:r>
          </a:p>
          <a:p>
            <a:r>
              <a:t>          "prior_raw_mean": 1.8872923333333333,</a:t>
            </a:r>
          </a:p>
          <a:p>
            <a:r>
              <a:t>          "prior_value": 44.58732596232596,</a:t>
            </a:r>
          </a:p>
          <a:p>
            <a:r>
              <a:t>          "yoy_fraction": -0.43509034194843865,</a:t>
            </a:r>
          </a:p>
          <a:p>
            <a:r>
              <a:t>          "yoy_pct": -43.50903419484386,</a:t>
            </a:r>
          </a:p>
          <a:p>
            <a:r>
              <a:t>          "value_label": "25.2",</a:t>
            </a:r>
          </a:p>
          <a:p>
            <a:r>
              <a:t>          "yoy_label": "(-43.5%)",</a:t>
            </a:r>
          </a:p>
          <a:p>
            <a:r>
              <a:t>          "label": "25.2\n(-43.5%)"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"NV_XB10",</a:t>
            </a:r>
          </a:p>
          <a:p>
            <a:r>
              <a:t>          "month": "2026-05",</a:t>
            </a:r>
          </a:p>
          <a:p>
            <a:r>
              <a:t>          "start": "2026-05-01",</a:t>
            </a:r>
          </a:p>
          <a:p>
            <a:r>
              <a:t>          "end": "2026-05-31",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30.33494,</a:t>
            </a:r>
          </a:p>
          <a:p>
            <a:r>
              <a:t>          "raw_mean": 0.9785464516129032,</a:t>
            </a:r>
          </a:p>
          <a:p>
            <a:r>
              <a:t>          "value": 23.118183037537875,</a:t>
            </a:r>
          </a:p>
          <a:p>
            <a:r>
              <a:t>          "prior_start": "2025-05-01",</a:t>
            </a:r>
          </a:p>
          <a:p>
            <a:r>
              <a:t>          "prior_end": "2025-05-31",</a:t>
            </a:r>
          </a:p>
          <a:p>
            <a:r>
              <a:t>          "prior_days": 31,</a:t>
            </a:r>
          </a:p>
          <a:p>
            <a:r>
              <a:t>          "prior_raw_mean": 1.6040303225806454,</a:t>
            </a:r>
          </a:p>
          <a:p>
            <a:r>
              <a:t>          "prior_value": 37.89525426622201,</a:t>
            </a:r>
          </a:p>
          <a:p>
            <a:r>
              <a:t>          "yoy_fraction": -0.3899451663491198,</a:t>
            </a:r>
          </a:p>
          <a:p>
            <a:r>
              <a:t>          "yoy_pct": -38.99451663491198,</a:t>
            </a:r>
          </a:p>
          <a:p>
            <a:r>
              <a:t>          "value_label": "23.1",</a:t>
            </a:r>
          </a:p>
          <a:p>
            <a:r>
              <a:t>          "yoy_label": "(-39.0%)",</a:t>
            </a:r>
          </a:p>
          <a:p>
            <a:r>
              <a:t>          "label": "23.1\n(-39.0%)"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"NV_XB10",</a:t>
            </a:r>
          </a:p>
          <a:p>
            <a:r>
              <a:t>          "month": "2026-06",</a:t>
            </a:r>
          </a:p>
          <a:p>
            <a:r>
              <a:t>          "start": "2026-06-01",</a:t>
            </a:r>
          </a:p>
          <a:p>
            <a:r>
              <a:t>          "end": "2026-06-30",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33.47843,</a:t>
            </a:r>
          </a:p>
          <a:p>
            <a:r>
              <a:t>          "raw_mean": 1.1159476666666668,</a:t>
            </a:r>
          </a:p>
          <a:p>
            <a:r>
              <a:t>          "value": 26.36428998928999,</a:t>
            </a:r>
          </a:p>
          <a:p>
            <a:r>
              <a:t>          "prior_start": "2025-06-01",</a:t>
            </a:r>
          </a:p>
          <a:p>
            <a:r>
              <a:t>          "prior_end": "2025-06-30",</a:t>
            </a:r>
          </a:p>
          <a:p>
            <a:r>
              <a:t>          "prior_days": 30,</a:t>
            </a:r>
          </a:p>
          <a:p>
            <a:r>
              <a:t>          "prior_raw_mean": 1.768678,</a:t>
            </a:r>
          </a:p>
          <a:p>
            <a:r>
              <a:t>          "prior_value": 41.78505953505953,</a:t>
            </a:r>
          </a:p>
          <a:p>
            <a:r>
              <a:t>          "yoy_fraction": -0.36904984023849063,</a:t>
            </a:r>
          </a:p>
          <a:p>
            <a:r>
              <a:t>          "yoy_pct": -36.90498402384906,</a:t>
            </a:r>
          </a:p>
          <a:p>
            <a:r>
              <a:t>          "value_label": "26.4",</a:t>
            </a:r>
          </a:p>
          <a:p>
            <a:r>
              <a:t>          "yoy_label": "(-36.9%)",</a:t>
            </a:r>
          </a:p>
          <a:p>
            <a:r>
              <a:t>          "label": "26.4\n(-36.9%)"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"NV_XB10",</a:t>
            </a:r>
          </a:p>
          <a:p>
            <a:r>
              <a:t>          "month": "2026-07",</a:t>
            </a:r>
          </a:p>
          <a:p>
            <a:r>
              <a:t>          "start": "2026-07-01",</a:t>
            </a:r>
          </a:p>
          <a:p>
            <a:r>
              <a:t>          "end": "2026-07-31",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30.89517,</a:t>
            </a:r>
          </a:p>
          <a:p>
            <a:r>
              <a:t>          "raw_mean": 0.9966183870967742,</a:t>
            </a:r>
          </a:p>
          <a:p>
            <a:r>
              <a:t>          "value": 23.54513294029423,</a:t>
            </a:r>
          </a:p>
          <a:p>
            <a:r>
              <a:t>          "prior_start": "2025-07-01",</a:t>
            </a:r>
          </a:p>
          <a:p>
            <a:r>
              <a:t>          "prior_end": "2025-07-31",</a:t>
            </a:r>
          </a:p>
          <a:p>
            <a:r>
              <a:t>          "prior_days": 31,</a:t>
            </a:r>
          </a:p>
          <a:p>
            <a:r>
              <a:t>          "prior_raw_mean": 1.4408816129032258,</a:t>
            </a:r>
          </a:p>
          <a:p>
            <a:r>
              <a:t>          "prior_value": 34.040862145700856,</a:t>
            </a:r>
          </a:p>
          <a:p>
            <a:r>
              <a:t>          "yoy_fraction": -0.3083273614070955,</a:t>
            </a:r>
          </a:p>
          <a:p>
            <a:r>
              <a:t>          "yoy_pct": -30.83273614070955,</a:t>
            </a:r>
          </a:p>
          <a:p>
            <a:r>
              <a:t>          "value_label": "23.5",</a:t>
            </a:r>
          </a:p>
          <a:p>
            <a:r>
              <a:t>          "yoy_label": "(-30.8%)",</a:t>
            </a:r>
          </a:p>
          <a:p>
            <a:r>
              <a:t>          "label": "23.5\n(-30.8%)"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"NV_XB10",</a:t>
            </a:r>
          </a:p>
          <a:p>
            <a:r>
              <a:t>          "month": "2026-08",</a:t>
            </a:r>
          </a:p>
          <a:p>
            <a:r>
              <a:t>          "start": "2026-08-01",</a:t>
            </a:r>
          </a:p>
          <a:p>
            <a:r>
              <a:t>          "end": "2026-08-31",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32.00524,</a:t>
            </a:r>
          </a:p>
          <a:p>
            <a:r>
              <a:t>          "raw_mean": 1.0324270967741935,</a:t>
            </a:r>
          </a:p>
          <a:p>
            <a:r>
              <a:t>          "value": 24.391114552404876,</a:t>
            </a:r>
          </a:p>
          <a:p>
            <a:r>
              <a:t>          "prior_start": "2025-08-01",</a:t>
            </a:r>
          </a:p>
          <a:p>
            <a:r>
              <a:t>          "prior_end": "2025-08-31",</a:t>
            </a:r>
          </a:p>
          <a:p>
            <a:r>
              <a:t>          "prior_days": 31,</a:t>
            </a:r>
          </a:p>
          <a:p>
            <a:r>
              <a:t>          "prior_raw_mean": 1.3234151612903224,</a:t>
            </a:r>
          </a:p>
          <a:p>
            <a:r>
              <a:t>          "prior_value": 31.26571445119832,</a:t>
            </a:r>
          </a:p>
          <a:p>
            <a:r>
              <a:t>          "yoy_fraction": -0.21987662906356398,</a:t>
            </a:r>
          </a:p>
          <a:p>
            <a:r>
              <a:t>          "yoy_pct": -21.987662906356398,</a:t>
            </a:r>
          </a:p>
          <a:p>
            <a:r>
              <a:t>          "value_label": "24.4",</a:t>
            </a:r>
          </a:p>
          <a:p>
            <a:r>
              <a:t>          "yoy_label": "(-22.0%)",</a:t>
            </a:r>
          </a:p>
          <a:p>
            <a:r>
              <a:t>          "label": "24.4\n(-22.0%)"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"NV_XB10",</a:t>
            </a:r>
          </a:p>
          <a:p>
            <a:r>
              <a:t>          "month": "2026-09",</a:t>
            </a:r>
          </a:p>
          <a:p>
            <a:r>
              <a:t>          "start": "2026-09-01",</a:t>
            </a:r>
          </a:p>
          <a:p>
            <a:r>
              <a:t>          "end": "2026-09-30",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34.19946,</a:t>
            </a:r>
          </a:p>
          <a:p>
            <a:r>
              <a:t>          "raw_mean": 1.139982,</a:t>
            </a:r>
          </a:p>
          <a:p>
            <a:r>
              <a:t>          "value": 26.93210168210168,</a:t>
            </a:r>
          </a:p>
          <a:p>
            <a:r>
              <a:t>          "prior_start": "2025-09-01",</a:t>
            </a:r>
          </a:p>
          <a:p>
            <a:r>
              <a:t>          "prior_end": "2025-09-30",</a:t>
            </a:r>
          </a:p>
          <a:p>
            <a:r>
              <a:t>          "prior_days": 30,</a:t>
            </a:r>
          </a:p>
          <a:p>
            <a:r>
              <a:t>          "prior_raw_mean": 1.265514,</a:t>
            </a:r>
          </a:p>
          <a:p>
            <a:r>
              <a:t>          "prior_value": 29.897798147798145,</a:t>
            </a:r>
          </a:p>
          <a:p>
            <a:r>
              <a:t>          "yoy_fraction": -0.09919447750084154,</a:t>
            </a:r>
          </a:p>
          <a:p>
            <a:r>
              <a:t>          "yoy_pct": -9.919447750084153,</a:t>
            </a:r>
          </a:p>
          <a:p>
            <a:r>
              <a:t>          "value_label": "26.9",</a:t>
            </a:r>
          </a:p>
          <a:p>
            <a:r>
              <a:t>          "yoy_label": "(-9.9%)",</a:t>
            </a:r>
          </a:p>
          <a:p>
            <a:r>
              <a:t>          "label": "26.9\n(-9.9%)"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"NV_XB10",</a:t>
            </a:r>
          </a:p>
          <a:p>
            <a:r>
              <a:t>          "month": "2026-10",</a:t>
            </a:r>
          </a:p>
          <a:p>
            <a:r>
              <a:t>          "start": "2026-10-01",</a:t>
            </a:r>
          </a:p>
          <a:p>
            <a:r>
              <a:t>          "end": "2026-10-19",</a:t>
            </a:r>
          </a:p>
          <a:p>
            <a:r>
              <a:t>          "days": 19,</a:t>
            </a:r>
          </a:p>
          <a:p>
            <a:r>
              <a:t>          "partial": true,</a:t>
            </a:r>
          </a:p>
          <a:p>
            <a:r>
              <a:t>          "raw_sum": 18.87636,</a:t>
            </a:r>
          </a:p>
          <a:p>
            <a:r>
              <a:t>          "raw_mean": 0.9934926315789473,</a:t>
            </a:r>
          </a:p>
          <a:p>
            <a:r>
              <a:t>          "value": 23.47128689233952,</a:t>
            </a:r>
          </a:p>
          <a:p>
            <a:r>
              <a:t>          "prior_start": "2025-10-01",</a:t>
            </a:r>
          </a:p>
          <a:p>
            <a:r>
              <a:t>          "prior_end": "2025-10-19",</a:t>
            </a:r>
          </a:p>
          <a:p>
            <a:r>
              <a:t>          "prior_days": 19,</a:t>
            </a:r>
          </a:p>
          <a:p>
            <a:r>
              <a:t>          "prior_raw_mean": 1.2345636842105263,</a:t>
            </a:r>
          </a:p>
          <a:p>
            <a:r>
              <a:t>          "prior_value": 29.16659620606989,</a:t>
            </a:r>
          </a:p>
          <a:p>
            <a:r>
              <a:t>          "yoy_fraction": -0.19526821962670826,</a:t>
            </a:r>
          </a:p>
          <a:p>
            <a:r>
              <a:t>          "yoy_pct": -19.526821962670827,</a:t>
            </a:r>
          </a:p>
          <a:p>
            <a:r>
              <a:t>          "value_label": "23.5",</a:t>
            </a:r>
          </a:p>
          <a:p>
            <a:r>
              <a:t>          "yoy_label": "(-19.5%)",</a:t>
            </a:r>
          </a:p>
          <a:p>
            <a:r>
              <a:t>          "label": "23.5\n(-19.5%)"</a:t>
            </a:r>
          </a:p>
          <a:p>
            <a:r>
              <a:t>        }</a:t>
            </a:r>
          </a:p>
          <a:p>
            <a:r>
              <a:t>      ]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"formulas": {</a:t>
            </a:r>
          </a:p>
          <a:p>
            <a:r>
              <a:t>    "normalization": "raw_ratio/group_raw_max*100",</a:t>
            </a:r>
          </a:p>
          <a:p>
            <a:r>
              <a:t>    "monthly_average": "AVERAGE(normalized daily within actual start-end)",</a:t>
            </a:r>
          </a:p>
          <a:p>
            <a:r>
              <a:t>    "year_over_year": "current_mean/prior_same_period_mean-1",</a:t>
            </a:r>
          </a:p>
          <a:p>
            <a:r>
              <a:t>    "october": "2026Oct1~20 vs2025Oct1~20;2025Octplotpointfull31days",</a:t>
            </a:r>
          </a:p>
          <a:p>
            <a:r>
              <a:t>    "some": "monthly_documents/actual_calendar_days_or_Oct20",</a:t>
            </a:r>
          </a:p>
          <a:p>
            <a:r>
              <a:t>    "pos": "monthly_kg/calendar_days"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"slide": 5,</a:t>
            </a:r>
          </a:p>
          <a:p>
            <a:r>
              <a:t>  "key": "platform",</a:t>
            </a:r>
          </a:p>
          <a:p>
            <a:r>
              <a:t>  "section": "05 배달앱 이용·결제 규모",</a:t>
            </a:r>
          </a:p>
          <a:p>
            <a:r>
              <a:t>  "title": "9월 배달앱 규모를 함께 확인,\n한 달 이용자수와 카드결제금액",</a:t>
            </a:r>
          </a:p>
          <a:p>
            <a:r>
              <a:t>  "unit": "모바일인덱스2026년9월 추정값 · 실제와 차이가 있을 수 있음",</a:t>
            </a:r>
          </a:p>
          <a:p>
            <a:r>
              <a:t>  "charts": [</a:t>
            </a:r>
          </a:p>
          <a:p>
            <a:r>
              <a:t>    {</a:t>
            </a:r>
          </a:p>
          <a:p>
            <a:r>
              <a:t>      "id": "C211",</a:t>
            </a:r>
          </a:p>
          <a:p>
            <a:r>
              <a:t>      "kind": "column",</a:t>
            </a:r>
          </a:p>
          <a:p>
            <a:r>
              <a:t>      "label": "한 달 동안 앱을 쓴 이용자(만명)",</a:t>
            </a:r>
          </a:p>
          <a:p>
            <a:r>
              <a:t>      "categories": [</a:t>
            </a:r>
          </a:p>
          <a:p>
            <a:r>
              <a:t>        "배달의민족",</a:t>
            </a:r>
          </a:p>
          <a:p>
            <a:r>
              <a:t>        "쿠팡이츠",</a:t>
            </a:r>
          </a:p>
          <a:p>
            <a:r>
              <a:t>        "요기요",</a:t>
            </a:r>
          </a:p>
          <a:p>
            <a:r>
              <a:t>        "땡겨요"</a:t>
            </a:r>
          </a:p>
          <a:p>
            <a:r>
              <a:t>      ],</a:t>
            </a:r>
          </a:p>
          <a:p>
            <a:r>
              <a:t>      "series": [</a:t>
            </a:r>
          </a:p>
          <a:p>
            <a:r>
              <a:t>        {</a:t>
            </a:r>
          </a:p>
          <a:p>
            <a:r>
              <a:t>          "name": "2026.9 MAU",</a:t>
            </a:r>
          </a:p>
          <a:p>
            <a:r>
              <a:t>          "values": [</a:t>
            </a:r>
          </a:p>
          <a:p>
            <a:r>
              <a:t>            2406,</a:t>
            </a:r>
          </a:p>
          <a:p>
            <a:r>
              <a:t>            1401,</a:t>
            </a:r>
          </a:p>
          <a:p>
            <a:r>
              <a:t>            374,</a:t>
            </a:r>
          </a:p>
          <a:p>
            <a:r>
              <a:t>            205</a:t>
            </a:r>
          </a:p>
          <a:p>
            <a:r>
              <a:t>          ],</a:t>
            </a:r>
          </a:p>
          <a:p>
            <a:r>
              <a:t>          "color": "2F7770"</a:t>
            </a:r>
          </a:p>
          <a:p>
            <a:r>
              <a:t>        }</a:t>
            </a:r>
          </a:p>
          <a:p>
            <a:r>
              <a:t>      ],</a:t>
            </a:r>
          </a:p>
          <a:p>
            <a:r>
              <a:t>      "minimum": 0,</a:t>
            </a:r>
          </a:p>
          <a:p>
            <a:r>
              <a:t>      "maximum": 2800,</a:t>
            </a:r>
          </a:p>
          <a:p>
            <a:r>
              <a:t>      "major": 700,</a:t>
            </a:r>
          </a:p>
          <a:p>
            <a:r>
              <a:t>      "format": "#,##0",</a:t>
            </a:r>
          </a:p>
          <a:p>
            <a:r>
              <a:t>      "label_format": "#,##0",</a:t>
            </a:r>
          </a:p>
          <a:p>
            <a:r>
              <a:t>      "custom_labels": [</a:t>
            </a:r>
          </a:p>
          <a:p>
            <a:r>
              <a:t>        "2,406만\n작년대비+8.4%",</a:t>
            </a:r>
          </a:p>
          <a:p>
            <a:r>
              <a:t>        "1,401만\n작년대비+16.1%",</a:t>
            </a:r>
          </a:p>
          <a:p>
            <a:r>
              <a:t>        "374만\n작년대비-16.7%",</a:t>
            </a:r>
          </a:p>
          <a:p>
            <a:r>
              <a:t>        "205만\n작년대비-6.0%"</a:t>
            </a:r>
          </a:p>
          <a:p>
            <a:r>
              <a:t>      ]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"C212",</a:t>
            </a:r>
          </a:p>
          <a:p>
            <a:r>
              <a:t>      "kind": "column",</a:t>
            </a:r>
          </a:p>
          <a:p>
            <a:r>
              <a:t>      "label": "4개사 카드결제금액과 그 안의 비중",</a:t>
            </a:r>
          </a:p>
          <a:p>
            <a:r>
              <a:t>      "categories": [</a:t>
            </a:r>
          </a:p>
          <a:p>
            <a:r>
              <a:t>        "배달의민족",</a:t>
            </a:r>
          </a:p>
          <a:p>
            <a:r>
              <a:t>        "쿠팡이츠",</a:t>
            </a:r>
          </a:p>
          <a:p>
            <a:r>
              <a:t>        "요기요",</a:t>
            </a:r>
          </a:p>
          <a:p>
            <a:r>
              <a:t>        "땡겨요"</a:t>
            </a:r>
          </a:p>
          <a:p>
            <a:r>
              <a:t>      ],</a:t>
            </a:r>
          </a:p>
          <a:p>
            <a:r>
              <a:t>      "series": [</a:t>
            </a:r>
          </a:p>
          <a:p>
            <a:r>
              <a:t>        {</a:t>
            </a:r>
          </a:p>
          <a:p>
            <a:r>
              <a:t>          "name": "카드결제 추정액",</a:t>
            </a:r>
          </a:p>
          <a:p>
            <a:r>
              <a:t>          "values": [</a:t>
            </a:r>
          </a:p>
          <a:p>
            <a:r>
              <a:t>            8975,</a:t>
            </a:r>
          </a:p>
          <a:p>
            <a:r>
              <a:t>            7148,</a:t>
            </a:r>
          </a:p>
          <a:p>
            <a:r>
              <a:t>            466,</a:t>
            </a:r>
          </a:p>
          <a:p>
            <a:r>
              <a:t>            194</a:t>
            </a:r>
          </a:p>
          <a:p>
            <a:r>
              <a:t>          ],</a:t>
            </a:r>
          </a:p>
          <a:p>
            <a:r>
              <a:t>          "color": "BD432D"</a:t>
            </a:r>
          </a:p>
          <a:p>
            <a:r>
              <a:t>        }</a:t>
            </a:r>
          </a:p>
          <a:p>
            <a:r>
              <a:t>      ],</a:t>
            </a:r>
          </a:p>
          <a:p>
            <a:r>
              <a:t>      "minimum": 0,</a:t>
            </a:r>
          </a:p>
          <a:p>
            <a:r>
              <a:t>      "maximum": 11000,</a:t>
            </a:r>
          </a:p>
          <a:p>
            <a:r>
              <a:t>      "major": 2500,</a:t>
            </a:r>
          </a:p>
          <a:p>
            <a:r>
              <a:t>      "format": "#,##0",</a:t>
            </a:r>
          </a:p>
          <a:p>
            <a:r>
              <a:t>      "label_format": "#,##0",</a:t>
            </a:r>
          </a:p>
          <a:p>
            <a:r>
              <a:t>      "custom_labels": [</a:t>
            </a:r>
          </a:p>
          <a:p>
            <a:r>
              <a:t>        "8,975억\n4개사중53.5%",</a:t>
            </a:r>
          </a:p>
          <a:p>
            <a:r>
              <a:t>        "7,148억\n4개사중42.6%",</a:t>
            </a:r>
          </a:p>
          <a:p>
            <a:r>
              <a:t>        "466억\n4개사중2.8%",</a:t>
            </a:r>
          </a:p>
          <a:p>
            <a:r>
              <a:t>        "194억\n4개사중1.2%"</a:t>
            </a:r>
          </a:p>
          <a:p>
            <a:r>
              <a:t>      ]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"captions": [</a:t>
            </a:r>
          </a:p>
          <a:p>
            <a:r>
              <a:t>    "이용자수(MAU)는 한달간 해당앱을 사용한 사람수입니다. 같은 사람이 여러앱의 이용자수에 각각 포함될 수 있습니다.",</a:t>
            </a:r>
          </a:p>
          <a:p>
            <a:r>
              <a:t>    "비중은 관측4개사 카드결제금액 합계 안에서의 비율이며,전체 외식시장 점유율이 아닙니다. 반올림 합100.1%."</a:t>
            </a:r>
          </a:p>
          <a:p>
            <a:r>
              <a:t>  ],</a:t>
            </a:r>
          </a:p>
          <a:p>
            <a:r>
              <a:t>  "sources": [</a:t>
            </a:r>
          </a:p>
          <a:p>
            <a:r>
              <a:t>    {</a:t>
            </a:r>
          </a:p>
          <a:p>
            <a:r>
              <a:t>      "label": "모바일인덱스 Data Forecast|2026.9 배달",</a:t>
            </a:r>
          </a:p>
          <a:p>
            <a:r>
              <a:t>      "url": "https://data.igaworks.com/forecast/delivery"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"role": "업체추정치,MAU중복허용/카드비중분모4개사"</a:t>
            </a:r>
          </a:p>
          <a:p>
            <a:r>
              <a:t>}</a:t>
            </a:r>
          </a:p>
          <a:p>
            <a:r>
              <a:t>지표 정의와 측정범위:</a:t>
            </a:r>
          </a:p>
          <a:p>
            <a:r>
              <a:t>[</a:t>
            </a:r>
          </a:p>
          <a:p>
            <a:r>
              <a:t>  [</a:t>
            </a:r>
          </a:p>
          <a:p>
            <a:r>
              <a:t>    "사이트 자동 전년비",</a:t>
            </a:r>
          </a:p>
          <a:p>
            <a:r>
              <a:t>    "조회화면에 표시된 ‘작년 같은 기간과 비교한 증감률’",</a:t>
            </a:r>
          </a:p>
          <a:p>
            <a:r>
              <a:t>    "사이트가 제공한 비율입니다. 작년 원건수가 없으면 직접 검산하지 못한 값으로 구분하고 원건수를 역산하지 않습니다."</a:t>
            </a:r>
          </a:p>
          <a:p>
            <a:r>
              <a:t>  ],</a:t>
            </a:r>
          </a:p>
          <a:p>
            <a:r>
              <a:t>  [</a:t>
            </a:r>
          </a:p>
          <a:p>
            <a:r>
              <a:t>    "전년동월비",</a:t>
            </a:r>
          </a:p>
          <a:p>
            <a:r>
              <a:t>    "작년 같은 달보다 늘거나 줄어든 비율",</a:t>
            </a:r>
          </a:p>
          <a:p>
            <a:r>
              <a:t>    "(올해값÷작년같은달값−1)×100. 예:2026년9월을2025년9월과비교합니다."</a:t>
            </a:r>
          </a:p>
          <a:p>
            <a:r>
              <a:t>  ],</a:t>
            </a:r>
          </a:p>
          <a:p>
            <a:r>
              <a:t>  [</a:t>
            </a:r>
          </a:p>
          <a:p>
            <a:r>
              <a:t>    "분기 평균지수",</a:t>
            </a:r>
          </a:p>
          <a:p>
            <a:r>
              <a:t>    "해당3개월의 월별 지수를 더해3으로 나눈 평균",</a:t>
            </a:r>
          </a:p>
          <a:p>
            <a:r>
              <a:t>    "1~3월/4~6월/7~9월 각각의 평균입니다. 월지수의 합계나 분기 매출이 아닙니다."</a:t>
            </a:r>
          </a:p>
          <a:p>
            <a:r>
              <a:t>  ],</a:t>
            </a:r>
          </a:p>
          <a:p>
            <a:r>
              <a:t>  [</a:t>
            </a:r>
          </a:p>
          <a:p>
            <a:r>
              <a:t>    "분기 평균지수의 전년동기비",</a:t>
            </a:r>
          </a:p>
          <a:p>
            <a:r>
              <a:t>    "올해3개월 평균을 작년 같은3개월 평균과 비교한 비율",</a:t>
            </a:r>
          </a:p>
          <a:p>
            <a:r>
              <a:t>    "7~8월은2개월만 있으므로 7~9월3개월 분기값으로 부르지 않습니다."</a:t>
            </a:r>
          </a:p>
          <a:p>
            <a:r>
              <a:t>  ],</a:t>
            </a:r>
          </a:p>
          <a:p>
            <a:r>
              <a:t>  [</a:t>
            </a:r>
          </a:p>
          <a:p>
            <a:r>
              <a:t>    "지수2020=100",</a:t>
            </a:r>
          </a:p>
          <a:p>
            <a:r>
              <a:t>    "2020년 연평균 수준을100으로 맞춘 비교 숫자",</a:t>
            </a:r>
          </a:p>
          <a:p>
            <a:r>
              <a:t>    "지수116.1은 기준해보다16.1% 높은 수준입니다. 작년보다16.1%증가 또는116.1원이라는 뜻이 아닙니다."</a:t>
            </a:r>
          </a:p>
          <a:p>
            <a:r>
              <a:t>  ],</a:t>
            </a:r>
          </a:p>
          <a:p>
            <a:r>
              <a:t>  [</a:t>
            </a:r>
          </a:p>
          <a:p>
            <a:r>
              <a:t>    "경상·명목",</a:t>
            </a:r>
          </a:p>
          <a:p>
            <a:r>
              <a:t>    "가격이 오른 효과를 포함한 값",</a:t>
            </a:r>
          </a:p>
          <a:p>
            <a:r>
              <a:t>    "영업활동과 가격변화가 함께 반영됩니다."</a:t>
            </a:r>
          </a:p>
          <a:p>
            <a:r>
              <a:t>  ],</a:t>
            </a:r>
          </a:p>
          <a:p>
            <a:r>
              <a:t>  [</a:t>
            </a:r>
          </a:p>
          <a:p>
            <a:r>
              <a:t>    "불변·실질",</a:t>
            </a:r>
          </a:p>
          <a:p>
            <a:r>
              <a:t>    "가격이 오른 효과를 뺀 값",</a:t>
            </a:r>
          </a:p>
          <a:p>
            <a:r>
              <a:t>    "가격효과를 제거한 활동지수이며 주문수·방문객수는 아닙니다."</a:t>
            </a:r>
          </a:p>
          <a:p>
            <a:r>
              <a:t>  ],</a:t>
            </a:r>
          </a:p>
          <a:p>
            <a:r>
              <a:t>  [</a:t>
            </a:r>
          </a:p>
          <a:p>
            <a:r>
              <a:t>    "원지수",</a:t>
            </a:r>
          </a:p>
          <a:p>
            <a:r>
              <a:t>    "휴가·명절 등 계절영향을 따로 조정하지 않은 발표값",</a:t>
            </a:r>
          </a:p>
          <a:p>
            <a:r>
              <a:t>    "다른달끼리보다 작년 같은달과 비교하는 이유입니다."</a:t>
            </a:r>
          </a:p>
          <a:p>
            <a:r>
              <a:t>  ],</a:t>
            </a:r>
          </a:p>
          <a:p>
            <a:r>
              <a:t>  [</a:t>
            </a:r>
          </a:p>
          <a:p>
            <a:r>
              <a:t>    "CPI",</a:t>
            </a:r>
          </a:p>
          <a:p>
            <a:r>
              <a:t>    "소비자물가지수,가격 수준의 움직임",</a:t>
            </a:r>
          </a:p>
          <a:p>
            <a:r>
              <a:t>    "메뉴1개의 원화가격이 아니며 품목별 기준해 평균을100으로 맞춥니다."</a:t>
            </a:r>
          </a:p>
          <a:p>
            <a:r>
              <a:t>  ],</a:t>
            </a:r>
          </a:p>
          <a:p>
            <a:r>
              <a:t>  [</a:t>
            </a:r>
          </a:p>
          <a:p>
            <a:r>
              <a:t>    "POS·소매표본",</a:t>
            </a:r>
          </a:p>
          <a:p>
            <a:r>
              <a:t>    "자료를 제공한 일부마트·슈퍼의 계산대 판매기록",</a:t>
            </a:r>
          </a:p>
          <a:p>
            <a:r>
              <a:t>    "전국 판매량이나 외식브랜드 발주·입고·사용량은 아닙니다."</a:t>
            </a:r>
          </a:p>
          <a:p>
            <a:r>
              <a:t>  ],</a:t>
            </a:r>
          </a:p>
          <a:p>
            <a:r>
              <a:t>  [</a:t>
            </a:r>
          </a:p>
          <a:p>
            <a:r>
              <a:t>    "동일점포 패널 불변 미확인",</a:t>
            </a:r>
          </a:p>
          <a:p>
            <a:r>
              <a:t>    "두해에 자료를 제공한 매장이 똑같은지는 확인되지 않음",</a:t>
            </a:r>
          </a:p>
          <a:p>
            <a:r>
              <a:t>    "표본매장이 바뀌면 판매량 변화에 영향을 줄 수 있습니다."</a:t>
            </a:r>
          </a:p>
          <a:p>
            <a:r>
              <a:t>  ],</a:t>
            </a:r>
          </a:p>
          <a:p>
            <a:r>
              <a:t>  [</a:t>
            </a:r>
          </a:p>
          <a:p>
            <a:r>
              <a:t>    "MAU",</a:t>
            </a:r>
          </a:p>
          <a:p>
            <a:r>
              <a:t>    "한 달 동안 해당앱을 사용한 이용자수",</a:t>
            </a:r>
          </a:p>
          <a:p>
            <a:r>
              <a:t>    "같은 사람이 여러앱에 각각 포함될 수 있습니다. 구매자나 주문건수가 아닙니다."</a:t>
            </a:r>
          </a:p>
          <a:p>
            <a:r>
              <a:t>  ],</a:t>
            </a:r>
          </a:p>
          <a:p>
            <a:r>
              <a:t>  [</a:t>
            </a:r>
          </a:p>
          <a:p>
            <a:r>
              <a:t>    "구성비",</a:t>
            </a:r>
          </a:p>
          <a:p>
            <a:r>
              <a:t>    "정해진 비교대상 합계 안에서 차지하는 비율",</a:t>
            </a:r>
          </a:p>
          <a:p>
            <a:r>
              <a:t>    "카드4개사와 언급6브랜드 등 분모를 반드시 함께 씁니다. 전체시장점유율이 아닙니다."</a:t>
            </a:r>
          </a:p>
          <a:p>
            <a:r>
              <a:t>  ],</a:t>
            </a:r>
          </a:p>
          <a:p>
            <a:r>
              <a:t>  [</a:t>
            </a:r>
          </a:p>
          <a:p>
            <a:r>
              <a:t>    "언급량",</a:t>
            </a:r>
          </a:p>
          <a:p>
            <a:r>
              <a:t>    "브랜드명이 들어간 문서(게시물·기사)의 수",</a:t>
            </a:r>
          </a:p>
          <a:p>
            <a:r>
              <a:t>    "단어반복횟수,구매자수,판매량이 아닙니다."</a:t>
            </a:r>
          </a:p>
          <a:p>
            <a:r>
              <a:t>  ],</a:t>
            </a:r>
          </a:p>
          <a:p>
            <a:r>
              <a:t>  [</a:t>
            </a:r>
          </a:p>
          <a:p>
            <a:r>
              <a:t>    "10월 누적",</a:t>
            </a:r>
          </a:p>
          <a:p>
            <a:r>
              <a:t>    "10월1일부터 실제 자료가 있는 마지막날까지의 합계",</a:t>
            </a:r>
          </a:p>
          <a:p>
            <a:r>
              <a:t>    "한달완결값과 구분합니다. 1~10월누적은1월1일부터집계종료일까지로별도표시해야합니다."</a:t>
            </a:r>
          </a:p>
          <a:p>
            <a:r>
              <a:t>  ],</a:t>
            </a:r>
          </a:p>
          <a:p>
            <a:r>
              <a:t>  [</a:t>
            </a:r>
          </a:p>
          <a:p>
            <a:r>
              <a:t>    "북채·정육·봉·윙",</a:t>
            </a:r>
          </a:p>
          <a:p>
            <a:r>
              <a:t>    "아랫다리·뼈뺀다리살·윗날개·아랫날개",</a:t>
            </a:r>
          </a:p>
          <a:p>
            <a:r>
              <a:t>    "다봄 품목명에 맞춰 설명했습니다. 뼈를 포함한 상품과 뺀 상품은 고기만의 무게가 같지 않습니다."</a:t>
            </a:r>
          </a:p>
          <a:p>
            <a:r>
              <a:t>  ],</a:t>
            </a:r>
          </a:p>
          <a:p>
            <a:r>
              <a:t>  [</a:t>
            </a:r>
          </a:p>
          <a:p>
            <a:r>
              <a:t>    "플레이버",</a:t>
            </a:r>
          </a:p>
          <a:p>
            <a:r>
              <a:t>    "맛이나 소스·시즈닝의 종류",</a:t>
            </a:r>
          </a:p>
          <a:p>
            <a:r>
              <a:t>    "예:간장맛·매운맛. 메뉴개수와 소스원료kg는 다른 값이며 검증된 규격없이 환산하지 않습니다."</a:t>
            </a:r>
          </a:p>
          <a:p>
            <a:r>
              <a:t>  ],</a:t>
            </a:r>
          </a:p>
          <a:p>
            <a:r>
              <a:t>  [</a:t>
            </a:r>
          </a:p>
          <a:p>
            <a:r>
              <a:t>    "소요량·발주량·입고량·사용량",</a:t>
            </a:r>
          </a:p>
          <a:p>
            <a:r>
              <a:t>    "필요계획·주문한양·실제받은양·실제로쓴양",</a:t>
            </a:r>
          </a:p>
          <a:p>
            <a:r>
              <a:t>    "서로 같은 값이 아닙니다. 브랜드/품목/기간/단위와 함께 어떤 종류의 물량인지 기록해야 합니다."</a:t>
            </a:r>
          </a:p>
          <a:p>
            <a:r>
              <a:t>  ]</a:t>
            </a:r>
          </a:p>
          <a:p>
            <a:r>
              <a:t>]</a:t>
            </a:r>
          </a:p>
          <a:p>
            <a:r>
              <a:t>상세근거: 최종_통합보고본/2026_외식시장_통합근거_20261021.xlsx</a:t>
            </a:r>
          </a:p>
          <a:p>
            <a:r>
              <a:t>거래금액/상품판매kg/언급문서수/검색관심지수는서로다른지표로합산·환산하지않음.실제Office렌더및Excel엔진재계산미검증.</a:t>
            </a:r>
          </a:p>
          <a:p/>
          <a:p>
            <a:r>
              <a:t>[현황 요약 근거] {"page": 4, "topic_title": "배달앱 이용자와 카드결제 규모", "insight": "9월 관측4개사 카드결제 1.68조원 중 배민·쿠팡이츠 합계 96.1%,\n두 앱 이용자는 각각 2,406만명·1,401만명(중복 이용 가능)", "comparison_period": "2026Sep snapshot;carddenominator4providers", "evidence": [{"MAU_million_units10k": [2406.0, 1401.0, 374.0, 205.0], "card_100millionKRW": [8975.0, 7148.0, 466.0, 194.0], "top2_cardshare_pct": 96.06744920455222}]}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"metric": "sample retail kg/day not nationaldemand",</a:t>
            </a:r>
          </a:p>
          <a:p>
            <a:r>
              <a:t>  "coverage": {</a:t>
            </a:r>
          </a:p>
          <a:p>
            <a:r>
              <a:t>    "provider": "축산물품질평가원 축산유통정보 다봄",</a:t>
            </a:r>
          </a:p>
          <a:p>
            <a:r>
              <a:t>    "dataset": "품목·구매처별 판매데이터",</a:t>
            </a:r>
          </a:p>
          <a:p>
            <a:r>
              <a:t>    "unit": "kg",</a:t>
            </a:r>
          </a:p>
          <a:p>
            <a:r>
              <a:t>    "coverage": "판매동향 파악을 위해 특정 대형마트+체인슈퍼+조합마트의 판매데이터를 수집한 자료. 전체 유통물량 아님.",</a:t>
            </a:r>
          </a:p>
          <a:p>
            <a:r>
              <a:t>    "selected_filters": {</a:t>
            </a:r>
          </a:p>
          <a:p>
            <a:r>
              <a:t>      "region": "전체",</a:t>
            </a:r>
          </a:p>
          <a:p>
            <a:r>
              <a:t>      "livestock": "닭고기",</a:t>
            </a:r>
          </a:p>
          <a:p>
            <a:r>
              <a:t>      "purchase_channel": "전체"</a:t>
            </a:r>
          </a:p>
          <a:p>
            <a:r>
              <a:t>    },</a:t>
            </a:r>
          </a:p>
          <a:p>
            <a:r>
              <a:t>    "store_types_published": [</a:t>
            </a:r>
          </a:p>
          <a:p>
            <a:r>
              <a:t>      "대형마트",</a:t>
            </a:r>
          </a:p>
          <a:p>
            <a:r>
              <a:t>      "체인슈퍼",</a:t>
            </a:r>
          </a:p>
          <a:p>
            <a:r>
              <a:t>      "조합마트"</a:t>
            </a:r>
          </a:p>
          <a:p>
            <a:r>
              <a:t>    ],</a:t>
            </a:r>
          </a:p>
          <a:p>
            <a:r>
              <a:t>    "store_names_published": false,</a:t>
            </a:r>
          </a:p>
          <a:p>
            <a:r>
              <a:t>    "store_names_status": "검토한 품목별 UI·이용안내·사용자 매뉴얼에 기업명 없음. 특정 기업 추정 금지.",</a:t>
            </a:r>
          </a:p>
          <a:p>
            <a:r>
              <a:t>    "store_count": null,</a:t>
            </a:r>
          </a:p>
          <a:p>
            <a:r>
              <a:t>    "store_count_status": "품목별 표의 현재 대상 점포수 및 월별 점포수 미공표/미확인. 일반 축산물 소비트렌드 인사이트 자료의 1천여 개소 설명을 이 표의 2026.9 닭고기 표본수로 단정하지 않음.",</a:t>
            </a:r>
          </a:p>
          <a:p>
            <a:r>
              <a:t>    "coverage_ratio": null,</a:t>
            </a:r>
          </a:p>
          <a:p>
            <a:r>
              <a:t>    "coverage_ratio_status": "전국 대비 조사포괄률과 모집단 분모 미공표/미확인",</a:t>
            </a:r>
          </a:p>
          <a:p>
            <a:r>
              <a:t>    "population": "전국 유통 전체가 아니라 수집 대상 특정 소매업태 판매데이터 관측범위",</a:t>
            </a:r>
          </a:p>
          <a:p>
            <a:r>
              <a:t>    "measurement": "UI에 판매데이터 수집, 월합계 판매량 kg/판매액 천원으로 표시",</a:t>
            </a:r>
          </a:p>
          <a:p>
            <a:r>
              <a:t>    "weighting_estimation": "가중치·전국확대 추정식·구체적인 중량변환/합산 규칙은 검토 공개자료에서 확인하지 못함. 무가중 단순합이라 단정 금지.",</a:t>
            </a:r>
          </a:p>
          <a:p>
            <a:r>
              <a:t>    "panel_stability": "동일점포패널 여부 및 월별 점포 입출입 미확인",</a:t>
            </a:r>
          </a:p>
          <a:p>
            <a:r>
              <a:t>    "revision_notes": [</a:t>
            </a:r>
          </a:p>
          <a:p>
            <a:r>
              <a:t>      "'23년 1월부터 조합마트의 판매데이터가 추가되었으니, 연도별 수치 비교 시 유의하여 주시기 바랍니다.",</a:t>
            </a:r>
          </a:p>
          <a:p>
            <a:r>
              <a:t>      "물량 집계방식 변경에 따른 일괄 데이터 수정 ('26.4.1.), (계란 '26.6.25.)"</a:t>
            </a:r>
          </a:p>
          <a:p>
            <a:r>
              <a:t>    ],</a:t>
            </a:r>
          </a:p>
          <a:p>
            <a:r>
              <a:t>    "capture_at": "2026-10-21T08:14:02.243Z"</a:t>
            </a:r>
          </a:p>
          <a:p>
            <a:r>
              <a:t>  },</a:t>
            </a:r>
          </a:p>
          <a:p>
            <a:r>
              <a:t>  "methods": [</a:t>
            </a:r>
          </a:p>
          <a:p>
            <a:r>
              <a:t>    "공식 UI snapshot으로 조회조건·월합계 표·단위·제한사항 우선 확인",</a:t>
            </a:r>
          </a:p>
          <a:p>
            <a:r>
              <a:t>    "UI에서 월별 시계열/개별 엑셀 다운로드 조작을 발견하지 못하여 이미 검증된 공개 HTML URL의 시작월=종료월을 각 월로 지정해 21개월 개별표 수집",</a:t>
            </a:r>
          </a:p>
          <a:p>
            <a:r>
              <a:t>    "기간 전체 조회값을 월별값으로 오인하지 않음. 21개 독립 단월 표에서 각 9행(6개 요청부위+통닭+절단육+토종닭) 수집",</a:t>
            </a:r>
          </a:p>
          <a:p>
            <a:r>
              <a:t>    "원문 공개 HTML 21개 파일을 tmp/DAILY_POS_YYYY-MM_original.html로 보존",</a:t>
            </a:r>
          </a:p>
          <a:p>
            <a:r>
              <a:t>    "판매액도 보조 보존했으며 시계열 기본값은 raw kg. 빈월 0채움 없음.",</a:t>
            </a:r>
          </a:p>
          <a:p>
            <a:r>
              <a:t>    "2025.9 및 2026.9 원자료는 기존 manifest와 일치 확인"</a:t>
            </a:r>
          </a:p>
          <a:p>
            <a:r>
              <a:t>  ],</a:t>
            </a:r>
          </a:p>
          <a:p>
            <a:r>
              <a:t>  "limits": [</a:t>
            </a:r>
          </a:p>
          <a:p>
            <a:r>
              <a:t>    "최신 2026.9까지. 2026.10은 기존 공표없음 확인을 인계받아 제외, 이번 수집에서 재조회하지 않음.",</a:t>
            </a:r>
          </a:p>
          <a:p>
            <a:r>
              <a:t>    "전국전체 판매량·외식 B2B 원료수요·브랜드별 판매량 아님",</a:t>
            </a:r>
          </a:p>
          <a:p>
            <a:r>
              <a:t>    "모든 월을 현재 사이트 조회판에서 재수집한 수정후 계열. 2026.4.1 전후를 수정 전/후 값 혼합한 계열 아님. 다만 수정 방식 원리와 기간별 적용 세부사항은 미확인.",</a:t>
            </a:r>
          </a:p>
          <a:p>
            <a:r>
              <a:t>    "뼈포함 부위와 발골 부위를 kg 단위로 단순 가식부 환산하지 않음",</a:t>
            </a:r>
          </a:p>
          <a:p>
            <a:r>
              <a:t>    "2023.1 조합마트 추가 영향은 해당 분석기간보다 이전이나 동일점포패널 안정성은 보장 불가"</a:t>
            </a:r>
          </a:p>
          <a:p>
            <a:r>
              <a:t>  ],</a:t>
            </a:r>
          </a:p>
          <a:p>
            <a:r>
              <a:t>  "points": [</a:t>
            </a:r>
          </a:p>
          <a:p>
            <a:r>
              <a:t>    {</a:t>
            </a:r>
          </a:p>
          <a:p>
            <a:r>
              <a:t>      "id": "POS_1",</a:t>
            </a:r>
          </a:p>
          <a:p>
            <a:r>
              <a:t>      "label": "북채(아랫다리)",</a:t>
            </a:r>
          </a:p>
          <a:p>
            <a:r>
              <a:t>      "points": [</a:t>
            </a:r>
          </a:p>
          <a:p>
            <a:r>
              <a:t>        {</a:t>
            </a:r>
          </a:p>
          <a:p>
            <a:r>
              <a:t>          "month": "2025-01",</a:t>
            </a:r>
          </a:p>
          <a:p>
            <a:r>
              <a:t>          "item": "북채(아랫다리)",</a:t>
            </a:r>
          </a:p>
          <a:p>
            <a:r>
              <a:t>          "sales_amount_thousand_krw": 4588351,</a:t>
            </a:r>
          </a:p>
          <a:p>
            <a:r>
              <a:t>          "kg": 279702,</a:t>
            </a:r>
          </a:p>
          <a:p>
            <a:r>
              <a:t>          "sourceURL": "https://www.ekapepia.com/v3/supplyTrend/consumeTrend/productSalesData.do?searchStartDate=2025-01&amp;searchEndDate=2025-01&amp;searchCondition1=&amp;searchCondition2=9901&amp;searchCondition5=",</a:t>
            </a:r>
          </a:p>
          <a:p>
            <a:r>
              <a:t>          "days": 31,</a:t>
            </a:r>
          </a:p>
          <a:p>
            <a:r>
              <a:t>          "value": 9022.645161290322,</a:t>
            </a:r>
          </a:p>
          <a:p>
            <a:r>
              <a:t>          "value_label": "9,022.6"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"2025-02",</a:t>
            </a:r>
          </a:p>
          <a:p>
            <a:r>
              <a:t>          "item": "북채(아랫다리)",</a:t>
            </a:r>
          </a:p>
          <a:p>
            <a:r>
              <a:t>          "sales_amount_thousand_krw": 7013367,</a:t>
            </a:r>
          </a:p>
          <a:p>
            <a:r>
              <a:t>          "kg": 351175,</a:t>
            </a:r>
          </a:p>
          <a:p>
            <a:r>
              <a:t>          "sourceURL": "https://www.ekapepia.com/v3/supplyTrend/consumeTrend/productSalesData.do?searchStartDate=2025-02&amp;searchEndDate=2025-02&amp;searchCondition1=&amp;searchCondition2=9901&amp;searchCondition5=",</a:t>
            </a:r>
          </a:p>
          <a:p>
            <a:r>
              <a:t>          "days": 28,</a:t>
            </a:r>
          </a:p>
          <a:p>
            <a:r>
              <a:t>          "value": 12541.964285714286,</a:t>
            </a:r>
          </a:p>
          <a:p>
            <a:r>
              <a:t>          "value_label": "12,542.0"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"2025-03",</a:t>
            </a:r>
          </a:p>
          <a:p>
            <a:r>
              <a:t>          "item": "북채(아랫다리)",</a:t>
            </a:r>
          </a:p>
          <a:p>
            <a:r>
              <a:t>          "sales_amount_thousand_krw": 4584774,</a:t>
            </a:r>
          </a:p>
          <a:p>
            <a:r>
              <a:t>          "kg": 261341,</a:t>
            </a:r>
          </a:p>
          <a:p>
            <a:r>
              <a:t>          "sourceURL": "https://www.ekapepia.com/v3/supplyTrend/consumeTrend/productSalesData.do?searchStartDate=2025-03&amp;searchEndDate=2025-03&amp;searchCondition1=&amp;searchCondition2=9901&amp;searchCondition5=",</a:t>
            </a:r>
          </a:p>
          <a:p>
            <a:r>
              <a:t>          "days": 31,</a:t>
            </a:r>
          </a:p>
          <a:p>
            <a:r>
              <a:t>          "value": 8430.354838709678,</a:t>
            </a:r>
          </a:p>
          <a:p>
            <a:r>
              <a:t>          "value_label": "8,430.4"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"2025-04",</a:t>
            </a:r>
          </a:p>
          <a:p>
            <a:r>
              <a:t>          "item": "북채(아랫다리)",</a:t>
            </a:r>
          </a:p>
          <a:p>
            <a:r>
              <a:t>          "sales_amount_thousand_krw": 6972075,</a:t>
            </a:r>
          </a:p>
          <a:p>
            <a:r>
              <a:t>          "kg": 505224,</a:t>
            </a:r>
          </a:p>
          <a:p>
            <a:r>
              <a:t>          "sourceURL": "https://www.ekapepia.com/v3/supplyTrend/consumeTrend/productSalesData.do?searchStartDate=2025-04&amp;searchEndDate=2025-04&amp;searchCondition1=&amp;searchCondition2=9901&amp;searchCondition5=",</a:t>
            </a:r>
          </a:p>
          <a:p>
            <a:r>
              <a:t>          "days": 30,</a:t>
            </a:r>
          </a:p>
          <a:p>
            <a:r>
              <a:t>          "value": 16840.8,</a:t>
            </a:r>
          </a:p>
          <a:p>
            <a:r>
              <a:t>          "value_label": "16,840.8"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"2025-05",</a:t>
            </a:r>
          </a:p>
          <a:p>
            <a:r>
              <a:t>          "item": "북채(아랫다리)",</a:t>
            </a:r>
          </a:p>
          <a:p>
            <a:r>
              <a:t>          "sales_amount_thousand_krw": 4678239,</a:t>
            </a:r>
          </a:p>
          <a:p>
            <a:r>
              <a:t>          "kg": 249766,</a:t>
            </a:r>
          </a:p>
          <a:p>
            <a:r>
              <a:t>          "sourceURL": "https://www.ekapepia.com/v3/supplyTrend/consumeTrend/productSalesData.do?searchStartDate=2025-05&amp;searchEndDate=2025-05&amp;searchCondition1=&amp;searchCondition2=9901&amp;searchCondition5=",</a:t>
            </a:r>
          </a:p>
          <a:p>
            <a:r>
              <a:t>          "days": 31,</a:t>
            </a:r>
          </a:p>
          <a:p>
            <a:r>
              <a:t>          "value": 8056.967741935484,</a:t>
            </a:r>
          </a:p>
          <a:p>
            <a:r>
              <a:t>          "value_label": "8,057.0"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"2025-06",</a:t>
            </a:r>
          </a:p>
          <a:p>
            <a:r>
              <a:t>          "item": "북채(아랫다리)",</a:t>
            </a:r>
          </a:p>
          <a:p>
            <a:r>
              <a:t>          "sales_amount_thousand_krw": 4871031,</a:t>
            </a:r>
          </a:p>
          <a:p>
            <a:r>
              <a:t>          "kg": 245910,</a:t>
            </a:r>
          </a:p>
          <a:p>
            <a:r>
              <a:t>          "sourceURL": "https://www.ekapepia.com/v3/supplyTrend/consumeTrend/productSalesData.do?searchStartDate=2025-06&amp;searchEndDate=2025-06&amp;searchCondition1=&amp;searchCondition2=9901&amp;searchCondition5=",</a:t>
            </a:r>
          </a:p>
          <a:p>
            <a:r>
              <a:t>          "days": 30,</a:t>
            </a:r>
          </a:p>
          <a:p>
            <a:r>
              <a:t>          "value": 8197.0,</a:t>
            </a:r>
          </a:p>
          <a:p>
            <a:r>
              <a:t>          "value_label": "8,197.0"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"2025-07",</a:t>
            </a:r>
          </a:p>
          <a:p>
            <a:r>
              <a:t>          "item": "북채(아랫다리)",</a:t>
            </a:r>
          </a:p>
          <a:p>
            <a:r>
              <a:t>          "sales_amount_thousand_krw": 5156037,</a:t>
            </a:r>
          </a:p>
          <a:p>
            <a:r>
              <a:t>          "kg": 259688,</a:t>
            </a:r>
          </a:p>
          <a:p>
            <a:r>
              <a:t>          "sourceURL": "https://www.ekapepia.com/v3/supplyTrend/consumeTrend/productSalesData.do?searchStartDate=2025-07&amp;searchEndDate=2025-07&amp;searchCondition1=&amp;searchCondition2=9901&amp;searchCondition5=",</a:t>
            </a:r>
          </a:p>
          <a:p>
            <a:r>
              <a:t>          "days": 31,</a:t>
            </a:r>
          </a:p>
          <a:p>
            <a:r>
              <a:t>          "value": 8377.032258064517,</a:t>
            </a:r>
          </a:p>
          <a:p>
            <a:r>
              <a:t>          "value_label": "8,377.0"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"2025-08",</a:t>
            </a:r>
          </a:p>
          <a:p>
            <a:r>
              <a:t>          "item": "북채(아랫다리)",</a:t>
            </a:r>
          </a:p>
          <a:p>
            <a:r>
              <a:t>          "sales_amount_thousand_krw": 4999550,</a:t>
            </a:r>
          </a:p>
          <a:p>
            <a:r>
              <a:t>          "kg": 258160,</a:t>
            </a:r>
          </a:p>
          <a:p>
            <a:r>
              <a:t>          "sourceURL": "https://www.ekapepia.com/v3/supplyTrend/consumeTrend/productSalesData.do?searchStartDate=2025-08&amp;searchEndDate=2025-08&amp;searchCondition1=&amp;searchCondition2=9901&amp;searchCondition5=",</a:t>
            </a:r>
          </a:p>
          <a:p>
            <a:r>
              <a:t>          "days": 31,</a:t>
            </a:r>
          </a:p>
          <a:p>
            <a:r>
              <a:t>          "value": 8327.741935483871,</a:t>
            </a:r>
          </a:p>
          <a:p>
            <a:r>
              <a:t>          "value_label": "8,327.7"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"2025-09",</a:t>
            </a:r>
          </a:p>
          <a:p>
            <a:r>
              <a:t>          "item": "북채(아랫다리)",</a:t>
            </a:r>
          </a:p>
          <a:p>
            <a:r>
              <a:t>          "sales_amount_thousand_krw": 4463120,</a:t>
            </a:r>
          </a:p>
          <a:p>
            <a:r>
              <a:t>          "kg": 234496,</a:t>
            </a:r>
          </a:p>
          <a:p>
            <a:r>
              <a:t>          "sourceURL": "https://www.ekapepia.com/v3/supplyTrend/consumeTrend/productSalesData.do?searchStartDate=2025-09&amp;searchEndDate=2025-09&amp;searchCondition1=&amp;searchCondition2=9901&amp;searchCondition5=",</a:t>
            </a:r>
          </a:p>
          <a:p>
            <a:r>
              <a:t>          "days": 30,</a:t>
            </a:r>
          </a:p>
          <a:p>
            <a:r>
              <a:t>          "value": 7816.533333333334,</a:t>
            </a:r>
          </a:p>
          <a:p>
            <a:r>
              <a:t>          "value_label": "7,816.5"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"2025-10",</a:t>
            </a:r>
          </a:p>
          <a:p>
            <a:r>
              <a:t>          "item": "북채(아랫다리)",</a:t>
            </a:r>
          </a:p>
          <a:p>
            <a:r>
              <a:t>          "sales_amount_thousand_krw": 4397232,</a:t>
            </a:r>
          </a:p>
          <a:p>
            <a:r>
              <a:t>          "kg": 236528,</a:t>
            </a:r>
          </a:p>
          <a:p>
            <a:r>
              <a:t>          "sourceURL": "https://www.ekapepia.com/v3/supplyTrend/consumeTrend/productSalesData.do?searchStartDate=2025-10&amp;searchEndDate=2025-10&amp;searchCondition1=&amp;searchCondition2=9901&amp;searchCondition5=",</a:t>
            </a:r>
          </a:p>
          <a:p>
            <a:r>
              <a:t>          "days": 31,</a:t>
            </a:r>
          </a:p>
          <a:p>
            <a:r>
              <a:t>          "value": 7629.935483870968,</a:t>
            </a:r>
          </a:p>
          <a:p>
            <a:r>
              <a:t>          "value_label": "7,629.9"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"2025-11",</a:t>
            </a:r>
          </a:p>
          <a:p>
            <a:r>
              <a:t>          "item": "북채(아랫다리)",</a:t>
            </a:r>
          </a:p>
          <a:p>
            <a:r>
              <a:t>          "sales_amount_thousand_krw": 9611514,</a:t>
            </a:r>
          </a:p>
          <a:p>
            <a:r>
              <a:t>          "kg": 488603,</a:t>
            </a:r>
          </a:p>
          <a:p>
            <a:r>
              <a:t>          "sourceURL": "https://www.ekapepia.com/v3/supplyTrend/consumeTrend/productSalesData.do?searchStartDate=2025-11&amp;searchEndDate=2025-11&amp;searchCondition1=&amp;searchCondition2=9901&amp;searchCondition5=",</a:t>
            </a:r>
          </a:p>
          <a:p>
            <a:r>
              <a:t>          "days": 30,</a:t>
            </a:r>
          </a:p>
          <a:p>
            <a:r>
              <a:t>          "value": 16286.766666666666,</a:t>
            </a:r>
          </a:p>
          <a:p>
            <a:r>
              <a:t>          "value_label": "16,286.8"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"2025-12",</a:t>
            </a:r>
          </a:p>
          <a:p>
            <a:r>
              <a:t>          "item": "북채(아랫다리)",</a:t>
            </a:r>
          </a:p>
          <a:p>
            <a:r>
              <a:t>          "sales_amount_thousand_krw": 5477884,</a:t>
            </a:r>
          </a:p>
          <a:p>
            <a:r>
              <a:t>          "kg": 281103,</a:t>
            </a:r>
          </a:p>
          <a:p>
            <a:r>
              <a:t>          "sourceURL": "https://www.ekapepia.com/v3/supplyTrend/consumeTrend/productSalesData.do?searchStartDate=2025-12&amp;searchEndDate=2025-12&amp;searchCondition1=&amp;searchCondition2=9901&amp;searchCondition5=",</a:t>
            </a:r>
          </a:p>
          <a:p>
            <a:r>
              <a:t>          "days": 31,</a:t>
            </a:r>
          </a:p>
          <a:p>
            <a:r>
              <a:t>          "value": 9067.838709677419,</a:t>
            </a:r>
          </a:p>
          <a:p>
            <a:r>
              <a:t>          "value_label": "9,067.8"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"2026-01",</a:t>
            </a:r>
          </a:p>
          <a:p>
            <a:r>
              <a:t>          "item": "북채(아랫다리)",</a:t>
            </a:r>
          </a:p>
          <a:p>
            <a:r>
              <a:t>          "sales_amount_thousand_krw": 8329624,</a:t>
            </a:r>
          </a:p>
          <a:p>
            <a:r>
              <a:t>          "kg": 415159,</a:t>
            </a:r>
          </a:p>
          <a:p>
            <a:r>
              <a:t>          "sourceURL": "https://www.ekapepia.com/v3/supplyTrend/consumeTrend/productSalesData.do?searchStartDate=2026-01&amp;searchEndDate=2026-01&amp;searchCondition1=&amp;searchCondition2=9901&amp;searchCondition5=",</a:t>
            </a:r>
          </a:p>
          <a:p>
            <a:r>
              <a:t>          "days": 31,</a:t>
            </a:r>
          </a:p>
          <a:p>
            <a:r>
              <a:t>          "value": 13392.225806451614,</a:t>
            </a:r>
          </a:p>
          <a:p>
            <a:r>
              <a:t>          "value_label": "13,392.2"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"2026-02",</a:t>
            </a:r>
          </a:p>
          <a:p>
            <a:r>
              <a:t>          "item": "북채(아랫다리)",</a:t>
            </a:r>
          </a:p>
          <a:p>
            <a:r>
              <a:t>          "sales_amount_thousand_krw": 5053201,</a:t>
            </a:r>
          </a:p>
          <a:p>
            <a:r>
              <a:t>          "kg": 272903,</a:t>
            </a:r>
          </a:p>
          <a:p>
            <a:r>
              <a:t>          "sourceURL": "https://www.ekapepia.com/v3/supplyTrend/consumeTrend/productSalesData.do?searchStartDate=2026-02&amp;searchEndDate=2026-02&amp;searchCondition1=&amp;searchCondition2=9901&amp;searchCondition5=",</a:t>
            </a:r>
          </a:p>
          <a:p>
            <a:r>
              <a:t>          "days": 28,</a:t>
            </a:r>
          </a:p>
          <a:p>
            <a:r>
              <a:t>          "value": 9746.535714285714,</a:t>
            </a:r>
          </a:p>
          <a:p>
            <a:r>
              <a:t>          "value_label": "9,746.5"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"2026-03",</a:t>
            </a:r>
          </a:p>
          <a:p>
            <a:r>
              <a:t>          "item": "북채(아랫다리)",</a:t>
            </a:r>
          </a:p>
          <a:p>
            <a:r>
              <a:t>          "sales_amount_thousand_krw": 7676837,</a:t>
            </a:r>
          </a:p>
          <a:p>
            <a:r>
              <a:t>          "kg": 412443,</a:t>
            </a:r>
          </a:p>
          <a:p>
            <a:r>
              <a:t>          "sourceURL": "https://www.ekapepia.com/v3/supplyTrend/consumeTrend/productSalesData.do?searchStartDate=2026-03&amp;searchEndDate=2026-03&amp;searchCondition1=&amp;searchCondition2=9901&amp;searchCondition5=",</a:t>
            </a:r>
          </a:p>
          <a:p>
            <a:r>
              <a:t>          "days": 31,</a:t>
            </a:r>
          </a:p>
          <a:p>
            <a:r>
              <a:t>          "value": 13304.612903225807,</a:t>
            </a:r>
          </a:p>
          <a:p>
            <a:r>
              <a:t>          "value_label": "13,304.6"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"2026-04",</a:t>
            </a:r>
          </a:p>
          <a:p>
            <a:r>
              <a:t>          "item": "북채(아랫다리)",</a:t>
            </a:r>
          </a:p>
          <a:p>
            <a:r>
              <a:t>          "sales_amount_thousand_krw": 6267288,</a:t>
            </a:r>
          </a:p>
          <a:p>
            <a:r>
              <a:t>          "kg": 288057,</a:t>
            </a:r>
          </a:p>
          <a:p>
            <a:r>
              <a:t>          "sourceURL": "https://www.ekapepia.com/v3/supplyTrend/consumeTrend/productSalesData.do?searchStartDate=2026-04&amp;searchEndDate=2026-04&amp;searchCondition1=&amp;searchCondition2=9901&amp;searchCondition5=",</a:t>
            </a:r>
          </a:p>
          <a:p>
            <a:r>
              <a:t>          "days": 30,</a:t>
            </a:r>
          </a:p>
          <a:p>
            <a:r>
              <a:t>          "value": 9601.9,</a:t>
            </a:r>
          </a:p>
          <a:p>
            <a:r>
              <a:t>          "value_label": "9,601.9"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"2026-05",</a:t>
            </a:r>
          </a:p>
          <a:p>
            <a:r>
              <a:t>          "item": "북채(아랫다리)",</a:t>
            </a:r>
          </a:p>
          <a:p>
            <a:r>
              <a:t>          "sales_amount_thousand_krw": 4838001,</a:t>
            </a:r>
          </a:p>
          <a:p>
            <a:r>
              <a:t>          "kg": 240218,</a:t>
            </a:r>
          </a:p>
          <a:p>
            <a:r>
              <a:t>          "sourceURL": "https://www.ekapepia.com/v3/supplyTrend/consumeTrend/productSalesData.do?searchStartDate=2026-05&amp;searchEndDate=2026-05&amp;searchCondition1=&amp;searchCondition2=9901&amp;searchCondition5=",</a:t>
            </a:r>
          </a:p>
          <a:p>
            <a:r>
              <a:t>          "days": 31,</a:t>
            </a:r>
          </a:p>
          <a:p>
            <a:r>
              <a:t>          "value": 7748.967741935484,</a:t>
            </a:r>
          </a:p>
          <a:p>
            <a:r>
              <a:t>          "value_label": "7,749.0"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"2026-06",</a:t>
            </a:r>
          </a:p>
          <a:p>
            <a:r>
              <a:t>          "item": "북채(아랫다리)",</a:t>
            </a:r>
          </a:p>
          <a:p>
            <a:r>
              <a:t>          "sales_amount_thousand_krw": 4881667,</a:t>
            </a:r>
          </a:p>
          <a:p>
            <a:r>
              <a:t>          "kg": 263616,</a:t>
            </a:r>
          </a:p>
          <a:p>
            <a:r>
              <a:t>          "sourceURL": "https://www.ekapepia.com/v3/supplyTrend/consumeTrend/productSalesData.do?searchStartDate=2026-06&amp;searchEndDate=2026-06&amp;searchCondition1=&amp;searchCondition2=9901&amp;searchCondition5=",</a:t>
            </a:r>
          </a:p>
          <a:p>
            <a:r>
              <a:t>          "days": 30,</a:t>
            </a:r>
          </a:p>
          <a:p>
            <a:r>
              <a:t>          "value": 8787.2,</a:t>
            </a:r>
          </a:p>
          <a:p>
            <a:r>
              <a:t>          "value_label": "8,787.2"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"2026-07",</a:t>
            </a:r>
          </a:p>
          <a:p>
            <a:r>
              <a:t>          "item": "북채(아랫다리)",</a:t>
            </a:r>
          </a:p>
          <a:p>
            <a:r>
              <a:t>          "sales_amount_thousand_krw": 5739240,</a:t>
            </a:r>
          </a:p>
          <a:p>
            <a:r>
              <a:t>          "kg": 297772,</a:t>
            </a:r>
          </a:p>
          <a:p>
            <a:r>
              <a:t>          "sourceURL": "https://www.ekapepia.com/v3/supplyTrend/consumeTrend/productSalesData.do?searchStartDate=2026-07&amp;searchEndDate=2026-07&amp;searchCondition1=&amp;searchCondition2=9901&amp;searchCondition5=",</a:t>
            </a:r>
          </a:p>
          <a:p>
            <a:r>
              <a:t>          "days": 31,</a:t>
            </a:r>
          </a:p>
          <a:p>
            <a:r>
              <a:t>          "value": 9605.548387096775,</a:t>
            </a:r>
          </a:p>
          <a:p>
            <a:r>
              <a:t>          "value_label": "9,605.5"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"2026-08",</a:t>
            </a:r>
          </a:p>
          <a:p>
            <a:r>
              <a:t>          "item": "북채(아랫다리)",</a:t>
            </a:r>
          </a:p>
          <a:p>
            <a:r>
              <a:t>          "sales_amount_thousand_krw": 5957243,</a:t>
            </a:r>
          </a:p>
          <a:p>
            <a:r>
              <a:t>          "kg": 338066,</a:t>
            </a:r>
          </a:p>
          <a:p>
            <a:r>
              <a:t>          "sourceURL": "https://www.ekapepia.com/v3/supplyTrend/consumeTrend/productSalesData.do?searchStartDate=2026-08&amp;searchEndDate=2026-08&amp;searchCondition1=&amp;searchCondition2=9901&amp;searchCondition5=",</a:t>
            </a:r>
          </a:p>
          <a:p>
            <a:r>
              <a:t>          "days": 31,</a:t>
            </a:r>
          </a:p>
          <a:p>
            <a:r>
              <a:t>          "value": 10905.354838709678,</a:t>
            </a:r>
          </a:p>
          <a:p>
            <a:r>
              <a:t>          "value_label": "10,905.4"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"2026-09",</a:t>
            </a:r>
          </a:p>
          <a:p>
            <a:r>
              <a:t>          "item": "북채(아랫다리)",</a:t>
            </a:r>
          </a:p>
          <a:p>
            <a:r>
              <a:t>          "sales_amount_thousand_krw": 4834742,</a:t>
            </a:r>
          </a:p>
          <a:p>
            <a:r>
              <a:t>          "kg": 277827,</a:t>
            </a:r>
          </a:p>
          <a:p>
            <a:r>
              <a:t>          "sourceURL": "https://www.ekapepia.com/v3/supplyTrend/consumeTrend/productSalesData.do?searchStartDate=2026-09&amp;searchEndDate=2026-09&amp;searchCondition1=&amp;searchCondition2=9901&amp;searchCondition5=",</a:t>
            </a:r>
          </a:p>
          <a:p>
            <a:r>
              <a:t>          "days": 30,</a:t>
            </a:r>
          </a:p>
          <a:p>
            <a:r>
              <a:t>          "value": 9260.9,</a:t>
            </a:r>
          </a:p>
          <a:p>
            <a:r>
              <a:t>          "value_label": "9,260.9"</a:t>
            </a:r>
          </a:p>
          <a:p>
            <a:r>
              <a:t>        }</a:t>
            </a:r>
          </a:p>
          <a:p>
            <a:r>
              <a:t>      ]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"POS_2",</a:t>
            </a:r>
          </a:p>
          <a:p>
            <a:r>
              <a:t>      "label": "정육(다리발골육)",</a:t>
            </a:r>
          </a:p>
          <a:p>
            <a:r>
              <a:t>      "points": [</a:t>
            </a:r>
          </a:p>
          <a:p>
            <a:r>
              <a:t>        {</a:t>
            </a:r>
          </a:p>
          <a:p>
            <a:r>
              <a:t>          "month": "2025-01",</a:t>
            </a:r>
          </a:p>
          <a:p>
            <a:r>
              <a:t>          "item": "정육(다리발골육)",</a:t>
            </a:r>
          </a:p>
          <a:p>
            <a:r>
              <a:t>          "sales_amount_thousand_krw": 1449675,</a:t>
            </a:r>
          </a:p>
          <a:p>
            <a:r>
              <a:t>          "kg": 91230,</a:t>
            </a:r>
          </a:p>
          <a:p>
            <a:r>
              <a:t>          "sourceURL": "https://www.ekapepia.com/v3/supplyTrend/consumeTrend/productSalesData.do?searchStartDate=2025-01&amp;searchEndDate=2025-01&amp;searchCondition1=&amp;searchCondition2=9901&amp;searchCondition5=",</a:t>
            </a:r>
          </a:p>
          <a:p>
            <a:r>
              <a:t>          "days": 31,</a:t>
            </a:r>
          </a:p>
          <a:p>
            <a:r>
              <a:t>          "value": 2942.9032258064517,</a:t>
            </a:r>
          </a:p>
          <a:p>
            <a:r>
              <a:t>          "value_label": "2,942.9"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"2025-02",</a:t>
            </a:r>
          </a:p>
          <a:p>
            <a:r>
              <a:t>          "item": "정육(다리발골육)",</a:t>
            </a:r>
          </a:p>
          <a:p>
            <a:r>
              <a:t>          "sales_amount_thousand_krw": 1406239,</a:t>
            </a:r>
          </a:p>
          <a:p>
            <a:r>
              <a:t>          "kg": 87863,</a:t>
            </a:r>
          </a:p>
          <a:p>
            <a:r>
              <a:t>          "sourceURL": "https://www.ekapepia.com/v3/supplyTrend/consumeTrend/productSalesData.do?searchStartDate=2025-02&amp;searchEndDate=2025-02&amp;searchCondition1=&amp;searchCondition2=9901&amp;searchCondition5=",</a:t>
            </a:r>
          </a:p>
          <a:p>
            <a:r>
              <a:t>          "days": 28,</a:t>
            </a:r>
          </a:p>
          <a:p>
            <a:r>
              <a:t>          "value": 3137.964285714286,</a:t>
            </a:r>
          </a:p>
          <a:p>
            <a:r>
              <a:t>          "value_label": "3,138.0"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"2025-03",</a:t>
            </a:r>
          </a:p>
          <a:p>
            <a:r>
              <a:t>          "item": "정육(다리발골육)",</a:t>
            </a:r>
          </a:p>
          <a:p>
            <a:r>
              <a:t>          "sales_amount_thousand_krw": 1603725,</a:t>
            </a:r>
          </a:p>
          <a:p>
            <a:r>
              <a:t>          "kg": 101001,</a:t>
            </a:r>
          </a:p>
          <a:p>
            <a:r>
              <a:t>          "sourceURL": "https://www.ekapepia.com/v3/supplyTrend/consumeTrend/productSalesData.do?searchStartDate=2025-03&amp;searchEndDate=2025-03&amp;searchCondition1=&amp;searchCondition2=9901&amp;searchCondition5=",</a:t>
            </a:r>
          </a:p>
          <a:p>
            <a:r>
              <a:t>          "days": 31,</a:t>
            </a:r>
          </a:p>
          <a:p>
            <a:r>
              <a:t>          "value": 3258.0967741935483,</a:t>
            </a:r>
          </a:p>
          <a:p>
            <a:r>
              <a:t>          "value_label": "3,258.1"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"2025-04",</a:t>
            </a:r>
          </a:p>
          <a:p>
            <a:r>
              <a:t>          "item": "정육(다리발골육)",</a:t>
            </a:r>
          </a:p>
          <a:p>
            <a:r>
              <a:t>          "sales_amount_thousand_krw": 1512818,</a:t>
            </a:r>
          </a:p>
          <a:p>
            <a:r>
              <a:t>          "kg": 95554,</a:t>
            </a:r>
          </a:p>
          <a:p>
            <a:r>
              <a:t>          "sourceURL": "https://www.ekapepia.com/v3/supplyTrend/consumeTrend/productSalesData.do?searchStartDate=2025-04&amp;searchEndDate=2025-04&amp;searchCondition1=&amp;searchCondition2=9901&amp;searchCondition5=",</a:t>
            </a:r>
          </a:p>
          <a:p>
            <a:r>
              <a:t>          "days": 30,</a:t>
            </a:r>
          </a:p>
          <a:p>
            <a:r>
              <a:t>          "value": 3185.133333333333,</a:t>
            </a:r>
          </a:p>
          <a:p>
            <a:r>
              <a:t>          "value_label": "3,185.1"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"2025-05",</a:t>
            </a:r>
          </a:p>
          <a:p>
            <a:r>
              <a:t>          "item": "정육(다리발골육)",</a:t>
            </a:r>
          </a:p>
          <a:p>
            <a:r>
              <a:t>          "sales_amount_thousand_krw": 1591945,</a:t>
            </a:r>
          </a:p>
          <a:p>
            <a:r>
              <a:t>          "kg": 94282,</a:t>
            </a:r>
          </a:p>
          <a:p>
            <a:r>
              <a:t>          "sourceURL": "https://www.ekapepia.com/v3/supplyTrend/consumeTrend/productSalesData.do?searchStartDate=2025-05&amp;searchEndDate=2025-05&amp;searchCondition1=&amp;searchCondition2=9901&amp;searchCondition5=",</a:t>
            </a:r>
          </a:p>
          <a:p>
            <a:r>
              <a:t>          "days": 31,</a:t>
            </a:r>
          </a:p>
          <a:p>
            <a:r>
              <a:t>          "value": 3041.3548387096776,</a:t>
            </a:r>
          </a:p>
          <a:p>
            <a:r>
              <a:t>          "value_label": "3,041.4"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"2025-06",</a:t>
            </a:r>
          </a:p>
          <a:p>
            <a:r>
              <a:t>          "item": "정육(다리발골육)",</a:t>
            </a:r>
          </a:p>
          <a:p>
            <a:r>
              <a:t>          "sales_amount_thousand_krw": 1625623,</a:t>
            </a:r>
          </a:p>
          <a:p>
            <a:r>
              <a:t>          "kg": 84191,</a:t>
            </a:r>
          </a:p>
          <a:p>
            <a:r>
              <a:t>          "sourceURL": "https://www.ekapepia.com/v3/supplyTrend/consumeTrend/productSalesData.do?searchStartDate=2025-06&amp;searchEndDate=2025-06&amp;searchCondition1=&amp;searchCondition2=9901&amp;searchCondition5=",</a:t>
            </a:r>
          </a:p>
          <a:p>
            <a:r>
              <a:t>          "days": 30,</a:t>
            </a:r>
          </a:p>
          <a:p>
            <a:r>
              <a:t>          "value": 2806.366666666667,</a:t>
            </a:r>
          </a:p>
          <a:p>
            <a:r>
              <a:t>          "value_label": "2,806.4"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"2025-07",</a:t>
            </a:r>
          </a:p>
          <a:p>
            <a:r>
              <a:t>          "item": "정육(다리발골육)",</a:t>
            </a:r>
          </a:p>
          <a:p>
            <a:r>
              <a:t>          "sales_amount_thousand_krw": 1770824,</a:t>
            </a:r>
          </a:p>
          <a:p>
            <a:r>
              <a:t>          "kg": 94302,</a:t>
            </a:r>
          </a:p>
          <a:p>
            <a:r>
              <a:t>          "sourceURL": "https://www.ekapepia.com/v3/supplyTrend/consumeTrend/productSalesData.do?searchStartDate=2025-07&amp;searchEndDate=2025-07&amp;searchCondition1=&amp;searchCondition2=9901&amp;searchCondition5=",</a:t>
            </a:r>
          </a:p>
          <a:p>
            <a:r>
              <a:t>          "days": 31,</a:t>
            </a:r>
          </a:p>
          <a:p>
            <a:r>
              <a:t>          "value": 3042.0,</a:t>
            </a:r>
          </a:p>
          <a:p>
            <a:r>
              <a:t>          "value_label": "3,042.0"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"2025-08",</a:t>
            </a:r>
          </a:p>
          <a:p>
            <a:r>
              <a:t>          "item": "정육(다리발골육)",</a:t>
            </a:r>
          </a:p>
          <a:p>
            <a:r>
              <a:t>          "sales_amount_thousand_krw": 1723067,</a:t>
            </a:r>
          </a:p>
          <a:p>
            <a:r>
              <a:t>          "kg": 89891,</a:t>
            </a:r>
          </a:p>
          <a:p>
            <a:r>
              <a:t>          "sourceURL": "https://www.ekapepia.com/v3/supplyTrend/consumeTrend/productSalesData.do?searchStartDate=2025-08&amp;searchEndDate=2025-08&amp;searchCondition1=&amp;searchCondition2=9901&amp;searchCondition5=",</a:t>
            </a:r>
          </a:p>
          <a:p>
            <a:r>
              <a:t>          "days": 31,</a:t>
            </a:r>
          </a:p>
          <a:p>
            <a:r>
              <a:t>          "value": 2899.7096774193546,</a:t>
            </a:r>
          </a:p>
          <a:p>
            <a:r>
              <a:t>          "value_label": "2,899.7"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"2025-09",</a:t>
            </a:r>
          </a:p>
          <a:p>
            <a:r>
              <a:t>          "item": "정육(다리발골육)",</a:t>
            </a:r>
          </a:p>
          <a:p>
            <a:r>
              <a:t>          "sales_amount_thousand_krw": 1609614,</a:t>
            </a:r>
          </a:p>
          <a:p>
            <a:r>
              <a:t>          "kg": 83172,</a:t>
            </a:r>
          </a:p>
          <a:p>
            <a:r>
              <a:t>          "sourceURL": "https://www.ekapepia.com/v3/supplyTrend/consumeTrend/productSalesData.do?searchStartDate=2025-09&amp;searchEndDate=2025-09&amp;searchCondition1=&amp;searchCondition2=9901&amp;searchCondition5=",</a:t>
            </a:r>
          </a:p>
          <a:p>
            <a:r>
              <a:t>          "days": 30,</a:t>
            </a:r>
          </a:p>
          <a:p>
            <a:r>
              <a:t>          "value": 2772.4,</a:t>
            </a:r>
          </a:p>
          <a:p>
            <a:r>
              <a:t>          "value_label": "2,772.4"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"2025-10",</a:t>
            </a:r>
          </a:p>
          <a:p>
            <a:r>
              <a:t>          "item": "정육(다리발골육)",</a:t>
            </a:r>
          </a:p>
          <a:p>
            <a:r>
              <a:t>          "sales_amount_thousand_krw": 1543491,</a:t>
            </a:r>
          </a:p>
          <a:p>
            <a:r>
              <a:t>          "kg": 76805,</a:t>
            </a:r>
          </a:p>
          <a:p>
            <a:r>
              <a:t>          "sourceURL": "https://www.ekapepia.com/v3/supplyTrend/consumeTrend/productSalesData.do?searchStartDate=2025-10&amp;searchEndDate=2025-10&amp;searchCondition1=&amp;searchCondition2=9901&amp;searchCondition5=",</a:t>
            </a:r>
          </a:p>
          <a:p>
            <a:r>
              <a:t>          "days": 31,</a:t>
            </a:r>
          </a:p>
          <a:p>
            <a:r>
              <a:t>          "value": 2477.5806451612902,</a:t>
            </a:r>
          </a:p>
          <a:p>
            <a:r>
              <a:t>          "value_label": "2,477.6"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"2025-11",</a:t>
            </a:r>
          </a:p>
          <a:p>
            <a:r>
              <a:t>          "item": "정육(다리발골육)",</a:t>
            </a:r>
          </a:p>
          <a:p>
            <a:r>
              <a:t>          "sales_amount_thousand_krw": 1702155,</a:t>
            </a:r>
          </a:p>
          <a:p>
            <a:r>
              <a:t>          "kg": 84337,</a:t>
            </a:r>
          </a:p>
          <a:p>
            <a:r>
              <a:t>          "sourceURL": "https://www.ekapepia.com/v3/supplyTrend/consumeTrend/productSalesData.do?searchStartDate=2025-11&amp;searchEndDate=2025-11&amp;searchCondition1=&amp;searchCondition2=9901&amp;searchCondition5=",</a:t>
            </a:r>
          </a:p>
          <a:p>
            <a:r>
              <a:t>          "days": 30,</a:t>
            </a:r>
          </a:p>
          <a:p>
            <a:r>
              <a:t>          "value": 2811.233333333333,</a:t>
            </a:r>
          </a:p>
          <a:p>
            <a:r>
              <a:t>          "value_label": "2,811.2"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"2025-12",</a:t>
            </a:r>
          </a:p>
          <a:p>
            <a:r>
              <a:t>          "item": "정육(다리발골육)",</a:t>
            </a:r>
          </a:p>
          <a:p>
            <a:r>
              <a:t>          "sales_amount_thousand_krw": 1798977,</a:t>
            </a:r>
          </a:p>
          <a:p>
            <a:r>
              <a:t>          "kg": 92616,</a:t>
            </a:r>
          </a:p>
          <a:p>
            <a:r>
              <a:t>          "sourceURL": "https://www.ekapepia.com/v3/supplyTrend/consumeTrend/productSalesData.do?searchStartDate=2025-12&amp;searchEndDate=2025-12&amp;searchCondition1=&amp;searchCondition2=9901&amp;searchCondition5=",</a:t>
            </a:r>
          </a:p>
          <a:p>
            <a:r>
              <a:t>          "days": 31,</a:t>
            </a:r>
          </a:p>
          <a:p>
            <a:r>
              <a:t>          "value": 2987.6129032258063,</a:t>
            </a:r>
          </a:p>
          <a:p>
            <a:r>
              <a:t>          "value_label": "2,987.6"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"2026-01",</a:t>
            </a:r>
          </a:p>
          <a:p>
            <a:r>
              <a:t>          "item": "정육(다리발골육)",</a:t>
            </a:r>
          </a:p>
          <a:p>
            <a:r>
              <a:t>          "sales_amount_thousand_krw": 2050228,</a:t>
            </a:r>
          </a:p>
          <a:p>
            <a:r>
              <a:t>          "kg": 105984,</a:t>
            </a:r>
          </a:p>
          <a:p>
            <a:r>
              <a:t>          "sourceURL": "https://www.ekapepia.com/v3/supplyTrend/consumeTrend/productSalesData.do?searchStartDate=2026-01&amp;searchEndDate=2026-01&amp;searchCondition1=&amp;searchCondition2=9901&amp;searchCondition5=",</a:t>
            </a:r>
          </a:p>
          <a:p>
            <a:r>
              <a:t>          "days": 31,</a:t>
            </a:r>
          </a:p>
          <a:p>
            <a:r>
              <a:t>          "value": 3418.8387096774195,</a:t>
            </a:r>
          </a:p>
          <a:p>
            <a:r>
              <a:t>          "value_label": "3,418.8"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"2026-02",</a:t>
            </a:r>
          </a:p>
          <a:p>
            <a:r>
              <a:t>          "item": "정육(다리발골육)",</a:t>
            </a:r>
          </a:p>
          <a:p>
            <a:r>
              <a:t>          "sales_amount_thousand_krw": 1665322,</a:t>
            </a:r>
          </a:p>
          <a:p>
            <a:r>
              <a:t>          "kg": 89253,</a:t>
            </a:r>
          </a:p>
          <a:p>
            <a:r>
              <a:t>          "sourceURL": "https://www.ekapepia.com/v3/supplyTrend/consumeTrend/productSalesData.do?searchStartDate=2026-02&amp;searchEndDate=2026-02&amp;searchCondition1=&amp;searchCondition2=9901&amp;searchCondition5=",</a:t>
            </a:r>
          </a:p>
          <a:p>
            <a:r>
              <a:t>          "days": 28,</a:t>
            </a:r>
          </a:p>
          <a:p>
            <a:r>
              <a:t>          "value": 3187.6071428571427,</a:t>
            </a:r>
          </a:p>
          <a:p>
            <a:r>
              <a:t>          "value_label": "3,187.6"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"2026-03",</a:t>
            </a:r>
          </a:p>
          <a:p>
            <a:r>
              <a:t>          "item": "정육(다리발골육)",</a:t>
            </a:r>
          </a:p>
          <a:p>
            <a:r>
              <a:t>          "sales_amount_thousand_krw": 2444294,</a:t>
            </a:r>
          </a:p>
          <a:p>
            <a:r>
              <a:t>          "kg": 125305,</a:t>
            </a:r>
          </a:p>
          <a:p>
            <a:r>
              <a:t>          "sourceURL": "https://www.ekapepia.com/v3/supplyTrend/consumeTrend/productSalesData.do?searchStartDate=2026-03&amp;searchEndDate=2026-03&amp;searchCondition1=&amp;searchCondition2=9901&amp;searchCondition5=",</a:t>
            </a:r>
          </a:p>
          <a:p>
            <a:r>
              <a:t>          "days": 31,</a:t>
            </a:r>
          </a:p>
          <a:p>
            <a:r>
              <a:t>          "value": 4042.0967741935483,</a:t>
            </a:r>
          </a:p>
          <a:p>
            <a:r>
              <a:t>          "value_label": "4,042.1"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"2026-04",</a:t>
            </a:r>
          </a:p>
          <a:p>
            <a:r>
              <a:t>          "item": "정육(다리발골육)",</a:t>
            </a:r>
          </a:p>
          <a:p>
            <a:r>
              <a:t>          "sales_amount_thousand_krw": 2169756,</a:t>
            </a:r>
          </a:p>
          <a:p>
            <a:r>
              <a:t>          "kg": 110948,</a:t>
            </a:r>
          </a:p>
          <a:p>
            <a:r>
              <a:t>          "sourceURL": "https://www.ekapepia.com/v3/supplyTrend/consumeTrend/productSalesData.do?searchStartDate=2026-04&amp;searchEndDate=2026-04&amp;searchCondition1=&amp;searchCondition2=9901&amp;searchCondition5=",</a:t>
            </a:r>
          </a:p>
          <a:p>
            <a:r>
              <a:t>          "days": 30,</a:t>
            </a:r>
          </a:p>
          <a:p>
            <a:r>
              <a:t>          "value": 3698.266666666667,</a:t>
            </a:r>
          </a:p>
          <a:p>
            <a:r>
              <a:t>          "value_label": "3,698.3"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"2026-05",</a:t>
            </a:r>
          </a:p>
          <a:p>
            <a:r>
              <a:t>          "item": "정육(다리발골육)",</a:t>
            </a:r>
          </a:p>
          <a:p>
            <a:r>
              <a:t>          "sales_amount_thousand_krw": 2160467,</a:t>
            </a:r>
          </a:p>
          <a:p>
            <a:r>
              <a:t>          "kg": 111027,</a:t>
            </a:r>
          </a:p>
          <a:p>
            <a:r>
              <a:t>          "sourceURL": "https://www.ekapepia.com/v3/supplyTrend/consumeTrend/productSalesData.do?searchStartDate=2026-05&amp;searchEndDate=2026-05&amp;searchCondition1=&amp;searchCondition2=9901&amp;searchCondition5=",</a:t>
            </a:r>
          </a:p>
          <a:p>
            <a:r>
              <a:t>          "days": 31,</a:t>
            </a:r>
          </a:p>
          <a:p>
            <a:r>
              <a:t>          "value": 3581.516129032258,</a:t>
            </a:r>
          </a:p>
          <a:p>
            <a:r>
              <a:t>          "value_label": "3,581.5"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"2026-06",</a:t>
            </a:r>
          </a:p>
          <a:p>
            <a:r>
              <a:t>          "item": "정육(다리발골육)",</a:t>
            </a:r>
          </a:p>
          <a:p>
            <a:r>
              <a:t>          "sales_amount_thousand_krw": 2260062,</a:t>
            </a:r>
          </a:p>
          <a:p>
            <a:r>
              <a:t>          "kg": 115846,</a:t>
            </a:r>
          </a:p>
          <a:p>
            <a:r>
              <a:t>          "sourceURL": "https://www.ekapepia.com/v3/supplyTrend/consumeTrend/productSalesData.do?searchStartDate=2026-06&amp;searchEndDate=2026-06&amp;searchCondition1=&amp;searchCondition2=9901&amp;searchCondition5=",</a:t>
            </a:r>
          </a:p>
          <a:p>
            <a:r>
              <a:t>          "days": 30,</a:t>
            </a:r>
          </a:p>
          <a:p>
            <a:r>
              <a:t>          "value": 3861.5333333333333,</a:t>
            </a:r>
          </a:p>
          <a:p>
            <a:r>
              <a:t>          "value_label": "3,861.5"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"2026-07",</a:t>
            </a:r>
          </a:p>
          <a:p>
            <a:r>
              <a:t>          "item": "정육(다리발골육)",</a:t>
            </a:r>
          </a:p>
          <a:p>
            <a:r>
              <a:t>          "sales_amount_thousand_krw": 2549022,</a:t>
            </a:r>
          </a:p>
          <a:p>
            <a:r>
              <a:t>          "kg": 128218,</a:t>
            </a:r>
          </a:p>
          <a:p>
            <a:r>
              <a:t>          "sourceURL": "https://www.ekapepia.com/v3/supplyTrend/consumeTrend/productSalesData.do?searchStartDate=2026-07&amp;searchEndDate=2026-07&amp;searchCondition1=&amp;searchCondition2=9901&amp;searchCondition5=",</a:t>
            </a:r>
          </a:p>
          <a:p>
            <a:r>
              <a:t>          "days": 31,</a:t>
            </a:r>
          </a:p>
          <a:p>
            <a:r>
              <a:t>          "value": 4136.064516129032,</a:t>
            </a:r>
          </a:p>
          <a:p>
            <a:r>
              <a:t>          "value_label": "4,136.1"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"2026-08",</a:t>
            </a:r>
          </a:p>
          <a:p>
            <a:r>
              <a:t>          "item": "정육(다리발골육)",</a:t>
            </a:r>
          </a:p>
          <a:p>
            <a:r>
              <a:t>          "sales_amount_thousand_krw": 2732114,</a:t>
            </a:r>
          </a:p>
          <a:p>
            <a:r>
              <a:t>          "kg": 141559,</a:t>
            </a:r>
          </a:p>
          <a:p>
            <a:r>
              <a:t>          "sourceURL": "https://www.ekapepia.com/v3/supplyTrend/consumeTrend/productSalesData.do?searchStartDate=2026-08&amp;searchEndDate=2026-08&amp;searchCondition1=&amp;searchCondition2=9901&amp;searchCondition5=",</a:t>
            </a:r>
          </a:p>
          <a:p>
            <a:r>
              <a:t>          "days": 31,</a:t>
            </a:r>
          </a:p>
          <a:p>
            <a:r>
              <a:t>          "value": 4566.419354838709,</a:t>
            </a:r>
          </a:p>
          <a:p>
            <a:r>
              <a:t>          "value_label": "4,566.4"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"2026-09",</a:t>
            </a:r>
          </a:p>
          <a:p>
            <a:r>
              <a:t>          "item": "정육(다리발골육)",</a:t>
            </a:r>
          </a:p>
          <a:p>
            <a:r>
              <a:t>          "sales_amount_thousand_krw": 2326652,</a:t>
            </a:r>
          </a:p>
          <a:p>
            <a:r>
              <a:t>          "kg": 118797,</a:t>
            </a:r>
          </a:p>
          <a:p>
            <a:r>
              <a:t>          "sourceURL": "https://www.ekapepia.com/v3/supplyTrend/consumeTrend/productSalesData.do?searchStartDate=2026-09&amp;searchEndDate=2026-09&amp;searchCondition1=&amp;searchCondition2=9901&amp;searchCondition5=",</a:t>
            </a:r>
          </a:p>
          <a:p>
            <a:r>
              <a:t>          "days": 30,</a:t>
            </a:r>
          </a:p>
          <a:p>
            <a:r>
              <a:t>          "value": 3959.9,</a:t>
            </a:r>
          </a:p>
          <a:p>
            <a:r>
              <a:t>          "value_label": "3,959.9"</a:t>
            </a:r>
          </a:p>
          <a:p>
            <a:r>
              <a:t>        }</a:t>
            </a:r>
          </a:p>
          <a:p>
            <a:r>
              <a:t>      ]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"POS_3",</a:t>
            </a:r>
          </a:p>
          <a:p>
            <a:r>
              <a:t>      "label": "가슴살",</a:t>
            </a:r>
          </a:p>
          <a:p>
            <a:r>
              <a:t>      "points": [</a:t>
            </a:r>
          </a:p>
          <a:p>
            <a:r>
              <a:t>        {</a:t>
            </a:r>
          </a:p>
          <a:p>
            <a:r>
              <a:t>          "month": "2025-01",</a:t>
            </a:r>
          </a:p>
          <a:p>
            <a:r>
              <a:t>          "item": "가슴살",</a:t>
            </a:r>
          </a:p>
          <a:p>
            <a:r>
              <a:t>          "sales_amount_thousand_krw": 1810787,</a:t>
            </a:r>
          </a:p>
          <a:p>
            <a:r>
              <a:t>          "kg": 114732,</a:t>
            </a:r>
          </a:p>
          <a:p>
            <a:r>
              <a:t>          "sourceURL": "https://www.ekapepia.com/v3/supplyTrend/consumeTrend/productSalesData.do?searchStartDate=2025-01&amp;searchEndDate=2025-01&amp;searchCondition1=&amp;searchCondition2=9901&amp;searchCondition5=",</a:t>
            </a:r>
          </a:p>
          <a:p>
            <a:r>
              <a:t>          "days": 31,</a:t>
            </a:r>
          </a:p>
          <a:p>
            <a:r>
              <a:t>          "value": 3701.032258064516,</a:t>
            </a:r>
          </a:p>
          <a:p>
            <a:r>
              <a:t>          "value_label": "3,701.0"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"2025-02",</a:t>
            </a:r>
          </a:p>
          <a:p>
            <a:r>
              <a:t>          "item": "가슴살",</a:t>
            </a:r>
          </a:p>
          <a:p>
            <a:r>
              <a:t>          "sales_amount_thousand_krw": 2456292,</a:t>
            </a:r>
          </a:p>
          <a:p>
            <a:r>
              <a:t>          "kg": 156461,</a:t>
            </a:r>
          </a:p>
          <a:p>
            <a:r>
              <a:t>          "sourceURL": "https://www.ekapepia.com/v3/supplyTrend/consumeTrend/productSalesData.do?searchStartDate=2025-02&amp;searchEndDate=2025-02&amp;searchCondition1=&amp;searchCondition2=9901&amp;searchCondition5=",</a:t>
            </a:r>
          </a:p>
          <a:p>
            <a:r>
              <a:t>          "days": 28,</a:t>
            </a:r>
          </a:p>
          <a:p>
            <a:r>
              <a:t>          "value": 5587.892857142857,</a:t>
            </a:r>
          </a:p>
          <a:p>
            <a:r>
              <a:t>          "value_label": "5,587.9"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"2025-03",</a:t>
            </a:r>
          </a:p>
          <a:p>
            <a:r>
              <a:t>          "item": "가슴살",</a:t>
            </a:r>
          </a:p>
          <a:p>
            <a:r>
              <a:t>          "sales_amount_thousand_krw": 2009284,</a:t>
            </a:r>
          </a:p>
          <a:p>
            <a:r>
              <a:t>          "kg": 126855,</a:t>
            </a:r>
          </a:p>
          <a:p>
            <a:r>
              <a:t>          "sourceURL": "https://www.ekapepia.com/v3/supplyTrend/consumeTrend/productSalesData.do?searchStartDate=2025-03&amp;searchEndDate=2025-03&amp;searchCondition1=&amp;searchCondition2=9901&amp;searchCondition5=",</a:t>
            </a:r>
          </a:p>
          <a:p>
            <a:r>
              <a:t>          "days": 31,</a:t>
            </a:r>
          </a:p>
          <a:p>
            <a:r>
              <a:t>          "value": 4092.0967741935483,</a:t>
            </a:r>
          </a:p>
          <a:p>
            <a:r>
              <a:t>          "value_label": "4,092.1"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"2025-04",</a:t>
            </a:r>
          </a:p>
          <a:p>
            <a:r>
              <a:t>          "item": "가슴살",</a:t>
            </a:r>
          </a:p>
          <a:p>
            <a:r>
              <a:t>          "sales_amount_thousand_krw": 1806662,</a:t>
            </a:r>
          </a:p>
          <a:p>
            <a:r>
              <a:t>          "kg": 111209,</a:t>
            </a:r>
          </a:p>
          <a:p>
            <a:r>
              <a:t>          "sourceURL": "https://www.ekapepia.com/v3/supplyTrend/consumeTrend/productSalesData.do?searchStartDate=2025-04&amp;searchEndDate=2025-04&amp;searchCondition1=&amp;searchCondition2=9901&amp;searchCondition5=",</a:t>
            </a:r>
          </a:p>
          <a:p>
            <a:r>
              <a:t>          "days": 30,</a:t>
            </a:r>
          </a:p>
          <a:p>
            <a:r>
              <a:t>          "value": 3706.9666666666667,</a:t>
            </a:r>
          </a:p>
          <a:p>
            <a:r>
              <a:t>          "value_label": "3,707.0"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"2025-05",</a:t>
            </a:r>
          </a:p>
          <a:p>
            <a:r>
              <a:t>          "item": "가슴살",</a:t>
            </a:r>
          </a:p>
          <a:p>
            <a:r>
              <a:t>          "sales_amount_thousand_krw": 1887349,</a:t>
            </a:r>
          </a:p>
          <a:p>
            <a:r>
              <a:t>          "kg": 113060,</a:t>
            </a:r>
          </a:p>
          <a:p>
            <a:r>
              <a:t>          "sourceURL": "https://www.ekapepia.com/v3/supplyTrend/consumeTrend/productSalesData.do?searchStartDate=2025-05&amp;searchEndDate=2025-05&amp;searchCondition1=&amp;searchCondition2=9901&amp;searchCondition5=",</a:t>
            </a:r>
          </a:p>
          <a:p>
            <a:r>
              <a:t>          "days": 31,</a:t>
            </a:r>
          </a:p>
          <a:p>
            <a:r>
              <a:t>          "value": 3647.0967741935483,</a:t>
            </a:r>
          </a:p>
          <a:p>
            <a:r>
              <a:t>          "value_label": "3,647.1"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"2025-06",</a:t>
            </a:r>
          </a:p>
          <a:p>
            <a:r>
              <a:t>          "item": "가슴살",</a:t>
            </a:r>
          </a:p>
          <a:p>
            <a:r>
              <a:t>          "sales_amount_thousand_krw": 2001915,</a:t>
            </a:r>
          </a:p>
          <a:p>
            <a:r>
              <a:t>          "kg": 119795,</a:t>
            </a:r>
          </a:p>
          <a:p>
            <a:r>
              <a:t>          "sourceURL": "https://www.ekapepia.com/v3/supplyTrend/consumeTrend/productSalesData.do?searchStartDate=2025-06&amp;searchEndDate=2025-06&amp;searchCondition1=&amp;searchCondition2=9901&amp;searchCondition5=",</a:t>
            </a:r>
          </a:p>
          <a:p>
            <a:r>
              <a:t>          "days": 30,</a:t>
            </a:r>
          </a:p>
          <a:p>
            <a:r>
              <a:t>          "value": 3993.1666666666665,</a:t>
            </a:r>
          </a:p>
          <a:p>
            <a:r>
              <a:t>          "value_label": "3,993.2"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"2025-07",</a:t>
            </a:r>
          </a:p>
          <a:p>
            <a:r>
              <a:t>          "item": "가슴살",</a:t>
            </a:r>
          </a:p>
          <a:p>
            <a:r>
              <a:t>          "sales_amount_thousand_krw": 2099997,</a:t>
            </a:r>
          </a:p>
          <a:p>
            <a:r>
              <a:t>          "kg": 126280,</a:t>
            </a:r>
          </a:p>
          <a:p>
            <a:r>
              <a:t>          "sourceURL": "https://www.ekapepia.com/v3/supplyTrend/consumeTrend/productSalesData.do?searchStartDate=2025-07&amp;searchEndDate=2025-07&amp;searchCondition1=&amp;searchCondition2=9901&amp;searchCondition5=",</a:t>
            </a:r>
          </a:p>
          <a:p>
            <a:r>
              <a:t>          "days": 31,</a:t>
            </a:r>
          </a:p>
          <a:p>
            <a:r>
              <a:t>          "value": 4073.548387096774,</a:t>
            </a:r>
          </a:p>
          <a:p>
            <a:r>
              <a:t>          "value_label": "4,073.5"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"2025-08",</a:t>
            </a:r>
          </a:p>
          <a:p>
            <a:r>
              <a:t>          "item": "가슴살",</a:t>
            </a:r>
          </a:p>
          <a:p>
            <a:r>
              <a:t>          "sales_amount_thousand_krw": 2015146,</a:t>
            </a:r>
          </a:p>
          <a:p>
            <a:r>
              <a:t>          "kg": 124870,</a:t>
            </a:r>
          </a:p>
          <a:p>
            <a:r>
              <a:t>          "sourceURL": "https://www.ekapepia.com/v3/supplyTrend/consumeTrend/productSalesData.do?searchStartDate=2025-08&amp;searchEndDate=2025-08&amp;searchCondition1=&amp;searchCondition2=9901&amp;searchCondition5=",</a:t>
            </a:r>
          </a:p>
          <a:p>
            <a:r>
              <a:t>          "days": 31,</a:t>
            </a:r>
          </a:p>
          <a:p>
            <a:r>
              <a:t>          "value": 4028.064516129032,</a:t>
            </a:r>
          </a:p>
          <a:p>
            <a:r>
              <a:t>          "value_label": "4,028.1"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"2025-09",</a:t>
            </a:r>
          </a:p>
          <a:p>
            <a:r>
              <a:t>          "item": "가슴살",</a:t>
            </a:r>
          </a:p>
          <a:p>
            <a:r>
              <a:t>          "sales_amount_thousand_krw": 2055886,</a:t>
            </a:r>
          </a:p>
          <a:p>
            <a:r>
              <a:t>          "kg": 132850,</a:t>
            </a:r>
          </a:p>
          <a:p>
            <a:r>
              <a:t>          "sourceURL": "https://www.ekapepia.com/v3/supplyTrend/consumeTrend/productSalesData.do?searchStartDate=2025-09&amp;searchEndDate=2025-09&amp;searchCondition1=&amp;searchCondition2=9901&amp;searchCondition5=",</a:t>
            </a:r>
          </a:p>
          <a:p>
            <a:r>
              <a:t>          "days": 30,</a:t>
            </a:r>
          </a:p>
          <a:p>
            <a:r>
              <a:t>          "value": 4428.333333333333,</a:t>
            </a:r>
          </a:p>
          <a:p>
            <a:r>
              <a:t>          "value_label": "4,428.3"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"2025-10",</a:t>
            </a:r>
          </a:p>
          <a:p>
            <a:r>
              <a:t>          "item": "가슴살",</a:t>
            </a:r>
          </a:p>
          <a:p>
            <a:r>
              <a:t>          "sales_amount_thousand_krw": 1684911,</a:t>
            </a:r>
          </a:p>
          <a:p>
            <a:r>
              <a:t>          "kg": 102576,</a:t>
            </a:r>
          </a:p>
          <a:p>
            <a:r>
              <a:t>          "sourceURL": "https://www.ekapepia.com/v3/supplyTrend/consumeTrend/productSalesData.do?searchStartDate=2025-10&amp;searchEndDate=2025-10&amp;searchCondition1=&amp;searchCondition2=9901&amp;searchCondition5=",</a:t>
            </a:r>
          </a:p>
          <a:p>
            <a:r>
              <a:t>          "days": 31,</a:t>
            </a:r>
          </a:p>
          <a:p>
            <a:r>
              <a:t>          "value": 3308.9032258064517,</a:t>
            </a:r>
          </a:p>
          <a:p>
            <a:r>
              <a:t>          "value_label": "3,308.9"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"2025-11",</a:t>
            </a:r>
          </a:p>
          <a:p>
            <a:r>
              <a:t>          "item": "가슴살",</a:t>
            </a:r>
          </a:p>
          <a:p>
            <a:r>
              <a:t>          "sales_amount_thousand_krw": 2393485,</a:t>
            </a:r>
          </a:p>
          <a:p>
            <a:r>
              <a:t>          "kg": 146615,</a:t>
            </a:r>
          </a:p>
          <a:p>
            <a:r>
              <a:t>          "sourceURL": "https://www.ekapepia.com/v3/supplyTrend/consumeTrend/productSalesData.do?searchStartDate=2025-11&amp;searchEndDate=2025-11&amp;searchCondition1=&amp;searchCondition2=9901&amp;searchCondition5=",</a:t>
            </a:r>
          </a:p>
          <a:p>
            <a:r>
              <a:t>          "days": 30,</a:t>
            </a:r>
          </a:p>
          <a:p>
            <a:r>
              <a:t>          "value": 4887.166666666667,</a:t>
            </a:r>
          </a:p>
          <a:p>
            <a:r>
              <a:t>          "value_label": "4,887.2"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"2025-12",</a:t>
            </a:r>
          </a:p>
          <a:p>
            <a:r>
              <a:t>          "item": "가슴살",</a:t>
            </a:r>
          </a:p>
          <a:p>
            <a:r>
              <a:t>          "sales_amount_thousand_krw": 1761279,</a:t>
            </a:r>
          </a:p>
          <a:p>
            <a:r>
              <a:t>          "kg": 102196,</a:t>
            </a:r>
          </a:p>
          <a:p>
            <a:r>
              <a:t>          "sourceURL": "https://www.ekapepia.com/v3/supplyTrend/consumeTrend/productSalesData.do?searchStartDate=2025-12&amp;searchEndDate=2025-12&amp;searchCondition1=&amp;searchCondition2=9901&amp;searchCondition5=",</a:t>
            </a:r>
          </a:p>
          <a:p>
            <a:r>
              <a:t>          "days": 31,</a:t>
            </a:r>
          </a:p>
          <a:p>
            <a:r>
              <a:t>          "value": 3296.6451612903224,</a:t>
            </a:r>
          </a:p>
          <a:p>
            <a:r>
              <a:t>          "value_label": "3,296.6"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"2026-01",</a:t>
            </a:r>
          </a:p>
          <a:p>
            <a:r>
              <a:t>          "item": "가슴살",</a:t>
            </a:r>
          </a:p>
          <a:p>
            <a:r>
              <a:t>          "sales_amount_thousand_krw": 2665590,</a:t>
            </a:r>
          </a:p>
          <a:p>
            <a:r>
              <a:t>          "kg": 152947,</a:t>
            </a:r>
          </a:p>
          <a:p>
            <a:r>
              <a:t>          "sourceURL": "https://www.ekapepia.com/v3/supplyTrend/consumeTrend/productSalesData.do?searchStartDate=2026-01&amp;searchEndDate=2026-01&amp;searchCondition1=&amp;searchCondition2=9901&amp;searchCondition5=",</a:t>
            </a:r>
          </a:p>
          <a:p>
            <a:r>
              <a:t>          "days": 31,</a:t>
            </a:r>
          </a:p>
          <a:p>
            <a:r>
              <a:t>          "value": 4933.774193548387,</a:t>
            </a:r>
          </a:p>
          <a:p>
            <a:r>
              <a:t>          "value_label": "4,933.8"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"2026-02",</a:t>
            </a:r>
          </a:p>
          <a:p>
            <a:r>
              <a:t>          "item": "가슴살",</a:t>
            </a:r>
          </a:p>
          <a:p>
            <a:r>
              <a:t>          "sales_amount_thousand_krw": 1557944,</a:t>
            </a:r>
          </a:p>
          <a:p>
            <a:r>
              <a:t>          "kg": 91038,</a:t>
            </a:r>
          </a:p>
          <a:p>
            <a:r>
              <a:t>          "sourceURL": "https://www.ekapepia.com/v3/supplyTrend/consumeTrend/productSalesData.do?searchStartDate=2026-02&amp;searchEndDate=2026-02&amp;searchCondition1=&amp;searchCondition2=9901&amp;searchCondition5=",</a:t>
            </a:r>
          </a:p>
          <a:p>
            <a:r>
              <a:t>          "days": 28,</a:t>
            </a:r>
          </a:p>
          <a:p>
            <a:r>
              <a:t>          "value": 3251.3571428571427,</a:t>
            </a:r>
          </a:p>
          <a:p>
            <a:r>
              <a:t>          "value_label": "3,251.4"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"2026-03",</a:t>
            </a:r>
          </a:p>
          <a:p>
            <a:r>
              <a:t>          "item": "가슴살",</a:t>
            </a:r>
          </a:p>
          <a:p>
            <a:r>
              <a:t>          "sales_amount_thousand_krw": 2170253,</a:t>
            </a:r>
          </a:p>
          <a:p>
            <a:r>
              <a:t>          "kg": 129204,</a:t>
            </a:r>
          </a:p>
          <a:p>
            <a:r>
              <a:t>          "sourceURL": "https://www.ekapepia.com/v3/supplyTrend/consumeTrend/productSalesData.do?searchStartDate=2026-03&amp;searchEndDate=2026-03&amp;searchCondition1=&amp;searchCondition2=9901&amp;searchCondition5=",</a:t>
            </a:r>
          </a:p>
          <a:p>
            <a:r>
              <a:t>          "days": 31,</a:t>
            </a:r>
          </a:p>
          <a:p>
            <a:r>
              <a:t>          "value": 4167.870967741936,</a:t>
            </a:r>
          </a:p>
          <a:p>
            <a:r>
              <a:t>          "value_label": "4,167.9"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"2026-04",</a:t>
            </a:r>
          </a:p>
          <a:p>
            <a:r>
              <a:t>          "item": "가슴살",</a:t>
            </a:r>
          </a:p>
          <a:p>
            <a:r>
              <a:t>          "sales_amount_thousand_krw": 2103855,</a:t>
            </a:r>
          </a:p>
          <a:p>
            <a:r>
              <a:t>          "kg": 116910,</a:t>
            </a:r>
          </a:p>
          <a:p>
            <a:r>
              <a:t>          "sourceURL": "https://www.ekapepia.com/v3/supplyTrend/consumeTrend/productSalesData.do?searchStartDate=2026-04&amp;searchEndDate=2026-04&amp;searchCondition1=&amp;searchCondition2=9901&amp;searchCondition5=",</a:t>
            </a:r>
          </a:p>
          <a:p>
            <a:r>
              <a:t>          "days": 30,</a:t>
            </a:r>
          </a:p>
          <a:p>
            <a:r>
              <a:t>          "value": 3897.0,</a:t>
            </a:r>
          </a:p>
          <a:p>
            <a:r>
              <a:t>          "value_label": "3,897.0"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"2026-05",</a:t>
            </a:r>
          </a:p>
          <a:p>
            <a:r>
              <a:t>          "item": "가슴살",</a:t>
            </a:r>
          </a:p>
          <a:p>
            <a:r>
              <a:t>          "sales_amount_thousand_krw": 2154183,</a:t>
            </a:r>
          </a:p>
          <a:p>
            <a:r>
              <a:t>          "kg": 113142,</a:t>
            </a:r>
          </a:p>
          <a:p>
            <a:r>
              <a:t>          "sourceURL": "https://www.ekapepia.com/v3/supplyTrend/consumeTrend/productSalesData.do?searchStartDate=2026-05&amp;searchEndDate=2026-05&amp;searchCondition1=&amp;searchCondition2=9901&amp;searchCondition5=",</a:t>
            </a:r>
          </a:p>
          <a:p>
            <a:r>
              <a:t>          "days": 31,</a:t>
            </a:r>
          </a:p>
          <a:p>
            <a:r>
              <a:t>          "value": 3649.7419354838707,</a:t>
            </a:r>
          </a:p>
          <a:p>
            <a:r>
              <a:t>          "value_label": "3,649.7"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"2026-06",</a:t>
            </a:r>
          </a:p>
          <a:p>
            <a:r>
              <a:t>          "item": "가슴살",</a:t>
            </a:r>
          </a:p>
          <a:p>
            <a:r>
              <a:t>          "sales_amount_thousand_krw": 2006444,</a:t>
            </a:r>
          </a:p>
          <a:p>
            <a:r>
              <a:t>          "kg": 113161,</a:t>
            </a:r>
          </a:p>
          <a:p>
            <a:r>
              <a:t>          "sourceURL": "https://www.ekapepia.com/v3/supplyTrend/consumeTrend/productSalesData.do?searchStartDate=2026-06&amp;searchEndDate=2026-06&amp;searchCondition1=&amp;searchCondition2=9901&amp;searchCondition5=",</a:t>
            </a:r>
          </a:p>
          <a:p>
            <a:r>
              <a:t>          "days": 30,</a:t>
            </a:r>
          </a:p>
          <a:p>
            <a:r>
              <a:t>          "value": 3772.0333333333333,</a:t>
            </a:r>
          </a:p>
          <a:p>
            <a:r>
              <a:t>          "value_label": "3,772.0"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"2026-07",</a:t>
            </a:r>
          </a:p>
          <a:p>
            <a:r>
              <a:t>          "item": "가슴살",</a:t>
            </a:r>
          </a:p>
          <a:p>
            <a:r>
              <a:t>          "sales_amount_thousand_krw": 2117662,</a:t>
            </a:r>
          </a:p>
          <a:p>
            <a:r>
              <a:t>          "kg": 113933,</a:t>
            </a:r>
          </a:p>
          <a:p>
            <a:r>
              <a:t>          "sourceURL": "https://www.ekapepia.com/v3/supplyTrend/consumeTrend/productSalesData.do?searchStartDate=2026-07&amp;searchEndDate=2026-07&amp;searchCondition1=&amp;searchCondition2=9901&amp;searchCondition5=",</a:t>
            </a:r>
          </a:p>
          <a:p>
            <a:r>
              <a:t>          "days": 31,</a:t>
            </a:r>
          </a:p>
          <a:p>
            <a:r>
              <a:t>          "value": 3675.2580645161293,</a:t>
            </a:r>
          </a:p>
          <a:p>
            <a:r>
              <a:t>          "value_label": "3,675.3"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"2026-08",</a:t>
            </a:r>
          </a:p>
          <a:p>
            <a:r>
              <a:t>          "item": "가슴살",</a:t>
            </a:r>
          </a:p>
          <a:p>
            <a:r>
              <a:t>          "sales_amount_thousand_krw": 2149956,</a:t>
            </a:r>
          </a:p>
          <a:p>
            <a:r>
              <a:t>          "kg": 125551,</a:t>
            </a:r>
          </a:p>
          <a:p>
            <a:r>
              <a:t>          "sourceURL": "https://www.ekapepia.com/v3/supplyTrend/consumeTrend/productSalesData.do?searchStartDate=2026-08&amp;searchEndDate=2026-08&amp;searchCondition1=&amp;searchCondition2=9901&amp;searchCondition5=",</a:t>
            </a:r>
          </a:p>
          <a:p>
            <a:r>
              <a:t>          "days": 31,</a:t>
            </a:r>
          </a:p>
          <a:p>
            <a:r>
              <a:t>          "value": 4050.032258064516,</a:t>
            </a:r>
          </a:p>
          <a:p>
            <a:r>
              <a:t>          "value_label": "4,050.0"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"2026-09",</a:t>
            </a:r>
          </a:p>
          <a:p>
            <a:r>
              <a:t>          "item": "가슴살",</a:t>
            </a:r>
          </a:p>
          <a:p>
            <a:r>
              <a:t>          "sales_amount_thousand_krw": 1855192,</a:t>
            </a:r>
          </a:p>
          <a:p>
            <a:r>
              <a:t>          "kg": 112450,</a:t>
            </a:r>
          </a:p>
          <a:p>
            <a:r>
              <a:t>          "sourceURL": "https://www.ekapepia.com/v3/supplyTrend/consumeTrend/productSalesData.do?searchStartDate=2026-09&amp;searchEndDate=2026-09&amp;searchCondition1=&amp;searchCondition2=9901&amp;searchCondition5=",</a:t>
            </a:r>
          </a:p>
          <a:p>
            <a:r>
              <a:t>          "days": 30,</a:t>
            </a:r>
          </a:p>
          <a:p>
            <a:r>
              <a:t>          "value": 3748.3333333333335,</a:t>
            </a:r>
          </a:p>
          <a:p>
            <a:r>
              <a:t>          "value_label": "3,748.3"</a:t>
            </a:r>
          </a:p>
          <a:p>
            <a:r>
              <a:t>        }</a:t>
            </a:r>
          </a:p>
          <a:p>
            <a:r>
              <a:t>      ]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"POS_4",</a:t>
            </a:r>
          </a:p>
          <a:p>
            <a:r>
              <a:t>      "label": "봉(윗날개)",</a:t>
            </a:r>
          </a:p>
          <a:p>
            <a:r>
              <a:t>      "points": [</a:t>
            </a:r>
          </a:p>
          <a:p>
            <a:r>
              <a:t>        {</a:t>
            </a:r>
          </a:p>
          <a:p>
            <a:r>
              <a:t>          "month": "2025-01",</a:t>
            </a:r>
          </a:p>
          <a:p>
            <a:r>
              <a:t>          "item": "봉(윗날개)",</a:t>
            </a:r>
          </a:p>
          <a:p>
            <a:r>
              <a:t>          "sales_amount_thousand_krw": 867817,</a:t>
            </a:r>
          </a:p>
          <a:p>
            <a:r>
              <a:t>          "kg": 45019,</a:t>
            </a:r>
          </a:p>
          <a:p>
            <a:r>
              <a:t>          "sourceURL": "https://www.ekapepia.com/v3/supplyTrend/consumeTrend/productSalesData.do?searchStartDate=2025-01&amp;searchEndDate=2025-01&amp;searchCondition1=&amp;searchCondition2=9901&amp;searchCondition5=",</a:t>
            </a:r>
          </a:p>
          <a:p>
            <a:r>
              <a:t>          "days": 31,</a:t>
            </a:r>
          </a:p>
          <a:p>
            <a:r>
              <a:t>          "value": 1452.225806451613,</a:t>
            </a:r>
          </a:p>
          <a:p>
            <a:r>
              <a:t>          "value_label": "1,452.2"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"2025-02",</a:t>
            </a:r>
          </a:p>
          <a:p>
            <a:r>
              <a:t>          "item": "봉(윗날개)",</a:t>
            </a:r>
          </a:p>
          <a:p>
            <a:r>
              <a:t>          "sales_amount_thousand_krw": 798771,</a:t>
            </a:r>
          </a:p>
          <a:p>
            <a:r>
              <a:t>          "kg": 42378,</a:t>
            </a:r>
          </a:p>
          <a:p>
            <a:r>
              <a:t>          "sourceURL": "https://www.ekapepia.com/v3/supplyTrend/consumeTrend/productSalesData.do?searchStartDate=2025-02&amp;searchEndDate=2025-02&amp;searchCondition1=&amp;searchCondition2=9901&amp;searchCondition5=",</a:t>
            </a:r>
          </a:p>
          <a:p>
            <a:r>
              <a:t>          "days": 28,</a:t>
            </a:r>
          </a:p>
          <a:p>
            <a:r>
              <a:t>          "value": 1513.5,</a:t>
            </a:r>
          </a:p>
          <a:p>
            <a:r>
              <a:t>          "value_label": "1,513.5"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"2025-03",</a:t>
            </a:r>
          </a:p>
          <a:p>
            <a:r>
              <a:t>          "item": "봉(윗날개)",</a:t>
            </a:r>
          </a:p>
          <a:p>
            <a:r>
              <a:t>          "sales_amount_thousand_krw": 883291,</a:t>
            </a:r>
          </a:p>
          <a:p>
            <a:r>
              <a:t>          "kg": 48742,</a:t>
            </a:r>
          </a:p>
          <a:p>
            <a:r>
              <a:t>          "sourceURL": "https://www.ekapepia.com/v3/supplyTrend/consumeTrend/productSalesData.do?searchStartDate=2025-03&amp;searchEndDate=2025-03&amp;searchCondition1=&amp;searchCondition2=9901&amp;searchCondition5=",</a:t>
            </a:r>
          </a:p>
          <a:p>
            <a:r>
              <a:t>          "days": 31,</a:t>
            </a:r>
          </a:p>
          <a:p>
            <a:r>
              <a:t>          "value": 1572.3225806451612,</a:t>
            </a:r>
          </a:p>
          <a:p>
            <a:r>
              <a:t>          "value_label": "1,572.3"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"2025-04",</a:t>
            </a:r>
          </a:p>
          <a:p>
            <a:r>
              <a:t>          "item": "봉(윗날개)",</a:t>
            </a:r>
          </a:p>
          <a:p>
            <a:r>
              <a:t>          "sales_amount_thousand_krw": 851977,</a:t>
            </a:r>
          </a:p>
          <a:p>
            <a:r>
              <a:t>          "kg": 44005,</a:t>
            </a:r>
          </a:p>
          <a:p>
            <a:r>
              <a:t>          "sourceURL": "https://www.ekapepia.com/v3/supplyTrend/consumeTrend/productSalesData.do?searchStartDate=2025-04&amp;searchEndDate=2025-04&amp;searchCondition1=&amp;searchCondition2=9901&amp;searchCondition5=",</a:t>
            </a:r>
          </a:p>
          <a:p>
            <a:r>
              <a:t>          "days": 30,</a:t>
            </a:r>
          </a:p>
          <a:p>
            <a:r>
              <a:t>          "value": 1466.8333333333333,</a:t>
            </a:r>
          </a:p>
          <a:p>
            <a:r>
              <a:t>          "value_label": "1,466.8"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"2025-05",</a:t>
            </a:r>
          </a:p>
          <a:p>
            <a:r>
              <a:t>          "item": "봉(윗날개)",</a:t>
            </a:r>
          </a:p>
          <a:p>
            <a:r>
              <a:t>          "sales_amount_thousand_krw": 883917,</a:t>
            </a:r>
          </a:p>
          <a:p>
            <a:r>
              <a:t>          "kg": 45126,</a:t>
            </a:r>
          </a:p>
          <a:p>
            <a:r>
              <a:t>          "sourceURL": "https://www.ekapepia.com/v3/supplyTrend/consumeTrend/productSalesData.do?searchStartDate=2025-05&amp;searchEndDate=2025-05&amp;searchCondition1=&amp;searchCondition2=9901&amp;searchCondition5=",</a:t>
            </a:r>
          </a:p>
          <a:p>
            <a:r>
              <a:t>          "days": 31,</a:t>
            </a:r>
          </a:p>
          <a:p>
            <a:r>
              <a:t>          "value": 1455.6774193548388,</a:t>
            </a:r>
          </a:p>
          <a:p>
            <a:r>
              <a:t>          "value_label": "1,455.7"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"2025-06",</a:t>
            </a:r>
          </a:p>
          <a:p>
            <a:r>
              <a:t>          "item": "봉(윗날개)",</a:t>
            </a:r>
          </a:p>
          <a:p>
            <a:r>
              <a:t>          "sales_amount_thousand_krw": 904685,</a:t>
            </a:r>
          </a:p>
          <a:p>
            <a:r>
              <a:t>          "kg": 47539,</a:t>
            </a:r>
          </a:p>
          <a:p>
            <a:r>
              <a:t>          "sourceURL": "https://www.ekapepia.com/v3/supplyTrend/consumeTrend/productSalesData.do?searchStartDate=2025-06&amp;searchEndDate=2025-06&amp;searchCondition1=&amp;searchCondition2=9901&amp;searchCondition5=",</a:t>
            </a:r>
          </a:p>
          <a:p>
            <a:r>
              <a:t>          "days": 30,</a:t>
            </a:r>
          </a:p>
          <a:p>
            <a:r>
              <a:t>          "value": 1584.6333333333334,</a:t>
            </a:r>
          </a:p>
          <a:p>
            <a:r>
              <a:t>          "value_label": "1,584.6"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"2025-07",</a:t>
            </a:r>
          </a:p>
          <a:p>
            <a:r>
              <a:t>          "item": "봉(윗날개)",</a:t>
            </a:r>
          </a:p>
          <a:p>
            <a:r>
              <a:t>          "sales_amount_thousand_krw": 924927,</a:t>
            </a:r>
          </a:p>
          <a:p>
            <a:r>
              <a:t>          "kg": 47994,</a:t>
            </a:r>
          </a:p>
          <a:p>
            <a:r>
              <a:t>          "sourceURL": "https://www.ekapepia.com/v3/supplyTrend/consumeTrend/productSalesData.do?searchStartDate=2025-07&amp;searchEndDate=2025-07&amp;searchCondition1=&amp;searchCondition2=9901&amp;searchCondition5=",</a:t>
            </a:r>
          </a:p>
          <a:p>
            <a:r>
              <a:t>          "days": 31,</a:t>
            </a:r>
          </a:p>
          <a:p>
            <a:r>
              <a:t>          "value": 1548.1935483870968,</a:t>
            </a:r>
          </a:p>
          <a:p>
            <a:r>
              <a:t>          "value_label": "1,548.2"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"2025-08",</a:t>
            </a:r>
          </a:p>
          <a:p>
            <a:r>
              <a:t>          "item": "봉(윗날개)",</a:t>
            </a:r>
          </a:p>
          <a:p>
            <a:r>
              <a:t>          "sales_amount_thousand_krw": 913865,</a:t>
            </a:r>
          </a:p>
          <a:p>
            <a:r>
              <a:t>          "kg": 47139,</a:t>
            </a:r>
          </a:p>
          <a:p>
            <a:r>
              <a:t>          "sourceURL": "https://www.ekapepia.com/v3/supplyTrend/consumeTrend/productSalesData.do?searchStartDate=2025-08&amp;searchEndDate=2025-08&amp;searchCondition1=&amp;searchCondition2=9901&amp;searchCondition5=",</a:t>
            </a:r>
          </a:p>
          <a:p>
            <a:r>
              <a:t>          "days": 31,</a:t>
            </a:r>
          </a:p>
          <a:p>
            <a:r>
              <a:t>          "value": 1520.6129032258063,</a:t>
            </a:r>
          </a:p>
          <a:p>
            <a:r>
              <a:t>          "value_label": "1,520.6"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"2025-09",</a:t>
            </a:r>
          </a:p>
          <a:p>
            <a:r>
              <a:t>          "item": "봉(윗날개)",</a:t>
            </a:r>
          </a:p>
          <a:p>
            <a:r>
              <a:t>          "sales_amount_thousand_krw": 844275,</a:t>
            </a:r>
          </a:p>
          <a:p>
            <a:r>
              <a:t>          "kg": 43220,</a:t>
            </a:r>
          </a:p>
          <a:p>
            <a:r>
              <a:t>          "sourceURL": "https://www.ekapepia.com/v3/supplyTrend/consumeTrend/productSalesData.do?searchStartDate=2025-09&amp;searchEndDate=2025-09&amp;searchCondition1=&amp;searchCondition2=9901&amp;searchCondition5=",</a:t>
            </a:r>
          </a:p>
          <a:p>
            <a:r>
              <a:t>          "days": 30,</a:t>
            </a:r>
          </a:p>
          <a:p>
            <a:r>
              <a:t>          "value": 1440.6666666666667,</a:t>
            </a:r>
          </a:p>
          <a:p>
            <a:r>
              <a:t>          "value_label": "1,440.7"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"2025-10",</a:t>
            </a:r>
          </a:p>
          <a:p>
            <a:r>
              <a:t>          "item": "봉(윗날개)",</a:t>
            </a:r>
          </a:p>
          <a:p>
            <a:r>
              <a:t>          "sales_amount_thousand_krw": 822936,</a:t>
            </a:r>
          </a:p>
          <a:p>
            <a:r>
              <a:t>          "kg": 40781,</a:t>
            </a:r>
          </a:p>
          <a:p>
            <a:r>
              <a:t>          "sourceURL": "https://www.ekapepia.com/v3/supplyTrend/consumeTrend/productSalesData.do?searchStartDate=2025-10&amp;searchEndDate=2025-10&amp;searchCondition1=&amp;searchCondition2=9901&amp;searchCondition5=",</a:t>
            </a:r>
          </a:p>
          <a:p>
            <a:r>
              <a:t>          "days": 31,</a:t>
            </a:r>
          </a:p>
          <a:p>
            <a:r>
              <a:t>          "value": 1315.516129032258,</a:t>
            </a:r>
          </a:p>
          <a:p>
            <a:r>
              <a:t>          "value_label": "1,315.5"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"2025-11",</a:t>
            </a:r>
          </a:p>
          <a:p>
            <a:r>
              <a:t>          "item": "봉(윗날개)",</a:t>
            </a:r>
          </a:p>
          <a:p>
            <a:r>
              <a:t>          "sales_amount_thousand_krw": 761512,</a:t>
            </a:r>
          </a:p>
          <a:p>
            <a:r>
              <a:t>          "kg": 37491,</a:t>
            </a:r>
          </a:p>
          <a:p>
            <a:r>
              <a:t>          "sourceURL": "https://www.ekapepia.com/v3/supplyTrend/consumeTrend/productSalesData.do?searchStartDate=2025-11&amp;searchEndDate=2025-11&amp;searchCondition1=&amp;searchCondition2=9901&amp;searchCondition5=",</a:t>
            </a:r>
          </a:p>
          <a:p>
            <a:r>
              <a:t>          "days": 30,</a:t>
            </a:r>
          </a:p>
          <a:p>
            <a:r>
              <a:t>          "value": 1249.7,</a:t>
            </a:r>
          </a:p>
          <a:p>
            <a:r>
              <a:t>          "value_label": "1,249.7"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"2025-12",</a:t>
            </a:r>
          </a:p>
          <a:p>
            <a:r>
              <a:t>          "item": "봉(윗날개)",</a:t>
            </a:r>
          </a:p>
          <a:p>
            <a:r>
              <a:t>          "sales_amount_thousand_krw": 817156,</a:t>
            </a:r>
          </a:p>
          <a:p>
            <a:r>
              <a:t>          "kg": 40199,</a:t>
            </a:r>
          </a:p>
          <a:p>
            <a:r>
              <a:t>          "sourceURL": "https://www.ekapepia.com/v3/supplyTrend/consumeTrend/productSalesData.do?searchStartDate=2025-12&amp;searchEndDate=2025-12&amp;searchCondition1=&amp;searchCondition2=9901&amp;searchCondition5=",</a:t>
            </a:r>
          </a:p>
          <a:p>
            <a:r>
              <a:t>          "days": 31,</a:t>
            </a:r>
          </a:p>
          <a:p>
            <a:r>
              <a:t>          "value": 1296.741935483871,</a:t>
            </a:r>
          </a:p>
          <a:p>
            <a:r>
              <a:t>          "value_label": "1,296.7"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"2026-01",</a:t>
            </a:r>
          </a:p>
          <a:p>
            <a:r>
              <a:t>          "item": "봉(윗날개)",</a:t>
            </a:r>
          </a:p>
          <a:p>
            <a:r>
              <a:t>          "sales_amount_thousand_krw": 944822,</a:t>
            </a:r>
          </a:p>
          <a:p>
            <a:r>
              <a:t>          "kg": 46295,</a:t>
            </a:r>
          </a:p>
          <a:p>
            <a:r>
              <a:t>          "sourceURL": "https://www.ekapepia.com/v3/supplyTrend/consumeTrend/productSalesData.do?searchStartDate=2026-01&amp;searchEndDate=2026-01&amp;searchCondition1=&amp;searchCondition2=9901&amp;searchCondition5=",</a:t>
            </a:r>
          </a:p>
          <a:p>
            <a:r>
              <a:t>          "days": 31,</a:t>
            </a:r>
          </a:p>
          <a:p>
            <a:r>
              <a:t>          "value": 1493.3870967741937,</a:t>
            </a:r>
          </a:p>
          <a:p>
            <a:r>
              <a:t>          "value_label": "1,493.4"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"2026-02",</a:t>
            </a:r>
          </a:p>
          <a:p>
            <a:r>
              <a:t>          "item": "봉(윗날개)",</a:t>
            </a:r>
          </a:p>
          <a:p>
            <a:r>
              <a:t>          "sales_amount_thousand_krw": 741242,</a:t>
            </a:r>
          </a:p>
          <a:p>
            <a:r>
              <a:t>          "kg": 36709,</a:t>
            </a:r>
          </a:p>
          <a:p>
            <a:r>
              <a:t>          "sourceURL": "https://www.ekapepia.com/v3/supplyTrend/consumeTrend/productSalesData.do?searchStartDate=2026-02&amp;searchEndDate=2026-02&amp;searchCondition1=&amp;searchCondition2=9901&amp;searchCondition5=",</a:t>
            </a:r>
          </a:p>
          <a:p>
            <a:r>
              <a:t>          "days": 28,</a:t>
            </a:r>
          </a:p>
          <a:p>
            <a:r>
              <a:t>          "value": 1311.0357142857142,</a:t>
            </a:r>
          </a:p>
          <a:p>
            <a:r>
              <a:t>          "value_label": "1,311.0"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"2026-03",</a:t>
            </a:r>
          </a:p>
          <a:p>
            <a:r>
              <a:t>          "item": "봉(윗날개)",</a:t>
            </a:r>
          </a:p>
          <a:p>
            <a:r>
              <a:t>          "sales_amount_thousand_krw": 833004,</a:t>
            </a:r>
          </a:p>
          <a:p>
            <a:r>
              <a:t>          "kg": 42897,</a:t>
            </a:r>
          </a:p>
          <a:p>
            <a:r>
              <a:t>          "sourceURL": "https://www.ekapepia.com/v3/supplyTrend/consumeTrend/productSalesData.do?searchStartDate=2026-03&amp;searchEndDate=2026-03&amp;searchCondition1=&amp;searchCondition2=9901&amp;searchCondition5=",</a:t>
            </a:r>
          </a:p>
          <a:p>
            <a:r>
              <a:t>          "days": 31,</a:t>
            </a:r>
          </a:p>
          <a:p>
            <a:r>
              <a:t>          "value": 1383.774193548387,</a:t>
            </a:r>
          </a:p>
          <a:p>
            <a:r>
              <a:t>          "value_label": "1,383.8"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"2026-04",</a:t>
            </a:r>
          </a:p>
          <a:p>
            <a:r>
              <a:t>          "item": "봉(윗날개)",</a:t>
            </a:r>
          </a:p>
          <a:p>
            <a:r>
              <a:t>          "sales_amount_thousand_krw": 772166,</a:t>
            </a:r>
          </a:p>
          <a:p>
            <a:r>
              <a:t>          "kg": 38512,</a:t>
            </a:r>
          </a:p>
          <a:p>
            <a:r>
              <a:t>          "sourceURL": "https://www.ekapepia.com/v3/supplyTrend/consumeTrend/productSalesData.do?searchStartDate=2026-04&amp;searchEndDate=2026-04&amp;searchCondition1=&amp;searchCondition2=9901&amp;searchCondition5=",</a:t>
            </a:r>
          </a:p>
          <a:p>
            <a:r>
              <a:t>          "days": 30,</a:t>
            </a:r>
          </a:p>
          <a:p>
            <a:r>
              <a:t>          "value": 1283.7333333333333,</a:t>
            </a:r>
          </a:p>
          <a:p>
            <a:r>
              <a:t>          "value_label": "1,283.7"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"2026-05",</a:t>
            </a:r>
          </a:p>
          <a:p>
            <a:r>
              <a:t>          "item": "봉(윗날개)",</a:t>
            </a:r>
          </a:p>
          <a:p>
            <a:r>
              <a:t>          "sales_amount_thousand_krw": 956711,</a:t>
            </a:r>
          </a:p>
          <a:p>
            <a:r>
              <a:t>          "kg": 48146,</a:t>
            </a:r>
          </a:p>
          <a:p>
            <a:r>
              <a:t>          "sourceURL": "https://www.ekapepia.com/v3/supplyTrend/consumeTrend/productSalesData.do?searchStartDate=2026-05&amp;searchEndDate=2026-05&amp;searchCondition1=&amp;searchCondition2=9901&amp;searchCondition5=",</a:t>
            </a:r>
          </a:p>
          <a:p>
            <a:r>
              <a:t>          "days": 31,</a:t>
            </a:r>
          </a:p>
          <a:p>
            <a:r>
              <a:t>          "value": 1553.0967741935483,</a:t>
            </a:r>
          </a:p>
          <a:p>
            <a:r>
              <a:t>          "value_label": "1,553.1"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"2026-06",</a:t>
            </a:r>
          </a:p>
          <a:p>
            <a:r>
              <a:t>          "item": "봉(윗날개)",</a:t>
            </a:r>
          </a:p>
          <a:p>
            <a:r>
              <a:t>          "sales_amount_thousand_krw": 1101313,</a:t>
            </a:r>
          </a:p>
          <a:p>
            <a:r>
              <a:t>          "kg": 54231,</a:t>
            </a:r>
          </a:p>
          <a:p>
            <a:r>
              <a:t>          "sourceURL": "https://www.ekapepia.com/v3/supplyTrend/consumeTrend/productSalesData.do?searchStartDate=2026-06&amp;searchEndDate=2026-06&amp;searchCondition1=&amp;searchCondition2=9901&amp;searchCondition5=",</a:t>
            </a:r>
          </a:p>
          <a:p>
            <a:r>
              <a:t>          "days": 30,</a:t>
            </a:r>
          </a:p>
          <a:p>
            <a:r>
              <a:t>          "value": 1807.7,</a:t>
            </a:r>
          </a:p>
          <a:p>
            <a:r>
              <a:t>          "value_label": "1,807.7"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"2026-07",</a:t>
            </a:r>
          </a:p>
          <a:p>
            <a:r>
              <a:t>          "item": "봉(윗날개)",</a:t>
            </a:r>
          </a:p>
          <a:p>
            <a:r>
              <a:t>          "sales_amount_thousand_krw": 980927,</a:t>
            </a:r>
          </a:p>
          <a:p>
            <a:r>
              <a:t>          "kg": 46633,</a:t>
            </a:r>
          </a:p>
          <a:p>
            <a:r>
              <a:t>          "sourceURL": "https://www.ekapepia.com/v3/supplyTrend/consumeTrend/productSalesData.do?searchStartDate=2026-07&amp;searchEndDate=2026-07&amp;searchCondition1=&amp;searchCondition2=9901&amp;searchCondition5=",</a:t>
            </a:r>
          </a:p>
          <a:p>
            <a:r>
              <a:t>          "days": 31,</a:t>
            </a:r>
          </a:p>
          <a:p>
            <a:r>
              <a:t>          "value": 1504.2903225806451,</a:t>
            </a:r>
          </a:p>
          <a:p>
            <a:r>
              <a:t>          "value_label": "1,504.3"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"2026-08",</a:t>
            </a:r>
          </a:p>
          <a:p>
            <a:r>
              <a:t>          "item": "봉(윗날개)",</a:t>
            </a:r>
          </a:p>
          <a:p>
            <a:r>
              <a:t>          "sales_amount_thousand_krw": 1051987,</a:t>
            </a:r>
          </a:p>
          <a:p>
            <a:r>
              <a:t>          "kg": 53083,</a:t>
            </a:r>
          </a:p>
          <a:p>
            <a:r>
              <a:t>          "sourceURL": "https://www.ekapepia.com/v3/supplyTrend/consumeTrend/productSalesData.do?searchStartDate=2026-08&amp;searchEndDate=2026-08&amp;searchCondition1=&amp;searchCondition2=9901&amp;searchCondition5=",</a:t>
            </a:r>
          </a:p>
          <a:p>
            <a:r>
              <a:t>          "days": 31,</a:t>
            </a:r>
          </a:p>
          <a:p>
            <a:r>
              <a:t>          "value": 1712.3548387096773,</a:t>
            </a:r>
          </a:p>
          <a:p>
            <a:r>
              <a:t>          "value_label": "1,712.4"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"2026-09",</a:t>
            </a:r>
          </a:p>
          <a:p>
            <a:r>
              <a:t>          "item": "봉(윗날개)",</a:t>
            </a:r>
          </a:p>
          <a:p>
            <a:r>
              <a:t>          "sales_amount_thousand_krw": 860521,</a:t>
            </a:r>
          </a:p>
          <a:p>
            <a:r>
              <a:t>          "kg": 44330,</a:t>
            </a:r>
          </a:p>
          <a:p>
            <a:r>
              <a:t>          "sourceURL": "https://www.ekapepia.com/v3/supplyTrend/consumeTrend/productSalesData.do?searchStartDate=2026-09&amp;searchEndDate=2026-09&amp;searchCondition1=&amp;searchCondition2=9901&amp;searchCondition5=",</a:t>
            </a:r>
          </a:p>
          <a:p>
            <a:r>
              <a:t>          "days": 30,</a:t>
            </a:r>
          </a:p>
          <a:p>
            <a:r>
              <a:t>          "value": 1477.6666666666667,</a:t>
            </a:r>
          </a:p>
          <a:p>
            <a:r>
              <a:t>          "value_label": "1,477.7"</a:t>
            </a:r>
          </a:p>
          <a:p>
            <a:r>
              <a:t>        }</a:t>
            </a:r>
          </a:p>
          <a:p>
            <a:r>
              <a:t>      ]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"POS_5",</a:t>
            </a:r>
          </a:p>
          <a:p>
            <a:r>
              <a:t>      "label": "안심",</a:t>
            </a:r>
          </a:p>
          <a:p>
            <a:r>
              <a:t>      "points": [</a:t>
            </a:r>
          </a:p>
          <a:p>
            <a:r>
              <a:t>        {</a:t>
            </a:r>
          </a:p>
          <a:p>
            <a:r>
              <a:t>          "month": "2025-01",</a:t>
            </a:r>
          </a:p>
          <a:p>
            <a:r>
              <a:t>          "item": "안심",</a:t>
            </a:r>
          </a:p>
          <a:p>
            <a:r>
              <a:t>          "sales_amount_thousand_krw": 770052,</a:t>
            </a:r>
          </a:p>
          <a:p>
            <a:r>
              <a:t>          "kg": 42456,</a:t>
            </a:r>
          </a:p>
          <a:p>
            <a:r>
              <a:t>          "sourceURL": "https://www.ekapepia.com/v3/supplyTrend/consumeTrend/productSalesData.do?searchStartDate=2025-01&amp;searchEndDate=2025-01&amp;searchCondition1=&amp;searchCondition2=9901&amp;searchCondition5=",</a:t>
            </a:r>
          </a:p>
          <a:p>
            <a:r>
              <a:t>          "days": 31,</a:t>
            </a:r>
          </a:p>
          <a:p>
            <a:r>
              <a:t>          "value": 1369.5483870967741,</a:t>
            </a:r>
          </a:p>
          <a:p>
            <a:r>
              <a:t>          "value_label": "1,369.5"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"2025-02",</a:t>
            </a:r>
          </a:p>
          <a:p>
            <a:r>
              <a:t>          "item": "안심",</a:t>
            </a:r>
          </a:p>
          <a:p>
            <a:r>
              <a:t>          "sales_amount_thousand_krw": 755538,</a:t>
            </a:r>
          </a:p>
          <a:p>
            <a:r>
              <a:t>          "kg": 41361,</a:t>
            </a:r>
          </a:p>
          <a:p>
            <a:r>
              <a:t>          "sourceURL": "https://www.ekapepia.com/v3/supplyTrend/consumeTrend/productSalesData.do?searchStartDate=2025-02&amp;searchEndDate=2025-02&amp;searchCondition1=&amp;searchCondition2=9901&amp;searchCondition5=",</a:t>
            </a:r>
          </a:p>
          <a:p>
            <a:r>
              <a:t>          "days": 28,</a:t>
            </a:r>
          </a:p>
          <a:p>
            <a:r>
              <a:t>          "value": 1477.1785714285713,</a:t>
            </a:r>
          </a:p>
          <a:p>
            <a:r>
              <a:t>          "value_label": "1,477.2"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"2025-03",</a:t>
            </a:r>
          </a:p>
          <a:p>
            <a:r>
              <a:t>          "item": "안심",</a:t>
            </a:r>
          </a:p>
          <a:p>
            <a:r>
              <a:t>          "sales_amount_thousand_krw": 955617,</a:t>
            </a:r>
          </a:p>
          <a:p>
            <a:r>
              <a:t>          "kg": 51819,</a:t>
            </a:r>
          </a:p>
          <a:p>
            <a:r>
              <a:t>          "sourceURL": "https://www.ekapepia.com/v3/supplyTrend/consumeTrend/productSalesData.do?searchStartDate=2025-03&amp;searchEndDate=2025-03&amp;searchCondition1=&amp;searchCondition2=9901&amp;searchCondition5=",</a:t>
            </a:r>
          </a:p>
          <a:p>
            <a:r>
              <a:t>          "days": 31,</a:t>
            </a:r>
          </a:p>
          <a:p>
            <a:r>
              <a:t>          "value": 1671.5806451612902,</a:t>
            </a:r>
          </a:p>
          <a:p>
            <a:r>
              <a:t>          "value_label": "1,671.6"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"2025-04",</a:t>
            </a:r>
          </a:p>
          <a:p>
            <a:r>
              <a:t>          "item": "안심",</a:t>
            </a:r>
          </a:p>
          <a:p>
            <a:r>
              <a:t>          "sales_amount_thousand_krw": 796238,</a:t>
            </a:r>
          </a:p>
          <a:p>
            <a:r>
              <a:t>          "kg": 41462,</a:t>
            </a:r>
          </a:p>
          <a:p>
            <a:r>
              <a:t>          "sourceURL": "https://www.ekapepia.com/v3/supplyTrend/consumeTrend/productSalesData.do?searchStartDate=2025-04&amp;searchEndDate=2025-04&amp;searchCondition1=&amp;searchCondition2=9901&amp;searchCondition5=",</a:t>
            </a:r>
          </a:p>
          <a:p>
            <a:r>
              <a:t>          "days": 30,</a:t>
            </a:r>
          </a:p>
          <a:p>
            <a:r>
              <a:t>          "value": 1382.0666666666666,</a:t>
            </a:r>
          </a:p>
          <a:p>
            <a:r>
              <a:t>          "value_label": "1,382.1"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"2025-05",</a:t>
            </a:r>
          </a:p>
          <a:p>
            <a:r>
              <a:t>          "item": "안심",</a:t>
            </a:r>
          </a:p>
          <a:p>
            <a:r>
              <a:t>          "sales_amount_thousand_krw": 827479,</a:t>
            </a:r>
          </a:p>
          <a:p>
            <a:r>
              <a:t>          "kg": 42043,</a:t>
            </a:r>
          </a:p>
          <a:p>
            <a:r>
              <a:t>          "sourceURL": "https://www.ekapepia.com/v3/supplyTrend/consumeTrend/productSalesData.do?searchStartDate=2025-05&amp;searchEndDate=2025-05&amp;searchCondition1=&amp;searchCondition2=9901&amp;searchCondition5=",</a:t>
            </a:r>
          </a:p>
          <a:p>
            <a:r>
              <a:t>          "days": 31,</a:t>
            </a:r>
          </a:p>
          <a:p>
            <a:r>
              <a:t>          "value": 1356.225806451613,</a:t>
            </a:r>
          </a:p>
          <a:p>
            <a:r>
              <a:t>          "value_label": "1,356.2"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"2025-06",</a:t>
            </a:r>
          </a:p>
          <a:p>
            <a:r>
              <a:t>          "item": "안심",</a:t>
            </a:r>
          </a:p>
          <a:p>
            <a:r>
              <a:t>          "sales_amount_thousand_krw": 883812,</a:t>
            </a:r>
          </a:p>
          <a:p>
            <a:r>
              <a:t>          "kg": 44428,</a:t>
            </a:r>
          </a:p>
          <a:p>
            <a:r>
              <a:t>          "sourceURL": "https://www.ekapepia.com/v3/supplyTrend/consumeTrend/productSalesData.do?searchStartDate=2025-06&amp;searchEndDate=2025-06&amp;searchCondition1=&amp;searchCondition2=9901&amp;searchCondition5=",</a:t>
            </a:r>
          </a:p>
          <a:p>
            <a:r>
              <a:t>          "days": 30,</a:t>
            </a:r>
          </a:p>
          <a:p>
            <a:r>
              <a:t>          "value": 1480.9333333333334,</a:t>
            </a:r>
          </a:p>
          <a:p>
            <a:r>
              <a:t>          "value_label": "1,480.9"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"2025-07",</a:t>
            </a:r>
          </a:p>
          <a:p>
            <a:r>
              <a:t>          "item": "안심",</a:t>
            </a:r>
          </a:p>
          <a:p>
            <a:r>
              <a:t>          "sales_amount_thousand_krw": 906605,</a:t>
            </a:r>
          </a:p>
          <a:p>
            <a:r>
              <a:t>          "kg": 45969,</a:t>
            </a:r>
          </a:p>
          <a:p>
            <a:r>
              <a:t>          "sourceURL": "https://www.ekapepia.com/v3/supplyTrend/consumeTrend/productSalesData.do?searchStartDate=2025-07&amp;searchEndDate=2025-07&amp;searchCondition1=&amp;searchCondition2=9901&amp;searchCondition5=",</a:t>
            </a:r>
          </a:p>
          <a:p>
            <a:r>
              <a:t>          "days": 31,</a:t>
            </a:r>
          </a:p>
          <a:p>
            <a:r>
              <a:t>          "value": 1482.8709677419354,</a:t>
            </a:r>
          </a:p>
          <a:p>
            <a:r>
              <a:t>          "value_label": "1,482.9"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"2025-08",</a:t>
            </a:r>
          </a:p>
          <a:p>
            <a:r>
              <a:t>          "item": "안심",</a:t>
            </a:r>
          </a:p>
          <a:p>
            <a:r>
              <a:t>          "sales_amount_thousand_krw": 873520,</a:t>
            </a:r>
          </a:p>
          <a:p>
            <a:r>
              <a:t>          "kg": 45315,</a:t>
            </a:r>
          </a:p>
          <a:p>
            <a:r>
              <a:t>          "sourceURL": "https://www.ekapepia.com/v3/supplyTrend/consumeTrend/productSalesData.do?searchStartDate=2025-08&amp;searchEndDate=2025-08&amp;searchCondition1=&amp;searchCondition2=9901&amp;searchCondition5=",</a:t>
            </a:r>
          </a:p>
          <a:p>
            <a:r>
              <a:t>          "days": 31,</a:t>
            </a:r>
          </a:p>
          <a:p>
            <a:r>
              <a:t>          "value": 1461.774193548387,</a:t>
            </a:r>
          </a:p>
          <a:p>
            <a:r>
              <a:t>          "value_label": "1,461.8"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"2025-09",</a:t>
            </a:r>
          </a:p>
          <a:p>
            <a:r>
              <a:t>          "item": "안심",</a:t>
            </a:r>
          </a:p>
          <a:p>
            <a:r>
              <a:t>          "sales_amount_thousand_krw": 970712,</a:t>
            </a:r>
          </a:p>
          <a:p>
            <a:r>
              <a:t>          "kg": 52906,</a:t>
            </a:r>
          </a:p>
          <a:p>
            <a:r>
              <a:t>          "sourceURL": "https://www.ekapepia.com/v3/supplyTrend/consumeTrend/productSalesData.do?searchStartDate=2025-09&amp;searchEndDate=2025-09&amp;searchCondition1=&amp;searchCondition2=9901&amp;searchCondition5=",</a:t>
            </a:r>
          </a:p>
          <a:p>
            <a:r>
              <a:t>          "days": 30,</a:t>
            </a:r>
          </a:p>
          <a:p>
            <a:r>
              <a:t>          "value": 1763.5333333333333,</a:t>
            </a:r>
          </a:p>
          <a:p>
            <a:r>
              <a:t>          "value_label": "1,763.5"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"2025-10",</a:t>
            </a:r>
          </a:p>
          <a:p>
            <a:r>
              <a:t>          "item": "안심",</a:t>
            </a:r>
          </a:p>
          <a:p>
            <a:r>
              <a:t>          "sales_amount_thousand_krw": 790402,</a:t>
            </a:r>
          </a:p>
          <a:p>
            <a:r>
              <a:t>          "kg": 40113,</a:t>
            </a:r>
          </a:p>
          <a:p>
            <a:r>
              <a:t>          "sourceURL": "https://www.ekapepia.com/v3/supplyTrend/consumeTrend/productSalesData.do?searchStartDate=2025-10&amp;searchEndDate=2025-10&amp;searchCondition1=&amp;searchCondition2=9901&amp;searchCondition5=",</a:t>
            </a:r>
          </a:p>
          <a:p>
            <a:r>
              <a:t>          "days": 31,</a:t>
            </a:r>
          </a:p>
          <a:p>
            <a:r>
              <a:t>          "value": 1293.967741935484,</a:t>
            </a:r>
          </a:p>
          <a:p>
            <a:r>
              <a:t>          "value_label": "1,294.0"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"2025-11",</a:t>
            </a:r>
          </a:p>
          <a:p>
            <a:r>
              <a:t>          "item": "안심",</a:t>
            </a:r>
          </a:p>
          <a:p>
            <a:r>
              <a:t>          "sales_amount_thousand_krw": 804227,</a:t>
            </a:r>
          </a:p>
          <a:p>
            <a:r>
              <a:t>          "kg": 40574,</a:t>
            </a:r>
          </a:p>
          <a:p>
            <a:r>
              <a:t>          "sourceURL": "https://www.ekapepia.com/v3/supplyTrend/consumeTrend/productSalesData.do?searchStartDate=2025-11&amp;searchEndDate=2025-11&amp;searchCondition1=&amp;searchCondition2=9901&amp;searchCondition5=",</a:t>
            </a:r>
          </a:p>
          <a:p>
            <a:r>
              <a:t>          "days": 30,</a:t>
            </a:r>
          </a:p>
          <a:p>
            <a:r>
              <a:t>          "value": 1352.4666666666667,</a:t>
            </a:r>
          </a:p>
          <a:p>
            <a:r>
              <a:t>          "value_label": "1,352.5"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"2025-12",</a:t>
            </a:r>
          </a:p>
          <a:p>
            <a:r>
              <a:t>          "item": "안심",</a:t>
            </a:r>
          </a:p>
          <a:p>
            <a:r>
              <a:t>          "sales_amount_thousand_krw": 773658,</a:t>
            </a:r>
          </a:p>
          <a:p>
            <a:r>
              <a:t>          "kg": 39044,</a:t>
            </a:r>
          </a:p>
          <a:p>
            <a:r>
              <a:t>          "sourceURL": "https://www.ekapepia.com/v3/supplyTrend/consumeTrend/productSalesData.do?searchStartDate=2025-12&amp;searchEndDate=2025-12&amp;searchCondition1=&amp;searchCondition2=9901&amp;searchCondition5=",</a:t>
            </a:r>
          </a:p>
          <a:p>
            <a:r>
              <a:t>          "days": 31,</a:t>
            </a:r>
          </a:p>
          <a:p>
            <a:r>
              <a:t>          "value": 1259.483870967742,</a:t>
            </a:r>
          </a:p>
          <a:p>
            <a:r>
              <a:t>          "value_label": "1,259.5"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"2026-01",</a:t>
            </a:r>
          </a:p>
          <a:p>
            <a:r>
              <a:t>          "item": "안심",</a:t>
            </a:r>
          </a:p>
          <a:p>
            <a:r>
              <a:t>          "sales_amount_thousand_krw": 916128,</a:t>
            </a:r>
          </a:p>
          <a:p>
            <a:r>
              <a:t>          "kg": 46520,</a:t>
            </a:r>
          </a:p>
          <a:p>
            <a:r>
              <a:t>          "sourceURL": "https://www.ekapepia.com/v3/supplyTrend/consumeTrend/productSalesData.do?searchStartDate=2026-01&amp;searchEndDate=2026-01&amp;searchCondition1=&amp;searchCondition2=9901&amp;searchCondition5=",</a:t>
            </a:r>
          </a:p>
          <a:p>
            <a:r>
              <a:t>          "days": 31,</a:t>
            </a:r>
          </a:p>
          <a:p>
            <a:r>
              <a:t>          "value": 1500.6451612903227,</a:t>
            </a:r>
          </a:p>
          <a:p>
            <a:r>
              <a:t>          "value_label": "1,500.6"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"2026-02",</a:t>
            </a:r>
          </a:p>
          <a:p>
            <a:r>
              <a:t>          "item": "안심",</a:t>
            </a:r>
          </a:p>
          <a:p>
            <a:r>
              <a:t>          "sales_amount_thousand_krw": 746622,</a:t>
            </a:r>
          </a:p>
          <a:p>
            <a:r>
              <a:t>          "kg": 38415,</a:t>
            </a:r>
          </a:p>
          <a:p>
            <a:r>
              <a:t>          "sourceURL": "https://www.ekapepia.com/v3/supplyTrend/consumeTrend/productSalesData.do?searchStartDate=2026-02&amp;searchEndDate=2026-02&amp;searchCondition1=&amp;searchCondition2=9901&amp;searchCondition5=",</a:t>
            </a:r>
          </a:p>
          <a:p>
            <a:r>
              <a:t>          "days": 28,</a:t>
            </a:r>
          </a:p>
          <a:p>
            <a:r>
              <a:t>          "value": 1371.9642857142858,</a:t>
            </a:r>
          </a:p>
          <a:p>
            <a:r>
              <a:t>          "value_label": "1,372.0"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"2026-03",</a:t>
            </a:r>
          </a:p>
          <a:p>
            <a:r>
              <a:t>          "item": "안심",</a:t>
            </a:r>
          </a:p>
          <a:p>
            <a:r>
              <a:t>          "sales_amount_thousand_krw": 944265,</a:t>
            </a:r>
          </a:p>
          <a:p>
            <a:r>
              <a:t>          "kg": 51055,</a:t>
            </a:r>
          </a:p>
          <a:p>
            <a:r>
              <a:t>          "sourceURL": "https://www.ekapepia.com/v3/supplyTrend/consumeTrend/productSalesData.do?searchStartDate=2026-03&amp;searchEndDate=2026-03&amp;searchCondition1=&amp;searchCondition2=9901&amp;searchCondition5=",</a:t>
            </a:r>
          </a:p>
          <a:p>
            <a:r>
              <a:t>          "days": 31,</a:t>
            </a:r>
          </a:p>
          <a:p>
            <a:r>
              <a:t>          "value": 1646.9354838709678,</a:t>
            </a:r>
          </a:p>
          <a:p>
            <a:r>
              <a:t>          "value_label": "1,646.9"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"2026-04",</a:t>
            </a:r>
          </a:p>
          <a:p>
            <a:r>
              <a:t>          "item": "안심",</a:t>
            </a:r>
          </a:p>
          <a:p>
            <a:r>
              <a:t>          "sales_amount_thousand_krw": 1011936,</a:t>
            </a:r>
          </a:p>
          <a:p>
            <a:r>
              <a:t>          "kg": 50896,</a:t>
            </a:r>
          </a:p>
          <a:p>
            <a:r>
              <a:t>          "sourceURL": "https://www.ekapepia.com/v3/supplyTrend/consumeTrend/productSalesData.do?searchStartDate=2026-04&amp;searchEndDate=2026-04&amp;searchCondition1=&amp;searchCondition2=9901&amp;searchCondition5=",</a:t>
            </a:r>
          </a:p>
          <a:p>
            <a:r>
              <a:t>          "days": 30,</a:t>
            </a:r>
          </a:p>
          <a:p>
            <a:r>
              <a:t>          "value": 1696.5333333333333,</a:t>
            </a:r>
          </a:p>
          <a:p>
            <a:r>
              <a:t>          "value_label": "1,696.5"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"2026-05",</a:t>
            </a:r>
          </a:p>
          <a:p>
            <a:r>
              <a:t>          "item": "안심",</a:t>
            </a:r>
          </a:p>
          <a:p>
            <a:r>
              <a:t>          "sales_amount_thousand_krw": 954792,</a:t>
            </a:r>
          </a:p>
          <a:p>
            <a:r>
              <a:t>          "kg": 46270,</a:t>
            </a:r>
          </a:p>
          <a:p>
            <a:r>
              <a:t>          "sourceURL": "https://www.ekapepia.com/v3/supplyTrend/consumeTrend/productSalesData.do?searchStartDate=2026-05&amp;searchEndDate=2026-05&amp;searchCondition1=&amp;searchCondition2=9901&amp;searchCondition5=",</a:t>
            </a:r>
          </a:p>
          <a:p>
            <a:r>
              <a:t>          "days": 31,</a:t>
            </a:r>
          </a:p>
          <a:p>
            <a:r>
              <a:t>          "value": 1492.5806451612902,</a:t>
            </a:r>
          </a:p>
          <a:p>
            <a:r>
              <a:t>          "value_label": "1,492.6"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"2026-06",</a:t>
            </a:r>
          </a:p>
          <a:p>
            <a:r>
              <a:t>          "item": "안심",</a:t>
            </a:r>
          </a:p>
          <a:p>
            <a:r>
              <a:t>          "sales_amount_thousand_krw": 882888,</a:t>
            </a:r>
          </a:p>
          <a:p>
            <a:r>
              <a:t>          "kg": 44588,</a:t>
            </a:r>
          </a:p>
          <a:p>
            <a:r>
              <a:t>          "sourceURL": "https://www.ekapepia.com/v3/supplyTrend/consumeTrend/productSalesData.do?searchStartDate=2026-06&amp;searchEndDate=2026-06&amp;searchCondition1=&amp;searchCondition2=9901&amp;searchCondition5=",</a:t>
            </a:r>
          </a:p>
          <a:p>
            <a:r>
              <a:t>          "days": 30,</a:t>
            </a:r>
          </a:p>
          <a:p>
            <a:r>
              <a:t>          "value": 1486.2666666666667,</a:t>
            </a:r>
          </a:p>
          <a:p>
            <a:r>
              <a:t>          "value_label": "1,486.3"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"2026-07",</a:t>
            </a:r>
          </a:p>
          <a:p>
            <a:r>
              <a:t>          "item": "안심",</a:t>
            </a:r>
          </a:p>
          <a:p>
            <a:r>
              <a:t>          "sales_amount_thousand_krw": 927548,</a:t>
            </a:r>
          </a:p>
          <a:p>
            <a:r>
              <a:t>          "kg": 45022,</a:t>
            </a:r>
          </a:p>
          <a:p>
            <a:r>
              <a:t>          "sourceURL": "https://www.ekapepia.com/v3/supplyTrend/consumeTrend/productSalesData.do?searchStartDate=2026-07&amp;searchEndDate=2026-07&amp;searchCondition1=&amp;searchCondition2=9901&amp;searchCondition5=",</a:t>
            </a:r>
          </a:p>
          <a:p>
            <a:r>
              <a:t>          "days": 31,</a:t>
            </a:r>
          </a:p>
          <a:p>
            <a:r>
              <a:t>          "value": 1452.3225806451612,</a:t>
            </a:r>
          </a:p>
          <a:p>
            <a:r>
              <a:t>          "value_label": "1,452.3"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"2026-08",</a:t>
            </a:r>
          </a:p>
          <a:p>
            <a:r>
              <a:t>          "item": "안심",</a:t>
            </a:r>
          </a:p>
          <a:p>
            <a:r>
              <a:t>          "sales_amount_thousand_krw": 932459,</a:t>
            </a:r>
          </a:p>
          <a:p>
            <a:r>
              <a:t>          "kg": 48106,</a:t>
            </a:r>
          </a:p>
          <a:p>
            <a:r>
              <a:t>          "sourceURL": "https://www.ekapepia.com/v3/supplyTrend/consumeTrend/productSalesData.do?searchStartDate=2026-08&amp;searchEndDate=2026-08&amp;searchCondition1=&amp;searchCondition2=9901&amp;searchCondition5=",</a:t>
            </a:r>
          </a:p>
          <a:p>
            <a:r>
              <a:t>          "days": 31,</a:t>
            </a:r>
          </a:p>
          <a:p>
            <a:r>
              <a:t>          "value": 1551.8064516129032,</a:t>
            </a:r>
          </a:p>
          <a:p>
            <a:r>
              <a:t>          "value_label": "1,551.8"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"2026-09",</a:t>
            </a:r>
          </a:p>
          <a:p>
            <a:r>
              <a:t>          "item": "안심",</a:t>
            </a:r>
          </a:p>
          <a:p>
            <a:r>
              <a:t>          "sales_amount_thousand_krw": 758727,</a:t>
            </a:r>
          </a:p>
          <a:p>
            <a:r>
              <a:t>          "kg": 41263,</a:t>
            </a:r>
          </a:p>
          <a:p>
            <a:r>
              <a:t>          "sourceURL": "https://www.ekapepia.com/v3/supplyTrend/consumeTrend/productSalesData.do?searchStartDate=2026-09&amp;searchEndDate=2026-09&amp;searchCondition1=&amp;searchCondition2=9901&amp;searchCondition5=",</a:t>
            </a:r>
          </a:p>
          <a:p>
            <a:r>
              <a:t>          "days": 30,</a:t>
            </a:r>
          </a:p>
          <a:p>
            <a:r>
              <a:t>          "value": 1375.4333333333334,</a:t>
            </a:r>
          </a:p>
          <a:p>
            <a:r>
              <a:t>          "value_label": "1,375.4"</a:t>
            </a:r>
          </a:p>
          <a:p>
            <a:r>
              <a:t>        }</a:t>
            </a:r>
          </a:p>
          <a:p>
            <a:r>
              <a:t>      ]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"POS_6",</a:t>
            </a:r>
          </a:p>
          <a:p>
            <a:r>
              <a:t>      "label": "윙(아랫날개)",</a:t>
            </a:r>
          </a:p>
          <a:p>
            <a:r>
              <a:t>      "points": [</a:t>
            </a:r>
          </a:p>
          <a:p>
            <a:r>
              <a:t>        {</a:t>
            </a:r>
          </a:p>
          <a:p>
            <a:r>
              <a:t>          "month": "2025-01",</a:t>
            </a:r>
          </a:p>
          <a:p>
            <a:r>
              <a:t>          "item": "윙(아랫날개)",</a:t>
            </a:r>
          </a:p>
          <a:p>
            <a:r>
              <a:t>          "sales_amount_thousand_krw": 598194,</a:t>
            </a:r>
          </a:p>
          <a:p>
            <a:r>
              <a:t>          "kg": 31157,</a:t>
            </a:r>
          </a:p>
          <a:p>
            <a:r>
              <a:t>          "sourceURL": "https://www.ekapepia.com/v3/supplyTrend/consumeTrend/productSalesData.do?searchStartDate=2025-01&amp;searchEndDate=2025-01&amp;searchCondition1=&amp;searchCondition2=9901&amp;searchCondition5=",</a:t>
            </a:r>
          </a:p>
          <a:p>
            <a:r>
              <a:t>          "days": 31,</a:t>
            </a:r>
          </a:p>
          <a:p>
            <a:r>
              <a:t>          "value": 1005.0645161290323,</a:t>
            </a:r>
          </a:p>
          <a:p>
            <a:r>
              <a:t>          "value_label": "1,005.1"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"2025-02",</a:t>
            </a:r>
          </a:p>
          <a:p>
            <a:r>
              <a:t>          "item": "윙(아랫날개)",</a:t>
            </a:r>
          </a:p>
          <a:p>
            <a:r>
              <a:t>          "sales_amount_thousand_krw": 525192,</a:t>
            </a:r>
          </a:p>
          <a:p>
            <a:r>
              <a:t>          "kg": 27550,</a:t>
            </a:r>
          </a:p>
          <a:p>
            <a:r>
              <a:t>          "sourceURL": "https://www.ekapepia.com/v3/supplyTrend/consumeTrend/productSalesData.do?searchStartDate=2025-02&amp;searchEndDate=2025-02&amp;searchCondition1=&amp;searchCondition2=9901&amp;searchCondition5=",</a:t>
            </a:r>
          </a:p>
          <a:p>
            <a:r>
              <a:t>          "days": 28,</a:t>
            </a:r>
          </a:p>
          <a:p>
            <a:r>
              <a:t>          "value": 983.9285714285714,</a:t>
            </a:r>
          </a:p>
          <a:p>
            <a:r>
              <a:t>          "value_label": "983.9"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"2025-03",</a:t>
            </a:r>
          </a:p>
          <a:p>
            <a:r>
              <a:t>          "item": "윙(아랫날개)",</a:t>
            </a:r>
          </a:p>
          <a:p>
            <a:r>
              <a:t>          "sales_amount_thousand_krw": 572353,</a:t>
            </a:r>
          </a:p>
          <a:p>
            <a:r>
              <a:t>          "kg": 31226,</a:t>
            </a:r>
          </a:p>
          <a:p>
            <a:r>
              <a:t>          "sourceURL": "https://www.ekapepia.com/v3/supplyTrend/consumeTrend/productSalesData.do?searchStartDate=2025-03&amp;searchEndDate=2025-03&amp;searchCondition1=&amp;searchCondition2=9901&amp;searchCondition5=",</a:t>
            </a:r>
          </a:p>
          <a:p>
            <a:r>
              <a:t>          "days": 31,</a:t>
            </a:r>
          </a:p>
          <a:p>
            <a:r>
              <a:t>          "value": 1007.2903225806451,</a:t>
            </a:r>
          </a:p>
          <a:p>
            <a:r>
              <a:t>          "value_label": "1,007.3"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"2025-04",</a:t>
            </a:r>
          </a:p>
          <a:p>
            <a:r>
              <a:t>          "item": "윙(아랫날개)",</a:t>
            </a:r>
          </a:p>
          <a:p>
            <a:r>
              <a:t>          "sales_amount_thousand_krw": 554836,</a:t>
            </a:r>
          </a:p>
          <a:p>
            <a:r>
              <a:t>          "kg": 27992,</a:t>
            </a:r>
          </a:p>
          <a:p>
            <a:r>
              <a:t>          "sourceURL": "https://www.ekapepia.com/v3/supplyTrend/consumeTrend/productSalesData.do?searchStartDate=2025-04&amp;searchEndDate=2025-04&amp;searchCondition1=&amp;searchCondition2=9901&amp;searchCondition5=",</a:t>
            </a:r>
          </a:p>
          <a:p>
            <a:r>
              <a:t>          "days": 30,</a:t>
            </a:r>
          </a:p>
          <a:p>
            <a:r>
              <a:t>          "value": 933.0666666666667,</a:t>
            </a:r>
          </a:p>
          <a:p>
            <a:r>
              <a:t>          "value_label": "933.1"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"2025-05",</a:t>
            </a:r>
          </a:p>
          <a:p>
            <a:r>
              <a:t>          "item": "윙(아랫날개)",</a:t>
            </a:r>
          </a:p>
          <a:p>
            <a:r>
              <a:t>          "sales_amount_thousand_krw": 607840,</a:t>
            </a:r>
          </a:p>
          <a:p>
            <a:r>
              <a:t>          "kg": 29379,</a:t>
            </a:r>
          </a:p>
          <a:p>
            <a:r>
              <a:t>          "sourceURL": "https://www.ekapepia.com/v3/supplyTrend/consumeTrend/productSalesData.do?searchStartDate=2025-05&amp;searchEndDate=2025-05&amp;searchCondition1=&amp;searchCondition2=9901&amp;searchCondition5=",</a:t>
            </a:r>
          </a:p>
          <a:p>
            <a:r>
              <a:t>          "days": 31,</a:t>
            </a:r>
          </a:p>
          <a:p>
            <a:r>
              <a:t>          "value": 947.7096774193549,</a:t>
            </a:r>
          </a:p>
          <a:p>
            <a:r>
              <a:t>          "value_label": "947.7"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"2025-06",</a:t>
            </a:r>
          </a:p>
          <a:p>
            <a:r>
              <a:t>          "item": "윙(아랫날개)",</a:t>
            </a:r>
          </a:p>
          <a:p>
            <a:r>
              <a:t>          "sales_amount_thousand_krw": 617543,</a:t>
            </a:r>
          </a:p>
          <a:p>
            <a:r>
              <a:t>          "kg": 29864,</a:t>
            </a:r>
          </a:p>
          <a:p>
            <a:r>
              <a:t>          "sourceURL": "https://www.ekapepia.com/v3/supplyTrend/consumeTrend/productSalesData.do?searchStartDate=2025-06&amp;searchEndDate=2025-06&amp;searchCondition1=&amp;searchCondition2=9901&amp;searchCondition5=",</a:t>
            </a:r>
          </a:p>
          <a:p>
            <a:r>
              <a:t>          "days": 30,</a:t>
            </a:r>
          </a:p>
          <a:p>
            <a:r>
              <a:t>          "value": 995.4666666666667,</a:t>
            </a:r>
          </a:p>
          <a:p>
            <a:r>
              <a:t>          "value_label": "995.5"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"2025-07",</a:t>
            </a:r>
          </a:p>
          <a:p>
            <a:r>
              <a:t>          "item": "윙(아랫날개)",</a:t>
            </a:r>
          </a:p>
          <a:p>
            <a:r>
              <a:t>          "sales_amount_thousand_krw": 637266,</a:t>
            </a:r>
          </a:p>
          <a:p>
            <a:r>
              <a:t>          "kg": 30518,</a:t>
            </a:r>
          </a:p>
          <a:p>
            <a:r>
              <a:t>          "sourceURL": "https://www.ekapepia.com/v3/supplyTrend/consumeTrend/productSalesData.do?searchStartDate=2025-07&amp;searchEndDate=2025-07&amp;searchCondition1=&amp;searchCondition2=9901&amp;searchCondition5=",</a:t>
            </a:r>
          </a:p>
          <a:p>
            <a:r>
              <a:t>          "days": 31,</a:t>
            </a:r>
          </a:p>
          <a:p>
            <a:r>
              <a:t>          "value": 984.4516129032259,</a:t>
            </a:r>
          </a:p>
          <a:p>
            <a:r>
              <a:t>          "value_label": "984.5"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"2025-08",</a:t>
            </a:r>
          </a:p>
          <a:p>
            <a:r>
              <a:t>          "item": "윙(아랫날개)",</a:t>
            </a:r>
          </a:p>
          <a:p>
            <a:r>
              <a:t>          "sales_amount_thousand_krw": 614998,</a:t>
            </a:r>
          </a:p>
          <a:p>
            <a:r>
              <a:t>          "kg": 29454,</a:t>
            </a:r>
          </a:p>
          <a:p>
            <a:r>
              <a:t>          "sourceURL": "https://www.ekapepia.com/v3/supplyTrend/consumeTrend/productSalesData.do?searchStartDate=2025-08&amp;searchEndDate=2025-08&amp;searchCondition1=&amp;searchCondition2=9901&amp;searchCondition5=",</a:t>
            </a:r>
          </a:p>
          <a:p>
            <a:r>
              <a:t>          "days": 31,</a:t>
            </a:r>
          </a:p>
          <a:p>
            <a:r>
              <a:t>          "value": 950.1290322580645,</a:t>
            </a:r>
          </a:p>
          <a:p>
            <a:r>
              <a:t>          "value_label": "950.1"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"2025-09",</a:t>
            </a:r>
          </a:p>
          <a:p>
            <a:r>
              <a:t>          "item": "윙(아랫날개)",</a:t>
            </a:r>
          </a:p>
          <a:p>
            <a:r>
              <a:t>          "sales_amount_thousand_krw": 566720,</a:t>
            </a:r>
          </a:p>
          <a:p>
            <a:r>
              <a:t>          "kg": 27250,</a:t>
            </a:r>
          </a:p>
          <a:p>
            <a:r>
              <a:t>          "sourceURL": "https://www.ekapepia.com/v3/supplyTrend/consumeTrend/productSalesData.do?searchStartDate=2025-09&amp;searchEndDate=2025-09&amp;searchCondition1=&amp;searchCondition2=9901&amp;searchCondition5=",</a:t>
            </a:r>
          </a:p>
          <a:p>
            <a:r>
              <a:t>          "days": 30,</a:t>
            </a:r>
          </a:p>
          <a:p>
            <a:r>
              <a:t>          "value": 908.3333333333334,</a:t>
            </a:r>
          </a:p>
          <a:p>
            <a:r>
              <a:t>          "value_label": "908.3"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"2025-10",</a:t>
            </a:r>
          </a:p>
          <a:p>
            <a:r>
              <a:t>          "item": "윙(아랫날개)",</a:t>
            </a:r>
          </a:p>
          <a:p>
            <a:r>
              <a:t>          "sales_amount_thousand_krw": 544558,</a:t>
            </a:r>
          </a:p>
          <a:p>
            <a:r>
              <a:t>          "kg": 25551,</a:t>
            </a:r>
          </a:p>
          <a:p>
            <a:r>
              <a:t>          "sourceURL": "https://www.ekapepia.com/v3/supplyTrend/consumeTrend/productSalesData.do?searchStartDate=2025-10&amp;searchEndDate=2025-10&amp;searchCondition1=&amp;searchCondition2=9901&amp;searchCondition5=",</a:t>
            </a:r>
          </a:p>
          <a:p>
            <a:r>
              <a:t>          "days": 31,</a:t>
            </a:r>
          </a:p>
          <a:p>
            <a:r>
              <a:t>          "value": 824.2258064516129,</a:t>
            </a:r>
          </a:p>
          <a:p>
            <a:r>
              <a:t>          "value_label": "824.2"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"2025-11",</a:t>
            </a:r>
          </a:p>
          <a:p>
            <a:r>
              <a:t>          "item": "윙(아랫날개)",</a:t>
            </a:r>
          </a:p>
          <a:p>
            <a:r>
              <a:t>          "sales_amount_thousand_krw": 517457,</a:t>
            </a:r>
          </a:p>
          <a:p>
            <a:r>
              <a:t>          "kg": 24587,</a:t>
            </a:r>
          </a:p>
          <a:p>
            <a:r>
              <a:t>          "sourceURL": "https://www.ekapepia.com/v3/supplyTrend/consumeTrend/productSalesData.do?searchStartDate=2025-11&amp;searchEndDate=2025-11&amp;searchCondition1=&amp;searchCondition2=9901&amp;searchCondition5=",</a:t>
            </a:r>
          </a:p>
          <a:p>
            <a:r>
              <a:t>          "days": 30,</a:t>
            </a:r>
          </a:p>
          <a:p>
            <a:r>
              <a:t>          "value": 819.5666666666667,</a:t>
            </a:r>
          </a:p>
          <a:p>
            <a:r>
              <a:t>          "value_label": "819.6"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"2025-12",</a:t>
            </a:r>
          </a:p>
          <a:p>
            <a:r>
              <a:t>          "item": "윙(아랫날개)",</a:t>
            </a:r>
          </a:p>
          <a:p>
            <a:r>
              <a:t>          "sales_amount_thousand_krw": 579873,</a:t>
            </a:r>
          </a:p>
          <a:p>
            <a:r>
              <a:t>          "kg": 27948,</a:t>
            </a:r>
          </a:p>
          <a:p>
            <a:r>
              <a:t>          "sourceURL": "https://www.ekapepia.com/v3/supplyTrend/consumeTrend/productSalesData.do?searchStartDate=2025-12&amp;searchEndDate=2025-12&amp;searchCondition1=&amp;searchCondition2=9901&amp;searchCondition5=",</a:t>
            </a:r>
          </a:p>
          <a:p>
            <a:r>
              <a:t>          "days": 31,</a:t>
            </a:r>
          </a:p>
          <a:p>
            <a:r>
              <a:t>          "value": 901.5483870967741,</a:t>
            </a:r>
          </a:p>
          <a:p>
            <a:r>
              <a:t>          "value_label": "901.5"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"2026-01",</a:t>
            </a:r>
          </a:p>
          <a:p>
            <a:r>
              <a:t>          "item": "윙(아랫날개)",</a:t>
            </a:r>
          </a:p>
          <a:p>
            <a:r>
              <a:t>          "sales_amount_thousand_krw": 661372,</a:t>
            </a:r>
          </a:p>
          <a:p>
            <a:r>
              <a:t>          "kg": 31893,</a:t>
            </a:r>
          </a:p>
          <a:p>
            <a:r>
              <a:t>          "sourceURL": "https://www.ekapepia.com/v3/supplyTrend/consumeTrend/productSalesData.do?searchStartDate=2026-01&amp;searchEndDate=2026-01&amp;searchCondition1=&amp;searchCondition2=9901&amp;searchCondition5=",</a:t>
            </a:r>
          </a:p>
          <a:p>
            <a:r>
              <a:t>          "days": 31,</a:t>
            </a:r>
          </a:p>
          <a:p>
            <a:r>
              <a:t>          "value": 1028.8064516129032,</a:t>
            </a:r>
          </a:p>
          <a:p>
            <a:r>
              <a:t>          "value_label": "1,028.8"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"2026-02",</a:t>
            </a:r>
          </a:p>
          <a:p>
            <a:r>
              <a:t>          "item": "윙(아랫날개)",</a:t>
            </a:r>
          </a:p>
          <a:p>
            <a:r>
              <a:t>          "sales_amount_thousand_krw": 539063,</a:t>
            </a:r>
          </a:p>
          <a:p>
            <a:r>
              <a:t>          "kg": 26287,</a:t>
            </a:r>
          </a:p>
          <a:p>
            <a:r>
              <a:t>          "sourceURL": "https://www.ekapepia.com/v3/supplyTrend/consumeTrend/productSalesData.do?searchStartDate=2026-02&amp;searchEndDate=2026-02&amp;searchCondition1=&amp;searchCondition2=9901&amp;searchCondition5=",</a:t>
            </a:r>
          </a:p>
          <a:p>
            <a:r>
              <a:t>          "days": 28,</a:t>
            </a:r>
          </a:p>
          <a:p>
            <a:r>
              <a:t>          "value": 938.8214285714286,</a:t>
            </a:r>
          </a:p>
          <a:p>
            <a:r>
              <a:t>          "value_label": "938.8"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"2026-03",</a:t>
            </a:r>
          </a:p>
          <a:p>
            <a:r>
              <a:t>          "item": "윙(아랫날개)",</a:t>
            </a:r>
          </a:p>
          <a:p>
            <a:r>
              <a:t>          "sales_amount_thousand_krw": 950299,</a:t>
            </a:r>
          </a:p>
          <a:p>
            <a:r>
              <a:t>          "kg": 47866,</a:t>
            </a:r>
          </a:p>
          <a:p>
            <a:r>
              <a:t>          "sourceURL": "https://www.ekapepia.com/v3/supplyTrend/consumeTrend/productSalesData.do?searchStartDate=2026-03&amp;searchEndDate=2026-03&amp;searchCondition1=&amp;searchCondition2=9901&amp;searchCondition5=",</a:t>
            </a:r>
          </a:p>
          <a:p>
            <a:r>
              <a:t>          "days": 31,</a:t>
            </a:r>
          </a:p>
          <a:p>
            <a:r>
              <a:t>          "value": 1544.0645161290322,</a:t>
            </a:r>
          </a:p>
          <a:p>
            <a:r>
              <a:t>          "value_label": "1,544.1"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"2026-04",</a:t>
            </a:r>
          </a:p>
          <a:p>
            <a:r>
              <a:t>          "item": "윙(아랫날개)",</a:t>
            </a:r>
          </a:p>
          <a:p>
            <a:r>
              <a:t>          "sales_amount_thousand_krw": 1244527,</a:t>
            </a:r>
          </a:p>
          <a:p>
            <a:r>
              <a:t>          "kg": 54558,</a:t>
            </a:r>
          </a:p>
          <a:p>
            <a:r>
              <a:t>          "sourceURL": "https://www.ekapepia.com/v3/supplyTrend/consumeTrend/productSalesData.do?searchStartDate=2026-04&amp;searchEndDate=2026-04&amp;searchCondition1=&amp;searchCondition2=9901&amp;searchCondition5=",</a:t>
            </a:r>
          </a:p>
          <a:p>
            <a:r>
              <a:t>          "days": 30,</a:t>
            </a:r>
          </a:p>
          <a:p>
            <a:r>
              <a:t>          "value": 1818.6,</a:t>
            </a:r>
          </a:p>
          <a:p>
            <a:r>
              <a:t>          "value_label": "1,818.6"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"2026-05",</a:t>
            </a:r>
          </a:p>
          <a:p>
            <a:r>
              <a:t>          "item": "윙(아랫날개)",</a:t>
            </a:r>
          </a:p>
          <a:p>
            <a:r>
              <a:t>          "sales_amount_thousand_krw": 1036737,</a:t>
            </a:r>
          </a:p>
          <a:p>
            <a:r>
              <a:t>          "kg": 43818,</a:t>
            </a:r>
          </a:p>
          <a:p>
            <a:r>
              <a:t>          "sourceURL": "https://www.ekapepia.com/v3/supplyTrend/consumeTrend/productSalesData.do?searchStartDate=2026-05&amp;searchEndDate=2026-05&amp;searchCondition1=&amp;searchCondition2=9901&amp;searchCondition5=",</a:t>
            </a:r>
          </a:p>
          <a:p>
            <a:r>
              <a:t>          "days": 31,</a:t>
            </a:r>
          </a:p>
          <a:p>
            <a:r>
              <a:t>          "value": 1413.483870967742,</a:t>
            </a:r>
          </a:p>
          <a:p>
            <a:r>
              <a:t>          "value_label": "1,413.5"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"2026-06",</a:t>
            </a:r>
          </a:p>
          <a:p>
            <a:r>
              <a:t>          "item": "윙(아랫날개)",</a:t>
            </a:r>
          </a:p>
          <a:p>
            <a:r>
              <a:t>          "sales_amount_thousand_krw": 764285,</a:t>
            </a:r>
          </a:p>
          <a:p>
            <a:r>
              <a:t>          "kg": 35751,</a:t>
            </a:r>
          </a:p>
          <a:p>
            <a:r>
              <a:t>          "sourceURL": "https://www.ekapepia.com/v3/supplyTrend/consumeTrend/productSalesData.do?searchStartDate=2026-06&amp;searchEndDate=2026-06&amp;searchCondition1=&amp;searchCondition2=9901&amp;searchCondition5=",</a:t>
            </a:r>
          </a:p>
          <a:p>
            <a:r>
              <a:t>          "days": 30,</a:t>
            </a:r>
          </a:p>
          <a:p>
            <a:r>
              <a:t>          "value": 1191.7,</a:t>
            </a:r>
          </a:p>
          <a:p>
            <a:r>
              <a:t>          "value_label": "1,191.7"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"2026-07",</a:t>
            </a:r>
          </a:p>
          <a:p>
            <a:r>
              <a:t>          "item": "윙(아랫날개)",</a:t>
            </a:r>
          </a:p>
          <a:p>
            <a:r>
              <a:t>          "sales_amount_thousand_krw": 717836,</a:t>
            </a:r>
          </a:p>
          <a:p>
            <a:r>
              <a:t>          "kg": 32464,</a:t>
            </a:r>
          </a:p>
          <a:p>
            <a:r>
              <a:t>          "sourceURL": "https://www.ekapepia.com/v3/supplyTrend/consumeTrend/productSalesData.do?searchStartDate=2026-07&amp;searchEndDate=2026-07&amp;searchCondition1=&amp;searchCondition2=9901&amp;searchCondition5=",</a:t>
            </a:r>
          </a:p>
          <a:p>
            <a:r>
              <a:t>          "days": 31,</a:t>
            </a:r>
          </a:p>
          <a:p>
            <a:r>
              <a:t>          "value": 1047.225806451613,</a:t>
            </a:r>
          </a:p>
          <a:p>
            <a:r>
              <a:t>          "value_label": "1,047.2"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"2026-08",</a:t>
            </a:r>
          </a:p>
          <a:p>
            <a:r>
              <a:t>          "item": "윙(아랫날개)",</a:t>
            </a:r>
          </a:p>
          <a:p>
            <a:r>
              <a:t>          "sales_amount_thousand_krw": 700165,</a:t>
            </a:r>
          </a:p>
          <a:p>
            <a:r>
              <a:t>          "kg": 33551,</a:t>
            </a:r>
          </a:p>
          <a:p>
            <a:r>
              <a:t>          "sourceURL": "https://www.ekapepia.com/v3/supplyTrend/consumeTrend/productSalesData.do?searchStartDate=2026-08&amp;searchEndDate=2026-08&amp;searchCondition1=&amp;searchCondition2=9901&amp;searchCondition5=",</a:t>
            </a:r>
          </a:p>
          <a:p>
            <a:r>
              <a:t>          "days": 31,</a:t>
            </a:r>
          </a:p>
          <a:p>
            <a:r>
              <a:t>          "value": 1082.2903225806451,</a:t>
            </a:r>
          </a:p>
          <a:p>
            <a:r>
              <a:t>          "value_label": "1,082.3"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"2026-09",</a:t>
            </a:r>
          </a:p>
          <a:p>
            <a:r>
              <a:t>          "item": "윙(아랫날개)",</a:t>
            </a:r>
          </a:p>
          <a:p>
            <a:r>
              <a:t>          "sales_amount_thousand_krw": 682520,</a:t>
            </a:r>
          </a:p>
          <a:p>
            <a:r>
              <a:t>          "kg": 35221,</a:t>
            </a:r>
          </a:p>
          <a:p>
            <a:r>
              <a:t>          "sourceURL": "https://www.ekapepia.com/v3/supplyTrend/consumeTrend/productSalesData.do?searchStartDate=2026-09&amp;searchEndDate=2026-09&amp;searchCondition1=&amp;searchCondition2=9901&amp;searchCondition5=",</a:t>
            </a:r>
          </a:p>
          <a:p>
            <a:r>
              <a:t>          "days": 30,</a:t>
            </a:r>
          </a:p>
          <a:p>
            <a:r>
              <a:t>          "value": 1174.0333333333333,</a:t>
            </a:r>
          </a:p>
          <a:p>
            <a:r>
              <a:t>          "value_label": "1,174.0"</a:t>
            </a:r>
          </a:p>
          <a:p>
            <a:r>
              <a:t>        }</a:t>
            </a:r>
          </a:p>
          <a:p>
            <a:r>
              <a:t>      ]</a:t>
            </a:r>
          </a:p>
          <a:p>
            <a:r>
              <a:t>    }</a:t>
            </a:r>
          </a:p>
          <a:p>
            <a:r>
              <a:t>  ]</a:t>
            </a:r>
          </a:p>
          <a:p>
            <a:r>
              <a:t>}</a:t>
            </a:r>
          </a:p>
          <a:p/>
          <a:p>
            <a:r>
              <a:t>[현황 요약 근거] {"page": 11, "topic_title": "닭 부위별 소매 판매량 | 표본 POS", "insight": "9월 일평균 표본판매, 다리발골육 3,959.9kg(전년동월비 +42.8%),\n가슴살 3,748.3kg(−15.4%)·안심 1,375.4kg(−22.0%)", "comparison_period": "2026Sep versus2025Sep;sampleonly", "evidence": [{"label": "정육(다리발골육)", "value": 3959.9, "raw_kg": 118797, "prior_value": 2772.4, "prior_kg": 83172, "yoy": 42.832924541913144}, {"label": "가슴살", "value": 3748.3333333333335, "raw_kg": 112450, "prior_value": 4428.333333333333, "prior_kg": 132850, "yoy": -15.35566428302596}, {"label": "안심", "value": 1375.4333333333334, "raw_kg": 41263, "prior_value": 1763.5333333333333, "prior_kg": 52906, "yoy": -22.006955732809132}]}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"metric": "Naverrelativeinterestnotsearchcounts/sales/preferences",</a:t>
            </a:r>
          </a:p>
          <a:p>
            <a:r>
              <a:t>  "analysis_end": "2026-10-19",</a:t>
            </a:r>
          </a:p>
          <a:p>
            <a:r>
              <a:t>  "original_query_capture_end": "2026-10-20",</a:t>
            </a:r>
          </a:p>
          <a:p>
            <a:r>
              <a:t>  "method": "trimdailycacheto19,recomputegroupmaxandmonthlydailymean;nointerpolation",</a:t>
            </a:r>
          </a:p>
          <a:p>
            <a:r>
              <a:t>  "latest_comparison": [</a:t>
            </a:r>
          </a:p>
          <a:p>
            <a:r>
              <a:t>    "2025-10-01..19",</a:t>
            </a:r>
          </a:p>
          <a:p>
            <a:r>
              <a:t>    "2026-10-01..19"</a:t>
            </a:r>
          </a:p>
          <a:p>
            <a:r>
              <a:t>  ],</a:t>
            </a:r>
          </a:p>
          <a:p>
            <a:r>
              <a:t>  "key": "chicken_form",</a:t>
            </a:r>
          </a:p>
          <a:p>
            <a:r>
              <a:t>  "insight": "2026.10.1~19 전년비, ‘치킨’ 검색지수 50.7→32.4(-36.0%),\n통닭 -21.1%·윙봉 -29.2% 등 4개 형태묶음도 모두 하락",</a:t>
            </a:r>
          </a:p>
          <a:p>
            <a:r>
              <a:t>  "series": [</a:t>
            </a:r>
          </a:p>
          <a:p>
            <a:r>
              <a:t>    {</a:t>
            </a:r>
          </a:p>
          <a:p>
            <a:r>
              <a:t>      "id": "NV_REF_CKN",</a:t>
            </a:r>
          </a:p>
          <a:p>
            <a:r>
              <a:t>      "label": "치킨 전체(참고)",</a:t>
            </a:r>
          </a:p>
          <a:p>
            <a:r>
              <a:t>      "points": [</a:t>
            </a:r>
          </a:p>
          <a:p>
            <a:r>
              <a:t>        {</a:t>
            </a:r>
          </a:p>
          <a:p>
            <a:r>
              <a:t>          "group_id": "NV_REF_CKN",</a:t>
            </a:r>
          </a:p>
          <a:p>
            <a:r>
              <a:t>          "month": "2025-01",</a:t>
            </a:r>
          </a:p>
          <a:p>
            <a:r>
              <a:t>          "start": "2025-01-01",</a:t>
            </a:r>
          </a:p>
          <a:p>
            <a:r>
              <a:t>          "end": "2025-01-31",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1321.62554,</a:t>
            </a:r>
          </a:p>
          <a:p>
            <a:r>
              <a:t>          "raw_mean": 42.63308193548387,</a:t>
            </a:r>
          </a:p>
          <a:p>
            <a:r>
              <a:t>          "value": 42.63308193548387,</a:t>
            </a:r>
          </a:p>
          <a:p>
            <a:r>
              <a:t>          "prior_start": "2024-01-01",</a:t>
            </a:r>
          </a:p>
          <a:p>
            <a:r>
              <a:t>          "prior_end": "2024-01-31",</a:t>
            </a:r>
          </a:p>
          <a:p>
            <a:r>
              <a:t>          "prior_days": 31,</a:t>
            </a:r>
          </a:p>
          <a:p>
            <a:r>
              <a:t>          "prior_raw_mean": 50.806865483870965,</a:t>
            </a:r>
          </a:p>
          <a:p>
            <a:r>
              <a:t>          "prior_value": 50.806865483870965,</a:t>
            </a:r>
          </a:p>
          <a:p>
            <a:r>
              <a:t>          "yoy_fraction": -0.16087950851803534,</a:t>
            </a:r>
          </a:p>
          <a:p>
            <a:r>
              <a:t>          "yoy_pct": -16.087950851803534,</a:t>
            </a:r>
          </a:p>
          <a:p>
            <a:r>
              <a:t>          "value_label": "42.6",</a:t>
            </a:r>
          </a:p>
          <a:p>
            <a:r>
              <a:t>          "yoy_label": "(-16.1%)",</a:t>
            </a:r>
          </a:p>
          <a:p>
            <a:r>
              <a:t>          "label": "42.6\n(-16.1%)"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"NV_REF_CKN",</a:t>
            </a:r>
          </a:p>
          <a:p>
            <a:r>
              <a:t>          "month": "2025-02",</a:t>
            </a:r>
          </a:p>
          <a:p>
            <a:r>
              <a:t>          "start": "2025-02-01",</a:t>
            </a:r>
          </a:p>
          <a:p>
            <a:r>
              <a:t>          "end": "2025-02-28",</a:t>
            </a:r>
          </a:p>
          <a:p>
            <a:r>
              <a:t>          "days": 28,</a:t>
            </a:r>
          </a:p>
          <a:p>
            <a:r>
              <a:t>          "partial": false,</a:t>
            </a:r>
          </a:p>
          <a:p>
            <a:r>
              <a:t>          "raw_sum": 1092.19304,</a:t>
            </a:r>
          </a:p>
          <a:p>
            <a:r>
              <a:t>          "raw_mean": 39.00689428571429,</a:t>
            </a:r>
          </a:p>
          <a:p>
            <a:r>
              <a:t>          "value": 39.00689428571429,</a:t>
            </a:r>
          </a:p>
          <a:p>
            <a:r>
              <a:t>          "prior_start": "2024-02-01",</a:t>
            </a:r>
          </a:p>
          <a:p>
            <a:r>
              <a:t>          "prior_end": "2024-02-29",</a:t>
            </a:r>
          </a:p>
          <a:p>
            <a:r>
              <a:t>          "prior_days": 29,</a:t>
            </a:r>
          </a:p>
          <a:p>
            <a:r>
              <a:t>          "prior_raw_mean": 54.369098620689655,</a:t>
            </a:r>
          </a:p>
          <a:p>
            <a:r>
              <a:t>          "prior_value": 54.369098620689655,</a:t>
            </a:r>
          </a:p>
          <a:p>
            <a:r>
              <a:t>          "yoy_fraction": -0.28255396401089905,</a:t>
            </a:r>
          </a:p>
          <a:p>
            <a:r>
              <a:t>          "yoy_pct": -28.255396401089904,</a:t>
            </a:r>
          </a:p>
          <a:p>
            <a:r>
              <a:t>          "value_label": "39.0",</a:t>
            </a:r>
          </a:p>
          <a:p>
            <a:r>
              <a:t>          "yoy_label": "(-28.3%)",</a:t>
            </a:r>
          </a:p>
          <a:p>
            <a:r>
              <a:t>          "label": "39.0\n(-28.3%)"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"NV_REF_CKN",</a:t>
            </a:r>
          </a:p>
          <a:p>
            <a:r>
              <a:t>          "month": "2025-03",</a:t>
            </a:r>
          </a:p>
          <a:p>
            <a:r>
              <a:t>          "start": "2025-03-01",</a:t>
            </a:r>
          </a:p>
          <a:p>
            <a:r>
              <a:t>          "end": "2025-03-31",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1238.72274,</a:t>
            </a:r>
          </a:p>
          <a:p>
            <a:r>
              <a:t>          "raw_mean": 39.958798064516124,</a:t>
            </a:r>
          </a:p>
          <a:p>
            <a:r>
              <a:t>          "value": 39.958798064516124,</a:t>
            </a:r>
          </a:p>
          <a:p>
            <a:r>
              <a:t>          "prior_start": "2024-03-01",</a:t>
            </a:r>
          </a:p>
          <a:p>
            <a:r>
              <a:t>          "prior_end": "2024-03-31",</a:t>
            </a:r>
          </a:p>
          <a:p>
            <a:r>
              <a:t>          "prior_days": 31,</a:t>
            </a:r>
          </a:p>
          <a:p>
            <a:r>
              <a:t>          "prior_raw_mean": 48.155170322580645,</a:t>
            </a:r>
          </a:p>
          <a:p>
            <a:r>
              <a:t>          "prior_value": 48.155170322580645,</a:t>
            </a:r>
          </a:p>
          <a:p>
            <a:r>
              <a:t>          "yoy_fraction": -0.17020752295462493,</a:t>
            </a:r>
          </a:p>
          <a:p>
            <a:r>
              <a:t>          "yoy_pct": -17.020752295462493,</a:t>
            </a:r>
          </a:p>
          <a:p>
            <a:r>
              <a:t>          "value_label": "40.0",</a:t>
            </a:r>
          </a:p>
          <a:p>
            <a:r>
              <a:t>          "yoy_label": "(-17.0%)",</a:t>
            </a:r>
          </a:p>
          <a:p>
            <a:r>
              <a:t>          "label": "40.0\n(-17.0%)"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"NV_REF_CKN",</a:t>
            </a:r>
          </a:p>
          <a:p>
            <a:r>
              <a:t>          "month": "2025-04",</a:t>
            </a:r>
          </a:p>
          <a:p>
            <a:r>
              <a:t>          "start": "2025-04-01",</a:t>
            </a:r>
          </a:p>
          <a:p>
            <a:r>
              <a:t>          "end": "2025-04-30",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1207.34501,</a:t>
            </a:r>
          </a:p>
          <a:p>
            <a:r>
              <a:t>          "raw_mean": 40.244833666666665,</a:t>
            </a:r>
          </a:p>
          <a:p>
            <a:r>
              <a:t>          "value": 40.244833666666665,</a:t>
            </a:r>
          </a:p>
          <a:p>
            <a:r>
              <a:t>          "prior_start": "2024-04-01",</a:t>
            </a:r>
          </a:p>
          <a:p>
            <a:r>
              <a:t>          "prior_end": "2024-04-30",</a:t>
            </a:r>
          </a:p>
          <a:p>
            <a:r>
              <a:t>          "prior_days": 30,</a:t>
            </a:r>
          </a:p>
          <a:p>
            <a:r>
              <a:t>          "prior_raw_mean": 49.345016666666666,</a:t>
            </a:r>
          </a:p>
          <a:p>
            <a:r>
              <a:t>          "prior_value": 49.345016666666666,</a:t>
            </a:r>
          </a:p>
          <a:p>
            <a:r>
              <a:t>          "yoy_fraction": -0.1844194938968846,</a:t>
            </a:r>
          </a:p>
          <a:p>
            <a:r>
              <a:t>          "yoy_pct": -18.44194938968846,</a:t>
            </a:r>
          </a:p>
          <a:p>
            <a:r>
              <a:t>          "value_label": "40.2",</a:t>
            </a:r>
          </a:p>
          <a:p>
            <a:r>
              <a:t>          "yoy_label": "(-18.4%)",</a:t>
            </a:r>
          </a:p>
          <a:p>
            <a:r>
              <a:t>          "label": "40.2\n(-18.4%)"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"NV_REF_CKN",</a:t>
            </a:r>
          </a:p>
          <a:p>
            <a:r>
              <a:t>          "month": "2025-05",</a:t>
            </a:r>
          </a:p>
          <a:p>
            <a:r>
              <a:t>          "start": "2025-05-01",</a:t>
            </a:r>
          </a:p>
          <a:p>
            <a:r>
              <a:t>          "end": "2025-05-31",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1441.51349,</a:t>
            </a:r>
          </a:p>
          <a:p>
            <a:r>
              <a:t>          "raw_mean": 46.500435161290326,</a:t>
            </a:r>
          </a:p>
          <a:p>
            <a:r>
              <a:t>          "value": 46.500435161290326,</a:t>
            </a:r>
          </a:p>
          <a:p>
            <a:r>
              <a:t>          "prior_start": "2024-05-01",</a:t>
            </a:r>
          </a:p>
          <a:p>
            <a:r>
              <a:t>          "prior_end": "2024-05-31",</a:t>
            </a:r>
          </a:p>
          <a:p>
            <a:r>
              <a:t>          "prior_days": 31,</a:t>
            </a:r>
          </a:p>
          <a:p>
            <a:r>
              <a:t>          "prior_raw_mean": 50.949598064516124,</a:t>
            </a:r>
          </a:p>
          <a:p>
            <a:r>
              <a:t>          "prior_value": 50.949598064516124,</a:t>
            </a:r>
          </a:p>
          <a:p>
            <a:r>
              <a:t>          "yoy_fraction": -0.08732478905117058,</a:t>
            </a:r>
          </a:p>
          <a:p>
            <a:r>
              <a:t>          "yoy_pct": -8.732478905117059,</a:t>
            </a:r>
          </a:p>
          <a:p>
            <a:r>
              <a:t>          "value_label": "46.5",</a:t>
            </a:r>
          </a:p>
          <a:p>
            <a:r>
              <a:t>          "yoy_label": "(-8.7%)",</a:t>
            </a:r>
          </a:p>
          <a:p>
            <a:r>
              <a:t>          "label": "46.5\n(-8.7%)"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"NV_REF_CKN",</a:t>
            </a:r>
          </a:p>
          <a:p>
            <a:r>
              <a:t>          "month": "2025-06",</a:t>
            </a:r>
          </a:p>
          <a:p>
            <a:r>
              <a:t>          "start": "2025-06-01",</a:t>
            </a:r>
          </a:p>
          <a:p>
            <a:r>
              <a:t>          "end": "2025-06-30",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1346.38436,</a:t>
            </a:r>
          </a:p>
          <a:p>
            <a:r>
              <a:t>          "raw_mean": 44.879478666666664,</a:t>
            </a:r>
          </a:p>
          <a:p>
            <a:r>
              <a:t>          "value": 44.879478666666664,</a:t>
            </a:r>
          </a:p>
          <a:p>
            <a:r>
              <a:t>          "prior_start": "2024-06-01",</a:t>
            </a:r>
          </a:p>
          <a:p>
            <a:r>
              <a:t>          "prior_end": "2024-06-30",</a:t>
            </a:r>
          </a:p>
          <a:p>
            <a:r>
              <a:t>          "prior_days": 30,</a:t>
            </a:r>
          </a:p>
          <a:p>
            <a:r>
              <a:t>          "prior_raw_mean": 52.992872,</a:t>
            </a:r>
          </a:p>
          <a:p>
            <a:r>
              <a:t>          "prior_value": 52.992872,</a:t>
            </a:r>
          </a:p>
          <a:p>
            <a:r>
              <a:t>          "yoy_fraction": -0.15310348405599405,</a:t>
            </a:r>
          </a:p>
          <a:p>
            <a:r>
              <a:t>          "yoy_pct": -15.310348405599406,</a:t>
            </a:r>
          </a:p>
          <a:p>
            <a:r>
              <a:t>          "value_label": "44.9",</a:t>
            </a:r>
          </a:p>
          <a:p>
            <a:r>
              <a:t>          "yoy_label": "(-15.3%)",</a:t>
            </a:r>
          </a:p>
          <a:p>
            <a:r>
              <a:t>          "label": "44.9\n(-15.3%)"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"NV_REF_CKN",</a:t>
            </a:r>
          </a:p>
          <a:p>
            <a:r>
              <a:t>          "month": "2025-07",</a:t>
            </a:r>
          </a:p>
          <a:p>
            <a:r>
              <a:t>          "start": "2025-07-01",</a:t>
            </a:r>
          </a:p>
          <a:p>
            <a:r>
              <a:t>          "end": "2025-07-31",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1563.76683,</a:t>
            </a:r>
          </a:p>
          <a:p>
            <a:r>
              <a:t>          "raw_mean": 50.44409129032258,</a:t>
            </a:r>
          </a:p>
          <a:p>
            <a:r>
              <a:t>          "value": 50.44409129032258,</a:t>
            </a:r>
          </a:p>
          <a:p>
            <a:r>
              <a:t>          "prior_start": "2024-07-01",</a:t>
            </a:r>
          </a:p>
          <a:p>
            <a:r>
              <a:t>          "prior_end": "2024-07-31",</a:t>
            </a:r>
          </a:p>
          <a:p>
            <a:r>
              <a:t>          "prior_days": 31,</a:t>
            </a:r>
          </a:p>
          <a:p>
            <a:r>
              <a:t>          "prior_raw_mean": 53.1126864516129,</a:t>
            </a:r>
          </a:p>
          <a:p>
            <a:r>
              <a:t>          "prior_value": 53.1126864516129,</a:t>
            </a:r>
          </a:p>
          <a:p>
            <a:r>
              <a:t>          "yoy_fraction": -0.05024402528991789,</a:t>
            </a:r>
          </a:p>
          <a:p>
            <a:r>
              <a:t>          "yoy_pct": -5.024402528991789,</a:t>
            </a:r>
          </a:p>
          <a:p>
            <a:r>
              <a:t>          "value_label": "50.4",</a:t>
            </a:r>
          </a:p>
          <a:p>
            <a:r>
              <a:t>          "yoy_label": "(-5.0%)",</a:t>
            </a:r>
          </a:p>
          <a:p>
            <a:r>
              <a:t>          "label": "50.4\n(-5.0%)"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"NV_REF_CKN",</a:t>
            </a:r>
          </a:p>
          <a:p>
            <a:r>
              <a:t>          "month": "2025-08",</a:t>
            </a:r>
          </a:p>
          <a:p>
            <a:r>
              <a:t>          "start": "2025-08-01",</a:t>
            </a:r>
          </a:p>
          <a:p>
            <a:r>
              <a:t>          "end": "2025-08-31",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1522.65782,</a:t>
            </a:r>
          </a:p>
          <a:p>
            <a:r>
              <a:t>          "raw_mean": 49.117994193548384,</a:t>
            </a:r>
          </a:p>
          <a:p>
            <a:r>
              <a:t>          "value": 49.11799419354839,</a:t>
            </a:r>
          </a:p>
          <a:p>
            <a:r>
              <a:t>          "prior_start": "2024-08-01",</a:t>
            </a:r>
          </a:p>
          <a:p>
            <a:r>
              <a:t>          "prior_end": "2024-08-31",</a:t>
            </a:r>
          </a:p>
          <a:p>
            <a:r>
              <a:t>          "prior_days": 31,</a:t>
            </a:r>
          </a:p>
          <a:p>
            <a:r>
              <a:t>          "prior_raw_mean": 56.1835435483871,</a:t>
            </a:r>
          </a:p>
          <a:p>
            <a:r>
              <a:t>          "prior_value": 56.1835435483871,</a:t>
            </a:r>
          </a:p>
          <a:p>
            <a:r>
              <a:t>          "yoy_fraction": -0.1257583432549716,</a:t>
            </a:r>
          </a:p>
          <a:p>
            <a:r>
              <a:t>          "yoy_pct": -12.575834325497159,</a:t>
            </a:r>
          </a:p>
          <a:p>
            <a:r>
              <a:t>          "value_label": "49.1",</a:t>
            </a:r>
          </a:p>
          <a:p>
            <a:r>
              <a:t>          "yoy_label": "(-12.6%)",</a:t>
            </a:r>
          </a:p>
          <a:p>
            <a:r>
              <a:t>          "label": "49.1\n(-12.6%)"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"NV_REF_CKN",</a:t>
            </a:r>
          </a:p>
          <a:p>
            <a:r>
              <a:t>          "month": "2025-09",</a:t>
            </a:r>
          </a:p>
          <a:p>
            <a:r>
              <a:t>          "start": "2025-09-01",</a:t>
            </a:r>
          </a:p>
          <a:p>
            <a:r>
              <a:t>          "end": "2025-09-30",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1181.26866,</a:t>
            </a:r>
          </a:p>
          <a:p>
            <a:r>
              <a:t>          "raw_mean": 39.375622,</a:t>
            </a:r>
          </a:p>
          <a:p>
            <a:r>
              <a:t>          "value": 39.375622,</a:t>
            </a:r>
          </a:p>
          <a:p>
            <a:r>
              <a:t>          "prior_start": "2024-09-01",</a:t>
            </a:r>
          </a:p>
          <a:p>
            <a:r>
              <a:t>          "prior_end": "2024-09-30",</a:t>
            </a:r>
          </a:p>
          <a:p>
            <a:r>
              <a:t>          "prior_days": 30,</a:t>
            </a:r>
          </a:p>
          <a:p>
            <a:r>
              <a:t>          "prior_raw_mean": 48.91049733333333,</a:t>
            </a:r>
          </a:p>
          <a:p>
            <a:r>
              <a:t>          "prior_value": 48.91049733333333,</a:t>
            </a:r>
          </a:p>
          <a:p>
            <a:r>
              <a:t>          "yoy_fraction": -0.1949453768247651,</a:t>
            </a:r>
          </a:p>
          <a:p>
            <a:r>
              <a:t>          "yoy_pct": -19.49453768247651,</a:t>
            </a:r>
          </a:p>
          <a:p>
            <a:r>
              <a:t>          "value_label": "39.4",</a:t>
            </a:r>
          </a:p>
          <a:p>
            <a:r>
              <a:t>          "yoy_label": "(-19.5%)",</a:t>
            </a:r>
          </a:p>
          <a:p>
            <a:r>
              <a:t>          "label": "39.4\n(-19.5%)"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"NV_REF_CKN",</a:t>
            </a:r>
          </a:p>
          <a:p>
            <a:r>
              <a:t>          "month": "2025-10",</a:t>
            </a:r>
          </a:p>
          <a:p>
            <a:r>
              <a:t>          "start": "2025-10-01",</a:t>
            </a:r>
          </a:p>
          <a:p>
            <a:r>
              <a:t>          "end": "2025-10-31",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1405.9859099999999,</a:t>
            </a:r>
          </a:p>
          <a:p>
            <a:r>
              <a:t>          "raw_mean": 45.354384193548384,</a:t>
            </a:r>
          </a:p>
          <a:p>
            <a:r>
              <a:t>          "value": 45.354384193548384,</a:t>
            </a:r>
          </a:p>
          <a:p>
            <a:r>
              <a:t>          "prior_start": "2024-10-01",</a:t>
            </a:r>
          </a:p>
          <a:p>
            <a:r>
              <a:t>          "prior_end": "2024-10-31",</a:t>
            </a:r>
          </a:p>
          <a:p>
            <a:r>
              <a:t>          "prior_days": 31,</a:t>
            </a:r>
          </a:p>
          <a:p>
            <a:r>
              <a:t>          "prior_raw_mean": 44.9330464516129,</a:t>
            </a:r>
          </a:p>
          <a:p>
            <a:r>
              <a:t>          "prior_value": 44.9330464516129,</a:t>
            </a:r>
          </a:p>
          <a:p>
            <a:r>
              <a:t>          "yoy_fraction": 0.009377012582247435,</a:t>
            </a:r>
          </a:p>
          <a:p>
            <a:r>
              <a:t>          "yoy_pct": 0.9377012582247435,</a:t>
            </a:r>
          </a:p>
          <a:p>
            <a:r>
              <a:t>          "value_label": "45.4",</a:t>
            </a:r>
          </a:p>
          <a:p>
            <a:r>
              <a:t>          "yoy_label": "(+0.9%)",</a:t>
            </a:r>
          </a:p>
          <a:p>
            <a:r>
              <a:t>          "label": "45.4\n(+0.9%)"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"NV_REF_CKN",</a:t>
            </a:r>
          </a:p>
          <a:p>
            <a:r>
              <a:t>          "month": "2025-11",</a:t>
            </a:r>
          </a:p>
          <a:p>
            <a:r>
              <a:t>          "start": "2025-11-01",</a:t>
            </a:r>
          </a:p>
          <a:p>
            <a:r>
              <a:t>          "end": "2025-11-30",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1131.42424,</a:t>
            </a:r>
          </a:p>
          <a:p>
            <a:r>
              <a:t>          "raw_mean": 37.71414133333334,</a:t>
            </a:r>
          </a:p>
          <a:p>
            <a:r>
              <a:t>          "value": 37.71414133333334,</a:t>
            </a:r>
          </a:p>
          <a:p>
            <a:r>
              <a:t>          "prior_start": "2024-11-01",</a:t>
            </a:r>
          </a:p>
          <a:p>
            <a:r>
              <a:t>          "prior_end": "2024-11-30",</a:t>
            </a:r>
          </a:p>
          <a:p>
            <a:r>
              <a:t>          "prior_days": 30,</a:t>
            </a:r>
          </a:p>
          <a:p>
            <a:r>
              <a:t>          "prior_raw_mean": 42.436278333333334,</a:t>
            </a:r>
          </a:p>
          <a:p>
            <a:r>
              <a:t>          "prior_value": 42.436278333333334,</a:t>
            </a:r>
          </a:p>
          <a:p>
            <a:r>
              <a:t>          "yoy_fraction": -0.11127594561681431,</a:t>
            </a:r>
          </a:p>
          <a:p>
            <a:r>
              <a:t>          "yoy_pct": -11.12759456168143,</a:t>
            </a:r>
          </a:p>
          <a:p>
            <a:r>
              <a:t>          "value_label": "37.7",</a:t>
            </a:r>
          </a:p>
          <a:p>
            <a:r>
              <a:t>          "yoy_label": "(-11.1%)",</a:t>
            </a:r>
          </a:p>
          <a:p>
            <a:r>
              <a:t>          "label": "37.7\n(-11.1%)"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"NV_REF_CKN",</a:t>
            </a:r>
          </a:p>
          <a:p>
            <a:r>
              <a:t>          "month": "2025-12",</a:t>
            </a:r>
          </a:p>
          <a:p>
            <a:r>
              <a:t>          "start": "2025-12-01",</a:t>
            </a:r>
          </a:p>
          <a:p>
            <a:r>
              <a:t>          "end": "2025-12-31",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1104.53352,</a:t>
            </a:r>
          </a:p>
          <a:p>
            <a:r>
              <a:t>          "raw_mean": 35.630113548387094,</a:t>
            </a:r>
          </a:p>
          <a:p>
            <a:r>
              <a:t>          "value": 35.630113548387094,</a:t>
            </a:r>
          </a:p>
          <a:p>
            <a:r>
              <a:t>          "prior_start": "2024-12-01",</a:t>
            </a:r>
          </a:p>
          <a:p>
            <a:r>
              <a:t>          "prior_end": "2024-12-31",</a:t>
            </a:r>
          </a:p>
          <a:p>
            <a:r>
              <a:t>          "prior_days": 31,</a:t>
            </a:r>
          </a:p>
          <a:p>
            <a:r>
              <a:t>          "prior_raw_mean": 40.98855290322581,</a:t>
            </a:r>
          </a:p>
          <a:p>
            <a:r>
              <a:t>          "prior_value": 40.98855290322581,</a:t>
            </a:r>
          </a:p>
          <a:p>
            <a:r>
              <a:t>          "yoy_fraction": -0.13073014232754254,</a:t>
            </a:r>
          </a:p>
          <a:p>
            <a:r>
              <a:t>          "yoy_pct": -13.073014232754254,</a:t>
            </a:r>
          </a:p>
          <a:p>
            <a:r>
              <a:t>          "value_label": "35.6",</a:t>
            </a:r>
          </a:p>
          <a:p>
            <a:r>
              <a:t>          "yoy_label": "(-13.1%)",</a:t>
            </a:r>
          </a:p>
          <a:p>
            <a:r>
              <a:t>          "label": "35.6\n(-13.1%)"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"NV_REF_CKN",</a:t>
            </a:r>
          </a:p>
          <a:p>
            <a:r>
              <a:t>          "month": "2026-01",</a:t>
            </a:r>
          </a:p>
          <a:p>
            <a:r>
              <a:t>          "start": "2026-01-01",</a:t>
            </a:r>
          </a:p>
          <a:p>
            <a:r>
              <a:t>          "end": "2026-01-31",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1048.6719,</a:t>
            </a:r>
          </a:p>
          <a:p>
            <a:r>
              <a:t>          "raw_mean": 33.82812580645162,</a:t>
            </a:r>
          </a:p>
          <a:p>
            <a:r>
              <a:t>          "value": 33.82812580645162,</a:t>
            </a:r>
          </a:p>
          <a:p>
            <a:r>
              <a:t>          "prior_start": "2025-01-01",</a:t>
            </a:r>
          </a:p>
          <a:p>
            <a:r>
              <a:t>          "prior_end": "2025-01-31",</a:t>
            </a:r>
          </a:p>
          <a:p>
            <a:r>
              <a:t>          "prior_days": 31,</a:t>
            </a:r>
          </a:p>
          <a:p>
            <a:r>
              <a:t>          "prior_raw_mean": 42.63308193548387,</a:t>
            </a:r>
          </a:p>
          <a:p>
            <a:r>
              <a:t>          "prior_value": 42.63308193548387,</a:t>
            </a:r>
          </a:p>
          <a:p>
            <a:r>
              <a:t>          "yoy_fraction": -0.20652872673752953,</a:t>
            </a:r>
          </a:p>
          <a:p>
            <a:r>
              <a:t>          "yoy_pct": -20.652872673752952,</a:t>
            </a:r>
          </a:p>
          <a:p>
            <a:r>
              <a:t>          "value_label": "33.8",</a:t>
            </a:r>
          </a:p>
          <a:p>
            <a:r>
              <a:t>          "yoy_label": "(-20.7%)",</a:t>
            </a:r>
          </a:p>
          <a:p>
            <a:r>
              <a:t>          "label": "33.8\n(-20.7%)"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"NV_REF_CKN",</a:t>
            </a:r>
          </a:p>
          <a:p>
            <a:r>
              <a:t>          "month": "2026-02",</a:t>
            </a:r>
          </a:p>
          <a:p>
            <a:r>
              <a:t>          "start": "2026-02-01",</a:t>
            </a:r>
          </a:p>
          <a:p>
            <a:r>
              <a:t>          "end": "2026-02-28",</a:t>
            </a:r>
          </a:p>
          <a:p>
            <a:r>
              <a:t>          "days": 28,</a:t>
            </a:r>
          </a:p>
          <a:p>
            <a:r>
              <a:t>          "partial": false,</a:t>
            </a:r>
          </a:p>
          <a:p>
            <a:r>
              <a:t>          "raw_sum": 976.62086,</a:t>
            </a:r>
          </a:p>
          <a:p>
            <a:r>
              <a:t>          "raw_mean": 34.87931642857143,</a:t>
            </a:r>
          </a:p>
          <a:p>
            <a:r>
              <a:t>          "value": 34.87931642857143,</a:t>
            </a:r>
          </a:p>
          <a:p>
            <a:r>
              <a:t>          "prior_start": "2025-02-01",</a:t>
            </a:r>
          </a:p>
          <a:p>
            <a:r>
              <a:t>          "prior_end": "2025-02-28",</a:t>
            </a:r>
          </a:p>
          <a:p>
            <a:r>
              <a:t>          "prior_days": 28,</a:t>
            </a:r>
          </a:p>
          <a:p>
            <a:r>
              <a:t>          "prior_raw_mean": 39.00689428571429,</a:t>
            </a:r>
          </a:p>
          <a:p>
            <a:r>
              <a:t>          "prior_value": 39.00689428571429,</a:t>
            </a:r>
          </a:p>
          <a:p>
            <a:r>
              <a:t>          "yoy_fraction": -0.10581662377192957,</a:t>
            </a:r>
          </a:p>
          <a:p>
            <a:r>
              <a:t>          "yoy_pct": -10.581662377192957,</a:t>
            </a:r>
          </a:p>
          <a:p>
            <a:r>
              <a:t>          "value_label": "34.9",</a:t>
            </a:r>
          </a:p>
          <a:p>
            <a:r>
              <a:t>          "yoy_label": "(-10.6%)",</a:t>
            </a:r>
          </a:p>
          <a:p>
            <a:r>
              <a:t>          "label": "34.9\n(-10.6%)"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"NV_REF_CKN",</a:t>
            </a:r>
          </a:p>
          <a:p>
            <a:r>
              <a:t>          "month": "2026-03",</a:t>
            </a:r>
          </a:p>
          <a:p>
            <a:r>
              <a:t>          "start": "2026-03-01",</a:t>
            </a:r>
          </a:p>
          <a:p>
            <a:r>
              <a:t>          "end": "2026-03-31",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983.87266,</a:t>
            </a:r>
          </a:p>
          <a:p>
            <a:r>
              <a:t>          "raw_mean": 31.737827741935483,</a:t>
            </a:r>
          </a:p>
          <a:p>
            <a:r>
              <a:t>          "value": 31.737827741935483,</a:t>
            </a:r>
          </a:p>
          <a:p>
            <a:r>
              <a:t>          "prior_start": "2025-03-01",</a:t>
            </a:r>
          </a:p>
          <a:p>
            <a:r>
              <a:t>          "prior_end": "2025-03-31",</a:t>
            </a:r>
          </a:p>
          <a:p>
            <a:r>
              <a:t>          "prior_days": 31,</a:t>
            </a:r>
          </a:p>
          <a:p>
            <a:r>
              <a:t>          "prior_raw_mean": 39.958798064516124,</a:t>
            </a:r>
          </a:p>
          <a:p>
            <a:r>
              <a:t>          "prior_value": 39.958798064516124,</a:t>
            </a:r>
          </a:p>
          <a:p>
            <a:r>
              <a:t>          "yoy_fraction": -0.20573617628106178,</a:t>
            </a:r>
          </a:p>
          <a:p>
            <a:r>
              <a:t>          "yoy_pct": -20.573617628106177,</a:t>
            </a:r>
          </a:p>
          <a:p>
            <a:r>
              <a:t>          "value_label": "31.7",</a:t>
            </a:r>
          </a:p>
          <a:p>
            <a:r>
              <a:t>          "yoy_label": "(-20.6%)",</a:t>
            </a:r>
          </a:p>
          <a:p>
            <a:r>
              <a:t>          "label": "31.7\n(-20.6%)"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"NV_REF_CKN",</a:t>
            </a:r>
          </a:p>
          <a:p>
            <a:r>
              <a:t>          "month": "2026-04",</a:t>
            </a:r>
          </a:p>
          <a:p>
            <a:r>
              <a:t>          "start": "2026-04-01",</a:t>
            </a:r>
          </a:p>
          <a:p>
            <a:r>
              <a:t>          "end": "2026-04-30",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1020.05897,</a:t>
            </a:r>
          </a:p>
          <a:p>
            <a:r>
              <a:t>          "raw_mean": 34.00196566666667,</a:t>
            </a:r>
          </a:p>
          <a:p>
            <a:r>
              <a:t>          "value": 34.00196566666667,</a:t>
            </a:r>
          </a:p>
          <a:p>
            <a:r>
              <a:t>          "prior_start": "2025-04-01",</a:t>
            </a:r>
          </a:p>
          <a:p>
            <a:r>
              <a:t>          "prior_end": "2025-04-30",</a:t>
            </a:r>
          </a:p>
          <a:p>
            <a:r>
              <a:t>          "prior_days": 30,</a:t>
            </a:r>
          </a:p>
          <a:p>
            <a:r>
              <a:t>          "prior_raw_mean": 40.244833666666665,</a:t>
            </a:r>
          </a:p>
          <a:p>
            <a:r>
              <a:t>          "prior_value": 40.244833666666665,</a:t>
            </a:r>
          </a:p>
          <a:p>
            <a:r>
              <a:t>          "yoy_fraction": -0.15512222144356225,</a:t>
            </a:r>
          </a:p>
          <a:p>
            <a:r>
              <a:t>          "yoy_pct": -15.512222144356224,</a:t>
            </a:r>
          </a:p>
          <a:p>
            <a:r>
              <a:t>          "value_label": "34.0",</a:t>
            </a:r>
          </a:p>
          <a:p>
            <a:r>
              <a:t>          "yoy_label": "(-15.5%)",</a:t>
            </a:r>
          </a:p>
          <a:p>
            <a:r>
              <a:t>          "label": "34.0\n(-15.5%)"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"NV_REF_CKN",</a:t>
            </a:r>
          </a:p>
          <a:p>
            <a:r>
              <a:t>          "month": "2026-05",</a:t>
            </a:r>
          </a:p>
          <a:p>
            <a:r>
              <a:t>          "start": "2026-05-01",</a:t>
            </a:r>
          </a:p>
          <a:p>
            <a:r>
              <a:t>          "end": "2026-05-31",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1237.62304,</a:t>
            </a:r>
          </a:p>
          <a:p>
            <a:r>
              <a:t>          "raw_mean": 39.92332387096774,</a:t>
            </a:r>
          </a:p>
          <a:p>
            <a:r>
              <a:t>          "value": 39.92332387096774,</a:t>
            </a:r>
          </a:p>
          <a:p>
            <a:r>
              <a:t>          "prior_start": "2025-05-01",</a:t>
            </a:r>
          </a:p>
          <a:p>
            <a:r>
              <a:t>          "prior_end": "2025-05-31",</a:t>
            </a:r>
          </a:p>
          <a:p>
            <a:r>
              <a:t>          "prior_days": 31,</a:t>
            </a:r>
          </a:p>
          <a:p>
            <a:r>
              <a:t>          "prior_raw_mean": 46.500435161290326,</a:t>
            </a:r>
          </a:p>
          <a:p>
            <a:r>
              <a:t>          "prior_value": 46.500435161290326,</a:t>
            </a:r>
          </a:p>
          <a:p>
            <a:r>
              <a:t>          "yoy_fraction": -0.14144192989827664,</a:t>
            </a:r>
          </a:p>
          <a:p>
            <a:r>
              <a:t>          "yoy_pct": -14.144192989827664,</a:t>
            </a:r>
          </a:p>
          <a:p>
            <a:r>
              <a:t>          "value_label": "39.9",</a:t>
            </a:r>
          </a:p>
          <a:p>
            <a:r>
              <a:t>          "yoy_label": "(-14.1%)",</a:t>
            </a:r>
          </a:p>
          <a:p>
            <a:r>
              <a:t>          "label": "39.9\n(-14.1%)"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"NV_REF_CKN",</a:t>
            </a:r>
          </a:p>
          <a:p>
            <a:r>
              <a:t>          "month": "2026-06",</a:t>
            </a:r>
          </a:p>
          <a:p>
            <a:r>
              <a:t>          "start": "2026-06-01",</a:t>
            </a:r>
          </a:p>
          <a:p>
            <a:r>
              <a:t>          "end": "2026-06-30",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1165.12069,</a:t>
            </a:r>
          </a:p>
          <a:p>
            <a:r>
              <a:t>          "raw_mean": 38.83735633333333,</a:t>
            </a:r>
          </a:p>
          <a:p>
            <a:r>
              <a:t>          "value": 38.83735633333333,</a:t>
            </a:r>
          </a:p>
          <a:p>
            <a:r>
              <a:t>          "prior_start": "2025-06-01",</a:t>
            </a:r>
          </a:p>
          <a:p>
            <a:r>
              <a:t>          "prior_end": "2025-06-30",</a:t>
            </a:r>
          </a:p>
          <a:p>
            <a:r>
              <a:t>          "prior_days": 30,</a:t>
            </a:r>
          </a:p>
          <a:p>
            <a:r>
              <a:t>          "prior_raw_mean": 44.879478666666664,</a:t>
            </a:r>
          </a:p>
          <a:p>
            <a:r>
              <a:t>          "prior_value": 44.879478666666664,</a:t>
            </a:r>
          </a:p>
          <a:p>
            <a:r>
              <a:t>          "yoy_fraction": -0.13462995811983436,</a:t>
            </a:r>
          </a:p>
          <a:p>
            <a:r>
              <a:t>          "yoy_pct": -13.462995811983436,</a:t>
            </a:r>
          </a:p>
          <a:p>
            <a:r>
              <a:t>          "value_label": "38.8",</a:t>
            </a:r>
          </a:p>
          <a:p>
            <a:r>
              <a:t>          "yoy_label": "(-13.5%)",</a:t>
            </a:r>
          </a:p>
          <a:p>
            <a:r>
              <a:t>          "label": "38.8\n(-13.5%)"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"NV_REF_CKN",</a:t>
            </a:r>
          </a:p>
          <a:p>
            <a:r>
              <a:t>          "month": "2026-07",</a:t>
            </a:r>
          </a:p>
          <a:p>
            <a:r>
              <a:t>          "start": "2026-07-01",</a:t>
            </a:r>
          </a:p>
          <a:p>
            <a:r>
              <a:t>          "end": "2026-07-31",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1220.31834,</a:t>
            </a:r>
          </a:p>
          <a:p>
            <a:r>
              <a:t>          "raw_mean": 39.36510774193548,</a:t>
            </a:r>
          </a:p>
          <a:p>
            <a:r>
              <a:t>          "value": 39.36510774193548,</a:t>
            </a:r>
          </a:p>
          <a:p>
            <a:r>
              <a:t>          "prior_start": "2025-07-01",</a:t>
            </a:r>
          </a:p>
          <a:p>
            <a:r>
              <a:t>          "prior_end": "2025-07-31",</a:t>
            </a:r>
          </a:p>
          <a:p>
            <a:r>
              <a:t>          "prior_days": 31,</a:t>
            </a:r>
          </a:p>
          <a:p>
            <a:r>
              <a:t>          "prior_raw_mean": 50.44409129032258,</a:t>
            </a:r>
          </a:p>
          <a:p>
            <a:r>
              <a:t>          "prior_value": 50.44409129032258,</a:t>
            </a:r>
          </a:p>
          <a:p>
            <a:r>
              <a:t>          "yoy_fraction": -0.21962896476068627,</a:t>
            </a:r>
          </a:p>
          <a:p>
            <a:r>
              <a:t>          "yoy_pct": -21.96289647606863,</a:t>
            </a:r>
          </a:p>
          <a:p>
            <a:r>
              <a:t>          "value_label": "39.4",</a:t>
            </a:r>
          </a:p>
          <a:p>
            <a:r>
              <a:t>          "yoy_label": "(-22.0%)",</a:t>
            </a:r>
          </a:p>
          <a:p>
            <a:r>
              <a:t>          "label": "39.4\n(-22.0%)"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"NV_REF_CKN",</a:t>
            </a:r>
          </a:p>
          <a:p>
            <a:r>
              <a:t>          "month": "2026-08",</a:t>
            </a:r>
          </a:p>
          <a:p>
            <a:r>
              <a:t>          "start": "2026-08-01",</a:t>
            </a:r>
          </a:p>
          <a:p>
            <a:r>
              <a:t>          "end": "2026-08-31",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1230.36088,</a:t>
            </a:r>
          </a:p>
          <a:p>
            <a:r>
              <a:t>          "raw_mean": 39.68906064516129,</a:t>
            </a:r>
          </a:p>
          <a:p>
            <a:r>
              <a:t>          "value": 39.68906064516129,</a:t>
            </a:r>
          </a:p>
          <a:p>
            <a:r>
              <a:t>          "prior_start": "2025-08-01",</a:t>
            </a:r>
          </a:p>
          <a:p>
            <a:r>
              <a:t>          "prior_end": "2025-08-31",</a:t>
            </a:r>
          </a:p>
          <a:p>
            <a:r>
              <a:t>          "prior_days": 31,</a:t>
            </a:r>
          </a:p>
          <a:p>
            <a:r>
              <a:t>          "prior_raw_mean": 49.117994193548384,</a:t>
            </a:r>
          </a:p>
          <a:p>
            <a:r>
              <a:t>          "prior_value": 49.11799419354839,</a:t>
            </a:r>
          </a:p>
          <a:p>
            <a:r>
              <a:t>          "yoy_fraction": -0.19196495506784317,</a:t>
            </a:r>
          </a:p>
          <a:p>
            <a:r>
              <a:t>          "yoy_pct": -19.196495506784316,</a:t>
            </a:r>
          </a:p>
          <a:p>
            <a:r>
              <a:t>          "value_label": "39.7",</a:t>
            </a:r>
          </a:p>
          <a:p>
            <a:r>
              <a:t>          "yoy_label": "(-19.2%)",</a:t>
            </a:r>
          </a:p>
          <a:p>
            <a:r>
              <a:t>          "label": "39.7\n(-19.2%)"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"NV_REF_CKN",</a:t>
            </a:r>
          </a:p>
          <a:p>
            <a:r>
              <a:t>          "month": "2026-09",</a:t>
            </a:r>
          </a:p>
          <a:p>
            <a:r>
              <a:t>          "start": "2026-09-01",</a:t>
            </a:r>
          </a:p>
          <a:p>
            <a:r>
              <a:t>          "end": "2026-09-30",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979.75916,</a:t>
            </a:r>
          </a:p>
          <a:p>
            <a:r>
              <a:t>          "raw_mean": 32.65863866666667,</a:t>
            </a:r>
          </a:p>
          <a:p>
            <a:r>
              <a:t>          "value": 32.65863866666667,</a:t>
            </a:r>
          </a:p>
          <a:p>
            <a:r>
              <a:t>          "prior_start": "2025-09-01",</a:t>
            </a:r>
          </a:p>
          <a:p>
            <a:r>
              <a:t>          "prior_end": "2025-09-30",</a:t>
            </a:r>
          </a:p>
          <a:p>
            <a:r>
              <a:t>          "prior_days": 30,</a:t>
            </a:r>
          </a:p>
          <a:p>
            <a:r>
              <a:t>          "prior_raw_mean": 39.375622,</a:t>
            </a:r>
          </a:p>
          <a:p>
            <a:r>
              <a:t>          "prior_value": 39.375622,</a:t>
            </a:r>
          </a:p>
          <a:p>
            <a:r>
              <a:t>          "yoy_fraction": -0.17058735817134096,</a:t>
            </a:r>
          </a:p>
          <a:p>
            <a:r>
              <a:t>          "yoy_pct": -17.058735817134096,</a:t>
            </a:r>
          </a:p>
          <a:p>
            <a:r>
              <a:t>          "value_label": "32.7",</a:t>
            </a:r>
          </a:p>
          <a:p>
            <a:r>
              <a:t>          "yoy_label": "(-17.1%)",</a:t>
            </a:r>
          </a:p>
          <a:p>
            <a:r>
              <a:t>          "label": "32.7\n(-17.1%)"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"NV_REF_CKN",</a:t>
            </a:r>
          </a:p>
          <a:p>
            <a:r>
              <a:t>          "month": "2026-10",</a:t>
            </a:r>
          </a:p>
          <a:p>
            <a:r>
              <a:t>          "start": "2026-10-01",</a:t>
            </a:r>
          </a:p>
          <a:p>
            <a:r>
              <a:t>          "end": "2026-10-19",</a:t>
            </a:r>
          </a:p>
          <a:p>
            <a:r>
              <a:t>          "days": 19,</a:t>
            </a:r>
          </a:p>
          <a:p>
            <a:r>
              <a:t>          "partial": true,</a:t>
            </a:r>
          </a:p>
          <a:p>
            <a:r>
              <a:t>          "raw_sum": 616.47464,</a:t>
            </a:r>
          </a:p>
          <a:p>
            <a:r>
              <a:t>          "raw_mean": 32.446033684210526,</a:t>
            </a:r>
          </a:p>
          <a:p>
            <a:r>
              <a:t>          "value": 32.446033684210526,</a:t>
            </a:r>
          </a:p>
          <a:p>
            <a:r>
              <a:t>          "prior_start": "2025-10-01",</a:t>
            </a:r>
          </a:p>
          <a:p>
            <a:r>
              <a:t>          "prior_end": "2025-10-19",</a:t>
            </a:r>
          </a:p>
          <a:p>
            <a:r>
              <a:t>          "prior_days": 19,</a:t>
            </a:r>
          </a:p>
          <a:p>
            <a:r>
              <a:t>          "prior_raw_mean": 50.71747421052632,</a:t>
            </a:r>
          </a:p>
          <a:p>
            <a:r>
              <a:t>          "prior_value": 50.71747421052632,</a:t>
            </a:r>
          </a:p>
          <a:p>
            <a:r>
              <a:t>          "yoy_fraction": -0.360259275737426,</a:t>
            </a:r>
          </a:p>
          <a:p>
            <a:r>
              <a:t>          "yoy_pct": -36.0259275737426,</a:t>
            </a:r>
          </a:p>
          <a:p>
            <a:r>
              <a:t>          "value_label": "32.4",</a:t>
            </a:r>
          </a:p>
          <a:p>
            <a:r>
              <a:t>          "yoy_label": "(-36.0%)",</a:t>
            </a:r>
          </a:p>
          <a:p>
            <a:r>
              <a:t>          "label": "32.4\n(-36.0%)"</a:t>
            </a:r>
          </a:p>
          <a:p>
            <a:r>
              <a:t>        }</a:t>
            </a:r>
          </a:p>
          <a:p>
            <a:r>
              <a:t>      ]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"NV_FORM_WHOLE",</a:t>
            </a:r>
          </a:p>
          <a:p>
            <a:r>
              <a:t>      "label": "통닭",</a:t>
            </a:r>
          </a:p>
          <a:p>
            <a:r>
              <a:t>      "points": [</a:t>
            </a:r>
          </a:p>
          <a:p>
            <a:r>
              <a:t>        {</a:t>
            </a:r>
          </a:p>
          <a:p>
            <a:r>
              <a:t>          "group_id": "NV_FORM_WHOLE",</a:t>
            </a:r>
          </a:p>
          <a:p>
            <a:r>
              <a:t>          "month": "2025-01",</a:t>
            </a:r>
          </a:p>
          <a:p>
            <a:r>
              <a:t>          "start": "2025-01-01",</a:t>
            </a:r>
          </a:p>
          <a:p>
            <a:r>
              <a:t>          "end": "2025-01-31",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562.00318,</a:t>
            </a:r>
          </a:p>
          <a:p>
            <a:r>
              <a:t>          "raw_mean": 18.12913483870968,</a:t>
            </a:r>
          </a:p>
          <a:p>
            <a:r>
              <a:t>          "value": 45.154197457818604,</a:t>
            </a:r>
          </a:p>
          <a:p>
            <a:r>
              <a:t>          "prior_start": "2024-01-01",</a:t>
            </a:r>
          </a:p>
          <a:p>
            <a:r>
              <a:t>          "prior_end": "2024-01-31",</a:t>
            </a:r>
          </a:p>
          <a:p>
            <a:r>
              <a:t>          "prior_days": 31,</a:t>
            </a:r>
          </a:p>
          <a:p>
            <a:r>
              <a:t>          "prior_raw_mean": 23.793957096774193,</a:t>
            </a:r>
          </a:p>
          <a:p>
            <a:r>
              <a:t>          "prior_value": 59.2635581680673,</a:t>
            </a:r>
          </a:p>
          <a:p>
            <a:r>
              <a:t>          "yoy_fraction": -0.23807819082066484,</a:t>
            </a:r>
          </a:p>
          <a:p>
            <a:r>
              <a:t>          "yoy_pct": -23.807819082066484,</a:t>
            </a:r>
          </a:p>
          <a:p>
            <a:r>
              <a:t>          "value_label": "45.2",</a:t>
            </a:r>
          </a:p>
          <a:p>
            <a:r>
              <a:t>          "yoy_label": "(-23.8%)",</a:t>
            </a:r>
          </a:p>
          <a:p>
            <a:r>
              <a:t>          "label": "45.2\n(-23.8%)"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"NV_FORM_WHOLE",</a:t>
            </a:r>
          </a:p>
          <a:p>
            <a:r>
              <a:t>          "month": "2025-02",</a:t>
            </a:r>
          </a:p>
          <a:p>
            <a:r>
              <a:t>          "start": "2025-02-01",</a:t>
            </a:r>
          </a:p>
          <a:p>
            <a:r>
              <a:t>          "end": "2025-02-28",</a:t>
            </a:r>
          </a:p>
          <a:p>
            <a:r>
              <a:t>          "days": 28,</a:t>
            </a:r>
          </a:p>
          <a:p>
            <a:r>
              <a:t>          "partial": false,</a:t>
            </a:r>
          </a:p>
          <a:p>
            <a:r>
              <a:t>          "raw_sum": 502.02288,</a:t>
            </a:r>
          </a:p>
          <a:p>
            <a:r>
              <a:t>          "raw_mean": 17.92938857142857,</a:t>
            </a:r>
          </a:p>
          <a:p>
            <a:r>
              <a:t>          "value": 44.65668985613125,</a:t>
            </a:r>
          </a:p>
          <a:p>
            <a:r>
              <a:t>          "prior_start": "2024-02-01",</a:t>
            </a:r>
          </a:p>
          <a:p>
            <a:r>
              <a:t>          "prior_end": "2024-02-29",</a:t>
            </a:r>
          </a:p>
          <a:p>
            <a:r>
              <a:t>          "prior_days": 29,</a:t>
            </a:r>
          </a:p>
          <a:p>
            <a:r>
              <a:t>          "prior_raw_mean": 23.166120344827586,</a:t>
            </a:r>
          </a:p>
          <a:p>
            <a:r>
              <a:t>          "prior_value": 57.699806509706846,</a:t>
            </a:r>
          </a:p>
          <a:p>
            <a:r>
              <a:t>          "yoy_fraction": -0.22605130662580908,</a:t>
            </a:r>
          </a:p>
          <a:p>
            <a:r>
              <a:t>          "yoy_pct": -22.60513066258091,</a:t>
            </a:r>
          </a:p>
          <a:p>
            <a:r>
              <a:t>          "value_label": "44.7",</a:t>
            </a:r>
          </a:p>
          <a:p>
            <a:r>
              <a:t>          "yoy_label": "(-22.6%)",</a:t>
            </a:r>
          </a:p>
          <a:p>
            <a:r>
              <a:t>          "label": "44.7\n(-22.6%)"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"NV_FORM_WHOLE",</a:t>
            </a:r>
          </a:p>
          <a:p>
            <a:r>
              <a:t>          "month": "2025-03",</a:t>
            </a:r>
          </a:p>
          <a:p>
            <a:r>
              <a:t>          "start": "2025-03-01",</a:t>
            </a:r>
          </a:p>
          <a:p>
            <a:r>
              <a:t>          "end": "2025-03-31",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553.22635,</a:t>
            </a:r>
          </a:p>
          <a:p>
            <a:r>
              <a:t>          "raw_mean": 17.846011290322583,</a:t>
            </a:r>
          </a:p>
          <a:p>
            <a:r>
              <a:t>          "value": 44.449022239995635,</a:t>
            </a:r>
          </a:p>
          <a:p>
            <a:r>
              <a:t>          "prior_start": "2024-03-01",</a:t>
            </a:r>
          </a:p>
          <a:p>
            <a:r>
              <a:t>          "prior_end": "2024-03-31",</a:t>
            </a:r>
          </a:p>
          <a:p>
            <a:r>
              <a:t>          "prior_days": 31,</a:t>
            </a:r>
          </a:p>
          <a:p>
            <a:r>
              <a:t>          "prior_raw_mean": 21.942940967741936,</a:t>
            </a:r>
          </a:p>
          <a:p>
            <a:r>
              <a:t>          "prior_value": 54.65323624528775,</a:t>
            </a:r>
          </a:p>
          <a:p>
            <a:r>
              <a:t>          "yoy_fraction": -0.18670832152546013,</a:t>
            </a:r>
          </a:p>
          <a:p>
            <a:r>
              <a:t>          "yoy_pct": -18.670832152546012,</a:t>
            </a:r>
          </a:p>
          <a:p>
            <a:r>
              <a:t>          "value_label": "44.4",</a:t>
            </a:r>
          </a:p>
          <a:p>
            <a:r>
              <a:t>          "yoy_label": "(-18.7%)",</a:t>
            </a:r>
          </a:p>
          <a:p>
            <a:r>
              <a:t>          "label": "44.4\n(-18.7%)"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"NV_FORM_WHOLE",</a:t>
            </a:r>
          </a:p>
          <a:p>
            <a:r>
              <a:t>          "month": "2025-04",</a:t>
            </a:r>
          </a:p>
          <a:p>
            <a:r>
              <a:t>          "start": "2025-04-01",</a:t>
            </a:r>
          </a:p>
          <a:p>
            <a:r>
              <a:t>          "end": "2025-04-30",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530.15339,</a:t>
            </a:r>
          </a:p>
          <a:p>
            <a:r>
              <a:t>          "raw_mean": 17.671779666666666,</a:t>
            </a:r>
          </a:p>
          <a:p>
            <a:r>
              <a:t>          "value": 44.01506390674097,</a:t>
            </a:r>
          </a:p>
          <a:p>
            <a:r>
              <a:t>          "prior_start": "2024-04-01",</a:t>
            </a:r>
          </a:p>
          <a:p>
            <a:r>
              <a:t>          "prior_end": "2024-04-30",</a:t>
            </a:r>
          </a:p>
          <a:p>
            <a:r>
              <a:t>          "prior_days": 30,</a:t>
            </a:r>
          </a:p>
          <a:p>
            <a:r>
              <a:t>          "prior_raw_mean": 21.662512666666665,</a:t>
            </a:r>
          </a:p>
          <a:p>
            <a:r>
              <a:t>          "prior_value": 53.954774074193075,</a:t>
            </a:r>
          </a:p>
          <a:p>
            <a:r>
              <a:t>          "yoy_fraction": -0.1842229967228486,</a:t>
            </a:r>
          </a:p>
          <a:p>
            <a:r>
              <a:t>          "yoy_pct": -18.422299672284858,</a:t>
            </a:r>
          </a:p>
          <a:p>
            <a:r>
              <a:t>          "value_label": "44.0",</a:t>
            </a:r>
          </a:p>
          <a:p>
            <a:r>
              <a:t>          "yoy_label": "(-18.4%)",</a:t>
            </a:r>
          </a:p>
          <a:p>
            <a:r>
              <a:t>          "label": "44.0\n(-18.4%)"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"NV_FORM_WHOLE",</a:t>
            </a:r>
          </a:p>
          <a:p>
            <a:r>
              <a:t>          "month": "2025-05",</a:t>
            </a:r>
          </a:p>
          <a:p>
            <a:r>
              <a:t>          "start": "2025-05-01",</a:t>
            </a:r>
          </a:p>
          <a:p>
            <a:r>
              <a:t>          "end": "2025-05-31",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577.40933,</a:t>
            </a:r>
          </a:p>
          <a:p>
            <a:r>
              <a:t>          "raw_mean": 18.626107419354838,</a:t>
            </a:r>
          </a:p>
          <a:p>
            <a:r>
              <a:t>          "value": 46.3920060039638,</a:t>
            </a:r>
          </a:p>
          <a:p>
            <a:r>
              <a:t>          "prior_start": "2024-05-01",</a:t>
            </a:r>
          </a:p>
          <a:p>
            <a:r>
              <a:t>          "prior_end": "2024-05-31",</a:t>
            </a:r>
          </a:p>
          <a:p>
            <a:r>
              <a:t>          "prior_days": 31,</a:t>
            </a:r>
          </a:p>
          <a:p>
            <a:r>
              <a:t>          "prior_raw_mean": 21.98025741935484,</a:t>
            </a:r>
          </a:p>
          <a:p>
            <a:r>
              <a:t>          "prior_value": 54.746180251692095,</a:t>
            </a:r>
          </a:p>
          <a:p>
            <a:r>
              <a:t>          "yoy_fraction": -0.1525983038327151,</a:t>
            </a:r>
          </a:p>
          <a:p>
            <a:r>
              <a:t>          "yoy_pct": -15.259830383271511,</a:t>
            </a:r>
          </a:p>
          <a:p>
            <a:r>
              <a:t>          "value_label": "46.4",</a:t>
            </a:r>
          </a:p>
          <a:p>
            <a:r>
              <a:t>          "yoy_label": "(-15.3%)",</a:t>
            </a:r>
          </a:p>
          <a:p>
            <a:r>
              <a:t>          "label": "46.4\n(-15.3%)"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"NV_FORM_WHOLE",</a:t>
            </a:r>
          </a:p>
          <a:p>
            <a:r>
              <a:t>          "month": "2025-06",</a:t>
            </a:r>
          </a:p>
          <a:p>
            <a:r>
              <a:t>          "start": "2025-06-01",</a:t>
            </a:r>
          </a:p>
          <a:p>
            <a:r>
              <a:t>          "end": "2025-06-30",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555.53985,</a:t>
            </a:r>
          </a:p>
          <a:p>
            <a:r>
              <a:t>          "raw_mean": 18.517995,</a:t>
            </a:r>
          </a:p>
          <a:p>
            <a:r>
              <a:t>          "value": 46.122730631772995,</a:t>
            </a:r>
          </a:p>
          <a:p>
            <a:r>
              <a:t>          "prior_start": "2024-06-01",</a:t>
            </a:r>
          </a:p>
          <a:p>
            <a:r>
              <a:t>          "prior_end": "2024-06-30",</a:t>
            </a:r>
          </a:p>
          <a:p>
            <a:r>
              <a:t>          "prior_days": 30,</a:t>
            </a:r>
          </a:p>
          <a:p>
            <a:r>
              <a:t>          "prior_raw_mean": 23.166298666666666,</a:t>
            </a:r>
          </a:p>
          <a:p>
            <a:r>
              <a:t>          "prior_value": 57.70025065553092,</a:t>
            </a:r>
          </a:p>
          <a:p>
            <a:r>
              <a:t>          "yoy_fraction": -0.20064938873273597,</a:t>
            </a:r>
          </a:p>
          <a:p>
            <a:r>
              <a:t>          "yoy_pct": -20.064938873273597,</a:t>
            </a:r>
          </a:p>
          <a:p>
            <a:r>
              <a:t>          "value_label": "46.1",</a:t>
            </a:r>
          </a:p>
          <a:p>
            <a:r>
              <a:t>          "yoy_label": "(-20.1%)",</a:t>
            </a:r>
          </a:p>
          <a:p>
            <a:r>
              <a:t>          "label": "46.1\n(-20.1%)"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"NV_FORM_WHOLE",</a:t>
            </a:r>
          </a:p>
          <a:p>
            <a:r>
              <a:t>          "month": "2025-07",</a:t>
            </a:r>
          </a:p>
          <a:p>
            <a:r>
              <a:t>          "start": "2025-07-01",</a:t>
            </a:r>
          </a:p>
          <a:p>
            <a:r>
              <a:t>          "end": "2025-07-31",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568.82441,</a:t>
            </a:r>
          </a:p>
          <a:p>
            <a:r>
              <a:t>          "raw_mean": 18.34917451612903,</a:t>
            </a:r>
          </a:p>
          <a:p>
            <a:r>
              <a:t>          "value": 45.7022498128341,</a:t>
            </a:r>
          </a:p>
          <a:p>
            <a:r>
              <a:t>          "prior_start": "2024-07-01",</a:t>
            </a:r>
          </a:p>
          <a:p>
            <a:r>
              <a:t>          "prior_end": "2024-07-31",</a:t>
            </a:r>
          </a:p>
          <a:p>
            <a:r>
              <a:t>          "prior_days": 31,</a:t>
            </a:r>
          </a:p>
          <a:p>
            <a:r>
              <a:t>          "prior_raw_mean": 22.450456451612904,</a:t>
            </a:r>
          </a:p>
          <a:p>
            <a:r>
              <a:t>          "prior_value": 55.917303978000426,</a:t>
            </a:r>
          </a:p>
          <a:p>
            <a:r>
              <a:t>          "yoy_fraction": -0.18268144989939505,</a:t>
            </a:r>
          </a:p>
          <a:p>
            <a:r>
              <a:t>          "yoy_pct": -18.268144989939504,</a:t>
            </a:r>
          </a:p>
          <a:p>
            <a:r>
              <a:t>          "value_label": "45.7",</a:t>
            </a:r>
          </a:p>
          <a:p>
            <a:r>
              <a:t>          "yoy_label": "(-18.3%)",</a:t>
            </a:r>
          </a:p>
          <a:p>
            <a:r>
              <a:t>          "label": "45.7\n(-18.3%)"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"NV_FORM_WHOLE",</a:t>
            </a:r>
          </a:p>
          <a:p>
            <a:r>
              <a:t>          "month": "2025-08",</a:t>
            </a:r>
          </a:p>
          <a:p>
            <a:r>
              <a:t>          "start": "2025-08-01",</a:t>
            </a:r>
          </a:p>
          <a:p>
            <a:r>
              <a:t>          "end": "2025-08-31",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566.92068,</a:t>
            </a:r>
          </a:p>
          <a:p>
            <a:r>
              <a:t>          "raw_mean": 18.28776387096774,</a:t>
            </a:r>
          </a:p>
          <a:p>
            <a:r>
              <a:t>          "value": 45.54929444997233,</a:t>
            </a:r>
          </a:p>
          <a:p>
            <a:r>
              <a:t>          "prior_start": "2024-08-01",</a:t>
            </a:r>
          </a:p>
          <a:p>
            <a:r>
              <a:t>          "prior_end": "2024-08-31",</a:t>
            </a:r>
          </a:p>
          <a:p>
            <a:r>
              <a:t>          "prior_days": 31,</a:t>
            </a:r>
          </a:p>
          <a:p>
            <a:r>
              <a:t>          "prior_raw_mean": 22.639038387096775,</a:t>
            </a:r>
          </a:p>
          <a:p>
            <a:r>
              <a:t>          "prior_value": 56.387004602303485,</a:t>
            </a:r>
          </a:p>
          <a:p>
            <a:r>
              <a:t>          "yoy_fraction": -0.19220226768152215,</a:t>
            </a:r>
          </a:p>
          <a:p>
            <a:r>
              <a:t>          "yoy_pct": -19.220226768152216,</a:t>
            </a:r>
          </a:p>
          <a:p>
            <a:r>
              <a:t>          "value_label": "45.5",</a:t>
            </a:r>
          </a:p>
          <a:p>
            <a:r>
              <a:t>          "yoy_label": "(-19.2%)",</a:t>
            </a:r>
          </a:p>
          <a:p>
            <a:r>
              <a:t>          "label": "45.5\n(-19.2%)"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"NV_FORM_WHOLE",</a:t>
            </a:r>
          </a:p>
          <a:p>
            <a:r>
              <a:t>          "month": "2025-09",</a:t>
            </a:r>
          </a:p>
          <a:p>
            <a:r>
              <a:t>          "start": "2025-09-01",</a:t>
            </a:r>
          </a:p>
          <a:p>
            <a:r>
              <a:t>          "end": "2025-09-30",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509.39914,</a:t>
            </a:r>
          </a:p>
          <a:p>
            <a:r>
              <a:t>          "raw_mean": 16.97997133333333,</a:t>
            </a:r>
          </a:p>
          <a:p>
            <a:r>
              <a:t>          "value": 42.29197836712671,</a:t>
            </a:r>
          </a:p>
          <a:p>
            <a:r>
              <a:t>          "prior_start": "2024-09-01",</a:t>
            </a:r>
          </a:p>
          <a:p>
            <a:r>
              <a:t>          "prior_end": "2024-09-30",</a:t>
            </a:r>
          </a:p>
          <a:p>
            <a:r>
              <a:t>          "prior_days": 30,</a:t>
            </a:r>
          </a:p>
          <a:p>
            <a:r>
              <a:t>          "prior_raw_mean": 20.640794333333336,</a:t>
            </a:r>
          </a:p>
          <a:p>
            <a:r>
              <a:t>          "prior_value": 51.40998240155911,</a:t>
            </a:r>
          </a:p>
          <a:p>
            <a:r>
              <a:t>          "yoy_fraction": -0.1773586297542845,</a:t>
            </a:r>
          </a:p>
          <a:p>
            <a:r>
              <a:t>          "yoy_pct": -17.73586297542845,</a:t>
            </a:r>
          </a:p>
          <a:p>
            <a:r>
              <a:t>          "value_label": "42.3",</a:t>
            </a:r>
          </a:p>
          <a:p>
            <a:r>
              <a:t>          "yoy_label": "(-17.7%)",</a:t>
            </a:r>
          </a:p>
          <a:p>
            <a:r>
              <a:t>          "label": "42.3\n(-17.7%)"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"NV_FORM_WHOLE",</a:t>
            </a:r>
          </a:p>
          <a:p>
            <a:r>
              <a:t>          "month": "2025-10",</a:t>
            </a:r>
          </a:p>
          <a:p>
            <a:r>
              <a:t>          "start": "2025-10-01",</a:t>
            </a:r>
          </a:p>
          <a:p>
            <a:r>
              <a:t>          "end": "2025-10-31",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578.3482,</a:t>
            </a:r>
          </a:p>
          <a:p>
            <a:r>
              <a:t>          "raw_mean": 18.656393548387097,</a:t>
            </a:r>
          </a:p>
          <a:p>
            <a:r>
              <a:t>          "value": 46.46743960091821,</a:t>
            </a:r>
          </a:p>
          <a:p>
            <a:r>
              <a:t>          "prior_start": "2024-10-01",</a:t>
            </a:r>
          </a:p>
          <a:p>
            <a:r>
              <a:t>          "prior_end": "2024-10-31",</a:t>
            </a:r>
          </a:p>
          <a:p>
            <a:r>
              <a:t>          "prior_days": 31,</a:t>
            </a:r>
          </a:p>
          <a:p>
            <a:r>
              <a:t>          "prior_raw_mean": 20.69682806451613,</a:t>
            </a:r>
          </a:p>
          <a:p>
            <a:r>
              <a:t>          "prior_value": 51.549545496248214,</a:t>
            </a:r>
          </a:p>
          <a:p>
            <a:r>
              <a:t>          "yoy_fraction": -0.09858682256858853,</a:t>
            </a:r>
          </a:p>
          <a:p>
            <a:r>
              <a:t>          "yoy_pct": -9.858682256858852,</a:t>
            </a:r>
          </a:p>
          <a:p>
            <a:r>
              <a:t>          "value_label": "46.5",</a:t>
            </a:r>
          </a:p>
          <a:p>
            <a:r>
              <a:t>          "yoy_label": "(-9.9%)",</a:t>
            </a:r>
          </a:p>
          <a:p>
            <a:r>
              <a:t>          "label": "46.5\n(-9.9%)"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"NV_FORM_WHOLE",</a:t>
            </a:r>
          </a:p>
          <a:p>
            <a:r>
              <a:t>          "month": "2025-11",</a:t>
            </a:r>
          </a:p>
          <a:p>
            <a:r>
              <a:t>          "start": "2025-11-01",</a:t>
            </a:r>
          </a:p>
          <a:p>
            <a:r>
              <a:t>          "end": "2025-11-30",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510.50405,</a:t>
            </a:r>
          </a:p>
          <a:p>
            <a:r>
              <a:t>          "raw_mean": 17.016801666666666,</a:t>
            </a:r>
          </a:p>
          <a:p>
            <a:r>
              <a:t>          "value": 42.38371159976943,</a:t>
            </a:r>
          </a:p>
          <a:p>
            <a:r>
              <a:t>          "prior_start": "2024-11-01",</a:t>
            </a:r>
          </a:p>
          <a:p>
            <a:r>
              <a:t>          "prior_end": "2024-11-30",</a:t>
            </a:r>
          </a:p>
          <a:p>
            <a:r>
              <a:t>          "prior_days": 30,</a:t>
            </a:r>
          </a:p>
          <a:p>
            <a:r>
              <a:t>          "prior_raw_mean": 19.056605333333334,</a:t>
            </a:r>
          </a:p>
          <a:p>
            <a:r>
              <a:t>          "prior_value": 47.46424623968965,</a:t>
            </a:r>
          </a:p>
          <a:p>
            <a:r>
              <a:t>          "yoy_fraction": -0.10703919354926728,</a:t>
            </a:r>
          </a:p>
          <a:p>
            <a:r>
              <a:t>          "yoy_pct": -10.703919354926727,</a:t>
            </a:r>
          </a:p>
          <a:p>
            <a:r>
              <a:t>          "value_label": "42.4",</a:t>
            </a:r>
          </a:p>
          <a:p>
            <a:r>
              <a:t>          "yoy_label": "(-10.7%)",</a:t>
            </a:r>
          </a:p>
          <a:p>
            <a:r>
              <a:t>          "label": "42.4\n(-10.7%)"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"NV_FORM_WHOLE",</a:t>
            </a:r>
          </a:p>
          <a:p>
            <a:r>
              <a:t>          "month": "2025-12",</a:t>
            </a:r>
          </a:p>
          <a:p>
            <a:r>
              <a:t>          "start": "2025-12-01",</a:t>
            </a:r>
          </a:p>
          <a:p>
            <a:r>
              <a:t>          "end": "2025-12-31",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496.20796,</a:t>
            </a:r>
          </a:p>
          <a:p>
            <a:r>
              <a:t>          "raw_mean": 16.006708387096776,</a:t>
            </a:r>
          </a:p>
          <a:p>
            <a:r>
              <a:t>          "value": 39.86787442373789,</a:t>
            </a:r>
          </a:p>
          <a:p>
            <a:r>
              <a:t>          "prior_start": "2024-12-01",</a:t>
            </a:r>
          </a:p>
          <a:p>
            <a:r>
              <a:t>          "prior_end": "2024-12-31",</a:t>
            </a:r>
          </a:p>
          <a:p>
            <a:r>
              <a:t>          "prior_days": 31,</a:t>
            </a:r>
          </a:p>
          <a:p>
            <a:r>
              <a:t>          "prior_raw_mean": 17.844671612903223,</a:t>
            </a:r>
          </a:p>
          <a:p>
            <a:r>
              <a:t>          "prior_value": 44.44568550830592,</a:t>
            </a:r>
          </a:p>
          <a:p>
            <a:r>
              <a:t>          "yoy_fraction": -0.10299787329666765,</a:t>
            </a:r>
          </a:p>
          <a:p>
            <a:r>
              <a:t>          "yoy_pct": -10.299787329666765,</a:t>
            </a:r>
          </a:p>
          <a:p>
            <a:r>
              <a:t>          "value_label": "39.9",</a:t>
            </a:r>
          </a:p>
          <a:p>
            <a:r>
              <a:t>          "yoy_label": "(-10.3%)",</a:t>
            </a:r>
          </a:p>
          <a:p>
            <a:r>
              <a:t>          "label": "39.9\n(-10.3%)"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"NV_FORM_WHOLE",</a:t>
            </a:r>
          </a:p>
          <a:p>
            <a:r>
              <a:t>          "month": "2026-01",</a:t>
            </a:r>
          </a:p>
          <a:p>
            <a:r>
              <a:t>          "start": "2026-01-01",</a:t>
            </a:r>
          </a:p>
          <a:p>
            <a:r>
              <a:t>          "end": "2026-01-31",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517.46536,</a:t>
            </a:r>
          </a:p>
          <a:p>
            <a:r>
              <a:t>          "raw_mean": 16.692430967741938,</a:t>
            </a:r>
          </a:p>
          <a:p>
            <a:r>
              <a:t>          "value": 41.575802192117834,</a:t>
            </a:r>
          </a:p>
          <a:p>
            <a:r>
              <a:t>          "prior_start": "2025-01-01",</a:t>
            </a:r>
          </a:p>
          <a:p>
            <a:r>
              <a:t>          "prior_end": "2025-01-31",</a:t>
            </a:r>
          </a:p>
          <a:p>
            <a:r>
              <a:t>          "prior_days": 31,</a:t>
            </a:r>
          </a:p>
          <a:p>
            <a:r>
              <a:t>          "prior_raw_mean": 18.12913483870968,</a:t>
            </a:r>
          </a:p>
          <a:p>
            <a:r>
              <a:t>          "prior_value": 45.154197457818604,</a:t>
            </a:r>
          </a:p>
          <a:p>
            <a:r>
              <a:t>          "yoy_fraction": -0.07924834161970384,</a:t>
            </a:r>
          </a:p>
          <a:p>
            <a:r>
              <a:t>          "yoy_pct": -7.924834161970384,</a:t>
            </a:r>
          </a:p>
          <a:p>
            <a:r>
              <a:t>          "value_label": "41.6",</a:t>
            </a:r>
          </a:p>
          <a:p>
            <a:r>
              <a:t>          "yoy_label": "(-7.9%)",</a:t>
            </a:r>
          </a:p>
          <a:p>
            <a:r>
              <a:t>          "label": "41.6\n(-7.9%)"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"NV_FORM_WHOLE",</a:t>
            </a:r>
          </a:p>
          <a:p>
            <a:r>
              <a:t>          "month": "2026-02",</a:t>
            </a:r>
          </a:p>
          <a:p>
            <a:r>
              <a:t>          "start": "2026-02-01",</a:t>
            </a:r>
          </a:p>
          <a:p>
            <a:r>
              <a:t>          "end": "2026-02-28",</a:t>
            </a:r>
          </a:p>
          <a:p>
            <a:r>
              <a:t>          "days": 28,</a:t>
            </a:r>
          </a:p>
          <a:p>
            <a:r>
              <a:t>          "partial": false,</a:t>
            </a:r>
          </a:p>
          <a:p>
            <a:r>
              <a:t>          "raw_sum": 458.9012,</a:t>
            </a:r>
          </a:p>
          <a:p>
            <a:r>
              <a:t>          "raw_mean": 16.38932857142857,</a:t>
            </a:r>
          </a:p>
          <a:p>
            <a:r>
              <a:t>          "value": 40.82086570039688,</a:t>
            </a:r>
          </a:p>
          <a:p>
            <a:r>
              <a:t>          "prior_start": "2025-02-01",</a:t>
            </a:r>
          </a:p>
          <a:p>
            <a:r>
              <a:t>          "prior_end": "2025-02-28",</a:t>
            </a:r>
          </a:p>
          <a:p>
            <a:r>
              <a:t>          "prior_days": 28,</a:t>
            </a:r>
          </a:p>
          <a:p>
            <a:r>
              <a:t>          "prior_raw_mean": 17.92938857142857,</a:t>
            </a:r>
          </a:p>
          <a:p>
            <a:r>
              <a:t>          "prior_value": 44.65668985613125,</a:t>
            </a:r>
          </a:p>
          <a:p>
            <a:r>
              <a:t>          "yoy_fraction": -0.08589584602199807,</a:t>
            </a:r>
          </a:p>
          <a:p>
            <a:r>
              <a:t>          "yoy_pct": -8.589584602199807,</a:t>
            </a:r>
          </a:p>
          <a:p>
            <a:r>
              <a:t>          "value_label": "40.8",</a:t>
            </a:r>
          </a:p>
          <a:p>
            <a:r>
              <a:t>          "yoy_label": "(-8.6%)",</a:t>
            </a:r>
          </a:p>
          <a:p>
            <a:r>
              <a:t>          "label": "40.8\n(-8.6%)"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"NV_FORM_WHOLE",</a:t>
            </a:r>
          </a:p>
          <a:p>
            <a:r>
              <a:t>          "month": "2026-03",</a:t>
            </a:r>
          </a:p>
          <a:p>
            <a:r>
              <a:t>          "start": "2026-03-01",</a:t>
            </a:r>
          </a:p>
          <a:p>
            <a:r>
              <a:t>          "end": "2026-03-31",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498.88974,</a:t>
            </a:r>
          </a:p>
          <a:p>
            <a:r>
              <a:t>          "raw_mean": 16.09321741935484,</a:t>
            </a:r>
          </a:p>
          <a:p>
            <a:r>
              <a:t>          "value": 40.083342285785264,</a:t>
            </a:r>
          </a:p>
          <a:p>
            <a:r>
              <a:t>          "prior_start": "2025-03-01",</a:t>
            </a:r>
          </a:p>
          <a:p>
            <a:r>
              <a:t>          "prior_end": "2025-03-31",</a:t>
            </a:r>
          </a:p>
          <a:p>
            <a:r>
              <a:t>          "prior_days": 31,</a:t>
            </a:r>
          </a:p>
          <a:p>
            <a:r>
              <a:t>          "prior_raw_mean": 17.846011290322583,</a:t>
            </a:r>
          </a:p>
          <a:p>
            <a:r>
              <a:t>          "prior_value": 44.449022239995635,</a:t>
            </a:r>
          </a:p>
          <a:p>
            <a:r>
              <a:t>          "yoy_fraction": -0.09821768250915752,</a:t>
            </a:r>
          </a:p>
          <a:p>
            <a:r>
              <a:t>          "yoy_pct": -9.821768250915753,</a:t>
            </a:r>
          </a:p>
          <a:p>
            <a:r>
              <a:t>          "value_label": "40.1",</a:t>
            </a:r>
          </a:p>
          <a:p>
            <a:r>
              <a:t>          "yoy_label": "(-9.8%)",</a:t>
            </a:r>
          </a:p>
          <a:p>
            <a:r>
              <a:t>          "label": "40.1\n(-9.8%)"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"NV_FORM_WHOLE",</a:t>
            </a:r>
          </a:p>
          <a:p>
            <a:r>
              <a:t>          "month": "2026-04",</a:t>
            </a:r>
          </a:p>
          <a:p>
            <a:r>
              <a:t>          "start": "2026-04-01",</a:t>
            </a:r>
          </a:p>
          <a:p>
            <a:r>
              <a:t>          "end": "2026-04-30",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490.48643,</a:t>
            </a:r>
          </a:p>
          <a:p>
            <a:r>
              <a:t>          "raw_mean": 16.349547666666666,</a:t>
            </a:r>
          </a:p>
          <a:p>
            <a:r>
              <a:t>          "value": 40.721783485793104,</a:t>
            </a:r>
          </a:p>
          <a:p>
            <a:r>
              <a:t>          "prior_start": "2025-04-01",</a:t>
            </a:r>
          </a:p>
          <a:p>
            <a:r>
              <a:t>          "prior_end": "2025-04-30",</a:t>
            </a:r>
          </a:p>
          <a:p>
            <a:r>
              <a:t>          "prior_days": 30,</a:t>
            </a:r>
          </a:p>
          <a:p>
            <a:r>
              <a:t>          "prior_raw_mean": 17.671779666666666,</a:t>
            </a:r>
          </a:p>
          <a:p>
            <a:r>
              <a:t>          "prior_value": 44.01506390674097,</a:t>
            </a:r>
          </a:p>
          <a:p>
            <a:r>
              <a:t>          "yoy_fraction": -0.07482166623512487,</a:t>
            </a:r>
          </a:p>
          <a:p>
            <a:r>
              <a:t>          "yoy_pct": -7.482166623512487,</a:t>
            </a:r>
          </a:p>
          <a:p>
            <a:r>
              <a:t>          "value_label": "40.7",</a:t>
            </a:r>
          </a:p>
          <a:p>
            <a:r>
              <a:t>          "yoy_label": "(-7.5%)",</a:t>
            </a:r>
          </a:p>
          <a:p>
            <a:r>
              <a:t>          "label": "40.7\n(-7.5%)"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"NV_FORM_WHOLE",</a:t>
            </a:r>
          </a:p>
          <a:p>
            <a:r>
              <a:t>          "month": "2026-05",</a:t>
            </a:r>
          </a:p>
          <a:p>
            <a:r>
              <a:t>          "start": "2026-05-01",</a:t>
            </a:r>
          </a:p>
          <a:p>
            <a:r>
              <a:t>          "end": "2026-05-31",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543.92037,</a:t>
            </a:r>
          </a:p>
          <a:p>
            <a:r>
              <a:t>          "raw_mean": 17.545818387096777,</a:t>
            </a:r>
          </a:p>
          <a:p>
            <a:r>
              <a:t>          "value": 43.70133241649942,</a:t>
            </a:r>
          </a:p>
          <a:p>
            <a:r>
              <a:t>          "prior_start": "2025-05-01",</a:t>
            </a:r>
          </a:p>
          <a:p>
            <a:r>
              <a:t>          "prior_end": "2025-05-31",</a:t>
            </a:r>
          </a:p>
          <a:p>
            <a:r>
              <a:t>          "prior_days": 31,</a:t>
            </a:r>
          </a:p>
          <a:p>
            <a:r>
              <a:t>          "prior_raw_mean": 18.626107419354838,</a:t>
            </a:r>
          </a:p>
          <a:p>
            <a:r>
              <a:t>          "prior_value": 46.3920060039638,</a:t>
            </a:r>
          </a:p>
          <a:p>
            <a:r>
              <a:t>          "yoy_fraction": -0.05799864716422232,</a:t>
            </a:r>
          </a:p>
          <a:p>
            <a:r>
              <a:t>          "yoy_pct": -5.799864716422231,</a:t>
            </a:r>
          </a:p>
          <a:p>
            <a:r>
              <a:t>          "value_label": "43.7",</a:t>
            </a:r>
          </a:p>
          <a:p>
            <a:r>
              <a:t>          "yoy_label": "(-5.8%)",</a:t>
            </a:r>
          </a:p>
          <a:p>
            <a:r>
              <a:t>          "label": "43.7\n(-5.8%)"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"NV_FORM_WHOLE",</a:t>
            </a:r>
          </a:p>
          <a:p>
            <a:r>
              <a:t>          "month": "2026-06",</a:t>
            </a:r>
          </a:p>
          <a:p>
            <a:r>
              <a:t>          "start": "2026-06-01",</a:t>
            </a:r>
          </a:p>
          <a:p>
            <a:r>
              <a:t>          "end": "2026-06-30",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513.24811,</a:t>
            </a:r>
          </a:p>
          <a:p>
            <a:r>
              <a:t>          "raw_mean": 17.108270333333333,</a:t>
            </a:r>
          </a:p>
          <a:p>
            <a:r>
              <a:t>          "value": 42.61153241265517,</a:t>
            </a:r>
          </a:p>
          <a:p>
            <a:r>
              <a:t>          "prior_start": "2025-06-01",</a:t>
            </a:r>
          </a:p>
          <a:p>
            <a:r>
              <a:t>          "prior_end": "2025-06-30",</a:t>
            </a:r>
          </a:p>
          <a:p>
            <a:r>
              <a:t>          "prior_days": 30,</a:t>
            </a:r>
          </a:p>
          <a:p>
            <a:r>
              <a:t>          "prior_raw_mean": 18.517995,</a:t>
            </a:r>
          </a:p>
          <a:p>
            <a:r>
              <a:t>          "prior_value": 46.122730631772995,</a:t>
            </a:r>
          </a:p>
          <a:p>
            <a:r>
              <a:t>          "yoy_fraction": -0.07612728411832215,</a:t>
            </a:r>
          </a:p>
          <a:p>
            <a:r>
              <a:t>          "yoy_pct": -7.612728411832215,</a:t>
            </a:r>
          </a:p>
          <a:p>
            <a:r>
              <a:t>          "value_label": "42.6",</a:t>
            </a:r>
          </a:p>
          <a:p>
            <a:r>
              <a:t>          "yoy_label": "(-7.6%)",</a:t>
            </a:r>
          </a:p>
          <a:p>
            <a:r>
              <a:t>          "label": "42.6\n(-7.6%)"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"NV_FORM_WHOLE",</a:t>
            </a:r>
          </a:p>
          <a:p>
            <a:r>
              <a:t>          "month": "2026-07",</a:t>
            </a:r>
          </a:p>
          <a:p>
            <a:r>
              <a:t>          "start": "2026-07-01",</a:t>
            </a:r>
          </a:p>
          <a:p>
            <a:r>
              <a:t>          "end": "2026-07-31",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523.47221,</a:t>
            </a:r>
          </a:p>
          <a:p>
            <a:r>
              <a:t>          "raw_mean": 16.886200322580645,</a:t>
            </a:r>
          </a:p>
          <a:p>
            <a:r>
              <a:t>          "value": 42.05842311073879,</a:t>
            </a:r>
          </a:p>
          <a:p>
            <a:r>
              <a:t>          "prior_start": "2025-07-01",</a:t>
            </a:r>
          </a:p>
          <a:p>
            <a:r>
              <a:t>          "prior_end": "2025-07-31",</a:t>
            </a:r>
          </a:p>
          <a:p>
            <a:r>
              <a:t>          "prior_days": 31,</a:t>
            </a:r>
          </a:p>
          <a:p>
            <a:r>
              <a:t>          "prior_raw_mean": 18.34917451612903,</a:t>
            </a:r>
          </a:p>
          <a:p>
            <a:r>
              <a:t>          "prior_value": 45.7022498128341,</a:t>
            </a:r>
          </a:p>
          <a:p>
            <a:r>
              <a:t>          "yoy_fraction": -0.07972970077004948,</a:t>
            </a:r>
          </a:p>
          <a:p>
            <a:r>
              <a:t>          "yoy_pct": -7.972970077004948,</a:t>
            </a:r>
          </a:p>
          <a:p>
            <a:r>
              <a:t>          "value_label": "42.1",</a:t>
            </a:r>
          </a:p>
          <a:p>
            <a:r>
              <a:t>          "yoy_label": "(-8.0%)",</a:t>
            </a:r>
          </a:p>
          <a:p>
            <a:r>
              <a:t>          "label": "42.1\n(-8.0%)"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"NV_FORM_WHOLE",</a:t>
            </a:r>
          </a:p>
          <a:p>
            <a:r>
              <a:t>          "month": "2026-08",</a:t>
            </a:r>
          </a:p>
          <a:p>
            <a:r>
              <a:t>          "start": "2026-08-01",</a:t>
            </a:r>
          </a:p>
          <a:p>
            <a:r>
              <a:t>          "end": "2026-08-31",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551.55084,</a:t>
            </a:r>
          </a:p>
          <a:p>
            <a:r>
              <a:t>          "raw_mean": 17.791962580645162,</a:t>
            </a:r>
          </a:p>
          <a:p>
            <a:r>
              <a:t>          "value": 44.314403234134225,</a:t>
            </a:r>
          </a:p>
          <a:p>
            <a:r>
              <a:t>          "prior_start": "2025-08-01",</a:t>
            </a:r>
          </a:p>
          <a:p>
            <a:r>
              <a:t>          "prior_end": "2025-08-31",</a:t>
            </a:r>
          </a:p>
          <a:p>
            <a:r>
              <a:t>          "prior_days": 31,</a:t>
            </a:r>
          </a:p>
          <a:p>
            <a:r>
              <a:t>          "prior_raw_mean": 18.28776387096774,</a:t>
            </a:r>
          </a:p>
          <a:p>
            <a:r>
              <a:t>          "prior_value": 45.54929444997233,</a:t>
            </a:r>
          </a:p>
          <a:p>
            <a:r>
              <a:t>          "yoy_fraction": -0.027111094271600855,</a:t>
            </a:r>
          </a:p>
          <a:p>
            <a:r>
              <a:t>          "yoy_pct": -2.7111094271600855,</a:t>
            </a:r>
          </a:p>
          <a:p>
            <a:r>
              <a:t>          "value_label": "44.3",</a:t>
            </a:r>
          </a:p>
          <a:p>
            <a:r>
              <a:t>          "yoy_label": "(-2.7%)",</a:t>
            </a:r>
          </a:p>
          <a:p>
            <a:r>
              <a:t>          "label": "44.3\n(-2.7%)"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"NV_FORM_WHOLE",</a:t>
            </a:r>
          </a:p>
          <a:p>
            <a:r>
              <a:t>          "month": "2026-09",</a:t>
            </a:r>
          </a:p>
          <a:p>
            <a:r>
              <a:t>          "start": "2026-09-01",</a:t>
            </a:r>
          </a:p>
          <a:p>
            <a:r>
              <a:t>          "end": "2026-09-30",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454.8655,</a:t>
            </a:r>
          </a:p>
          <a:p>
            <a:r>
              <a:t>          "raw_mean": 15.162183333333333,</a:t>
            </a:r>
          </a:p>
          <a:p>
            <a:r>
              <a:t>          "value": 37.76441767442379,</a:t>
            </a:r>
          </a:p>
          <a:p>
            <a:r>
              <a:t>          "prior_start": "2025-09-01",</a:t>
            </a:r>
          </a:p>
          <a:p>
            <a:r>
              <a:t>          "prior_end": "2025-09-30",</a:t>
            </a:r>
          </a:p>
          <a:p>
            <a:r>
              <a:t>          "prior_days": 30,</a:t>
            </a:r>
          </a:p>
          <a:p>
            <a:r>
              <a:t>          "prior_raw_mean": 16.97997133333333,</a:t>
            </a:r>
          </a:p>
          <a:p>
            <a:r>
              <a:t>          "prior_value": 42.29197836712671,</a:t>
            </a:r>
          </a:p>
          <a:p>
            <a:r>
              <a:t>          "yoy_fraction": -0.10705483326885845,</a:t>
            </a:r>
          </a:p>
          <a:p>
            <a:r>
              <a:t>          "yoy_pct": -10.705483326885846,</a:t>
            </a:r>
          </a:p>
          <a:p>
            <a:r>
              <a:t>          "value_label": "37.8",</a:t>
            </a:r>
          </a:p>
          <a:p>
            <a:r>
              <a:t>          "yoy_label": "(-10.7%)",</a:t>
            </a:r>
          </a:p>
          <a:p>
            <a:r>
              <a:t>          "label": "37.8\n(-10.7%)"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"NV_FORM_WHOLE",</a:t>
            </a:r>
          </a:p>
          <a:p>
            <a:r>
              <a:t>          "month": "2026-10",</a:t>
            </a:r>
          </a:p>
          <a:p>
            <a:r>
              <a:t>          "start": "2026-10-01",</a:t>
            </a:r>
          </a:p>
          <a:p>
            <a:r>
              <a:t>          "end": "2026-10-19",</a:t>
            </a:r>
          </a:p>
          <a:p>
            <a:r>
              <a:t>          "days": 19,</a:t>
            </a:r>
          </a:p>
          <a:p>
            <a:r>
              <a:t>          "partial": true,</a:t>
            </a:r>
          </a:p>
          <a:p>
            <a:r>
              <a:t>          "raw_sum": 296.14576999999997,</a:t>
            </a:r>
          </a:p>
          <a:p>
            <a:r>
              <a:t>          "raw_mean": 15.586619473684209,</a:t>
            </a:r>
          </a:p>
          <a:p>
            <a:r>
              <a:t>          "value": 38.82155986351028,</a:t>
            </a:r>
          </a:p>
          <a:p>
            <a:r>
              <a:t>          "prior_start": "2025-10-01",</a:t>
            </a:r>
          </a:p>
          <a:p>
            <a:r>
              <a:t>          "prior_end": "2025-10-19",</a:t>
            </a:r>
          </a:p>
          <a:p>
            <a:r>
              <a:t>          "prior_days": 19,</a:t>
            </a:r>
          </a:p>
          <a:p>
            <a:r>
              <a:t>          "prior_raw_mean": 19.74243368421053,</a:t>
            </a:r>
          </a:p>
          <a:p>
            <a:r>
              <a:t>          "prior_value": 49.17243744976082,</a:t>
            </a:r>
          </a:p>
          <a:p>
            <a:r>
              <a:t>          "yoy_fraction": -0.21050161682194357,</a:t>
            </a:r>
          </a:p>
          <a:p>
            <a:r>
              <a:t>          "yoy_pct": -21.050161682194357,</a:t>
            </a:r>
          </a:p>
          <a:p>
            <a:r>
              <a:t>          "value_label": "38.8",</a:t>
            </a:r>
          </a:p>
          <a:p>
            <a:r>
              <a:t>          "yoy_label": "(-21.1%)",</a:t>
            </a:r>
          </a:p>
          <a:p>
            <a:r>
              <a:t>          "label": "38.8\n(-21.1%)"</a:t>
            </a:r>
          </a:p>
          <a:p>
            <a:r>
              <a:t>        }</a:t>
            </a:r>
          </a:p>
          <a:p>
            <a:r>
              <a:t>      ]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"NV_XC12",</a:t>
            </a:r>
          </a:p>
          <a:p>
            <a:r>
              <a:t>      "label": "순살·발골",</a:t>
            </a:r>
          </a:p>
          <a:p>
            <a:r>
              <a:t>      "points": [</a:t>
            </a:r>
          </a:p>
          <a:p>
            <a:r>
              <a:t>        {</a:t>
            </a:r>
          </a:p>
          <a:p>
            <a:r>
              <a:t>          "group_id": "NV_XC12",</a:t>
            </a:r>
          </a:p>
          <a:p>
            <a:r>
              <a:t>          "month": "2025-01",</a:t>
            </a:r>
          </a:p>
          <a:p>
            <a:r>
              <a:t>          "start": "2025-01-01",</a:t>
            </a:r>
          </a:p>
          <a:p>
            <a:r>
              <a:t>          "end": "2025-01-31",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53.32835,</a:t>
            </a:r>
          </a:p>
          <a:p>
            <a:r>
              <a:t>          "raw_mean": 1.7202693548387098,</a:t>
            </a:r>
          </a:p>
          <a:p>
            <a:r>
              <a:t>          "value": 38.909469462855405,</a:t>
            </a:r>
          </a:p>
          <a:p>
            <a:r>
              <a:t>          "prior_start": "2024-01-01",</a:t>
            </a:r>
          </a:p>
          <a:p>
            <a:r>
              <a:t>          "prior_end": "2024-01-31",</a:t>
            </a:r>
          </a:p>
          <a:p>
            <a:r>
              <a:t>          "prior_days": 31,</a:t>
            </a:r>
          </a:p>
          <a:p>
            <a:r>
              <a:t>          "prior_raw_mean": 2.1313596774193546,</a:t>
            </a:r>
          </a:p>
          <a:p>
            <a:r>
              <a:t>          "prior_value": 48.207610075507716,</a:t>
            </a:r>
          </a:p>
          <a:p>
            <a:r>
              <a:t>          "yoy_fraction": -0.19287702912649285,</a:t>
            </a:r>
          </a:p>
          <a:p>
            <a:r>
              <a:t>          "yoy_pct": -19.287702912649284,</a:t>
            </a:r>
          </a:p>
          <a:p>
            <a:r>
              <a:t>          "value_label": "38.9",</a:t>
            </a:r>
          </a:p>
          <a:p>
            <a:r>
              <a:t>          "yoy_label": "(-19.3%)",</a:t>
            </a:r>
          </a:p>
          <a:p>
            <a:r>
              <a:t>          "label": "38.9\n(-19.3%)"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"NV_XC12",</a:t>
            </a:r>
          </a:p>
          <a:p>
            <a:r>
              <a:t>          "month": "2025-02",</a:t>
            </a:r>
          </a:p>
          <a:p>
            <a:r>
              <a:t>          "start": "2025-02-01",</a:t>
            </a:r>
          </a:p>
          <a:p>
            <a:r>
              <a:t>          "end": "2025-02-28",</a:t>
            </a:r>
          </a:p>
          <a:p>
            <a:r>
              <a:t>          "days": 28,</a:t>
            </a:r>
          </a:p>
          <a:p>
            <a:r>
              <a:t>          "partial": false,</a:t>
            </a:r>
          </a:p>
          <a:p>
            <a:r>
              <a:t>          "raw_sum": 48.9798,</a:t>
            </a:r>
          </a:p>
          <a:p>
            <a:r>
              <a:t>          "raw_mean": 1.7492785714285712,</a:t>
            </a:r>
          </a:p>
          <a:p>
            <a:r>
              <a:t>          "value": 39.565606958922366,</a:t>
            </a:r>
          </a:p>
          <a:p>
            <a:r>
              <a:t>          "prior_start": "2024-02-01",</a:t>
            </a:r>
          </a:p>
          <a:p>
            <a:r>
              <a:t>          "prior_end": "2024-02-29",</a:t>
            </a:r>
          </a:p>
          <a:p>
            <a:r>
              <a:t>          "prior_days": 29,</a:t>
            </a:r>
          </a:p>
          <a:p>
            <a:r>
              <a:t>          "prior_raw_mean": 2.091781724137931,</a:t>
            </a:r>
          </a:p>
          <a:p>
            <a:r>
              <a:t>          "prior_value": 47.31242632984931,</a:t>
            </a:r>
          </a:p>
          <a:p>
            <a:r>
              <a:t>          "yoy_fraction": -0.16373752039090606,</a:t>
            </a:r>
          </a:p>
          <a:p>
            <a:r>
              <a:t>          "yoy_pct": -16.373752039090604,</a:t>
            </a:r>
          </a:p>
          <a:p>
            <a:r>
              <a:t>          "value_label": "39.6",</a:t>
            </a:r>
          </a:p>
          <a:p>
            <a:r>
              <a:t>          "yoy_label": "(-16.4%)",</a:t>
            </a:r>
          </a:p>
          <a:p>
            <a:r>
              <a:t>          "label": "39.6\n(-16.4%)"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"NV_XC12",</a:t>
            </a:r>
          </a:p>
          <a:p>
            <a:r>
              <a:t>          "month": "2025-03",</a:t>
            </a:r>
          </a:p>
          <a:p>
            <a:r>
              <a:t>          "start": "2025-03-01",</a:t>
            </a:r>
          </a:p>
          <a:p>
            <a:r>
              <a:t>          "end": "2025-03-31",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52.40608,</a:t>
            </a:r>
          </a:p>
          <a:p>
            <a:r>
              <a:t>          "raw_mean": 1.6905187096774195,</a:t>
            </a:r>
          </a:p>
          <a:p>
            <a:r>
              <a:t>          "value": 38.236562155550615,</a:t>
            </a:r>
          </a:p>
          <a:p>
            <a:r>
              <a:t>          "prior_start": "2024-03-01",</a:t>
            </a:r>
          </a:p>
          <a:p>
            <a:r>
              <a:t>          "prior_end": "2024-03-31",</a:t>
            </a:r>
          </a:p>
          <a:p>
            <a:r>
              <a:t>          "prior_days": 31,</a:t>
            </a:r>
          </a:p>
          <a:p>
            <a:r>
              <a:t>          "prior_raw_mean": 2.156602258064516,</a:t>
            </a:r>
          </a:p>
          <a:p>
            <a:r>
              <a:t>          "prior_value": 48.77855288630298,</a:t>
            </a:r>
          </a:p>
          <a:p>
            <a:r>
              <a:t>          "yoy_fraction": -0.2161193825352814,</a:t>
            </a:r>
          </a:p>
          <a:p>
            <a:r>
              <a:t>          "yoy_pct": -21.61193825352814,</a:t>
            </a:r>
          </a:p>
          <a:p>
            <a:r>
              <a:t>          "value_label": "38.2",</a:t>
            </a:r>
          </a:p>
          <a:p>
            <a:r>
              <a:t>          "yoy_label": "(-21.6%)",</a:t>
            </a:r>
          </a:p>
          <a:p>
            <a:r>
              <a:t>          "label": "38.2\n(-21.6%)"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"NV_XC12",</a:t>
            </a:r>
          </a:p>
          <a:p>
            <a:r>
              <a:t>          "month": "2025-04",</a:t>
            </a:r>
          </a:p>
          <a:p>
            <a:r>
              <a:t>          "start": "2025-04-01",</a:t>
            </a:r>
          </a:p>
          <a:p>
            <a:r>
              <a:t>          "end": "2025-04-30",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48.09664,</a:t>
            </a:r>
          </a:p>
          <a:p>
            <a:r>
              <a:t>          "raw_mean": 1.6032213333333334,</a:t>
            </a:r>
          </a:p>
          <a:p>
            <a:r>
              <a:t>          "value": 36.26204892627433,</a:t>
            </a:r>
          </a:p>
          <a:p>
            <a:r>
              <a:t>          "prior_start": "2024-04-01",</a:t>
            </a:r>
          </a:p>
          <a:p>
            <a:r>
              <a:t>          "prior_end": "2024-04-30",</a:t>
            </a:r>
          </a:p>
          <a:p>
            <a:r>
              <a:t>          "prior_days": 30,</a:t>
            </a:r>
          </a:p>
          <a:p>
            <a:r>
              <a:t>          "prior_raw_mean": 2.129185,</a:t>
            </a:r>
          </a:p>
          <a:p>
            <a:r>
              <a:t>          "prior_value": 48.1584226942398,</a:t>
            </a:r>
          </a:p>
          <a:p>
            <a:r>
              <a:t>          "yoy_fraction": -0.24702581817299407,</a:t>
            </a:r>
          </a:p>
          <a:p>
            <a:r>
              <a:t>          "yoy_pct": -24.702581817299407,</a:t>
            </a:r>
          </a:p>
          <a:p>
            <a:r>
              <a:t>          "value_label": "36.3",</a:t>
            </a:r>
          </a:p>
          <a:p>
            <a:r>
              <a:t>          "yoy_label": "(-24.7%)",</a:t>
            </a:r>
          </a:p>
          <a:p>
            <a:r>
              <a:t>          "label": "36.3\n(-24.7%)"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"NV_XC12",</a:t>
            </a:r>
          </a:p>
          <a:p>
            <a:r>
              <a:t>          "month": "2025-05",</a:t>
            </a:r>
          </a:p>
          <a:p>
            <a:r>
              <a:t>          "start": "2025-05-01",</a:t>
            </a:r>
          </a:p>
          <a:p>
            <a:r>
              <a:t>          "end": "2025-05-31",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71.38211,</a:t>
            </a:r>
          </a:p>
          <a:p>
            <a:r>
              <a:t>          "raw_mean": 2.302648709677419,</a:t>
            </a:r>
          </a:p>
          <a:p>
            <a:r>
              <a:t>          "value": 52.08186694767765,</a:t>
            </a:r>
          </a:p>
          <a:p>
            <a:r>
              <a:t>          "prior_start": "2024-05-01",</a:t>
            </a:r>
          </a:p>
          <a:p>
            <a:r>
              <a:t>          "prior_end": "2024-05-31",</a:t>
            </a:r>
          </a:p>
          <a:p>
            <a:r>
              <a:t>          "prior_days": 31,</a:t>
            </a:r>
          </a:p>
          <a:p>
            <a:r>
              <a:t>          "prior_raw_mean": 2.106478064516129,</a:t>
            </a:r>
          </a:p>
          <a:p>
            <a:r>
              <a:t>          "prior_value": 47.644831720640475,</a:t>
            </a:r>
          </a:p>
          <a:p>
            <a:r>
              <a:t>          "yoy_fraction": 0.09312731448089018,</a:t>
            </a:r>
          </a:p>
          <a:p>
            <a:r>
              <a:t>          "yoy_pct": 9.312731448089018,</a:t>
            </a:r>
          </a:p>
          <a:p>
            <a:r>
              <a:t>          "value_label": "52.1",</a:t>
            </a:r>
          </a:p>
          <a:p>
            <a:r>
              <a:t>          "yoy_label": "(+9.3%)",</a:t>
            </a:r>
          </a:p>
          <a:p>
            <a:r>
              <a:t>          "label": "52.1\n(+9.3%)"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"NV_XC12",</a:t>
            </a:r>
          </a:p>
          <a:p>
            <a:r>
              <a:t>          "month": "2025-06",</a:t>
            </a:r>
          </a:p>
          <a:p>
            <a:r>
              <a:t>          "start": "2025-06-01",</a:t>
            </a:r>
          </a:p>
          <a:p>
            <a:r>
              <a:t>          "end": "2025-06-30",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56.22364,</a:t>
            </a:r>
          </a:p>
          <a:p>
            <a:r>
              <a:t>          "raw_mean": 1.8741213333333335,</a:t>
            </a:r>
          </a:p>
          <a:p>
            <a:r>
              <a:t>          "value": 42.38933082421629,</a:t>
            </a:r>
          </a:p>
          <a:p>
            <a:r>
              <a:t>          "prior_start": "2024-06-01",</a:t>
            </a:r>
          </a:p>
          <a:p>
            <a:r>
              <a:t>          "prior_end": "2024-06-30",</a:t>
            </a:r>
          </a:p>
          <a:p>
            <a:r>
              <a:t>          "prior_days": 30,</a:t>
            </a:r>
          </a:p>
          <a:p>
            <a:r>
              <a:t>          "prior_raw_mean": 2.1152113333333333,</a:t>
            </a:r>
          </a:p>
          <a:p>
            <a:r>
              <a:t>          "prior_value": 47.84236291271695,</a:t>
            </a:r>
          </a:p>
          <a:p>
            <a:r>
              <a:t>          "yoy_fraction": -0.1139791548015534,</a:t>
            </a:r>
          </a:p>
          <a:p>
            <a:r>
              <a:t>          "yoy_pct": -11.39791548015534,</a:t>
            </a:r>
          </a:p>
          <a:p>
            <a:r>
              <a:t>          "value_label": "42.4",</a:t>
            </a:r>
          </a:p>
          <a:p>
            <a:r>
              <a:t>          "yoy_label": "(-11.4%)",</a:t>
            </a:r>
          </a:p>
          <a:p>
            <a:r>
              <a:t>          "label": "42.4\n(-11.4%)"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"NV_XC12",</a:t>
            </a:r>
          </a:p>
          <a:p>
            <a:r>
              <a:t>          "month": "2025-07",</a:t>
            </a:r>
          </a:p>
          <a:p>
            <a:r>
              <a:t>          "start": "2025-07-01",</a:t>
            </a:r>
          </a:p>
          <a:p>
            <a:r>
              <a:t>          "end": "2025-07-31",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51.65153,</a:t>
            </a:r>
          </a:p>
          <a:p>
            <a:r>
              <a:t>          "raw_mean": 1.6661783870967741,</a:t>
            </a:r>
          </a:p>
          <a:p>
            <a:r>
              <a:t>          "value": 37.686026836471775,</a:t>
            </a:r>
          </a:p>
          <a:p>
            <a:r>
              <a:t>          "prior_start": "2024-07-01",</a:t>
            </a:r>
          </a:p>
          <a:p>
            <a:r>
              <a:t>          "prior_end": "2024-07-31",</a:t>
            </a:r>
          </a:p>
          <a:p>
            <a:r>
              <a:t>          "prior_days": 31,</a:t>
            </a:r>
          </a:p>
          <a:p>
            <a:r>
              <a:t>          "prior_raw_mean": 2.1510132258064516,</a:t>
            </a:r>
          </a:p>
          <a:p>
            <a:r>
              <a:t>          "prior_value": 48.65213879925295,</a:t>
            </a:r>
          </a:p>
          <a:p>
            <a:r>
              <a:t>          "yoy_fraction": -0.2253983531542001,</a:t>
            </a:r>
          </a:p>
          <a:p>
            <a:r>
              <a:t>          "yoy_pct": -22.53983531542001,</a:t>
            </a:r>
          </a:p>
          <a:p>
            <a:r>
              <a:t>          "value_label": "37.7",</a:t>
            </a:r>
          </a:p>
          <a:p>
            <a:r>
              <a:t>          "yoy_label": "(-22.5%)",</a:t>
            </a:r>
          </a:p>
          <a:p>
            <a:r>
              <a:t>          "label": "37.7\n(-22.5%)"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"NV_XC12",</a:t>
            </a:r>
          </a:p>
          <a:p>
            <a:r>
              <a:t>          "month": "2025-08",</a:t>
            </a:r>
          </a:p>
          <a:p>
            <a:r>
              <a:t>          "start": "2025-08-01",</a:t>
            </a:r>
          </a:p>
          <a:p>
            <a:r>
              <a:t>          "end": "2025-08-31",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46.76079,</a:t>
            </a:r>
          </a:p>
          <a:p>
            <a:r>
              <a:t>          "raw_mean": 1.5084125806451614,</a:t>
            </a:r>
          </a:p>
          <a:p>
            <a:r>
              <a:t>          "value": 34.11764156520865,</a:t>
            </a:r>
          </a:p>
          <a:p>
            <a:r>
              <a:t>          "prior_start": "2024-08-01",</a:t>
            </a:r>
          </a:p>
          <a:p>
            <a:r>
              <a:t>          "prior_end": "2024-08-31",</a:t>
            </a:r>
          </a:p>
          <a:p>
            <a:r>
              <a:t>          "prior_days": 31,</a:t>
            </a:r>
          </a:p>
          <a:p>
            <a:r>
              <a:t>          "prior_raw_mean": 1.9986580645161292,</a:t>
            </a:r>
          </a:p>
          <a:p>
            <a:r>
              <a:t>          "prior_value": 45.20613281242304,</a:t>
            </a:r>
          </a:p>
          <a:p>
            <a:r>
              <a:t>          "yoy_fraction": -0.24528732181592794,</a:t>
            </a:r>
          </a:p>
          <a:p>
            <a:r>
              <a:t>          "yoy_pct": -24.528732181592794,</a:t>
            </a:r>
          </a:p>
          <a:p>
            <a:r>
              <a:t>          "value_label": "34.1",</a:t>
            </a:r>
          </a:p>
          <a:p>
            <a:r>
              <a:t>          "yoy_label": "(-24.5%)",</a:t>
            </a:r>
          </a:p>
          <a:p>
            <a:r>
              <a:t>          "label": "34.1\n(-24.5%)"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"NV_XC12",</a:t>
            </a:r>
          </a:p>
          <a:p>
            <a:r>
              <a:t>          "month": "2025-09",</a:t>
            </a:r>
          </a:p>
          <a:p>
            <a:r>
              <a:t>          "start": "2025-09-01",</a:t>
            </a:r>
          </a:p>
          <a:p>
            <a:r>
              <a:t>          "end": "2025-09-30",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41.67444,</a:t>
            </a:r>
          </a:p>
          <a:p>
            <a:r>
              <a:t>          "raw_mean": 1.3891479999999998,</a:t>
            </a:r>
          </a:p>
          <a:p>
            <a:r>
              <a:t>          "value": 31.42008635644993,</a:t>
            </a:r>
          </a:p>
          <a:p>
            <a:r>
              <a:t>          "prior_start": "2024-09-01",</a:t>
            </a:r>
          </a:p>
          <a:p>
            <a:r>
              <a:t>          "prior_end": "2024-09-30",</a:t>
            </a:r>
          </a:p>
          <a:p>
            <a:r>
              <a:t>          "prior_days": 30,</a:t>
            </a:r>
          </a:p>
          <a:p>
            <a:r>
              <a:t>          "prior_raw_mean": 2.039194333333333,</a:t>
            </a:r>
          </a:p>
          <a:p>
            <a:r>
              <a:t>          "prior_value": 46.12299197127785,</a:t>
            </a:r>
          </a:p>
          <a:p>
            <a:r>
              <a:t>          "yoy_fraction": -0.3187760591070036,</a:t>
            </a:r>
          </a:p>
          <a:p>
            <a:r>
              <a:t>          "yoy_pct": -31.877605910700357,</a:t>
            </a:r>
          </a:p>
          <a:p>
            <a:r>
              <a:t>          "value_label": "31.4",</a:t>
            </a:r>
          </a:p>
          <a:p>
            <a:r>
              <a:t>          "yoy_label": "(-31.9%)",</a:t>
            </a:r>
          </a:p>
          <a:p>
            <a:r>
              <a:t>          "label": "31.4\n(-31.9%)"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"NV_XC12",</a:t>
            </a:r>
          </a:p>
          <a:p>
            <a:r>
              <a:t>          "month": "2025-10",</a:t>
            </a:r>
          </a:p>
          <a:p>
            <a:r>
              <a:t>          "start": "2025-10-01",</a:t>
            </a:r>
          </a:p>
          <a:p>
            <a:r>
              <a:t>          "end": "2025-10-31",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39.60636,</a:t>
            </a:r>
          </a:p>
          <a:p>
            <a:r>
              <a:t>          "raw_mean": 1.2776245161290323,</a:t>
            </a:r>
          </a:p>
          <a:p>
            <a:r>
              <a:t>          "value": 28.897621151879964,</a:t>
            </a:r>
          </a:p>
          <a:p>
            <a:r>
              <a:t>          "prior_start": "2024-10-01",</a:t>
            </a:r>
          </a:p>
          <a:p>
            <a:r>
              <a:t>          "prior_end": "2024-10-31",</a:t>
            </a:r>
          </a:p>
          <a:p>
            <a:r>
              <a:t>          "prior_days": 31,</a:t>
            </a:r>
          </a:p>
          <a:p>
            <a:r>
              <a:t>          "prior_raw_mean": 2.1989735483870967,</a:t>
            </a:r>
          </a:p>
          <a:p>
            <a:r>
              <a:t>          "prior_value": 49.73691700659088,</a:t>
            </a:r>
          </a:p>
          <a:p>
            <a:r>
              <a:t>          "yoy_fraction": -0.4189905026069348,</a:t>
            </a:r>
          </a:p>
          <a:p>
            <a:r>
              <a:t>          "yoy_pct": -41.899050260693485,</a:t>
            </a:r>
          </a:p>
          <a:p>
            <a:r>
              <a:t>          "value_label": "28.9",</a:t>
            </a:r>
          </a:p>
          <a:p>
            <a:r>
              <a:t>          "yoy_label": "(-41.9%)",</a:t>
            </a:r>
          </a:p>
          <a:p>
            <a:r>
              <a:t>          "label": "28.9\n(-41.9%)"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"NV_XC12",</a:t>
            </a:r>
          </a:p>
          <a:p>
            <a:r>
              <a:t>          "month": "2025-11",</a:t>
            </a:r>
          </a:p>
          <a:p>
            <a:r>
              <a:t>          "start": "2025-11-01",</a:t>
            </a:r>
          </a:p>
          <a:p>
            <a:r>
              <a:t>          "end": "2025-11-30",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38.97476,</a:t>
            </a:r>
          </a:p>
          <a:p>
            <a:r>
              <a:t>          "raw_mean": 1.2991586666666668,</a:t>
            </a:r>
          </a:p>
          <a:p>
            <a:r>
              <a:t>          "value": 29.384685791144655,</a:t>
            </a:r>
          </a:p>
          <a:p>
            <a:r>
              <a:t>          "prior_start": "2024-11-01",</a:t>
            </a:r>
          </a:p>
          <a:p>
            <a:r>
              <a:t>          "prior_end": "2024-11-30",</a:t>
            </a:r>
          </a:p>
          <a:p>
            <a:r>
              <a:t>          "prior_days": 30,</a:t>
            </a:r>
          </a:p>
          <a:p>
            <a:r>
              <a:t>          "prior_raw_mean": 1.7479866666666666,</a:t>
            </a:r>
          </a:p>
          <a:p>
            <a:r>
              <a:t>          "prior_value": 39.536386343708315,</a:t>
            </a:r>
          </a:p>
          <a:p>
            <a:r>
              <a:t>          "yoy_fraction": -0.25676854895918344,</a:t>
            </a:r>
          </a:p>
          <a:p>
            <a:r>
              <a:t>          "yoy_pct": -25.676854895918343,</a:t>
            </a:r>
          </a:p>
          <a:p>
            <a:r>
              <a:t>          "value_label": "29.4",</a:t>
            </a:r>
          </a:p>
          <a:p>
            <a:r>
              <a:t>          "yoy_label": "(-25.7%)",</a:t>
            </a:r>
          </a:p>
          <a:p>
            <a:r>
              <a:t>          "label": "29.4\n(-25.7%)"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"NV_XC12",</a:t>
            </a:r>
          </a:p>
          <a:p>
            <a:r>
              <a:t>          "month": "2025-12",</a:t>
            </a:r>
          </a:p>
          <a:p>
            <a:r>
              <a:t>          "start": "2025-12-01",</a:t>
            </a:r>
          </a:p>
          <a:p>
            <a:r>
              <a:t>          "end": "2025-12-31",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44.3238,</a:t>
            </a:r>
          </a:p>
          <a:p>
            <a:r>
              <a:t>          "raw_mean": 1.4298,</a:t>
            </a:r>
          </a:p>
          <a:p>
            <a:r>
              <a:t>          "value": 32.33956315126402,</a:t>
            </a:r>
          </a:p>
          <a:p>
            <a:r>
              <a:t>          "prior_start": "2024-12-01",</a:t>
            </a:r>
          </a:p>
          <a:p>
            <a:r>
              <a:t>          "prior_end": "2024-12-31",</a:t>
            </a:r>
          </a:p>
          <a:p>
            <a:r>
              <a:t>          "prior_days": 31,</a:t>
            </a:r>
          </a:p>
          <a:p>
            <a:r>
              <a:t>          "prior_raw_mean": 2.2218735483870966,</a:t>
            </a:r>
          </a:p>
          <a:p>
            <a:r>
              <a:t>          "prior_value": 50.254874760237506,</a:t>
            </a:r>
          </a:p>
          <a:p>
            <a:r>
              <a:t>          "yoy_fraction": -0.35648903105313046,</a:t>
            </a:r>
          </a:p>
          <a:p>
            <a:r>
              <a:t>          "yoy_pct": -35.648903105313046,</a:t>
            </a:r>
          </a:p>
          <a:p>
            <a:r>
              <a:t>          "value_label": "32.3",</a:t>
            </a:r>
          </a:p>
          <a:p>
            <a:r>
              <a:t>          "yoy_label": "(-35.6%)",</a:t>
            </a:r>
          </a:p>
          <a:p>
            <a:r>
              <a:t>          "label": "32.3\n(-35.6%)"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"NV_XC12",</a:t>
            </a:r>
          </a:p>
          <a:p>
            <a:r>
              <a:t>          "month": "2026-01",</a:t>
            </a:r>
          </a:p>
          <a:p>
            <a:r>
              <a:t>          "start": "2026-01-01",</a:t>
            </a:r>
          </a:p>
          <a:p>
            <a:r>
              <a:t>          "end": "2026-01-31",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39.77404,</a:t>
            </a:r>
          </a:p>
          <a:p>
            <a:r>
              <a:t>          "raw_mean": 1.2830335483870967,</a:t>
            </a:r>
          </a:p>
          <a:p>
            <a:r>
              <a:t>          "value": 29.019963955276875,</a:t>
            </a:r>
          </a:p>
          <a:p>
            <a:r>
              <a:t>          "prior_start": "2025-01-01",</a:t>
            </a:r>
          </a:p>
          <a:p>
            <a:r>
              <a:t>          "prior_end": "2025-01-31",</a:t>
            </a:r>
          </a:p>
          <a:p>
            <a:r>
              <a:t>          "prior_days": 31,</a:t>
            </a:r>
          </a:p>
          <a:p>
            <a:r>
              <a:t>          "prior_raw_mean": 1.7202693548387098,</a:t>
            </a:r>
          </a:p>
          <a:p>
            <a:r>
              <a:t>          "prior_value": 38.909469462855405,</a:t>
            </a:r>
          </a:p>
          <a:p>
            <a:r>
              <a:t>          "yoy_fraction": -0.25416706123478405,</a:t>
            </a:r>
          </a:p>
          <a:p>
            <a:r>
              <a:t>          "yoy_pct": -25.416706123478406,</a:t>
            </a:r>
          </a:p>
          <a:p>
            <a:r>
              <a:t>          "value_label": "29.0",</a:t>
            </a:r>
          </a:p>
          <a:p>
            <a:r>
              <a:t>          "yoy_label": "(-25.4%)",</a:t>
            </a:r>
          </a:p>
          <a:p>
            <a:r>
              <a:t>          "label": "29.0\n(-25.4%)"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"NV_XC12",</a:t>
            </a:r>
          </a:p>
          <a:p>
            <a:r>
              <a:t>          "month": "2026-02",</a:t>
            </a:r>
          </a:p>
          <a:p>
            <a:r>
              <a:t>          "start": "2026-02-01",</a:t>
            </a:r>
          </a:p>
          <a:p>
            <a:r>
              <a:t>          "end": "2026-02-28",</a:t>
            </a:r>
          </a:p>
          <a:p>
            <a:r>
              <a:t>          "days": 28,</a:t>
            </a:r>
          </a:p>
          <a:p>
            <a:r>
              <a:t>          "partial": false,</a:t>
            </a:r>
          </a:p>
          <a:p>
            <a:r>
              <a:t>          "raw_sum": 31.47937,</a:t>
            </a:r>
          </a:p>
          <a:p>
            <a:r>
              <a:t>          "raw_mean": 1.1242632142857143,</a:t>
            </a:r>
          </a:p>
          <a:p>
            <a:r>
              <a:t>          "value": 25.428858034015896,</a:t>
            </a:r>
          </a:p>
          <a:p>
            <a:r>
              <a:t>          "prior_start": "2025-02-01",</a:t>
            </a:r>
          </a:p>
          <a:p>
            <a:r>
              <a:t>          "prior_end": "2025-02-28",</a:t>
            </a:r>
          </a:p>
          <a:p>
            <a:r>
              <a:t>          "prior_days": 28,</a:t>
            </a:r>
          </a:p>
          <a:p>
            <a:r>
              <a:t>          "prior_raw_mean": 1.7492785714285712,</a:t>
            </a:r>
          </a:p>
          <a:p>
            <a:r>
              <a:t>          "prior_value": 39.565606958922366,</a:t>
            </a:r>
          </a:p>
          <a:p>
            <a:r>
              <a:t>          "yoy_fraction": -0.35729892731289237,</a:t>
            </a:r>
          </a:p>
          <a:p>
            <a:r>
              <a:t>          "yoy_pct": -35.72989273128924,</a:t>
            </a:r>
          </a:p>
          <a:p>
            <a:r>
              <a:t>          "value_label": "25.4",</a:t>
            </a:r>
          </a:p>
          <a:p>
            <a:r>
              <a:t>          "yoy_label": "(-35.7%)",</a:t>
            </a:r>
          </a:p>
          <a:p>
            <a:r>
              <a:t>          "label": "25.4\n(-35.7%)"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"NV_XC12",</a:t>
            </a:r>
          </a:p>
          <a:p>
            <a:r>
              <a:t>          "month": "2026-03",</a:t>
            </a:r>
          </a:p>
          <a:p>
            <a:r>
              <a:t>          "start": "2026-03-01",</a:t>
            </a:r>
          </a:p>
          <a:p>
            <a:r>
              <a:t>          "end": "2026-03-31",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36.001219999999996,</a:t>
            </a:r>
          </a:p>
          <a:p>
            <a:r>
              <a:t>          "raw_mean": 1.1613296774193547,</a:t>
            </a:r>
          </a:p>
          <a:p>
            <a:r>
              <a:t>          "value": 26.267236286431874,</a:t>
            </a:r>
          </a:p>
          <a:p>
            <a:r>
              <a:t>          "prior_start": "2025-03-01",</a:t>
            </a:r>
          </a:p>
          <a:p>
            <a:r>
              <a:t>          "prior_end": "2025-03-31",</a:t>
            </a:r>
          </a:p>
          <a:p>
            <a:r>
              <a:t>          "prior_days": 31,</a:t>
            </a:r>
          </a:p>
          <a:p>
            <a:r>
              <a:t>          "prior_raw_mean": 1.6905187096774195,</a:t>
            </a:r>
          </a:p>
          <a:p>
            <a:r>
              <a:t>          "prior_value": 38.236562155550615,</a:t>
            </a:r>
          </a:p>
          <a:p>
            <a:r>
              <a:t>          "yoy_fraction": -0.31303352588096656,</a:t>
            </a:r>
          </a:p>
          <a:p>
            <a:r>
              <a:t>          "yoy_pct": -31.303352588096654,</a:t>
            </a:r>
          </a:p>
          <a:p>
            <a:r>
              <a:t>          "value_label": "26.3",</a:t>
            </a:r>
          </a:p>
          <a:p>
            <a:r>
              <a:t>          "yoy_label": "(-31.3%)",</a:t>
            </a:r>
          </a:p>
          <a:p>
            <a:r>
              <a:t>          "label": "26.3\n(-31.3%)"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"NV_XC12",</a:t>
            </a:r>
          </a:p>
          <a:p>
            <a:r>
              <a:t>          "month": "2026-04",</a:t>
            </a:r>
          </a:p>
          <a:p>
            <a:r>
              <a:t>          "start": "2026-04-01",</a:t>
            </a:r>
          </a:p>
          <a:p>
            <a:r>
              <a:t>          "end": "2026-04-30",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37.20292,</a:t>
            </a:r>
          </a:p>
          <a:p>
            <a:r>
              <a:t>          "raw_mean": 1.2400973333333334,</a:t>
            </a:r>
          </a:p>
          <a:p>
            <a:r>
              <a:t>          "value": 28.048822230415052,</a:t>
            </a:r>
          </a:p>
          <a:p>
            <a:r>
              <a:t>          "prior_start": "2025-04-01",</a:t>
            </a:r>
          </a:p>
          <a:p>
            <a:r>
              <a:t>          "prior_end": "2025-04-30",</a:t>
            </a:r>
          </a:p>
          <a:p>
            <a:r>
              <a:t>          "prior_days": 30,</a:t>
            </a:r>
          </a:p>
          <a:p>
            <a:r>
              <a:t>          "prior_raw_mean": 1.6032213333333334,</a:t>
            </a:r>
          </a:p>
          <a:p>
            <a:r>
              <a:t>          "prior_value": 36.26204892627433,</a:t>
            </a:r>
          </a:p>
          <a:p>
            <a:r>
              <a:t>          "yoy_fraction": -0.22649648707269365,</a:t>
            </a:r>
          </a:p>
          <a:p>
            <a:r>
              <a:t>          "yoy_pct": -22.649648707269364,</a:t>
            </a:r>
          </a:p>
          <a:p>
            <a:r>
              <a:t>          "value_label": "28.0",</a:t>
            </a:r>
          </a:p>
          <a:p>
            <a:r>
              <a:t>          "yoy_label": "(-22.6%)",</a:t>
            </a:r>
          </a:p>
          <a:p>
            <a:r>
              <a:t>          "label": "28.0\n(-22.6%)"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"NV_XC12",</a:t>
            </a:r>
          </a:p>
          <a:p>
            <a:r>
              <a:t>          "month": "2026-05",</a:t>
            </a:r>
          </a:p>
          <a:p>
            <a:r>
              <a:t>          "start": "2026-05-01",</a:t>
            </a:r>
          </a:p>
          <a:p>
            <a:r>
              <a:t>          "end": "2026-05-31",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41.66326,</a:t>
            </a:r>
          </a:p>
          <a:p>
            <a:r>
              <a:t>          "raw_mean": 1.343976129032258,</a:t>
            </a:r>
          </a:p>
          <a:p>
            <a:r>
              <a:t>          "value": 30.39837802394046,</a:t>
            </a:r>
          </a:p>
          <a:p>
            <a:r>
              <a:t>          "prior_start": "2025-05-01",</a:t>
            </a:r>
          </a:p>
          <a:p>
            <a:r>
              <a:t>          "prior_end": "2025-05-31",</a:t>
            </a:r>
          </a:p>
          <a:p>
            <a:r>
              <a:t>          "prior_days": 31,</a:t>
            </a:r>
          </a:p>
          <a:p>
            <a:r>
              <a:t>          "prior_raw_mean": 2.302648709677419,</a:t>
            </a:r>
          </a:p>
          <a:p>
            <a:r>
              <a:t>          "prior_value": 52.08186694767765,</a:t>
            </a:r>
          </a:p>
          <a:p>
            <a:r>
              <a:t>          "yoy_fraction": -0.4163347090748648,</a:t>
            </a:r>
          </a:p>
          <a:p>
            <a:r>
              <a:t>          "yoy_pct": -41.63347090748648,</a:t>
            </a:r>
          </a:p>
          <a:p>
            <a:r>
              <a:t>          "value_label": "30.4",</a:t>
            </a:r>
          </a:p>
          <a:p>
            <a:r>
              <a:t>          "yoy_label": "(-41.6%)",</a:t>
            </a:r>
          </a:p>
          <a:p>
            <a:r>
              <a:t>          "label": "30.4\n(-41.6%)"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"NV_XC12",</a:t>
            </a:r>
          </a:p>
          <a:p>
            <a:r>
              <a:t>          "month": "2026-06",</a:t>
            </a:r>
          </a:p>
          <a:p>
            <a:r>
              <a:t>          "start": "2026-06-01",</a:t>
            </a:r>
          </a:p>
          <a:p>
            <a:r>
              <a:t>          "end": "2026-06-30",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38.09161,</a:t>
            </a:r>
          </a:p>
          <a:p>
            <a:r>
              <a:t>          "raw_mean": 1.2697203333333333,</a:t>
            </a:r>
          </a:p>
          <a:p>
            <a:r>
              <a:t>          "value": 28.71884242850562,</a:t>
            </a:r>
          </a:p>
          <a:p>
            <a:r>
              <a:t>          "prior_start": "2025-06-01",</a:t>
            </a:r>
          </a:p>
          <a:p>
            <a:r>
              <a:t>          "prior_end": "2025-06-30",</a:t>
            </a:r>
          </a:p>
          <a:p>
            <a:r>
              <a:t>          "prior_days": 30,</a:t>
            </a:r>
          </a:p>
          <a:p>
            <a:r>
              <a:t>          "prior_raw_mean": 1.8741213333333335,</a:t>
            </a:r>
          </a:p>
          <a:p>
            <a:r>
              <a:t>          "prior_value": 42.38933082421629,</a:t>
            </a:r>
          </a:p>
          <a:p>
            <a:r>
              <a:t>          "yoy_fraction": -0.32249832988401306,</a:t>
            </a:r>
          </a:p>
          <a:p>
            <a:r>
              <a:t>          "yoy_pct": -32.24983298840131,</a:t>
            </a:r>
          </a:p>
          <a:p>
            <a:r>
              <a:t>          "value_label": "28.7",</a:t>
            </a:r>
          </a:p>
          <a:p>
            <a:r>
              <a:t>          "yoy_label": "(-32.2%)",</a:t>
            </a:r>
          </a:p>
          <a:p>
            <a:r>
              <a:t>          "label": "28.7\n(-32.2%)"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"NV_XC12",</a:t>
            </a:r>
          </a:p>
          <a:p>
            <a:r>
              <a:t>          "month": "2026-07",</a:t>
            </a:r>
          </a:p>
          <a:p>
            <a:r>
              <a:t>          "start": "2026-07-01",</a:t>
            </a:r>
          </a:p>
          <a:p>
            <a:r>
              <a:t>          "end": "2026-07-31",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38.54998,</a:t>
            </a:r>
          </a:p>
          <a:p>
            <a:r>
              <a:t>          "raw_mean": 1.243547741935484,</a:t>
            </a:r>
          </a:p>
          <a:p>
            <a:r>
              <a:t>          "value": 28.126864408962337,</a:t>
            </a:r>
          </a:p>
          <a:p>
            <a:r>
              <a:t>          "prior_start": "2025-07-01",</a:t>
            </a:r>
          </a:p>
          <a:p>
            <a:r>
              <a:t>          "prior_end": "2025-07-31",</a:t>
            </a:r>
          </a:p>
          <a:p>
            <a:r>
              <a:t>          "prior_days": 31,</a:t>
            </a:r>
          </a:p>
          <a:p>
            <a:r>
              <a:t>          "prior_raw_mean": 1.6661783870967741,</a:t>
            </a:r>
          </a:p>
          <a:p>
            <a:r>
              <a:t>          "prior_value": 37.686026836471775,</a:t>
            </a:r>
          </a:p>
          <a:p>
            <a:r>
              <a:t>          "yoy_fraction": -0.25365269915528144,</a:t>
            </a:r>
          </a:p>
          <a:p>
            <a:r>
              <a:t>          "yoy_pct": -25.365269915528145,</a:t>
            </a:r>
          </a:p>
          <a:p>
            <a:r>
              <a:t>          "value_label": "28.1",</a:t>
            </a:r>
          </a:p>
          <a:p>
            <a:r>
              <a:t>          "yoy_label": "(-25.4%)",</a:t>
            </a:r>
          </a:p>
          <a:p>
            <a:r>
              <a:t>          "label": "28.1\n(-25.4%)"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"NV_XC12",</a:t>
            </a:r>
          </a:p>
          <a:p>
            <a:r>
              <a:t>          "month": "2026-08",</a:t>
            </a:r>
          </a:p>
          <a:p>
            <a:r>
              <a:t>          "start": "2026-08-01",</a:t>
            </a:r>
          </a:p>
          <a:p>
            <a:r>
              <a:t>          "end": "2026-08-31",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36.41478,</a:t>
            </a:r>
          </a:p>
          <a:p>
            <a:r>
              <a:t>          "raw_mean": 1.1746703225806452,</a:t>
            </a:r>
          </a:p>
          <a:p>
            <a:r>
              <a:t>          "value": 26.56897823402745,</a:t>
            </a:r>
          </a:p>
          <a:p>
            <a:r>
              <a:t>          "prior_start": "2025-08-01",</a:t>
            </a:r>
          </a:p>
          <a:p>
            <a:r>
              <a:t>          "prior_end": "2025-08-31",</a:t>
            </a:r>
          </a:p>
          <a:p>
            <a:r>
              <a:t>          "prior_days": 31,</a:t>
            </a:r>
          </a:p>
          <a:p>
            <a:r>
              <a:t>          "prior_raw_mean": 1.5084125806451614,</a:t>
            </a:r>
          </a:p>
          <a:p>
            <a:r>
              <a:t>          "prior_value": 34.11764156520865,</a:t>
            </a:r>
          </a:p>
          <a:p>
            <a:r>
              <a:t>          "yoy_fraction": -0.22125396085053317,</a:t>
            </a:r>
          </a:p>
          <a:p>
            <a:r>
              <a:t>          "yoy_pct": -22.125396085053318,</a:t>
            </a:r>
          </a:p>
          <a:p>
            <a:r>
              <a:t>          "value_label": "26.6",</a:t>
            </a:r>
          </a:p>
          <a:p>
            <a:r>
              <a:t>          "yoy_label": "(-22.1%)",</a:t>
            </a:r>
          </a:p>
          <a:p>
            <a:r>
              <a:t>          "label": "26.6\n(-22.1%)"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"NV_XC12",</a:t>
            </a:r>
          </a:p>
          <a:p>
            <a:r>
              <a:t>          "month": "2026-09",</a:t>
            </a:r>
          </a:p>
          <a:p>
            <a:r>
              <a:t>          "start": "2026-09-01",</a:t>
            </a:r>
          </a:p>
          <a:p>
            <a:r>
              <a:t>          "end": "2026-09-30",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30.96513,</a:t>
            </a:r>
          </a:p>
          <a:p>
            <a:r>
              <a:t>          "raw_mean": 1.032171,</a:t>
            </a:r>
          </a:p>
          <a:p>
            <a:r>
              <a:t>          "value": 23.345893997344614,</a:t>
            </a:r>
          </a:p>
          <a:p>
            <a:r>
              <a:t>          "prior_start": "2025-09-01",</a:t>
            </a:r>
          </a:p>
          <a:p>
            <a:r>
              <a:t>          "prior_end": "2025-09-30",</a:t>
            </a:r>
          </a:p>
          <a:p>
            <a:r>
              <a:t>          "prior_days": 30,</a:t>
            </a:r>
          </a:p>
          <a:p>
            <a:r>
              <a:t>          "prior_raw_mean": 1.3891479999999998,</a:t>
            </a:r>
          </a:p>
          <a:p>
            <a:r>
              <a:t>          "prior_value": 31.42008635644993,</a:t>
            </a:r>
          </a:p>
          <a:p>
            <a:r>
              <a:t>          "yoy_fraction": -0.2569754986509718,</a:t>
            </a:r>
          </a:p>
          <a:p>
            <a:r>
              <a:t>          "yoy_pct": -25.69754986509718,</a:t>
            </a:r>
          </a:p>
          <a:p>
            <a:r>
              <a:t>          "value_label": "23.3",</a:t>
            </a:r>
          </a:p>
          <a:p>
            <a:r>
              <a:t>          "yoy_label": "(-25.7%)",</a:t>
            </a:r>
          </a:p>
          <a:p>
            <a:r>
              <a:t>          "label": "23.3\n(-25.7%)"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"NV_XC12",</a:t>
            </a:r>
          </a:p>
          <a:p>
            <a:r>
              <a:t>          "month": "2026-10",</a:t>
            </a:r>
          </a:p>
          <a:p>
            <a:r>
              <a:t>          "start": "2026-10-01",</a:t>
            </a:r>
          </a:p>
          <a:p>
            <a:r>
              <a:t>          "end": "2026-10-19",</a:t>
            </a:r>
          </a:p>
          <a:p>
            <a:r>
              <a:t>          "days": 19,</a:t>
            </a:r>
          </a:p>
          <a:p>
            <a:r>
              <a:t>          "partial": true,</a:t>
            </a:r>
          </a:p>
          <a:p>
            <a:r>
              <a:t>          "raw_sum": 21.70915,</a:t>
            </a:r>
          </a:p>
          <a:p>
            <a:r>
              <a:t>          "raw_mean": 1.1425868421052632,</a:t>
            </a:r>
          </a:p>
          <a:p>
            <a:r>
              <a:t>          "value": 25.843306291835564,</a:t>
            </a:r>
          </a:p>
          <a:p>
            <a:r>
              <a:t>          "prior_start": "2025-10-01",</a:t>
            </a:r>
          </a:p>
          <a:p>
            <a:r>
              <a:t>          "prior_end": "2025-10-19",</a:t>
            </a:r>
          </a:p>
          <a:p>
            <a:r>
              <a:t>          "prior_days": 19,</a:t>
            </a:r>
          </a:p>
          <a:p>
            <a:r>
              <a:t>          "prior_raw_mean": 1.287028947368421,</a:t>
            </a:r>
          </a:p>
          <a:p>
            <a:r>
              <a:t>          "prior_value": 29.11033285838992,</a:t>
            </a:r>
          </a:p>
          <a:p>
            <a:r>
              <a:t>          "yoy_fraction": -0.11222910374976225,</a:t>
            </a:r>
          </a:p>
          <a:p>
            <a:r>
              <a:t>          "yoy_pct": -11.222910374976225,</a:t>
            </a:r>
          </a:p>
          <a:p>
            <a:r>
              <a:t>          "value_label": "25.8",</a:t>
            </a:r>
          </a:p>
          <a:p>
            <a:r>
              <a:t>          "yoy_label": "(-11.2%)",</a:t>
            </a:r>
          </a:p>
          <a:p>
            <a:r>
              <a:t>          "label": "25.8\n(-11.2%)"</a:t>
            </a:r>
          </a:p>
          <a:p>
            <a:r>
              <a:t>        }</a:t>
            </a:r>
          </a:p>
          <a:p>
            <a:r>
              <a:t>      ]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"NV_FORM_TENDER",</a:t>
            </a:r>
          </a:p>
          <a:p>
            <a:r>
              <a:t>      "label": "치킨텐더",</a:t>
            </a:r>
          </a:p>
          <a:p>
            <a:r>
              <a:t>      "points": [</a:t>
            </a:r>
          </a:p>
          <a:p>
            <a:r>
              <a:t>        {</a:t>
            </a:r>
          </a:p>
          <a:p>
            <a:r>
              <a:t>          "group_id": "NV_FORM_TENDER",</a:t>
            </a:r>
          </a:p>
          <a:p>
            <a:r>
              <a:t>          "month": "2025-01",</a:t>
            </a:r>
          </a:p>
          <a:p>
            <a:r>
              <a:t>          "start": "2025-01-01",</a:t>
            </a:r>
          </a:p>
          <a:p>
            <a:r>
              <a:t>          "end": "2025-01-31",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44.21089,</a:t>
            </a:r>
          </a:p>
          <a:p>
            <a:r>
              <a:t>          "raw_mean": 1.4261577419354838,</a:t>
            </a:r>
          </a:p>
          <a:p>
            <a:r>
              <a:t>          "value": 27.248263104572924,</a:t>
            </a:r>
          </a:p>
          <a:p>
            <a:r>
              <a:t>          "prior_start": "2024-01-01",</a:t>
            </a:r>
          </a:p>
          <a:p>
            <a:r>
              <a:t>          "prior_end": "2024-01-31",</a:t>
            </a:r>
          </a:p>
          <a:p>
            <a:r>
              <a:t>          "prior_days": 31,</a:t>
            </a:r>
          </a:p>
          <a:p>
            <a:r>
              <a:t>          "prior_raw_mean": 1.6515516129032257,</a:t>
            </a:r>
          </a:p>
          <a:p>
            <a:r>
              <a:t>          "prior_value": 31.55465314663955,</a:t>
            </a:r>
          </a:p>
          <a:p>
            <a:r>
              <a:t>          "yoy_fraction": -0.13647400977770652,</a:t>
            </a:r>
          </a:p>
          <a:p>
            <a:r>
              <a:t>          "yoy_pct": -13.647400977770651,</a:t>
            </a:r>
          </a:p>
          <a:p>
            <a:r>
              <a:t>          "value_label": "27.2",</a:t>
            </a:r>
          </a:p>
          <a:p>
            <a:r>
              <a:t>          "yoy_label": "(-13.6%)",</a:t>
            </a:r>
          </a:p>
          <a:p>
            <a:r>
              <a:t>          "label": "27.2\n(-13.6%)"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"NV_FORM_TENDER",</a:t>
            </a:r>
          </a:p>
          <a:p>
            <a:r>
              <a:t>          "month": "2025-02",</a:t>
            </a:r>
          </a:p>
          <a:p>
            <a:r>
              <a:t>          "start": "2025-02-01",</a:t>
            </a:r>
          </a:p>
          <a:p>
            <a:r>
              <a:t>          "end": "2025-02-28",</a:t>
            </a:r>
          </a:p>
          <a:p>
            <a:r>
              <a:t>          "days": 28,</a:t>
            </a:r>
          </a:p>
          <a:p>
            <a:r>
              <a:t>          "partial": false,</a:t>
            </a:r>
          </a:p>
          <a:p>
            <a:r>
              <a:t>          "raw_sum": 46.43623,</a:t>
            </a:r>
          </a:p>
          <a:p>
            <a:r>
              <a:t>          "raw_mean": 1.6584367857142859,</a:t>
            </a:r>
          </a:p>
          <a:p>
            <a:r>
              <a:t>          "value": 31.686201708737315,</a:t>
            </a:r>
          </a:p>
          <a:p>
            <a:r>
              <a:t>          "prior_start": "2024-02-01",</a:t>
            </a:r>
          </a:p>
          <a:p>
            <a:r>
              <a:t>          "prior_end": "2024-02-29",</a:t>
            </a:r>
          </a:p>
          <a:p>
            <a:r>
              <a:t>          "prior_days": 29,</a:t>
            </a:r>
          </a:p>
          <a:p>
            <a:r>
              <a:t>          "prior_raw_mean": 1.470493448275862,</a:t>
            </a:r>
          </a:p>
          <a:p>
            <a:r>
              <a:t>          "prior_value": 28.095344009978373,</a:t>
            </a:r>
          </a:p>
          <a:p>
            <a:r>
              <a:t>          "yoy_fraction": 0.1278097074548583,</a:t>
            </a:r>
          </a:p>
          <a:p>
            <a:r>
              <a:t>          "yoy_pct": 12.780970745485831,</a:t>
            </a:r>
          </a:p>
          <a:p>
            <a:r>
              <a:t>          "value_label": "31.7",</a:t>
            </a:r>
          </a:p>
          <a:p>
            <a:r>
              <a:t>          "yoy_label": "(+12.8%)",</a:t>
            </a:r>
          </a:p>
          <a:p>
            <a:r>
              <a:t>          "label": "31.7\n(+12.8%)"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"NV_FORM_TENDER",</a:t>
            </a:r>
          </a:p>
          <a:p>
            <a:r>
              <a:t>          "month": "2025-03",</a:t>
            </a:r>
          </a:p>
          <a:p>
            <a:r>
              <a:t>          "start": "2025-03-01",</a:t>
            </a:r>
          </a:p>
          <a:p>
            <a:r>
              <a:t>          "end": "2025-03-31",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51.39004,</a:t>
            </a:r>
          </a:p>
          <a:p>
            <a:r>
              <a:t>          "raw_mean": 1.6577432258064515,</a:t>
            </a:r>
          </a:p>
          <a:p>
            <a:r>
              <a:t>          "value": 31.67295050777143,</a:t>
            </a:r>
          </a:p>
          <a:p>
            <a:r>
              <a:t>          "prior_start": "2024-03-01",</a:t>
            </a:r>
          </a:p>
          <a:p>
            <a:r>
              <a:t>          "prior_end": "2024-03-31",</a:t>
            </a:r>
          </a:p>
          <a:p>
            <a:r>
              <a:t>          "prior_days": 31,</a:t>
            </a:r>
          </a:p>
          <a:p>
            <a:r>
              <a:t>          "prior_raw_mean": 1.744921612903226,</a:t>
            </a:r>
          </a:p>
          <a:p>
            <a:r>
              <a:t>          "prior_value": 33.33858647411369,</a:t>
            </a:r>
          </a:p>
          <a:p>
            <a:r>
              <a:t>          "yoy_fraction": -0.049961205392903274,</a:t>
            </a:r>
          </a:p>
          <a:p>
            <a:r>
              <a:t>          "yoy_pct": -4.996120539290327,</a:t>
            </a:r>
          </a:p>
          <a:p>
            <a:r>
              <a:t>          "value_label": "31.7",</a:t>
            </a:r>
          </a:p>
          <a:p>
            <a:r>
              <a:t>          "yoy_label": "(-5.0%)",</a:t>
            </a:r>
          </a:p>
          <a:p>
            <a:r>
              <a:t>          "label": "31.7\n(-5.0%)"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"NV_FORM_TENDER",</a:t>
            </a:r>
          </a:p>
          <a:p>
            <a:r>
              <a:t>          "month": "2025-04",</a:t>
            </a:r>
          </a:p>
          <a:p>
            <a:r>
              <a:t>          "start": "2025-04-01",</a:t>
            </a:r>
          </a:p>
          <a:p>
            <a:r>
              <a:t>          "end": "2025-04-30",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47.67081,</a:t>
            </a:r>
          </a:p>
          <a:p>
            <a:r>
              <a:t>          "raw_mean": 1.5890270000000002,</a:t>
            </a:r>
          </a:p>
          <a:p>
            <a:r>
              <a:t>          "value": 30.360053802680202,</a:t>
            </a:r>
          </a:p>
          <a:p>
            <a:r>
              <a:t>          "prior_start": "2024-04-01",</a:t>
            </a:r>
          </a:p>
          <a:p>
            <a:r>
              <a:t>          "prior_end": "2024-04-30",</a:t>
            </a:r>
          </a:p>
          <a:p>
            <a:r>
              <a:t>          "prior_days": 30,</a:t>
            </a:r>
          </a:p>
          <a:p>
            <a:r>
              <a:t>          "prior_raw_mean": 1.807409,</a:t>
            </a:r>
          </a:p>
          <a:p>
            <a:r>
              <a:t>          "prior_value": 34.53247457937997,</a:t>
            </a:r>
          </a:p>
          <a:p>
            <a:r>
              <a:t>          "yoy_fraction": -0.12082600009184419,</a:t>
            </a:r>
          </a:p>
          <a:p>
            <a:r>
              <a:t>          "yoy_pct": -12.082600009184418,</a:t>
            </a:r>
          </a:p>
          <a:p>
            <a:r>
              <a:t>          "value_label": "30.4",</a:t>
            </a:r>
          </a:p>
          <a:p>
            <a:r>
              <a:t>          "yoy_label": "(-12.1%)",</a:t>
            </a:r>
          </a:p>
          <a:p>
            <a:r>
              <a:t>          "label": "30.4\n(-12.1%)"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"NV_FORM_TENDER",</a:t>
            </a:r>
          </a:p>
          <a:p>
            <a:r>
              <a:t>          "month": "2025-05",</a:t>
            </a:r>
          </a:p>
          <a:p>
            <a:r>
              <a:t>          "start": "2025-05-01",</a:t>
            </a:r>
          </a:p>
          <a:p>
            <a:r>
              <a:t>          "end": "2025-05-31",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45.33654,</a:t>
            </a:r>
          </a:p>
          <a:p>
            <a:r>
              <a:t>          "raw_mean": 1.4624690322580645,</a:t>
            </a:r>
          </a:p>
          <a:p>
            <a:r>
              <a:t>          "value": 27.942028992653043,</a:t>
            </a:r>
          </a:p>
          <a:p>
            <a:r>
              <a:t>          "prior_start": "2024-05-01",</a:t>
            </a:r>
          </a:p>
          <a:p>
            <a:r>
              <a:t>          "prior_end": "2024-05-31",</a:t>
            </a:r>
          </a:p>
          <a:p>
            <a:r>
              <a:t>          "prior_days": 31,</a:t>
            </a:r>
          </a:p>
          <a:p>
            <a:r>
              <a:t>          "prior_raw_mean": 1.7121254838709679,</a:t>
            </a:r>
          </a:p>
          <a:p>
            <a:r>
              <a:t>          "prior_value": 32.711981487578534,</a:t>
            </a:r>
          </a:p>
          <a:p>
            <a:r>
              <a:t>          "yoy_fraction": -0.1458166787217322,</a:t>
            </a:r>
          </a:p>
          <a:p>
            <a:r>
              <a:t>          "yoy_pct": -14.58166787217322,</a:t>
            </a:r>
          </a:p>
          <a:p>
            <a:r>
              <a:t>          "value_label": "27.9",</a:t>
            </a:r>
          </a:p>
          <a:p>
            <a:r>
              <a:t>          "yoy_label": "(-14.6%)",</a:t>
            </a:r>
          </a:p>
          <a:p>
            <a:r>
              <a:t>          "label": "27.9\n(-14.6%)"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"NV_FORM_TENDER",</a:t>
            </a:r>
          </a:p>
          <a:p>
            <a:r>
              <a:t>          "month": "2025-06",</a:t>
            </a:r>
          </a:p>
          <a:p>
            <a:r>
              <a:t>          "start": "2025-06-01",</a:t>
            </a:r>
          </a:p>
          <a:p>
            <a:r>
              <a:t>          "end": "2025-06-30",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42.57687,</a:t>
            </a:r>
          </a:p>
          <a:p>
            <a:r>
              <a:t>          "raw_mean": 1.419229,</a:t>
            </a:r>
          </a:p>
          <a:p>
            <a:r>
              <a:t>          "value": 27.115882107933988,</a:t>
            </a:r>
          </a:p>
          <a:p>
            <a:r>
              <a:t>          "prior_start": "2024-06-01",</a:t>
            </a:r>
          </a:p>
          <a:p>
            <a:r>
              <a:t>          "prior_end": "2024-06-30",</a:t>
            </a:r>
          </a:p>
          <a:p>
            <a:r>
              <a:t>          "prior_days": 30,</a:t>
            </a:r>
          </a:p>
          <a:p>
            <a:r>
              <a:t>          "prior_raw_mean": 1.6599186666666665,</a:t>
            </a:r>
          </a:p>
          <a:p>
            <a:r>
              <a:t>          "prior_value": 31.7145146231456,</a:t>
            </a:r>
          </a:p>
          <a:p>
            <a:r>
              <a:t>          "yoy_fraction": -0.14500087956116725,</a:t>
            </a:r>
          </a:p>
          <a:p>
            <a:r>
              <a:t>          "yoy_pct": -14.500087956116726,</a:t>
            </a:r>
          </a:p>
          <a:p>
            <a:r>
              <a:t>          "value_label": "27.1",</a:t>
            </a:r>
          </a:p>
          <a:p>
            <a:r>
              <a:t>          "yoy_label": "(-14.5%)",</a:t>
            </a:r>
          </a:p>
          <a:p>
            <a:r>
              <a:t>          "label": "27.1\n(-14.5%)"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"NV_FORM_TENDER",</a:t>
            </a:r>
          </a:p>
          <a:p>
            <a:r>
              <a:t>          "month": "2025-07",</a:t>
            </a:r>
          </a:p>
          <a:p>
            <a:r>
              <a:t>          "start": "2025-07-01",</a:t>
            </a:r>
          </a:p>
          <a:p>
            <a:r>
              <a:t>          "end": "2025-07-31",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42.43161,</a:t>
            </a:r>
          </a:p>
          <a:p>
            <a:r>
              <a:t>          "raw_mean": 1.3687616129032258,</a:t>
            </a:r>
          </a:p>
          <a:p>
            <a:r>
              <a:t>          "value": 26.15164890891424,</a:t>
            </a:r>
          </a:p>
          <a:p>
            <a:r>
              <a:t>          "prior_start": "2024-07-01",</a:t>
            </a:r>
          </a:p>
          <a:p>
            <a:r>
              <a:t>          "prior_end": "2024-07-31",</a:t>
            </a:r>
          </a:p>
          <a:p>
            <a:r>
              <a:t>          "prior_days": 31,</a:t>
            </a:r>
          </a:p>
          <a:p>
            <a:r>
              <a:t>          "prior_raw_mean": 1.6478709677419356,</a:t>
            </a:r>
          </a:p>
          <a:p>
            <a:r>
              <a:t>          "prior_value": 31.48433049943132,</a:t>
            </a:r>
          </a:p>
          <a:p>
            <a:r>
              <a:t>          "yoy_fraction": -0.16937573408503637,</a:t>
            </a:r>
          </a:p>
          <a:p>
            <a:r>
              <a:t>          "yoy_pct": -16.93757340850364,</a:t>
            </a:r>
          </a:p>
          <a:p>
            <a:r>
              <a:t>          "value_label": "26.2",</a:t>
            </a:r>
          </a:p>
          <a:p>
            <a:r>
              <a:t>          "yoy_label": "(-16.9%)",</a:t>
            </a:r>
          </a:p>
          <a:p>
            <a:r>
              <a:t>          "label": "26.2\n(-16.9%)"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"NV_FORM_TENDER",</a:t>
            </a:r>
          </a:p>
          <a:p>
            <a:r>
              <a:t>          "month": "2025-08",</a:t>
            </a:r>
          </a:p>
          <a:p>
            <a:r>
              <a:t>          "start": "2025-08-01",</a:t>
            </a:r>
          </a:p>
          <a:p>
            <a:r>
              <a:t>          "end": "2025-08-31",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45.86558,</a:t>
            </a:r>
          </a:p>
          <a:p>
            <a:r>
              <a:t>          "raw_mean": 1.4795348387096774,</a:t>
            </a:r>
          </a:p>
          <a:p>
            <a:r>
              <a:t>          "value": 28.268089407017992,</a:t>
            </a:r>
          </a:p>
          <a:p>
            <a:r>
              <a:t>          "prior_start": "2024-08-01",</a:t>
            </a:r>
          </a:p>
          <a:p>
            <a:r>
              <a:t>          "prior_end": "2024-08-31",</a:t>
            </a:r>
          </a:p>
          <a:p>
            <a:r>
              <a:t>          "prior_days": 31,</a:t>
            </a:r>
          </a:p>
          <a:p>
            <a:r>
              <a:t>          "prior_raw_mean": 1.5675506451612904,</a:t>
            </a:r>
          </a:p>
          <a:p>
            <a:r>
              <a:t>          "prior_value": 29.94972516233068,</a:t>
            </a:r>
          </a:p>
          <a:p>
            <a:r>
              <a:t>          "yoy_fraction": -0.05614862060329584,</a:t>
            </a:r>
          </a:p>
          <a:p>
            <a:r>
              <a:t>          "yoy_pct": -5.614862060329584,</a:t>
            </a:r>
          </a:p>
          <a:p>
            <a:r>
              <a:t>          "value_label": "28.3",</a:t>
            </a:r>
          </a:p>
          <a:p>
            <a:r>
              <a:t>          "yoy_label": "(-5.6%)",</a:t>
            </a:r>
          </a:p>
          <a:p>
            <a:r>
              <a:t>          "label": "28.3\n(-5.6%)"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"NV_FORM_TENDER",</a:t>
            </a:r>
          </a:p>
          <a:p>
            <a:r>
              <a:t>          "month": "2025-09",</a:t>
            </a:r>
          </a:p>
          <a:p>
            <a:r>
              <a:t>          "start": "2025-09-01",</a:t>
            </a:r>
          </a:p>
          <a:p>
            <a:r>
              <a:t>          "end": "2025-09-30",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37.23402,</a:t>
            </a:r>
          </a:p>
          <a:p>
            <a:r>
              <a:t>          "raw_mean": 1.241134,</a:t>
            </a:r>
          </a:p>
          <a:p>
            <a:r>
              <a:t>          "value": 23.713187388468345,</a:t>
            </a:r>
          </a:p>
          <a:p>
            <a:r>
              <a:t>          "prior_start": "2024-09-01",</a:t>
            </a:r>
          </a:p>
          <a:p>
            <a:r>
              <a:t>          "prior_end": "2024-09-30",</a:t>
            </a:r>
          </a:p>
          <a:p>
            <a:r>
              <a:t>          "prior_days": 30,</a:t>
            </a:r>
          </a:p>
          <a:p>
            <a:r>
              <a:t>          "prior_raw_mean": 1.2961186666666669,</a:t>
            </a:r>
          </a:p>
          <a:p>
            <a:r>
              <a:t>          "prior_value": 24.763728026432606,</a:t>
            </a:r>
          </a:p>
          <a:p>
            <a:r>
              <a:t>          "yoy_fraction": -0.04242255595938227,</a:t>
            </a:r>
          </a:p>
          <a:p>
            <a:r>
              <a:t>          "yoy_pct": -4.242255595938227,</a:t>
            </a:r>
          </a:p>
          <a:p>
            <a:r>
              <a:t>          "value_label": "23.7",</a:t>
            </a:r>
          </a:p>
          <a:p>
            <a:r>
              <a:t>          "yoy_label": "(-4.2%)",</a:t>
            </a:r>
          </a:p>
          <a:p>
            <a:r>
              <a:t>          "label": "23.7\n(-4.2%)"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"NV_FORM_TENDER",</a:t>
            </a:r>
          </a:p>
          <a:p>
            <a:r>
              <a:t>          "month": "2025-10",</a:t>
            </a:r>
          </a:p>
          <a:p>
            <a:r>
              <a:t>          "start": "2025-10-01",</a:t>
            </a:r>
          </a:p>
          <a:p>
            <a:r>
              <a:t>          "end": "2025-10-31",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34.69225,</a:t>
            </a:r>
          </a:p>
          <a:p>
            <a:r>
              <a:t>          "raw_mean": 1.1191048387096774,</a:t>
            </a:r>
          </a:p>
          <a:p>
            <a:r>
              <a:t>          "value": 21.38169025074184,</a:t>
            </a:r>
          </a:p>
          <a:p>
            <a:r>
              <a:t>          "prior_start": "2024-10-01",</a:t>
            </a:r>
          </a:p>
          <a:p>
            <a:r>
              <a:t>          "prior_end": "2024-10-31",</a:t>
            </a:r>
          </a:p>
          <a:p>
            <a:r>
              <a:t>          "prior_days": 31,</a:t>
            </a:r>
          </a:p>
          <a:p>
            <a:r>
              <a:t>          "prior_raw_mean": 1.4833838709677418,</a:t>
            </a:r>
          </a:p>
          <a:p>
            <a:r>
              <a:t>          "prior_value": 28.341629269111646,</a:t>
            </a:r>
          </a:p>
          <a:p>
            <a:r>
              <a:t>          "yoy_fraction": -0.24557300331195675,</a:t>
            </a:r>
          </a:p>
          <a:p>
            <a:r>
              <a:t>          "yoy_pct": -24.557300331195677,</a:t>
            </a:r>
          </a:p>
          <a:p>
            <a:r>
              <a:t>          "value_label": "21.4",</a:t>
            </a:r>
          </a:p>
          <a:p>
            <a:r>
              <a:t>          "yoy_label": "(-24.6%)",</a:t>
            </a:r>
          </a:p>
          <a:p>
            <a:r>
              <a:t>          "label": "21.4\n(-24.6%)"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"NV_FORM_TENDER",</a:t>
            </a:r>
          </a:p>
          <a:p>
            <a:r>
              <a:t>          "month": "2025-11",</a:t>
            </a:r>
          </a:p>
          <a:p>
            <a:r>
              <a:t>          "start": "2025-11-01",</a:t>
            </a:r>
          </a:p>
          <a:p>
            <a:r>
              <a:t>          "end": "2025-11-30",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35.096849999999996,</a:t>
            </a:r>
          </a:p>
          <a:p>
            <a:r>
              <a:t>          "raw_mean": 1.169895,</a:t>
            </a:r>
          </a:p>
          <a:p>
            <a:r>
              <a:t>          "value": 22.352090394616674,</a:t>
            </a:r>
          </a:p>
          <a:p>
            <a:r>
              <a:t>          "prior_start": "2024-11-01",</a:t>
            </a:r>
          </a:p>
          <a:p>
            <a:r>
              <a:t>          "prior_end": "2024-11-30",</a:t>
            </a:r>
          </a:p>
          <a:p>
            <a:r>
              <a:t>          "prior_days": 30,</a:t>
            </a:r>
          </a:p>
          <a:p>
            <a:r>
              <a:t>          "prior_raw_mean": 1.312545,</a:t>
            </a:r>
          </a:p>
          <a:p>
            <a:r>
              <a:t>          "prior_value": 25.077570625570797,</a:t>
            </a:r>
          </a:p>
          <a:p>
            <a:r>
              <a:t>          "yoy_fraction": -0.10868198804612428,</a:t>
            </a:r>
          </a:p>
          <a:p>
            <a:r>
              <a:t>          "yoy_pct": -10.868198804612428,</a:t>
            </a:r>
          </a:p>
          <a:p>
            <a:r>
              <a:t>          "value_label": "22.4",</a:t>
            </a:r>
          </a:p>
          <a:p>
            <a:r>
              <a:t>          "yoy_label": "(-10.9%)",</a:t>
            </a:r>
          </a:p>
          <a:p>
            <a:r>
              <a:t>          "label": "22.4\n(-10.9%)"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"NV_FORM_TENDER",</a:t>
            </a:r>
          </a:p>
          <a:p>
            <a:r>
              <a:t>          "month": "2025-12",</a:t>
            </a:r>
          </a:p>
          <a:p>
            <a:r>
              <a:t>          "start": "2025-12-01",</a:t>
            </a:r>
          </a:p>
          <a:p>
            <a:r>
              <a:t>          "end": "2025-12-31",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36.04611,</a:t>
            </a:r>
          </a:p>
          <a:p>
            <a:r>
              <a:t>          "raw_mean": 1.1627777419354839,</a:t>
            </a:r>
          </a:p>
          <a:p>
            <a:r>
              <a:t>          "value": 22.216107596485326,</a:t>
            </a:r>
          </a:p>
          <a:p>
            <a:r>
              <a:t>          "prior_start": "2024-12-01",</a:t>
            </a:r>
          </a:p>
          <a:p>
            <a:r>
              <a:t>          "prior_end": "2024-12-31",</a:t>
            </a:r>
          </a:p>
          <a:p>
            <a:r>
              <a:t>          "prior_days": 31,</a:t>
            </a:r>
          </a:p>
          <a:p>
            <a:r>
              <a:t>          "prior_raw_mean": 1.3746190322580647,</a:t>
            </a:r>
          </a:p>
          <a:p>
            <a:r>
              <a:t>          "prior_value": 26.26356114625052,</a:t>
            </a:r>
          </a:p>
          <a:p>
            <a:r>
              <a:t>          "yoy_fraction": -0.15410909157469777,</a:t>
            </a:r>
          </a:p>
          <a:p>
            <a:r>
              <a:t>          "yoy_pct": -15.410909157469776,</a:t>
            </a:r>
          </a:p>
          <a:p>
            <a:r>
              <a:t>          "value_label": "22.2",</a:t>
            </a:r>
          </a:p>
          <a:p>
            <a:r>
              <a:t>          "yoy_label": "(-15.4%)",</a:t>
            </a:r>
          </a:p>
          <a:p>
            <a:r>
              <a:t>          "label": "22.2\n(-15.4%)"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"NV_FORM_TENDER",</a:t>
            </a:r>
          </a:p>
          <a:p>
            <a:r>
              <a:t>          "month": "2026-01",</a:t>
            </a:r>
          </a:p>
          <a:p>
            <a:r>
              <a:t>          "start": "2026-01-01",</a:t>
            </a:r>
          </a:p>
          <a:p>
            <a:r>
              <a:t>          "end": "2026-01-31",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43.42239,</a:t>
            </a:r>
          </a:p>
          <a:p>
            <a:r>
              <a:t>          "raw_mean": 1.4007222580645162,</a:t>
            </a:r>
          </a:p>
          <a:p>
            <a:r>
              <a:t>          "value": 26.76229108596041,</a:t>
            </a:r>
          </a:p>
          <a:p>
            <a:r>
              <a:t>          "prior_start": "2025-01-01",</a:t>
            </a:r>
          </a:p>
          <a:p>
            <a:r>
              <a:t>          "prior_end": "2025-01-31",</a:t>
            </a:r>
          </a:p>
          <a:p>
            <a:r>
              <a:t>          "prior_days": 31,</a:t>
            </a:r>
          </a:p>
          <a:p>
            <a:r>
              <a:t>          "prior_raw_mean": 1.4261577419354838,</a:t>
            </a:r>
          </a:p>
          <a:p>
            <a:r>
              <a:t>          "prior_value": 27.248263104572924,</a:t>
            </a:r>
          </a:p>
          <a:p>
            <a:r>
              <a:t>          "yoy_fraction": -0.01783497233373954,</a:t>
            </a:r>
          </a:p>
          <a:p>
            <a:r>
              <a:t>          "yoy_pct": -1.783497233373954,</a:t>
            </a:r>
          </a:p>
          <a:p>
            <a:r>
              <a:t>          "value_label": "26.8",</a:t>
            </a:r>
          </a:p>
          <a:p>
            <a:r>
              <a:t>          "yoy_label": "(-1.8%)",</a:t>
            </a:r>
          </a:p>
          <a:p>
            <a:r>
              <a:t>          "label": "26.8\n(-1.8%)"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"NV_FORM_TENDER",</a:t>
            </a:r>
          </a:p>
          <a:p>
            <a:r>
              <a:t>          "month": "2026-02",</a:t>
            </a:r>
          </a:p>
          <a:p>
            <a:r>
              <a:t>          "start": "2026-02-01",</a:t>
            </a:r>
          </a:p>
          <a:p>
            <a:r>
              <a:t>          "end": "2026-02-28",</a:t>
            </a:r>
          </a:p>
          <a:p>
            <a:r>
              <a:t>          "days": 28,</a:t>
            </a:r>
          </a:p>
          <a:p>
            <a:r>
              <a:t>          "partial": false,</a:t>
            </a:r>
          </a:p>
          <a:p>
            <a:r>
              <a:t>          "raw_sum": 31.00411,</a:t>
            </a:r>
          </a:p>
          <a:p>
            <a:r>
              <a:t>          "raw_mean": 1.1072896428571428,</a:t>
            </a:r>
          </a:p>
          <a:p>
            <a:r>
              <a:t>          "value": 21.15594834593333,</a:t>
            </a:r>
          </a:p>
          <a:p>
            <a:r>
              <a:t>          "prior_start": "2025-02-01",</a:t>
            </a:r>
          </a:p>
          <a:p>
            <a:r>
              <a:t>          "prior_end": "2025-02-28",</a:t>
            </a:r>
          </a:p>
          <a:p>
            <a:r>
              <a:t>          "prior_days": 28,</a:t>
            </a:r>
          </a:p>
          <a:p>
            <a:r>
              <a:t>          "prior_raw_mean": 1.6584367857142859,</a:t>
            </a:r>
          </a:p>
          <a:p>
            <a:r>
              <a:t>          "prior_value": 31.686201708737315,</a:t>
            </a:r>
          </a:p>
          <a:p>
            <a:r>
              <a:t>          "yoy_fraction": -0.3323293040800255,</a:t>
            </a:r>
          </a:p>
          <a:p>
            <a:r>
              <a:t>          "yoy_pct": -33.232930408002545,</a:t>
            </a:r>
          </a:p>
          <a:p>
            <a:r>
              <a:t>          "value_label": "21.2",</a:t>
            </a:r>
          </a:p>
          <a:p>
            <a:r>
              <a:t>          "yoy_label": "(-33.2%)",</a:t>
            </a:r>
          </a:p>
          <a:p>
            <a:r>
              <a:t>          "label": "21.2\n(-33.2%)"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"NV_FORM_TENDER",</a:t>
            </a:r>
          </a:p>
          <a:p>
            <a:r>
              <a:t>          "month": "2026-03",</a:t>
            </a:r>
          </a:p>
          <a:p>
            <a:r>
              <a:t>          "start": "2026-03-01",</a:t>
            </a:r>
          </a:p>
          <a:p>
            <a:r>
              <a:t>          "end": "2026-03-31",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40.1596,</a:t>
            </a:r>
          </a:p>
          <a:p>
            <a:r>
              <a:t>          "raw_mean": 1.2954709677419354,</a:t>
            </a:r>
          </a:p>
          <a:p>
            <a:r>
              <a:t>          "value": 24.751353048409715,</a:t>
            </a:r>
          </a:p>
          <a:p>
            <a:r>
              <a:t>          "prior_start": "2025-03-01",</a:t>
            </a:r>
          </a:p>
          <a:p>
            <a:r>
              <a:t>          "prior_end": "2025-03-31",</a:t>
            </a:r>
          </a:p>
          <a:p>
            <a:r>
              <a:t>          "prior_days": 31,</a:t>
            </a:r>
          </a:p>
          <a:p>
            <a:r>
              <a:t>          "prior_raw_mean": 1.6577432258064515,</a:t>
            </a:r>
          </a:p>
          <a:p>
            <a:r>
              <a:t>          "prior_value": 31.67295050777143,</a:t>
            </a:r>
          </a:p>
          <a:p>
            <a:r>
              <a:t>          "yoy_fraction": -0.218533396743805,</a:t>
            </a:r>
          </a:p>
          <a:p>
            <a:r>
              <a:t>          "yoy_pct": -21.8533396743805,</a:t>
            </a:r>
          </a:p>
          <a:p>
            <a:r>
              <a:t>          "value_label": "24.8",</a:t>
            </a:r>
          </a:p>
          <a:p>
            <a:r>
              <a:t>          "yoy_label": "(-21.9%)",</a:t>
            </a:r>
          </a:p>
          <a:p>
            <a:r>
              <a:t>          "label": "24.8\n(-21.9%)"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"NV_FORM_TENDER",</a:t>
            </a:r>
          </a:p>
          <a:p>
            <a:r>
              <a:t>          "month": "2026-04",</a:t>
            </a:r>
          </a:p>
          <a:p>
            <a:r>
              <a:t>          "start": "2026-04-01",</a:t>
            </a:r>
          </a:p>
          <a:p>
            <a:r>
              <a:t>          "end": "2026-04-30",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36.56484,</a:t>
            </a:r>
          </a:p>
          <a:p>
            <a:r>
              <a:t>          "raw_mean": 1.2188279999999998,</a:t>
            </a:r>
          </a:p>
          <a:p>
            <a:r>
              <a:t>          "value": 23.287007493398857,</a:t>
            </a:r>
          </a:p>
          <a:p>
            <a:r>
              <a:t>          "prior_start": "2025-04-01",</a:t>
            </a:r>
          </a:p>
          <a:p>
            <a:r>
              <a:t>          "prior_end": "2025-04-30",</a:t>
            </a:r>
          </a:p>
          <a:p>
            <a:r>
              <a:t>          "prior_days": 30,</a:t>
            </a:r>
          </a:p>
          <a:p>
            <a:r>
              <a:t>          "prior_raw_mean": 1.5890270000000002,</a:t>
            </a:r>
          </a:p>
          <a:p>
            <a:r>
              <a:t>          "prior_value": 30.360053802680202,</a:t>
            </a:r>
          </a:p>
          <a:p>
            <a:r>
              <a:t>          "yoy_fraction": -0.2329721269682642,</a:t>
            </a:r>
          </a:p>
          <a:p>
            <a:r>
              <a:t>          "yoy_pct": -23.29721269682642,</a:t>
            </a:r>
          </a:p>
          <a:p>
            <a:r>
              <a:t>          "value_label": "23.3",</a:t>
            </a:r>
          </a:p>
          <a:p>
            <a:r>
              <a:t>          "yoy_label": "(-23.3%)",</a:t>
            </a:r>
          </a:p>
          <a:p>
            <a:r>
              <a:t>          "label": "23.3\n(-23.3%)"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"NV_FORM_TENDER",</a:t>
            </a:r>
          </a:p>
          <a:p>
            <a:r>
              <a:t>          "month": "2026-05",</a:t>
            </a:r>
          </a:p>
          <a:p>
            <a:r>
              <a:t>          "start": "2026-05-01",</a:t>
            </a:r>
          </a:p>
          <a:p>
            <a:r>
              <a:t>          "end": "2026-05-31",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36.91239,</a:t>
            </a:r>
          </a:p>
          <a:p>
            <a:r>
              <a:t>          "raw_mean": 1.1907222580645163,</a:t>
            </a:r>
          </a:p>
          <a:p>
            <a:r>
              <a:t>          "value": 22.750017349540045,</a:t>
            </a:r>
          </a:p>
          <a:p>
            <a:r>
              <a:t>          "prior_start": "2025-05-01",</a:t>
            </a:r>
          </a:p>
          <a:p>
            <a:r>
              <a:t>          "prior_end": "2025-05-31",</a:t>
            </a:r>
          </a:p>
          <a:p>
            <a:r>
              <a:t>          "prior_days": 31,</a:t>
            </a:r>
          </a:p>
          <a:p>
            <a:r>
              <a:t>          "prior_raw_mean": 1.4624690322580645,</a:t>
            </a:r>
          </a:p>
          <a:p>
            <a:r>
              <a:t>          "prior_value": 27.942028992653043,</a:t>
            </a:r>
          </a:p>
          <a:p>
            <a:r>
              <a:t>          "yoy_fraction": -0.18581369464895203,</a:t>
            </a:r>
          </a:p>
          <a:p>
            <a:r>
              <a:t>          "yoy_pct": -18.581369464895204,</a:t>
            </a:r>
          </a:p>
          <a:p>
            <a:r>
              <a:t>          "value_label": "22.8",</a:t>
            </a:r>
          </a:p>
          <a:p>
            <a:r>
              <a:t>          "yoy_label": "(-18.6%)",</a:t>
            </a:r>
          </a:p>
          <a:p>
            <a:r>
              <a:t>          "label": "22.8\n(-18.6%)"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"NV_FORM_TENDER",</a:t>
            </a:r>
          </a:p>
          <a:p>
            <a:r>
              <a:t>          "month": "2026-06",</a:t>
            </a:r>
          </a:p>
          <a:p>
            <a:r>
              <a:t>          "start": "2026-06-01",</a:t>
            </a:r>
          </a:p>
          <a:p>
            <a:r>
              <a:t>          "end": "2026-06-30",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34.56777,</a:t>
            </a:r>
          </a:p>
          <a:p>
            <a:r>
              <a:t>          "raw_mean": 1.1522590000000001,</a:t>
            </a:r>
          </a:p>
          <a:p>
            <a:r>
              <a:t>          "value": 22.015135825019012,</a:t>
            </a:r>
          </a:p>
          <a:p>
            <a:r>
              <a:t>          "prior_start": "2025-06-01",</a:t>
            </a:r>
          </a:p>
          <a:p>
            <a:r>
              <a:t>          "prior_end": "2025-06-30",</a:t>
            </a:r>
          </a:p>
          <a:p>
            <a:r>
              <a:t>          "prior_days": 30,</a:t>
            </a:r>
          </a:p>
          <a:p>
            <a:r>
              <a:t>          "prior_raw_mean": 1.419229,</a:t>
            </a:r>
          </a:p>
          <a:p>
            <a:r>
              <a:t>          "prior_value": 27.115882107933988,</a:t>
            </a:r>
          </a:p>
          <a:p>
            <a:r>
              <a:t>          "yoy_fraction": -0.18810917758867673,</a:t>
            </a:r>
          </a:p>
          <a:p>
            <a:r>
              <a:t>          "yoy_pct": -18.810917758867674,</a:t>
            </a:r>
          </a:p>
          <a:p>
            <a:r>
              <a:t>          "value_label": "22.0",</a:t>
            </a:r>
          </a:p>
          <a:p>
            <a:r>
              <a:t>          "yoy_label": "(-18.8%)",</a:t>
            </a:r>
          </a:p>
          <a:p>
            <a:r>
              <a:t>          "label": "22.0\n(-18.8%)"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"NV_FORM_TENDER",</a:t>
            </a:r>
          </a:p>
          <a:p>
            <a:r>
              <a:t>          "month": "2026-07",</a:t>
            </a:r>
          </a:p>
          <a:p>
            <a:r>
              <a:t>          "start": "2026-07-01",</a:t>
            </a:r>
          </a:p>
          <a:p>
            <a:r>
              <a:t>          "end": "2026-07-31",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34.47956,</a:t>
            </a:r>
          </a:p>
          <a:p>
            <a:r>
              <a:t>          "raw_mean": 1.112243870967742,</a:t>
            </a:r>
          </a:p>
          <a:p>
            <a:r>
              <a:t>          "value": 21.250604152278054,</a:t>
            </a:r>
          </a:p>
          <a:p>
            <a:r>
              <a:t>          "prior_start": "2025-07-01",</a:t>
            </a:r>
          </a:p>
          <a:p>
            <a:r>
              <a:t>          "prior_end": "2025-07-31",</a:t>
            </a:r>
          </a:p>
          <a:p>
            <a:r>
              <a:t>          "prior_days": 31,</a:t>
            </a:r>
          </a:p>
          <a:p>
            <a:r>
              <a:t>          "prior_raw_mean": 1.3687616129032258,</a:t>
            </a:r>
          </a:p>
          <a:p>
            <a:r>
              <a:t>          "prior_value": 26.15164890891424,</a:t>
            </a:r>
          </a:p>
          <a:p>
            <a:r>
              <a:t>          "yoy_fraction": -0.1874086323851487,</a:t>
            </a:r>
          </a:p>
          <a:p>
            <a:r>
              <a:t>          "yoy_pct": -18.74086323851487,</a:t>
            </a:r>
          </a:p>
          <a:p>
            <a:r>
              <a:t>          "value_label": "21.3",</a:t>
            </a:r>
          </a:p>
          <a:p>
            <a:r>
              <a:t>          "yoy_label": "(-18.7%)",</a:t>
            </a:r>
          </a:p>
          <a:p>
            <a:r>
              <a:t>          "label": "21.3\n(-18.7%)"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"NV_FORM_TENDER",</a:t>
            </a:r>
          </a:p>
          <a:p>
            <a:r>
              <a:t>          "month": "2026-08",</a:t>
            </a:r>
          </a:p>
          <a:p>
            <a:r>
              <a:t>          "start": "2026-08-01",</a:t>
            </a:r>
          </a:p>
          <a:p>
            <a:r>
              <a:t>          "end": "2026-08-31",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35.9683,</a:t>
            </a:r>
          </a:p>
          <a:p>
            <a:r>
              <a:t>          "raw_mean": 1.1602677419354839,</a:t>
            </a:r>
          </a:p>
          <a:p>
            <a:r>
              <a:t>          "value": 22.168151372302397,</a:t>
            </a:r>
          </a:p>
          <a:p>
            <a:r>
              <a:t>          "prior_start": "2025-08-01",</a:t>
            </a:r>
          </a:p>
          <a:p>
            <a:r>
              <a:t>          "prior_end": "2025-08-31",</a:t>
            </a:r>
          </a:p>
          <a:p>
            <a:r>
              <a:t>          "prior_days": 31,</a:t>
            </a:r>
          </a:p>
          <a:p>
            <a:r>
              <a:t>          "prior_raw_mean": 1.4795348387096774,</a:t>
            </a:r>
          </a:p>
          <a:p>
            <a:r>
              <a:t>          "prior_value": 28.268089407017992,</a:t>
            </a:r>
          </a:p>
          <a:p>
            <a:r>
              <a:t>          "yoy_fraction": -0.21578883336916255,</a:t>
            </a:r>
          </a:p>
          <a:p>
            <a:r>
              <a:t>          "yoy_pct": -21.578883336916256,</a:t>
            </a:r>
          </a:p>
          <a:p>
            <a:r>
              <a:t>          "value_label": "22.2",</a:t>
            </a:r>
          </a:p>
          <a:p>
            <a:r>
              <a:t>          "yoy_label": "(-21.6%)",</a:t>
            </a:r>
          </a:p>
          <a:p>
            <a:r>
              <a:t>          "label": "22.2\n(-21.6%)"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"NV_FORM_TENDER",</a:t>
            </a:r>
          </a:p>
          <a:p>
            <a:r>
              <a:t>          "month": "2026-09",</a:t>
            </a:r>
          </a:p>
          <a:p>
            <a:r>
              <a:t>          "start": "2026-09-01",</a:t>
            </a:r>
          </a:p>
          <a:p>
            <a:r>
              <a:t>          "end": "2026-09-30",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28.41048,</a:t>
            </a:r>
          </a:p>
          <a:p>
            <a:r>
              <a:t>          "raw_mean": 0.947016,</a:t>
            </a:r>
          </a:p>
          <a:p>
            <a:r>
              <a:t>          "value": 18.093749641761274,</a:t>
            </a:r>
          </a:p>
          <a:p>
            <a:r>
              <a:t>          "prior_start": "2025-09-01",</a:t>
            </a:r>
          </a:p>
          <a:p>
            <a:r>
              <a:t>          "prior_end": "2025-09-30",</a:t>
            </a:r>
          </a:p>
          <a:p>
            <a:r>
              <a:t>          "prior_days": 30,</a:t>
            </a:r>
          </a:p>
          <a:p>
            <a:r>
              <a:t>          "prior_raw_mean": 1.241134,</a:t>
            </a:r>
          </a:p>
          <a:p>
            <a:r>
              <a:t>          "prior_value": 23.713187388468345,</a:t>
            </a:r>
          </a:p>
          <a:p>
            <a:r>
              <a:t>          "yoy_fraction": -0.2369752178249891,</a:t>
            </a:r>
          </a:p>
          <a:p>
            <a:r>
              <a:t>          "yoy_pct": -23.69752178249891,</a:t>
            </a:r>
          </a:p>
          <a:p>
            <a:r>
              <a:t>          "value_label": "18.1",</a:t>
            </a:r>
          </a:p>
          <a:p>
            <a:r>
              <a:t>          "yoy_label": "(-23.7%)",</a:t>
            </a:r>
          </a:p>
          <a:p>
            <a:r>
              <a:t>          "label": "18.1\n(-23.7%)"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"NV_FORM_TENDER",</a:t>
            </a:r>
          </a:p>
          <a:p>
            <a:r>
              <a:t>          "month": "2026-10",</a:t>
            </a:r>
          </a:p>
          <a:p>
            <a:r>
              <a:t>          "start": "2026-10-01",</a:t>
            </a:r>
          </a:p>
          <a:p>
            <a:r>
              <a:t>          "end": "2026-10-19",</a:t>
            </a:r>
          </a:p>
          <a:p>
            <a:r>
              <a:t>          "days": 19,</a:t>
            </a:r>
          </a:p>
          <a:p>
            <a:r>
              <a:t>          "partial": true,</a:t>
            </a:r>
          </a:p>
          <a:p>
            <a:r>
              <a:t>          "raw_sum": 17.20603,</a:t>
            </a:r>
          </a:p>
          <a:p>
            <a:r>
              <a:t>          "raw_mean": 0.9055805263157893,</a:t>
            </a:r>
          </a:p>
          <a:p>
            <a:r>
              <a:t>          "value": 17.302080771193204,</a:t>
            </a:r>
          </a:p>
          <a:p>
            <a:r>
              <a:t>          "prior_start": "2025-10-01",</a:t>
            </a:r>
          </a:p>
          <a:p>
            <a:r>
              <a:t>          "prior_end": "2025-10-19",</a:t>
            </a:r>
          </a:p>
          <a:p>
            <a:r>
              <a:t>          "prior_days": 19,</a:t>
            </a:r>
          </a:p>
          <a:p>
            <a:r>
              <a:t>          "prior_raw_mean": 1.0311678947368421,</a:t>
            </a:r>
          </a:p>
          <a:p>
            <a:r>
              <a:t>          "prior_value": 19.701561247107193,</a:t>
            </a:r>
          </a:p>
          <a:p>
            <a:r>
              <a:t>          "yoy_fraction": -0.12179138728238137,</a:t>
            </a:r>
          </a:p>
          <a:p>
            <a:r>
              <a:t>          "yoy_pct": -12.179138728238136,</a:t>
            </a:r>
          </a:p>
          <a:p>
            <a:r>
              <a:t>          "value_label": "17.3",</a:t>
            </a:r>
          </a:p>
          <a:p>
            <a:r>
              <a:t>          "yoy_label": "(-12.2%)",</a:t>
            </a:r>
          </a:p>
          <a:p>
            <a:r>
              <a:t>          "label": "17.3\n(-12.2%)"</a:t>
            </a:r>
          </a:p>
          <a:p>
            <a:r>
              <a:t>        }</a:t>
            </a:r>
          </a:p>
          <a:p>
            <a:r>
              <a:t>      ]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"NV_FORM_WINGS",</a:t>
            </a:r>
          </a:p>
          <a:p>
            <a:r>
              <a:t>      "label": "윙·봉",</a:t>
            </a:r>
          </a:p>
          <a:p>
            <a:r>
              <a:t>      "points": [</a:t>
            </a:r>
          </a:p>
          <a:p>
            <a:r>
              <a:t>        {</a:t>
            </a:r>
          </a:p>
          <a:p>
            <a:r>
              <a:t>          "group_id": "NV_FORM_WINGS",</a:t>
            </a:r>
          </a:p>
          <a:p>
            <a:r>
              <a:t>          "month": "2025-01",</a:t>
            </a:r>
          </a:p>
          <a:p>
            <a:r>
              <a:t>          "start": "2025-01-01",</a:t>
            </a:r>
          </a:p>
          <a:p>
            <a:r>
              <a:t>          "end": "2025-01-31",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35.475519999999996,</a:t>
            </a:r>
          </a:p>
          <a:p>
            <a:r>
              <a:t>          "raw_mean": 1.1443716129032258,</a:t>
            </a:r>
          </a:p>
          <a:p>
            <a:r>
              <a:t>          "value": 64.1316520812608,</a:t>
            </a:r>
          </a:p>
          <a:p>
            <a:r>
              <a:t>          "prior_start": "2024-01-01",</a:t>
            </a:r>
          </a:p>
          <a:p>
            <a:r>
              <a:t>          "prior_end": "2024-01-31",</a:t>
            </a:r>
          </a:p>
          <a:p>
            <a:r>
              <a:t>          "prior_days": 31,</a:t>
            </a:r>
          </a:p>
          <a:p>
            <a:r>
              <a:t>          "prior_raw_mean": 1.4279974193548388,</a:t>
            </a:r>
          </a:p>
          <a:p>
            <a:r>
              <a:t>          "prior_value": 80.02630669828339,</a:t>
            </a:r>
          </a:p>
          <a:p>
            <a:r>
              <a:t>          "yoy_fraction": -0.1986178704578846,</a:t>
            </a:r>
          </a:p>
          <a:p>
            <a:r>
              <a:t>          "yoy_pct": -19.86178704578846,</a:t>
            </a:r>
          </a:p>
          <a:p>
            <a:r>
              <a:t>          "value_label": "64.1",</a:t>
            </a:r>
          </a:p>
          <a:p>
            <a:r>
              <a:t>          "yoy_label": "(-19.9%)",</a:t>
            </a:r>
          </a:p>
          <a:p>
            <a:r>
              <a:t>          "label": "64.1\n(-19.9%)"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"NV_FORM_WINGS",</a:t>
            </a:r>
          </a:p>
          <a:p>
            <a:r>
              <a:t>          "month": "2025-02",</a:t>
            </a:r>
          </a:p>
          <a:p>
            <a:r>
              <a:t>          "start": "2025-02-01",</a:t>
            </a:r>
          </a:p>
          <a:p>
            <a:r>
              <a:t>          "end": "2025-02-28",</a:t>
            </a:r>
          </a:p>
          <a:p>
            <a:r>
              <a:t>          "days": 28,</a:t>
            </a:r>
          </a:p>
          <a:p>
            <a:r>
              <a:t>          "partial": false,</a:t>
            </a:r>
          </a:p>
          <a:p>
            <a:r>
              <a:t>          "raw_sum": 33.12053,</a:t>
            </a:r>
          </a:p>
          <a:p>
            <a:r>
              <a:t>          "raw_mean": 1.1828760714285715,</a:t>
            </a:r>
          </a:p>
          <a:p>
            <a:r>
              <a:t>          "value": 66.2894778346104,</a:t>
            </a:r>
          </a:p>
          <a:p>
            <a:r>
              <a:t>          "prior_start": "2024-02-01",</a:t>
            </a:r>
          </a:p>
          <a:p>
            <a:r>
              <a:t>          "prior_end": "2024-02-29",</a:t>
            </a:r>
          </a:p>
          <a:p>
            <a:r>
              <a:t>          "prior_days": 29,</a:t>
            </a:r>
          </a:p>
          <a:p>
            <a:r>
              <a:t>          "prior_raw_mean": 1.3130872413793102,</a:t>
            </a:r>
          </a:p>
          <a:p>
            <a:r>
              <a:t>          "prior_value": 73.58663319412636,</a:t>
            </a:r>
          </a:p>
          <a:p>
            <a:r>
              <a:t>          "yoy_fraction": -0.09916414221949243,</a:t>
            </a:r>
          </a:p>
          <a:p>
            <a:r>
              <a:t>          "yoy_pct": -9.916414221949243,</a:t>
            </a:r>
          </a:p>
          <a:p>
            <a:r>
              <a:t>          "value_label": "66.3",</a:t>
            </a:r>
          </a:p>
          <a:p>
            <a:r>
              <a:t>          "yoy_label": "(-9.9%)",</a:t>
            </a:r>
          </a:p>
          <a:p>
            <a:r>
              <a:t>          "label": "66.3\n(-9.9%)"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"NV_FORM_WINGS",</a:t>
            </a:r>
          </a:p>
          <a:p>
            <a:r>
              <a:t>          "month": "2025-03",</a:t>
            </a:r>
          </a:p>
          <a:p>
            <a:r>
              <a:t>          "start": "2025-03-01",</a:t>
            </a:r>
          </a:p>
          <a:p>
            <a:r>
              <a:t>          "end": "2025-03-31",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34.99831,</a:t>
            </a:r>
          </a:p>
          <a:p>
            <a:r>
              <a:t>          "raw_mean": 1.1289777419354838,</a:t>
            </a:r>
          </a:p>
          <a:p>
            <a:r>
              <a:t>          "value": 63.26896520056959,</a:t>
            </a:r>
          </a:p>
          <a:p>
            <a:r>
              <a:t>          "prior_start": "2024-03-01",</a:t>
            </a:r>
          </a:p>
          <a:p>
            <a:r>
              <a:t>          "prior_end": "2024-03-31",</a:t>
            </a:r>
          </a:p>
          <a:p>
            <a:r>
              <a:t>          "prior_days": 31,</a:t>
            </a:r>
          </a:p>
          <a:p>
            <a:r>
              <a:t>          "prior_raw_mean": 1.3219093548387097,</a:t>
            </a:r>
          </a:p>
          <a:p>
            <a:r>
              <a:t>          "prior_value": 74.08103265722058,</a:t>
            </a:r>
          </a:p>
          <a:p>
            <a:r>
              <a:t>          "yoy_fraction": -0.14594920006959633,</a:t>
            </a:r>
          </a:p>
          <a:p>
            <a:r>
              <a:t>          "yoy_pct": -14.594920006959633,</a:t>
            </a:r>
          </a:p>
          <a:p>
            <a:r>
              <a:t>          "value_label": "63.3",</a:t>
            </a:r>
          </a:p>
          <a:p>
            <a:r>
              <a:t>          "yoy_label": "(-14.6%)",</a:t>
            </a:r>
          </a:p>
          <a:p>
            <a:r>
              <a:t>          "label": "63.3\n(-14.6%)"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"NV_FORM_WINGS",</a:t>
            </a:r>
          </a:p>
          <a:p>
            <a:r>
              <a:t>          "month": "2025-04",</a:t>
            </a:r>
          </a:p>
          <a:p>
            <a:r>
              <a:t>          "start": "2025-04-01",</a:t>
            </a:r>
          </a:p>
          <a:p>
            <a:r>
              <a:t>          "end": "2025-04-30",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33.96604,</a:t>
            </a:r>
          </a:p>
          <a:p>
            <a:r>
              <a:t>          "raw_mean": 1.1322013333333334,</a:t>
            </a:r>
          </a:p>
          <a:p>
            <a:r>
              <a:t>          "value": 63.4496182678495,</a:t>
            </a:r>
          </a:p>
          <a:p>
            <a:r>
              <a:t>          "prior_start": "2024-04-01",</a:t>
            </a:r>
          </a:p>
          <a:p>
            <a:r>
              <a:t>          "prior_end": "2024-04-30",</a:t>
            </a:r>
          </a:p>
          <a:p>
            <a:r>
              <a:t>          "prior_days": 30,</a:t>
            </a:r>
          </a:p>
          <a:p>
            <a:r>
              <a:t>          "prior_raw_mean": 1.3281063333333334,</a:t>
            </a:r>
          </a:p>
          <a:p>
            <a:r>
              <a:t>          "prior_value": 74.42831710948343,</a:t>
            </a:r>
          </a:p>
          <a:p>
            <a:r>
              <a:t>          "yoy_fraction": -0.1475070143730961,</a:t>
            </a:r>
          </a:p>
          <a:p>
            <a:r>
              <a:t>          "yoy_pct": -14.75070143730961,</a:t>
            </a:r>
          </a:p>
          <a:p>
            <a:r>
              <a:t>          "value_label": "63.4",</a:t>
            </a:r>
          </a:p>
          <a:p>
            <a:r>
              <a:t>          "yoy_label": "(-14.8%)",</a:t>
            </a:r>
          </a:p>
          <a:p>
            <a:r>
              <a:t>          "label": "63.4\n(-14.8%)"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"NV_FORM_WINGS",</a:t>
            </a:r>
          </a:p>
          <a:p>
            <a:r>
              <a:t>          "month": "2025-05",</a:t>
            </a:r>
          </a:p>
          <a:p>
            <a:r>
              <a:t>          "start": "2025-05-01",</a:t>
            </a:r>
          </a:p>
          <a:p>
            <a:r>
              <a:t>          "end": "2025-05-31",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38.47895,</a:t>
            </a:r>
          </a:p>
          <a:p>
            <a:r>
              <a:t>          "raw_mean": 1.2412564516129032,</a:t>
            </a:r>
          </a:p>
          <a:p>
            <a:r>
              <a:t>          "value": 69.56116876799072,</a:t>
            </a:r>
          </a:p>
          <a:p>
            <a:r>
              <a:t>          "prior_start": "2024-05-01",</a:t>
            </a:r>
          </a:p>
          <a:p>
            <a:r>
              <a:t>          "prior_end": "2024-05-31",</a:t>
            </a:r>
          </a:p>
          <a:p>
            <a:r>
              <a:t>          "prior_days": 31,</a:t>
            </a:r>
          </a:p>
          <a:p>
            <a:r>
              <a:t>          "prior_raw_mean": 1.3645790322580644,</a:t>
            </a:r>
          </a:p>
          <a:p>
            <a:r>
              <a:t>          "prior_value": 76.47228116061132,</a:t>
            </a:r>
          </a:p>
          <a:p>
            <a:r>
              <a:t>          "yoy_fraction": -0.09037408440982031,</a:t>
            </a:r>
          </a:p>
          <a:p>
            <a:r>
              <a:t>          "yoy_pct": -9.03740844098203,</a:t>
            </a:r>
          </a:p>
          <a:p>
            <a:r>
              <a:t>          "value_label": "69.6",</a:t>
            </a:r>
          </a:p>
          <a:p>
            <a:r>
              <a:t>          "yoy_label": "(-9.0%)",</a:t>
            </a:r>
          </a:p>
          <a:p>
            <a:r>
              <a:t>          "label": "69.6\n(-9.0%)"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"NV_FORM_WINGS",</a:t>
            </a:r>
          </a:p>
          <a:p>
            <a:r>
              <a:t>          "month": "2025-06",</a:t>
            </a:r>
          </a:p>
          <a:p>
            <a:r>
              <a:t>          "start": "2025-06-01",</a:t>
            </a:r>
          </a:p>
          <a:p>
            <a:r>
              <a:t>          "end": "2025-06-30",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30.70845,</a:t>
            </a:r>
          </a:p>
          <a:p>
            <a:r>
              <a:t>          "raw_mean": 1.023615,</a:t>
            </a:r>
          </a:p>
          <a:p>
            <a:r>
              <a:t>          "value": 57.36433891314216,</a:t>
            </a:r>
          </a:p>
          <a:p>
            <a:r>
              <a:t>          "prior_start": "2024-06-01",</a:t>
            </a:r>
          </a:p>
          <a:p>
            <a:r>
              <a:t>          "prior_end": "2024-06-30",</a:t>
            </a:r>
          </a:p>
          <a:p>
            <a:r>
              <a:t>          "prior_days": 30,</a:t>
            </a:r>
          </a:p>
          <a:p>
            <a:r>
              <a:t>          "prior_raw_mean": 1.3308726666666668,</a:t>
            </a:r>
          </a:p>
          <a:p>
            <a:r>
              <a:t>          "prior_value": 74.58334500852757,</a:t>
            </a:r>
          </a:p>
          <a:p>
            <a:r>
              <a:t>          "yoy_fraction": -0.23086931932882138,</a:t>
            </a:r>
          </a:p>
          <a:p>
            <a:r>
              <a:t>          "yoy_pct": -23.086931932882138,</a:t>
            </a:r>
          </a:p>
          <a:p>
            <a:r>
              <a:t>          "value_label": "57.4",</a:t>
            </a:r>
          </a:p>
          <a:p>
            <a:r>
              <a:t>          "yoy_label": "(-23.1%)",</a:t>
            </a:r>
          </a:p>
          <a:p>
            <a:r>
              <a:t>          "label": "57.4\n(-23.1%)"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"NV_FORM_WINGS",</a:t>
            </a:r>
          </a:p>
          <a:p>
            <a:r>
              <a:t>          "month": "2025-07",</a:t>
            </a:r>
          </a:p>
          <a:p>
            <a:r>
              <a:t>          "start": "2025-07-01",</a:t>
            </a:r>
          </a:p>
          <a:p>
            <a:r>
              <a:t>          "end": "2025-07-31",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32.56549,</a:t>
            </a:r>
          </a:p>
          <a:p>
            <a:r>
              <a:t>          "raw_mean": 1.0504996774193547,</a:t>
            </a:r>
          </a:p>
          <a:p>
            <a:r>
              <a:t>          "value": 58.87098130022555,</a:t>
            </a:r>
          </a:p>
          <a:p>
            <a:r>
              <a:t>          "prior_start": "2024-07-01",</a:t>
            </a:r>
          </a:p>
          <a:p>
            <a:r>
              <a:t>          "prior_end": "2024-07-31",</a:t>
            </a:r>
          </a:p>
          <a:p>
            <a:r>
              <a:t>          "prior_days": 31,</a:t>
            </a:r>
          </a:p>
          <a:p>
            <a:r>
              <a:t>          "prior_raw_mean": 1.32559,</a:t>
            </a:r>
          </a:p>
          <a:p>
            <a:r>
              <a:t>          "prior_value": 74.28729944351353,</a:t>
            </a:r>
          </a:p>
          <a:p>
            <a:r>
              <a:t>          "yoy_fraction": -0.2075229313593533,</a:t>
            </a:r>
          </a:p>
          <a:p>
            <a:r>
              <a:t>          "yoy_pct": -20.75229313593533,</a:t>
            </a:r>
          </a:p>
          <a:p>
            <a:r>
              <a:t>          "value_label": "58.9",</a:t>
            </a:r>
          </a:p>
          <a:p>
            <a:r>
              <a:t>          "yoy_label": "(-20.8%)",</a:t>
            </a:r>
          </a:p>
          <a:p>
            <a:r>
              <a:t>          "label": "58.9\n(-20.8%)"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"NV_FORM_WINGS",</a:t>
            </a:r>
          </a:p>
          <a:p>
            <a:r>
              <a:t>          "month": "2025-08",</a:t>
            </a:r>
          </a:p>
          <a:p>
            <a:r>
              <a:t>          "start": "2025-08-01",</a:t>
            </a:r>
          </a:p>
          <a:p>
            <a:r>
              <a:t>          "end": "2025-08-31",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33.86229,</a:t>
            </a:r>
          </a:p>
          <a:p>
            <a:r>
              <a:t>          "raw_mean": 1.092331935483871,</a:t>
            </a:r>
          </a:p>
          <a:p>
            <a:r>
              <a:t>          "value": 61.215300042247634,</a:t>
            </a:r>
          </a:p>
          <a:p>
            <a:r>
              <a:t>          "prior_start": "2024-08-01",</a:t>
            </a:r>
          </a:p>
          <a:p>
            <a:r>
              <a:t>          "prior_end": "2024-08-31",</a:t>
            </a:r>
          </a:p>
          <a:p>
            <a:r>
              <a:t>          "prior_days": 31,</a:t>
            </a:r>
          </a:p>
          <a:p>
            <a:r>
              <a:t>          "prior_raw_mean": 1.3192319354838709,</a:t>
            </a:r>
          </a:p>
          <a:p>
            <a:r>
              <a:t>          "prior_value": 73.93098758042552,</a:t>
            </a:r>
          </a:p>
          <a:p>
            <a:r>
              <a:t>          "yoy_fraction": -0.1719940170465758,</a:t>
            </a:r>
          </a:p>
          <a:p>
            <a:r>
              <a:t>          "yoy_pct": -17.19940170465758,</a:t>
            </a:r>
          </a:p>
          <a:p>
            <a:r>
              <a:t>          "value_label": "61.2",</a:t>
            </a:r>
          </a:p>
          <a:p>
            <a:r>
              <a:t>          "yoy_label": "(-17.2%)",</a:t>
            </a:r>
          </a:p>
          <a:p>
            <a:r>
              <a:t>          "label": "61.2\n(-17.2%)"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"NV_FORM_WINGS",</a:t>
            </a:r>
          </a:p>
          <a:p>
            <a:r>
              <a:t>          "month": "2025-09",</a:t>
            </a:r>
          </a:p>
          <a:p>
            <a:r>
              <a:t>          "start": "2025-09-01",</a:t>
            </a:r>
          </a:p>
          <a:p>
            <a:r>
              <a:t>          "end": "2025-09-30",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29.54649,</a:t>
            </a:r>
          </a:p>
          <a:p>
            <a:r>
              <a:t>          "raw_mean": 0.984883,</a:t>
            </a:r>
          </a:p>
          <a:p>
            <a:r>
              <a:t>          "value": 55.193761523416704,</a:t>
            </a:r>
          </a:p>
          <a:p>
            <a:r>
              <a:t>          "prior_start": "2024-09-01",</a:t>
            </a:r>
          </a:p>
          <a:p>
            <a:r>
              <a:t>          "prior_end": "2024-09-30",</a:t>
            </a:r>
          </a:p>
          <a:p>
            <a:r>
              <a:t>          "prior_days": 30,</a:t>
            </a:r>
          </a:p>
          <a:p>
            <a:r>
              <a:t>          "prior_raw_mean": 1.161768,</a:t>
            </a:r>
          </a:p>
          <a:p>
            <a:r>
              <a:t>          "prior_value": 65.10656183276265,</a:t>
            </a:r>
          </a:p>
          <a:p>
            <a:r>
              <a:t>          "yoy_fraction": -0.1522550113275628,</a:t>
            </a:r>
          </a:p>
          <a:p>
            <a:r>
              <a:t>          "yoy_pct": -15.22550113275628,</a:t>
            </a:r>
          </a:p>
          <a:p>
            <a:r>
              <a:t>          "value_label": "55.2",</a:t>
            </a:r>
          </a:p>
          <a:p>
            <a:r>
              <a:t>          "yoy_label": "(-15.2%)",</a:t>
            </a:r>
          </a:p>
          <a:p>
            <a:r>
              <a:t>          "label": "55.2\n(-15.2%)"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"NV_FORM_WINGS",</a:t>
            </a:r>
          </a:p>
          <a:p>
            <a:r>
              <a:t>          "month": "2025-10",</a:t>
            </a:r>
          </a:p>
          <a:p>
            <a:r>
              <a:t>          "start": "2025-10-01",</a:t>
            </a:r>
          </a:p>
          <a:p>
            <a:r>
              <a:t>          "end": "2025-10-31",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26.26812,</a:t>
            </a:r>
          </a:p>
          <a:p>
            <a:r>
              <a:t>          "raw_mean": 0.8473587096774193,</a:t>
            </a:r>
          </a:p>
          <a:p>
            <a:r>
              <a:t>          "value": 47.4867720802629,</a:t>
            </a:r>
          </a:p>
          <a:p>
            <a:r>
              <a:t>          "prior_start": "2024-10-01",</a:t>
            </a:r>
          </a:p>
          <a:p>
            <a:r>
              <a:t>          "prior_end": "2024-10-31",</a:t>
            </a:r>
          </a:p>
          <a:p>
            <a:r>
              <a:t>          "prior_days": 31,</a:t>
            </a:r>
          </a:p>
          <a:p>
            <a:r>
              <a:t>          "prior_raw_mean": 1.222682258064516,</a:t>
            </a:r>
          </a:p>
          <a:p>
            <a:r>
              <a:t>          "prior_value": 68.52025364487511,</a:t>
            </a:r>
          </a:p>
          <a:p>
            <a:r>
              <a:t>          "yoy_fraction": -0.306967362870896,</a:t>
            </a:r>
          </a:p>
          <a:p>
            <a:r>
              <a:t>          "yoy_pct": -30.6967362870896,</a:t>
            </a:r>
          </a:p>
          <a:p>
            <a:r>
              <a:t>          "value_label": "47.5",</a:t>
            </a:r>
          </a:p>
          <a:p>
            <a:r>
              <a:t>          "yoy_label": "(-30.7%)",</a:t>
            </a:r>
          </a:p>
          <a:p>
            <a:r>
              <a:t>          "label": "47.5\n(-30.7%)"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"NV_FORM_WINGS",</a:t>
            </a:r>
          </a:p>
          <a:p>
            <a:r>
              <a:t>          "month": "2025-11",</a:t>
            </a:r>
          </a:p>
          <a:p>
            <a:r>
              <a:t>          "start": "2025-11-01",</a:t>
            </a:r>
          </a:p>
          <a:p>
            <a:r>
              <a:t>          "end": "2025-11-30",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26.36667,</a:t>
            </a:r>
          </a:p>
          <a:p>
            <a:r>
              <a:t>          "raw_mean": 0.8788889999999999,</a:t>
            </a:r>
          </a:p>
          <a:p>
            <a:r>
              <a:t>          "value": 49.25375894553382,</a:t>
            </a:r>
          </a:p>
          <a:p>
            <a:r>
              <a:t>          "prior_start": "2024-11-01",</a:t>
            </a:r>
          </a:p>
          <a:p>
            <a:r>
              <a:t>          "prior_end": "2024-11-30",</a:t>
            </a:r>
          </a:p>
          <a:p>
            <a:r>
              <a:t>          "prior_days": 30,</a:t>
            </a:r>
          </a:p>
          <a:p>
            <a:r>
              <a:t>          "prior_raw_mean": 1.087418,</a:t>
            </a:r>
          </a:p>
          <a:p>
            <a:r>
              <a:t>          "prior_value": 60.93991851648444,</a:t>
            </a:r>
          </a:p>
          <a:p>
            <a:r>
              <a:t>          "yoy_fraction": -0.19176526413945694,</a:t>
            </a:r>
          </a:p>
          <a:p>
            <a:r>
              <a:t>          "yoy_pct": -19.176526413945695,</a:t>
            </a:r>
          </a:p>
          <a:p>
            <a:r>
              <a:t>          "value_label": "49.3",</a:t>
            </a:r>
          </a:p>
          <a:p>
            <a:r>
              <a:t>          "yoy_label": "(-19.2%)",</a:t>
            </a:r>
          </a:p>
          <a:p>
            <a:r>
              <a:t>          "label": "49.3\n(-19.2%)"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"NV_FORM_WINGS",</a:t>
            </a:r>
          </a:p>
          <a:p>
            <a:r>
              <a:t>          "month": "2025-12",</a:t>
            </a:r>
          </a:p>
          <a:p>
            <a:r>
              <a:t>          "start": "2025-12-01",</a:t>
            </a:r>
          </a:p>
          <a:p>
            <a:r>
              <a:t>          "end": "2025-12-31",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29.77472,</a:t>
            </a:r>
          </a:p>
          <a:p>
            <a:r>
              <a:t>          "raw_mean": 0.9604748387096774,</a:t>
            </a:r>
          </a:p>
          <a:p>
            <a:r>
              <a:t>          "value": 53.8259054090527,</a:t>
            </a:r>
          </a:p>
          <a:p>
            <a:r>
              <a:t>          "prior_start": "2024-12-01",</a:t>
            </a:r>
          </a:p>
          <a:p>
            <a:r>
              <a:t>          "prior_end": "2024-12-31",</a:t>
            </a:r>
          </a:p>
          <a:p>
            <a:r>
              <a:t>          "prior_days": 31,</a:t>
            </a:r>
          </a:p>
          <a:p>
            <a:r>
              <a:t>          "prior_raw_mean": 1.166292258064516,</a:t>
            </a:r>
          </a:p>
          <a:p>
            <a:r>
              <a:t>          "prior_value": 65.36010547265012,</a:t>
            </a:r>
          </a:p>
          <a:p>
            <a:r>
              <a:t>          "yoy_fraction": -0.17647156442279444,</a:t>
            </a:r>
          </a:p>
          <a:p>
            <a:r>
              <a:t>          "yoy_pct": -17.647156442279442,</a:t>
            </a:r>
          </a:p>
          <a:p>
            <a:r>
              <a:t>          "value_label": "53.8",</a:t>
            </a:r>
          </a:p>
          <a:p>
            <a:r>
              <a:t>          "yoy_label": "(-17.6%)",</a:t>
            </a:r>
          </a:p>
          <a:p>
            <a:r>
              <a:t>          "label": "53.8\n(-17.6%)"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"NV_FORM_WINGS",</a:t>
            </a:r>
          </a:p>
          <a:p>
            <a:r>
              <a:t>          "month": "2026-01",</a:t>
            </a:r>
          </a:p>
          <a:p>
            <a:r>
              <a:t>          "start": "2026-01-01",</a:t>
            </a:r>
          </a:p>
          <a:p>
            <a:r>
              <a:t>          "end": "2026-01-31",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29.94071,</a:t>
            </a:r>
          </a:p>
          <a:p>
            <a:r>
              <a:t>          "raw_mean": 0.9658293548387097,</a:t>
            </a:r>
          </a:p>
          <a:p>
            <a:r>
              <a:t>          "value": 54.12597748492273,</a:t>
            </a:r>
          </a:p>
          <a:p>
            <a:r>
              <a:t>          "prior_start": "2025-01-01",</a:t>
            </a:r>
          </a:p>
          <a:p>
            <a:r>
              <a:t>          "prior_end": "2025-01-31",</a:t>
            </a:r>
          </a:p>
          <a:p>
            <a:r>
              <a:t>          "prior_days": 31,</a:t>
            </a:r>
          </a:p>
          <a:p>
            <a:r>
              <a:t>          "prior_raw_mean": 1.1443716129032258,</a:t>
            </a:r>
          </a:p>
          <a:p>
            <a:r>
              <a:t>          "prior_value": 64.1316520812608,</a:t>
            </a:r>
          </a:p>
          <a:p>
            <a:r>
              <a:t>          "yoy_fraction": -0.15601772715382323,</a:t>
            </a:r>
          </a:p>
          <a:p>
            <a:r>
              <a:t>          "yoy_pct": -15.601772715382323,</a:t>
            </a:r>
          </a:p>
          <a:p>
            <a:r>
              <a:t>          "value_label": "54.1",</a:t>
            </a:r>
          </a:p>
          <a:p>
            <a:r>
              <a:t>          "yoy_label": "(-15.6%)",</a:t>
            </a:r>
          </a:p>
          <a:p>
            <a:r>
              <a:t>          "label": "54.1\n(-15.6%)"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"NV_FORM_WINGS",</a:t>
            </a:r>
          </a:p>
          <a:p>
            <a:r>
              <a:t>          "month": "2026-02",</a:t>
            </a:r>
          </a:p>
          <a:p>
            <a:r>
              <a:t>          "start": "2026-02-01",</a:t>
            </a:r>
          </a:p>
          <a:p>
            <a:r>
              <a:t>          "end": "2026-02-28",</a:t>
            </a:r>
          </a:p>
          <a:p>
            <a:r>
              <a:t>          "days": 28,</a:t>
            </a:r>
          </a:p>
          <a:p>
            <a:r>
              <a:t>          "partial": false,</a:t>
            </a:r>
          </a:p>
          <a:p>
            <a:r>
              <a:t>          "raw_sum": 21.76039,</a:t>
            </a:r>
          </a:p>
          <a:p>
            <a:r>
              <a:t>          "raw_mean": 0.7771567857142857,</a:t>
            </a:r>
          </a:p>
          <a:p>
            <a:r>
              <a:t>          "value": 43.55259081232932,</a:t>
            </a:r>
          </a:p>
          <a:p>
            <a:r>
              <a:t>          "prior_start": "2025-02-01",</a:t>
            </a:r>
          </a:p>
          <a:p>
            <a:r>
              <a:t>          "prior_end": "2025-02-28",</a:t>
            </a:r>
          </a:p>
          <a:p>
            <a:r>
              <a:t>          "prior_days": 28,</a:t>
            </a:r>
          </a:p>
          <a:p>
            <a:r>
              <a:t>          "prior_raw_mean": 1.1828760714285715,</a:t>
            </a:r>
          </a:p>
          <a:p>
            <a:r>
              <a:t>          "prior_value": 66.2894778346104,</a:t>
            </a:r>
          </a:p>
          <a:p>
            <a:r>
              <a:t>          "yoy_fraction": -0.3429939074042596,</a:t>
            </a:r>
          </a:p>
          <a:p>
            <a:r>
              <a:t>          "yoy_pct": -34.29939074042596,</a:t>
            </a:r>
          </a:p>
          <a:p>
            <a:r>
              <a:t>          "value_label": "43.6",</a:t>
            </a:r>
          </a:p>
          <a:p>
            <a:r>
              <a:t>          "yoy_label": "(-34.3%)",</a:t>
            </a:r>
          </a:p>
          <a:p>
            <a:r>
              <a:t>          "label": "43.6\n(-34.3%)"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"NV_FORM_WINGS",</a:t>
            </a:r>
          </a:p>
          <a:p>
            <a:r>
              <a:t>          "month": "2026-03",</a:t>
            </a:r>
          </a:p>
          <a:p>
            <a:r>
              <a:t>          "start": "2026-03-01",</a:t>
            </a:r>
          </a:p>
          <a:p>
            <a:r>
              <a:t>          "end": "2026-03-31",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26.48599,</a:t>
            </a:r>
          </a:p>
          <a:p>
            <a:r>
              <a:t>          "raw_mean": 0.8543867741935485,</a:t>
            </a:r>
          </a:p>
          <a:p>
            <a:r>
              <a:t>          "value": 47.88063136798989,</a:t>
            </a:r>
          </a:p>
          <a:p>
            <a:r>
              <a:t>          "prior_start": "2025-03-01",</a:t>
            </a:r>
          </a:p>
          <a:p>
            <a:r>
              <a:t>          "prior_end": "2025-03-31",</a:t>
            </a:r>
          </a:p>
          <a:p>
            <a:r>
              <a:t>          "prior_days": 31,</a:t>
            </a:r>
          </a:p>
          <a:p>
            <a:r>
              <a:t>          "prior_raw_mean": 1.1289777419354838,</a:t>
            </a:r>
          </a:p>
          <a:p>
            <a:r>
              <a:t>          "prior_value": 63.26896520056959,</a:t>
            </a:r>
          </a:p>
          <a:p>
            <a:r>
              <a:t>          "yoy_fraction": -0.24322088695139843,</a:t>
            </a:r>
          </a:p>
          <a:p>
            <a:r>
              <a:t>          "yoy_pct": -24.322088695139843,</a:t>
            </a:r>
          </a:p>
          <a:p>
            <a:r>
              <a:t>          "value_label": "47.9",</a:t>
            </a:r>
          </a:p>
          <a:p>
            <a:r>
              <a:t>          "yoy_label": "(-24.3%)",</a:t>
            </a:r>
          </a:p>
          <a:p>
            <a:r>
              <a:t>          "label": "47.9\n(-24.3%)"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"NV_FORM_WINGS",</a:t>
            </a:r>
          </a:p>
          <a:p>
            <a:r>
              <a:t>          "month": "2026-04",</a:t>
            </a:r>
          </a:p>
          <a:p>
            <a:r>
              <a:t>          "start": "2026-04-01",</a:t>
            </a:r>
          </a:p>
          <a:p>
            <a:r>
              <a:t>          "end": "2026-04-30",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22.2532,</a:t>
            </a:r>
          </a:p>
          <a:p>
            <a:r>
              <a:t>          "raw_mean": 0.7417733333333333,</a:t>
            </a:r>
          </a:p>
          <a:p>
            <a:r>
              <a:t>          "value": 41.56966915301602,</a:t>
            </a:r>
          </a:p>
          <a:p>
            <a:r>
              <a:t>          "prior_start": "2025-04-01",</a:t>
            </a:r>
          </a:p>
          <a:p>
            <a:r>
              <a:t>          "prior_end": "2025-04-30",</a:t>
            </a:r>
          </a:p>
          <a:p>
            <a:r>
              <a:t>          "prior_days": 30,</a:t>
            </a:r>
          </a:p>
          <a:p>
            <a:r>
              <a:t>          "prior_raw_mean": 1.1322013333333334,</a:t>
            </a:r>
          </a:p>
          <a:p>
            <a:r>
              <a:t>          "prior_value": 63.4496182678495,</a:t>
            </a:r>
          </a:p>
          <a:p>
            <a:r>
              <a:t>          "yoy_fraction": -0.34483972815200137,</a:t>
            </a:r>
          </a:p>
          <a:p>
            <a:r>
              <a:t>          "yoy_pct": -34.48397281520014,</a:t>
            </a:r>
          </a:p>
          <a:p>
            <a:r>
              <a:t>          "value_label": "41.6",</a:t>
            </a:r>
          </a:p>
          <a:p>
            <a:r>
              <a:t>          "yoy_label": "(-34.5%)",</a:t>
            </a:r>
          </a:p>
          <a:p>
            <a:r>
              <a:t>          "label": "41.6\n(-34.5%)"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"NV_FORM_WINGS",</a:t>
            </a:r>
          </a:p>
          <a:p>
            <a:r>
              <a:t>          "month": "2026-05",</a:t>
            </a:r>
          </a:p>
          <a:p>
            <a:r>
              <a:t>          "start": "2026-05-01",</a:t>
            </a:r>
          </a:p>
          <a:p>
            <a:r>
              <a:t>          "end": "2026-05-31",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22.08202,</a:t>
            </a:r>
          </a:p>
          <a:p>
            <a:r>
              <a:t>          "raw_mean": 0.7123232258064516,</a:t>
            </a:r>
          </a:p>
          <a:p>
            <a:r>
              <a:t>          "value": 39.919257670964164,</a:t>
            </a:r>
          </a:p>
          <a:p>
            <a:r>
              <a:t>          "prior_start": "2025-05-01",</a:t>
            </a:r>
          </a:p>
          <a:p>
            <a:r>
              <a:t>          "prior_end": "2025-05-31",</a:t>
            </a:r>
          </a:p>
          <a:p>
            <a:r>
              <a:t>          "prior_days": 31,</a:t>
            </a:r>
          </a:p>
          <a:p>
            <a:r>
              <a:t>          "prior_raw_mean": 1.2412564516129032,</a:t>
            </a:r>
          </a:p>
          <a:p>
            <a:r>
              <a:t>          "prior_value": 69.56116876799072,</a:t>
            </a:r>
          </a:p>
          <a:p>
            <a:r>
              <a:t>          "yoy_fraction": -0.42612727218388236,</a:t>
            </a:r>
          </a:p>
          <a:p>
            <a:r>
              <a:t>          "yoy_pct": -42.61272721838824,</a:t>
            </a:r>
          </a:p>
          <a:p>
            <a:r>
              <a:t>          "value_label": "39.9",</a:t>
            </a:r>
          </a:p>
          <a:p>
            <a:r>
              <a:t>          "yoy_label": "(-42.6%)",</a:t>
            </a:r>
          </a:p>
          <a:p>
            <a:r>
              <a:t>          "label": "39.9\n(-42.6%)"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"NV_FORM_WINGS",</a:t>
            </a:r>
          </a:p>
          <a:p>
            <a:r>
              <a:t>          "month": "2026-06",</a:t>
            </a:r>
          </a:p>
          <a:p>
            <a:r>
              <a:t>          "start": "2026-06-01",</a:t>
            </a:r>
          </a:p>
          <a:p>
            <a:r>
              <a:t>          "end": "2026-06-30",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22.57998,</a:t>
            </a:r>
          </a:p>
          <a:p>
            <a:r>
              <a:t>          "raw_mean": 0.752666,</a:t>
            </a:r>
          </a:p>
          <a:p>
            <a:r>
              <a:t>          "value": 42.18010434821594,</a:t>
            </a:r>
          </a:p>
          <a:p>
            <a:r>
              <a:t>          "prior_start": "2025-06-01",</a:t>
            </a:r>
          </a:p>
          <a:p>
            <a:r>
              <a:t>          "prior_end": "2025-06-30",</a:t>
            </a:r>
          </a:p>
          <a:p>
            <a:r>
              <a:t>          "prior_days": 30,</a:t>
            </a:r>
          </a:p>
          <a:p>
            <a:r>
              <a:t>          "prior_raw_mean": 1.023615,</a:t>
            </a:r>
          </a:p>
          <a:p>
            <a:r>
              <a:t>          "prior_value": 57.36433891314216,</a:t>
            </a:r>
          </a:p>
          <a:p>
            <a:r>
              <a:t>          "yoy_fraction": -0.26469815311420797,</a:t>
            </a:r>
          </a:p>
          <a:p>
            <a:r>
              <a:t>          "yoy_pct": -26.469815311420795,</a:t>
            </a:r>
          </a:p>
          <a:p>
            <a:r>
              <a:t>          "value_label": "42.2",</a:t>
            </a:r>
          </a:p>
          <a:p>
            <a:r>
              <a:t>          "yoy_label": "(-26.5%)",</a:t>
            </a:r>
          </a:p>
          <a:p>
            <a:r>
              <a:t>          "label": "42.2\n(-26.5%)"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"NV_FORM_WINGS",</a:t>
            </a:r>
          </a:p>
          <a:p>
            <a:r>
              <a:t>          "month": "2026-07",</a:t>
            </a:r>
          </a:p>
          <a:p>
            <a:r>
              <a:t>          "start": "2026-07-01",</a:t>
            </a:r>
          </a:p>
          <a:p>
            <a:r>
              <a:t>          "end": "2026-07-31",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20.98751,</a:t>
            </a:r>
          </a:p>
          <a:p>
            <a:r>
              <a:t>          "raw_mean": 0.6770164516129032,</a:t>
            </a:r>
          </a:p>
          <a:p>
            <a:r>
              <a:t>          "value": 37.94063312875983,</a:t>
            </a:r>
          </a:p>
          <a:p>
            <a:r>
              <a:t>          "prior_start": "2025-07-01",</a:t>
            </a:r>
          </a:p>
          <a:p>
            <a:r>
              <a:t>          "prior_end": "2025-07-31",</a:t>
            </a:r>
          </a:p>
          <a:p>
            <a:r>
              <a:t>          "prior_days": 31,</a:t>
            </a:r>
          </a:p>
          <a:p>
            <a:r>
              <a:t>          "prior_raw_mean": 1.0504996774193547,</a:t>
            </a:r>
          </a:p>
          <a:p>
            <a:r>
              <a:t>          "prior_value": 58.87098130022555,</a:t>
            </a:r>
          </a:p>
          <a:p>
            <a:r>
              <a:t>          "yoy_fraction": -0.3555291199364725,</a:t>
            </a:r>
          </a:p>
          <a:p>
            <a:r>
              <a:t>          "yoy_pct": -35.55291199364725,</a:t>
            </a:r>
          </a:p>
          <a:p>
            <a:r>
              <a:t>          "value_label": "37.9",</a:t>
            </a:r>
          </a:p>
          <a:p>
            <a:r>
              <a:t>          "yoy_label": "(-35.6%)",</a:t>
            </a:r>
          </a:p>
          <a:p>
            <a:r>
              <a:t>          "label": "37.9\n(-35.6%)"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"NV_FORM_WINGS",</a:t>
            </a:r>
          </a:p>
          <a:p>
            <a:r>
              <a:t>          "month": "2026-08",</a:t>
            </a:r>
          </a:p>
          <a:p>
            <a:r>
              <a:t>          "start": "2026-08-01",</a:t>
            </a:r>
          </a:p>
          <a:p>
            <a:r>
              <a:t>          "end": "2026-08-31",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18.15525,</a:t>
            </a:r>
          </a:p>
          <a:p>
            <a:r>
              <a:t>          "raw_mean": 0.5856532258064516,</a:t>
            </a:r>
          </a:p>
          <a:p>
            <a:r>
              <a:t>          "value": 32.820552776909544,</a:t>
            </a:r>
          </a:p>
          <a:p>
            <a:r>
              <a:t>          "prior_start": "2025-08-01",</a:t>
            </a:r>
          </a:p>
          <a:p>
            <a:r>
              <a:t>          "prior_end": "2025-08-31",</a:t>
            </a:r>
          </a:p>
          <a:p>
            <a:r>
              <a:t>          "prior_days": 31,</a:t>
            </a:r>
          </a:p>
          <a:p>
            <a:r>
              <a:t>          "prior_raw_mean": 1.092331935483871,</a:t>
            </a:r>
          </a:p>
          <a:p>
            <a:r>
              <a:t>          "prior_value": 61.215300042247634,</a:t>
            </a:r>
          </a:p>
          <a:p>
            <a:r>
              <a:t>          "yoy_fraction": -0.46385049563984015,</a:t>
            </a:r>
          </a:p>
          <a:p>
            <a:r>
              <a:t>          "yoy_pct": -46.38504956398401,</a:t>
            </a:r>
          </a:p>
          <a:p>
            <a:r>
              <a:t>          "value_label": "32.8",</a:t>
            </a:r>
          </a:p>
          <a:p>
            <a:r>
              <a:t>          "yoy_label": "(-46.4%)",</a:t>
            </a:r>
          </a:p>
          <a:p>
            <a:r>
              <a:t>          "label": "32.8\n(-46.4%)"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"NV_FORM_WINGS",</a:t>
            </a:r>
          </a:p>
          <a:p>
            <a:r>
              <a:t>          "month": "2026-09",</a:t>
            </a:r>
          </a:p>
          <a:p>
            <a:r>
              <a:t>          "start": "2026-09-01",</a:t>
            </a:r>
          </a:p>
          <a:p>
            <a:r>
              <a:t>          "end": "2026-09-30",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15.93511,</a:t>
            </a:r>
          </a:p>
          <a:p>
            <a:r>
              <a:t>          "raw_mean": 0.5311703333333333,</a:t>
            </a:r>
          </a:p>
          <a:p>
            <a:r>
              <a:t>          "value": 29.767280688481534,</a:t>
            </a:r>
          </a:p>
          <a:p>
            <a:r>
              <a:t>          "prior_start": "2025-09-01",</a:t>
            </a:r>
          </a:p>
          <a:p>
            <a:r>
              <a:t>          "prior_end": "2025-09-30",</a:t>
            </a:r>
          </a:p>
          <a:p>
            <a:r>
              <a:t>          "prior_days": 30,</a:t>
            </a:r>
          </a:p>
          <a:p>
            <a:r>
              <a:t>          "prior_raw_mean": 0.984883,</a:t>
            </a:r>
          </a:p>
          <a:p>
            <a:r>
              <a:t>          "prior_value": 55.193761523416704,</a:t>
            </a:r>
          </a:p>
          <a:p>
            <a:r>
              <a:t>          "yoy_fraction": -0.46067671659137854,</a:t>
            </a:r>
          </a:p>
          <a:p>
            <a:r>
              <a:t>          "yoy_pct": -46.06767165913786,</a:t>
            </a:r>
          </a:p>
          <a:p>
            <a:r>
              <a:t>          "value_label": "29.8",</a:t>
            </a:r>
          </a:p>
          <a:p>
            <a:r>
              <a:t>          "yoy_label": "(-46.1%)",</a:t>
            </a:r>
          </a:p>
          <a:p>
            <a:r>
              <a:t>          "label": "29.8\n(-46.1%)"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"NV_FORM_WINGS",</a:t>
            </a:r>
          </a:p>
          <a:p>
            <a:r>
              <a:t>          "month": "2026-10",</a:t>
            </a:r>
          </a:p>
          <a:p>
            <a:r>
              <a:t>          "start": "2026-10-01",</a:t>
            </a:r>
          </a:p>
          <a:p>
            <a:r>
              <a:t>          "end": "2026-10-19",</a:t>
            </a:r>
          </a:p>
          <a:p>
            <a:r>
              <a:t>          "days": 19,</a:t>
            </a:r>
          </a:p>
          <a:p>
            <a:r>
              <a:t>          "partial": true,</a:t>
            </a:r>
          </a:p>
          <a:p>
            <a:r>
              <a:t>          "raw_sum": 10.78424,</a:t>
            </a:r>
          </a:p>
          <a:p>
            <a:r>
              <a:t>          "raw_mean": 0.5675915789473684,</a:t>
            </a:r>
          </a:p>
          <a:p>
            <a:r>
              <a:t>          "value": 31.80836124810825,</a:t>
            </a:r>
          </a:p>
          <a:p>
            <a:r>
              <a:t>          "prior_start": "2025-10-01",</a:t>
            </a:r>
          </a:p>
          <a:p>
            <a:r>
              <a:t>          "prior_end": "2025-10-19",</a:t>
            </a:r>
          </a:p>
          <a:p>
            <a:r>
              <a:t>          "prior_days": 19,</a:t>
            </a:r>
          </a:p>
          <a:p>
            <a:r>
              <a:t>          "prior_raw_mean": 0.8012900000000001,</a:t>
            </a:r>
          </a:p>
          <a:p>
            <a:r>
              <a:t>          "prior_value": 44.90503864022281,</a:t>
            </a:r>
          </a:p>
          <a:p>
            <a:r>
              <a:t>          "yoy_fraction": -0.29165273627854027,</a:t>
            </a:r>
          </a:p>
          <a:p>
            <a:r>
              <a:t>          "yoy_pct": -29.165273627854027,</a:t>
            </a:r>
          </a:p>
          <a:p>
            <a:r>
              <a:t>          "value_label": "31.8",</a:t>
            </a:r>
          </a:p>
          <a:p>
            <a:r>
              <a:t>          "yoy_label": "(-29.2%)",</a:t>
            </a:r>
          </a:p>
          <a:p>
            <a:r>
              <a:t>          "label": "31.8\n(-29.2%)"</a:t>
            </a:r>
          </a:p>
          <a:p>
            <a:r>
              <a:t>        }</a:t>
            </a:r>
          </a:p>
          <a:p>
            <a:r>
              <a:t>      ]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"formulas": {</a:t>
            </a:r>
          </a:p>
          <a:p>
            <a:r>
              <a:t>    "normalization": "raw_ratio/group_raw_max*100",</a:t>
            </a:r>
          </a:p>
          <a:p>
            <a:r>
              <a:t>    "monthly_average": "AVERAGE(normalized daily within actual start-end)",</a:t>
            </a:r>
          </a:p>
          <a:p>
            <a:r>
              <a:t>    "year_over_year": "current_mean/prior_same_period_mean-1",</a:t>
            </a:r>
          </a:p>
          <a:p>
            <a:r>
              <a:t>    "october": "2026Oct1~20 vs2025Oct1~20;2025Octplotpointfull31days",</a:t>
            </a:r>
          </a:p>
          <a:p>
            <a:r>
              <a:t>    "some": "monthly_documents/actual_calendar_days_or_Oct20",</a:t>
            </a:r>
          </a:p>
          <a:p>
            <a:r>
              <a:t>    "pos": "monthly_kg/calendar_days"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"metric": "Naverrelativeinterestnotsearchcounts/sales/preferences",</a:t>
            </a:r>
          </a:p>
          <a:p>
            <a:r>
              <a:t>  "analysis_end": "2026-10-19",</a:t>
            </a:r>
          </a:p>
          <a:p>
            <a:r>
              <a:t>  "original_query_capture_end": "2026-10-20",</a:t>
            </a:r>
          </a:p>
          <a:p>
            <a:r>
              <a:t>  "method": "trimdailycacheto19,recomputegroupmaxandmonthlydailymean;nointerpolation",</a:t>
            </a:r>
          </a:p>
          <a:p>
            <a:r>
              <a:t>  "latest_comparison": [</a:t>
            </a:r>
          </a:p>
          <a:p>
            <a:r>
              <a:t>    "2025-10-01..19",</a:t>
            </a:r>
          </a:p>
          <a:p>
            <a:r>
              <a:t>    "2026-10-01..19"</a:t>
            </a:r>
          </a:p>
          <a:p>
            <a:r>
              <a:t>  ],</a:t>
            </a:r>
          </a:p>
          <a:p>
            <a:r>
              <a:t>  "key": "chicken_cuts",</a:t>
            </a:r>
          </a:p>
          <a:p>
            <a:r>
              <a:t>  "insight": "2026.10.1~19 전년비, 다리살 23.1→29.3(+26.6%),\n닭가슴살 +11.6%로 상승·닭다리 -8.2%로 하락",</a:t>
            </a:r>
          </a:p>
          <a:p>
            <a:r>
              <a:t>  "series": [</a:t>
            </a:r>
          </a:p>
          <a:p>
            <a:r>
              <a:t>    {</a:t>
            </a:r>
          </a:p>
          <a:p>
            <a:r>
              <a:t>      "id": "NV_CUT_BREAST",</a:t>
            </a:r>
          </a:p>
          <a:p>
            <a:r>
              <a:t>      "label": "닭가슴살",</a:t>
            </a:r>
          </a:p>
          <a:p>
            <a:r>
              <a:t>      "points": [</a:t>
            </a:r>
          </a:p>
          <a:p>
            <a:r>
              <a:t>        {</a:t>
            </a:r>
          </a:p>
          <a:p>
            <a:r>
              <a:t>          "group_id": "NV_CUT_BREAST",</a:t>
            </a:r>
          </a:p>
          <a:p>
            <a:r>
              <a:t>          "month": "2025-01",</a:t>
            </a:r>
          </a:p>
          <a:p>
            <a:r>
              <a:t>          "start": "2025-01-01",</a:t>
            </a:r>
          </a:p>
          <a:p>
            <a:r>
              <a:t>          "end": "2025-01-31",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616.90333,</a:t>
            </a:r>
          </a:p>
          <a:p>
            <a:r>
              <a:t>          "raw_mean": 19.90010741935484,</a:t>
            </a:r>
          </a:p>
          <a:p>
            <a:r>
              <a:t>          "value": 19.90010741935484,</a:t>
            </a:r>
          </a:p>
          <a:p>
            <a:r>
              <a:t>          "prior_start": "2024-01-01",</a:t>
            </a:r>
          </a:p>
          <a:p>
            <a:r>
              <a:t>          "prior_end": "2024-01-31",</a:t>
            </a:r>
          </a:p>
          <a:p>
            <a:r>
              <a:t>          "prior_days": 31,</a:t>
            </a:r>
          </a:p>
          <a:p>
            <a:r>
              <a:t>          "prior_raw_mean": 27.376435483870967,</a:t>
            </a:r>
          </a:p>
          <a:p>
            <a:r>
              <a:t>          "prior_value": 27.376435483870967,</a:t>
            </a:r>
          </a:p>
          <a:p>
            <a:r>
              <a:t>          "yoy_fraction": -0.2730935540867204,</a:t>
            </a:r>
          </a:p>
          <a:p>
            <a:r>
              <a:t>          "yoy_pct": -27.309355408672044,</a:t>
            </a:r>
          </a:p>
          <a:p>
            <a:r>
              <a:t>          "value_label": "19.9",</a:t>
            </a:r>
          </a:p>
          <a:p>
            <a:r>
              <a:t>          "yoy_label": "(-27.3%)",</a:t>
            </a:r>
          </a:p>
          <a:p>
            <a:r>
              <a:t>          "label": "19.9\n(-27.3%)"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"NV_CUT_BREAST",</a:t>
            </a:r>
          </a:p>
          <a:p>
            <a:r>
              <a:t>          "month": "2025-02",</a:t>
            </a:r>
          </a:p>
          <a:p>
            <a:r>
              <a:t>          "start": "2025-02-01",</a:t>
            </a:r>
          </a:p>
          <a:p>
            <a:r>
              <a:t>          "end": "2025-02-28",</a:t>
            </a:r>
          </a:p>
          <a:p>
            <a:r>
              <a:t>          "days": 28,</a:t>
            </a:r>
          </a:p>
          <a:p>
            <a:r>
              <a:t>          "partial": false,</a:t>
            </a:r>
          </a:p>
          <a:p>
            <a:r>
              <a:t>          "raw_sum": 702.85392,</a:t>
            </a:r>
          </a:p>
          <a:p>
            <a:r>
              <a:t>          "raw_mean": 25.101925714285716,</a:t>
            </a:r>
          </a:p>
          <a:p>
            <a:r>
              <a:t>          "value": 25.101925714285716,</a:t>
            </a:r>
          </a:p>
          <a:p>
            <a:r>
              <a:t>          "prior_start": "2024-02-01",</a:t>
            </a:r>
          </a:p>
          <a:p>
            <a:r>
              <a:t>          "prior_end": "2024-02-29",</a:t>
            </a:r>
          </a:p>
          <a:p>
            <a:r>
              <a:t>          "prior_days": 29,</a:t>
            </a:r>
          </a:p>
          <a:p>
            <a:r>
              <a:t>          "prior_raw_mean": 25.467075172413793,</a:t>
            </a:r>
          </a:p>
          <a:p>
            <a:r>
              <a:t>          "prior_value": 25.467075172413793,</a:t>
            </a:r>
          </a:p>
          <a:p>
            <a:r>
              <a:t>          "yoy_fraction": -0.01433809951303755,</a:t>
            </a:r>
          </a:p>
          <a:p>
            <a:r>
              <a:t>          "yoy_pct": -1.433809951303755,</a:t>
            </a:r>
          </a:p>
          <a:p>
            <a:r>
              <a:t>          "value_label": "25.1",</a:t>
            </a:r>
          </a:p>
          <a:p>
            <a:r>
              <a:t>          "yoy_label": "(-1.4%)",</a:t>
            </a:r>
          </a:p>
          <a:p>
            <a:r>
              <a:t>          "label": "25.1\n(-1.4%)"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"NV_CUT_BREAST",</a:t>
            </a:r>
          </a:p>
          <a:p>
            <a:r>
              <a:t>          "month": "2025-03",</a:t>
            </a:r>
          </a:p>
          <a:p>
            <a:r>
              <a:t>          "start": "2025-03-01",</a:t>
            </a:r>
          </a:p>
          <a:p>
            <a:r>
              <a:t>          "end": "2025-03-31",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767.4725999999999,</a:t>
            </a:r>
          </a:p>
          <a:p>
            <a:r>
              <a:t>          "raw_mean": 24.757180645161288,</a:t>
            </a:r>
          </a:p>
          <a:p>
            <a:r>
              <a:t>          "value": 24.757180645161288,</a:t>
            </a:r>
          </a:p>
          <a:p>
            <a:r>
              <a:t>          "prior_start": "2024-03-01",</a:t>
            </a:r>
          </a:p>
          <a:p>
            <a:r>
              <a:t>          "prior_end": "2024-03-31",</a:t>
            </a:r>
          </a:p>
          <a:p>
            <a:r>
              <a:t>          "prior_days": 31,</a:t>
            </a:r>
          </a:p>
          <a:p>
            <a:r>
              <a:t>          "prior_raw_mean": 29.204408064516127,</a:t>
            </a:r>
          </a:p>
          <a:p>
            <a:r>
              <a:t>          "prior_value": 29.204408064516127,</a:t>
            </a:r>
          </a:p>
          <a:p>
            <a:r>
              <a:t>          "yoy_fraction": -0.1522793206262002,</a:t>
            </a:r>
          </a:p>
          <a:p>
            <a:r>
              <a:t>          "yoy_pct": -15.22793206262002,</a:t>
            </a:r>
          </a:p>
          <a:p>
            <a:r>
              <a:t>          "value_label": "24.8",</a:t>
            </a:r>
          </a:p>
          <a:p>
            <a:r>
              <a:t>          "yoy_label": "(-15.2%)",</a:t>
            </a:r>
          </a:p>
          <a:p>
            <a:r>
              <a:t>          "label": "24.8\n(-15.2%)"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"NV_CUT_BREAST",</a:t>
            </a:r>
          </a:p>
          <a:p>
            <a:r>
              <a:t>          "month": "2025-04",</a:t>
            </a:r>
          </a:p>
          <a:p>
            <a:r>
              <a:t>          "start": "2025-04-01",</a:t>
            </a:r>
          </a:p>
          <a:p>
            <a:r>
              <a:t>          "end": "2025-04-30",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691.94709,</a:t>
            </a:r>
          </a:p>
          <a:p>
            <a:r>
              <a:t>          "raw_mean": 23.064903,</a:t>
            </a:r>
          </a:p>
          <a:p>
            <a:r>
              <a:t>          "value": 23.064903,</a:t>
            </a:r>
          </a:p>
          <a:p>
            <a:r>
              <a:t>          "prior_start": "2024-04-01",</a:t>
            </a:r>
          </a:p>
          <a:p>
            <a:r>
              <a:t>          "prior_end": "2024-04-30",</a:t>
            </a:r>
          </a:p>
          <a:p>
            <a:r>
              <a:t>          "prior_days": 30,</a:t>
            </a:r>
          </a:p>
          <a:p>
            <a:r>
              <a:t>          "prior_raw_mean": 30.228218333333334,</a:t>
            </a:r>
          </a:p>
          <a:p>
            <a:r>
              <a:t>          "prior_value": 30.228218333333334,</a:t>
            </a:r>
          </a:p>
          <a:p>
            <a:r>
              <a:t>          "yoy_fraction": -0.23697444733069783,</a:t>
            </a:r>
          </a:p>
          <a:p>
            <a:r>
              <a:t>          "yoy_pct": -23.697444733069783,</a:t>
            </a:r>
          </a:p>
          <a:p>
            <a:r>
              <a:t>          "value_label": "23.1",</a:t>
            </a:r>
          </a:p>
          <a:p>
            <a:r>
              <a:t>          "yoy_label": "(-23.7%)",</a:t>
            </a:r>
          </a:p>
          <a:p>
            <a:r>
              <a:t>          "label": "23.1\n(-23.7%)"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"NV_CUT_BREAST",</a:t>
            </a:r>
          </a:p>
          <a:p>
            <a:r>
              <a:t>          "month": "2025-05",</a:t>
            </a:r>
          </a:p>
          <a:p>
            <a:r>
              <a:t>          "start": "2025-05-01",</a:t>
            </a:r>
          </a:p>
          <a:p>
            <a:r>
              <a:t>          "end": "2025-05-31",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640.91747,</a:t>
            </a:r>
          </a:p>
          <a:p>
            <a:r>
              <a:t>          "raw_mean": 20.674757096774194,</a:t>
            </a:r>
          </a:p>
          <a:p>
            <a:r>
              <a:t>          "value": 20.674757096774194,</a:t>
            </a:r>
          </a:p>
          <a:p>
            <a:r>
              <a:t>          "prior_start": "2024-05-01",</a:t>
            </a:r>
          </a:p>
          <a:p>
            <a:r>
              <a:t>          "prior_end": "2024-05-31",</a:t>
            </a:r>
          </a:p>
          <a:p>
            <a:r>
              <a:t>          "prior_days": 31,</a:t>
            </a:r>
          </a:p>
          <a:p>
            <a:r>
              <a:t>          "prior_raw_mean": 27.610463548387095,</a:t>
            </a:r>
          </a:p>
          <a:p>
            <a:r>
              <a:t>          "prior_value": 27.610463548387095,</a:t>
            </a:r>
          </a:p>
          <a:p>
            <a:r>
              <a:t>          "yoy_fraction": -0.2511984791366555,</a:t>
            </a:r>
          </a:p>
          <a:p>
            <a:r>
              <a:t>          "yoy_pct": -25.11984791366555,</a:t>
            </a:r>
          </a:p>
          <a:p>
            <a:r>
              <a:t>          "value_label": "20.7",</a:t>
            </a:r>
          </a:p>
          <a:p>
            <a:r>
              <a:t>          "yoy_label": "(-25.1%)",</a:t>
            </a:r>
          </a:p>
          <a:p>
            <a:r>
              <a:t>          "label": "20.7\n(-25.1%)"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"NV_CUT_BREAST",</a:t>
            </a:r>
          </a:p>
          <a:p>
            <a:r>
              <a:t>          "month": "2025-06",</a:t>
            </a:r>
          </a:p>
          <a:p>
            <a:r>
              <a:t>          "start": "2025-06-01",</a:t>
            </a:r>
          </a:p>
          <a:p>
            <a:r>
              <a:t>          "end": "2025-06-30",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699.27561,</a:t>
            </a:r>
          </a:p>
          <a:p>
            <a:r>
              <a:t>          "raw_mean": 23.309187,</a:t>
            </a:r>
          </a:p>
          <a:p>
            <a:r>
              <a:t>          "value": 23.309187,</a:t>
            </a:r>
          </a:p>
          <a:p>
            <a:r>
              <a:t>          "prior_start": "2024-06-01",</a:t>
            </a:r>
          </a:p>
          <a:p>
            <a:r>
              <a:t>          "prior_end": "2024-06-30",</a:t>
            </a:r>
          </a:p>
          <a:p>
            <a:r>
              <a:t>          "prior_days": 30,</a:t>
            </a:r>
          </a:p>
          <a:p>
            <a:r>
              <a:t>          "prior_raw_mean": 29.177122,</a:t>
            </a:r>
          </a:p>
          <a:p>
            <a:r>
              <a:t>          "prior_value": 29.177122,</a:t>
            </a:r>
          </a:p>
          <a:p>
            <a:r>
              <a:t>          "yoy_fraction": -0.201114249719352,</a:t>
            </a:r>
          </a:p>
          <a:p>
            <a:r>
              <a:t>          "yoy_pct": -20.1114249719352,</a:t>
            </a:r>
          </a:p>
          <a:p>
            <a:r>
              <a:t>          "value_label": "23.3",</a:t>
            </a:r>
          </a:p>
          <a:p>
            <a:r>
              <a:t>          "yoy_label": "(-20.1%)",</a:t>
            </a:r>
          </a:p>
          <a:p>
            <a:r>
              <a:t>          "label": "23.3\n(-20.1%)"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"NV_CUT_BREAST",</a:t>
            </a:r>
          </a:p>
          <a:p>
            <a:r>
              <a:t>          "month": "2025-07",</a:t>
            </a:r>
          </a:p>
          <a:p>
            <a:r>
              <a:t>          "start": "2025-07-01",</a:t>
            </a:r>
          </a:p>
          <a:p>
            <a:r>
              <a:t>          "end": "2025-07-31",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711.73837,</a:t>
            </a:r>
          </a:p>
          <a:p>
            <a:r>
              <a:t>          "raw_mean": 22.95930225806452,</a:t>
            </a:r>
          </a:p>
          <a:p>
            <a:r>
              <a:t>          "value": 22.95930225806452,</a:t>
            </a:r>
          </a:p>
          <a:p>
            <a:r>
              <a:t>          "prior_start": "2024-07-01",</a:t>
            </a:r>
          </a:p>
          <a:p>
            <a:r>
              <a:t>          "prior_end": "2024-07-31",</a:t>
            </a:r>
          </a:p>
          <a:p>
            <a:r>
              <a:t>          "prior_days": 31,</a:t>
            </a:r>
          </a:p>
          <a:p>
            <a:r>
              <a:t>          "prior_raw_mean": 27.932300322580645,</a:t>
            </a:r>
          </a:p>
          <a:p>
            <a:r>
              <a:t>          "prior_value": 27.932300322580645,</a:t>
            </a:r>
          </a:p>
          <a:p>
            <a:r>
              <a:t>          "yoy_fraction": -0.17803754102185143,</a:t>
            </a:r>
          </a:p>
          <a:p>
            <a:r>
              <a:t>          "yoy_pct": -17.80375410218514,</a:t>
            </a:r>
          </a:p>
          <a:p>
            <a:r>
              <a:t>          "value_label": "23.0",</a:t>
            </a:r>
          </a:p>
          <a:p>
            <a:r>
              <a:t>          "yoy_label": "(-17.8%)",</a:t>
            </a:r>
          </a:p>
          <a:p>
            <a:r>
              <a:t>          "label": "23.0\n(-17.8%)"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"NV_CUT_BREAST",</a:t>
            </a:r>
          </a:p>
          <a:p>
            <a:r>
              <a:t>          "month": "2025-08",</a:t>
            </a:r>
          </a:p>
          <a:p>
            <a:r>
              <a:t>          "start": "2025-08-01",</a:t>
            </a:r>
          </a:p>
          <a:p>
            <a:r>
              <a:t>          "end": "2025-08-31",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702.3721,</a:t>
            </a:r>
          </a:p>
          <a:p>
            <a:r>
              <a:t>          "raw_mean": 22.657164516129033,</a:t>
            </a:r>
          </a:p>
          <a:p>
            <a:r>
              <a:t>          "value": 22.657164516129033,</a:t>
            </a:r>
          </a:p>
          <a:p>
            <a:r>
              <a:t>          "prior_start": "2024-08-01",</a:t>
            </a:r>
          </a:p>
          <a:p>
            <a:r>
              <a:t>          "prior_end": "2024-08-31",</a:t>
            </a:r>
          </a:p>
          <a:p>
            <a:r>
              <a:t>          "prior_days": 31,</a:t>
            </a:r>
          </a:p>
          <a:p>
            <a:r>
              <a:t>          "prior_raw_mean": 26.575749354838713,</a:t>
            </a:r>
          </a:p>
          <a:p>
            <a:r>
              <a:t>          "prior_value": 26.575749354838713,</a:t>
            </a:r>
          </a:p>
          <a:p>
            <a:r>
              <a:t>          "yoy_fraction": -0.1474496461563073,</a:t>
            </a:r>
          </a:p>
          <a:p>
            <a:r>
              <a:t>          "yoy_pct": -14.744964615630728,</a:t>
            </a:r>
          </a:p>
          <a:p>
            <a:r>
              <a:t>          "value_label": "22.7",</a:t>
            </a:r>
          </a:p>
          <a:p>
            <a:r>
              <a:t>          "yoy_label": "(-14.7%)",</a:t>
            </a:r>
          </a:p>
          <a:p>
            <a:r>
              <a:t>          "label": "22.7\n(-14.7%)"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"NV_CUT_BREAST",</a:t>
            </a:r>
          </a:p>
          <a:p>
            <a:r>
              <a:t>          "month": "2025-09",</a:t>
            </a:r>
          </a:p>
          <a:p>
            <a:r>
              <a:t>          "start": "2025-09-01",</a:t>
            </a:r>
          </a:p>
          <a:p>
            <a:r>
              <a:t>          "end": "2025-09-30",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579.15894,</a:t>
            </a:r>
          </a:p>
          <a:p>
            <a:r>
              <a:t>          "raw_mean": 19.305298,</a:t>
            </a:r>
          </a:p>
          <a:p>
            <a:r>
              <a:t>          "value": 19.305298,</a:t>
            </a:r>
          </a:p>
          <a:p>
            <a:r>
              <a:t>          "prior_start": "2024-09-01",</a:t>
            </a:r>
          </a:p>
          <a:p>
            <a:r>
              <a:t>          "prior_end": "2024-09-30",</a:t>
            </a:r>
          </a:p>
          <a:p>
            <a:r>
              <a:t>          "prior_days": 30,</a:t>
            </a:r>
          </a:p>
          <a:p>
            <a:r>
              <a:t>          "prior_raw_mean": 22.709421666666668,</a:t>
            </a:r>
          </a:p>
          <a:p>
            <a:r>
              <a:t>          "prior_value": 22.709421666666668,</a:t>
            </a:r>
          </a:p>
          <a:p>
            <a:r>
              <a:t>          "yoy_fraction": -0.14989917914392803,</a:t>
            </a:r>
          </a:p>
          <a:p>
            <a:r>
              <a:t>          "yoy_pct": -14.989917914392803,</a:t>
            </a:r>
          </a:p>
          <a:p>
            <a:r>
              <a:t>          "value_label": "19.3",</a:t>
            </a:r>
          </a:p>
          <a:p>
            <a:r>
              <a:t>          "yoy_label": "(-15.0%)",</a:t>
            </a:r>
          </a:p>
          <a:p>
            <a:r>
              <a:t>          "label": "19.3\n(-15.0%)"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"NV_CUT_BREAST",</a:t>
            </a:r>
          </a:p>
          <a:p>
            <a:r>
              <a:t>          "month": "2025-10",</a:t>
            </a:r>
          </a:p>
          <a:p>
            <a:r>
              <a:t>          "start": "2025-10-01",</a:t>
            </a:r>
          </a:p>
          <a:p>
            <a:r>
              <a:t>          "end": "2025-10-31",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435.1602,</a:t>
            </a:r>
          </a:p>
          <a:p>
            <a:r>
              <a:t>          "raw_mean": 14.037425806451612,</a:t>
            </a:r>
          </a:p>
          <a:p>
            <a:r>
              <a:t>          "value": 14.037425806451612,</a:t>
            </a:r>
          </a:p>
          <a:p>
            <a:r>
              <a:t>          "prior_start": "2024-10-01",</a:t>
            </a:r>
          </a:p>
          <a:p>
            <a:r>
              <a:t>          "prior_end": "2024-10-31",</a:t>
            </a:r>
          </a:p>
          <a:p>
            <a:r>
              <a:t>          "prior_days": 31,</a:t>
            </a:r>
          </a:p>
          <a:p>
            <a:r>
              <a:t>          "prior_raw_mean": 22.23415225806452,</a:t>
            </a:r>
          </a:p>
          <a:p>
            <a:r>
              <a:t>          "prior_value": 22.23415225806452,</a:t>
            </a:r>
          </a:p>
          <a:p>
            <a:r>
              <a:t>          "yoy_fraction": -0.3686547774107234,</a:t>
            </a:r>
          </a:p>
          <a:p>
            <a:r>
              <a:t>          "yoy_pct": -36.86547774107234,</a:t>
            </a:r>
          </a:p>
          <a:p>
            <a:r>
              <a:t>          "value_label": "14.0",</a:t>
            </a:r>
          </a:p>
          <a:p>
            <a:r>
              <a:t>          "yoy_label": "(-36.9%)",</a:t>
            </a:r>
          </a:p>
          <a:p>
            <a:r>
              <a:t>          "label": "14.0\n(-36.9%)"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"NV_CUT_BREAST",</a:t>
            </a:r>
          </a:p>
          <a:p>
            <a:r>
              <a:t>          "month": "2025-11",</a:t>
            </a:r>
          </a:p>
          <a:p>
            <a:r>
              <a:t>          "start": "2025-11-01",</a:t>
            </a:r>
          </a:p>
          <a:p>
            <a:r>
              <a:t>          "end": "2025-11-30",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413.0181,</a:t>
            </a:r>
          </a:p>
          <a:p>
            <a:r>
              <a:t>          "raw_mean": 13.76727,</a:t>
            </a:r>
          </a:p>
          <a:p>
            <a:r>
              <a:t>          "value": 13.76727,</a:t>
            </a:r>
          </a:p>
          <a:p>
            <a:r>
              <a:t>          "prior_start": "2024-11-01",</a:t>
            </a:r>
          </a:p>
          <a:p>
            <a:r>
              <a:t>          "prior_end": "2024-11-30",</a:t>
            </a:r>
          </a:p>
          <a:p>
            <a:r>
              <a:t>          "prior_days": 30,</a:t>
            </a:r>
          </a:p>
          <a:p>
            <a:r>
              <a:t>          "prior_raw_mean": 19.879693999999997,</a:t>
            </a:r>
          </a:p>
          <a:p>
            <a:r>
              <a:t>          "prior_value": 19.879693999999997,</a:t>
            </a:r>
          </a:p>
          <a:p>
            <a:r>
              <a:t>          "yoy_fraction": -0.3074707286741938,</a:t>
            </a:r>
          </a:p>
          <a:p>
            <a:r>
              <a:t>          "yoy_pct": -30.747072867419377,</a:t>
            </a:r>
          </a:p>
          <a:p>
            <a:r>
              <a:t>          "value_label": "13.8",</a:t>
            </a:r>
          </a:p>
          <a:p>
            <a:r>
              <a:t>          "yoy_label": "(-30.7%)",</a:t>
            </a:r>
          </a:p>
          <a:p>
            <a:r>
              <a:t>          "label": "13.8\n(-30.7%)"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"NV_CUT_BREAST",</a:t>
            </a:r>
          </a:p>
          <a:p>
            <a:r>
              <a:t>          "month": "2025-12",</a:t>
            </a:r>
          </a:p>
          <a:p>
            <a:r>
              <a:t>          "start": "2025-12-01",</a:t>
            </a:r>
          </a:p>
          <a:p>
            <a:r>
              <a:t>          "end": "2025-12-31",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430.90364999999997,</a:t>
            </a:r>
          </a:p>
          <a:p>
            <a:r>
              <a:t>          "raw_mean": 13.900117741935484,</a:t>
            </a:r>
          </a:p>
          <a:p>
            <a:r>
              <a:t>          "value": 13.900117741935485,</a:t>
            </a:r>
          </a:p>
          <a:p>
            <a:r>
              <a:t>          "prior_start": "2024-12-01",</a:t>
            </a:r>
          </a:p>
          <a:p>
            <a:r>
              <a:t>          "prior_end": "2024-12-31",</a:t>
            </a:r>
          </a:p>
          <a:p>
            <a:r>
              <a:t>          "prior_days": 31,</a:t>
            </a:r>
          </a:p>
          <a:p>
            <a:r>
              <a:t>          "prior_raw_mean": 16.326822258064517,</a:t>
            </a:r>
          </a:p>
          <a:p>
            <a:r>
              <a:t>          "prior_value": 16.326822258064517,</a:t>
            </a:r>
          </a:p>
          <a:p>
            <a:r>
              <a:t>          "yoy_fraction": -0.14863299653613726,</a:t>
            </a:r>
          </a:p>
          <a:p>
            <a:r>
              <a:t>          "yoy_pct": -14.863299653613726,</a:t>
            </a:r>
          </a:p>
          <a:p>
            <a:r>
              <a:t>          "value_label": "13.9",</a:t>
            </a:r>
          </a:p>
          <a:p>
            <a:r>
              <a:t>          "yoy_label": "(-14.9%)",</a:t>
            </a:r>
          </a:p>
          <a:p>
            <a:r>
              <a:t>          "label": "13.9\n(-14.9%)"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"NV_CUT_BREAST",</a:t>
            </a:r>
          </a:p>
          <a:p>
            <a:r>
              <a:t>          "month": "2026-01",</a:t>
            </a:r>
          </a:p>
          <a:p>
            <a:r>
              <a:t>          "start": "2026-01-01",</a:t>
            </a:r>
          </a:p>
          <a:p>
            <a:r>
              <a:t>          "end": "2026-01-31",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606.25117,</a:t>
            </a:r>
          </a:p>
          <a:p>
            <a:r>
              <a:t>          "raw_mean": 19.55648935483871,</a:t>
            </a:r>
          </a:p>
          <a:p>
            <a:r>
              <a:t>          "value": 19.55648935483871,</a:t>
            </a:r>
          </a:p>
          <a:p>
            <a:r>
              <a:t>          "prior_start": "2025-01-01",</a:t>
            </a:r>
          </a:p>
          <a:p>
            <a:r>
              <a:t>          "prior_end": "2025-01-31",</a:t>
            </a:r>
          </a:p>
          <a:p>
            <a:r>
              <a:t>          "prior_days": 31,</a:t>
            </a:r>
          </a:p>
          <a:p>
            <a:r>
              <a:t>          "prior_raw_mean": 19.90010741935484,</a:t>
            </a:r>
          </a:p>
          <a:p>
            <a:r>
              <a:t>          "prior_value": 19.90010741935484,</a:t>
            </a:r>
          </a:p>
          <a:p>
            <a:r>
              <a:t>          "yoy_fraction": -0.017267146215599105,</a:t>
            </a:r>
          </a:p>
          <a:p>
            <a:r>
              <a:t>          "yoy_pct": -1.7267146215599105,</a:t>
            </a:r>
          </a:p>
          <a:p>
            <a:r>
              <a:t>          "value_label": "19.6",</a:t>
            </a:r>
          </a:p>
          <a:p>
            <a:r>
              <a:t>          "yoy_label": "(-1.7%)",</a:t>
            </a:r>
          </a:p>
          <a:p>
            <a:r>
              <a:t>          "label": "19.6\n(-1.7%)"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"NV_CUT_BREAST",</a:t>
            </a:r>
          </a:p>
          <a:p>
            <a:r>
              <a:t>          "month": "2026-02",</a:t>
            </a:r>
          </a:p>
          <a:p>
            <a:r>
              <a:t>          "start": "2026-02-01",</a:t>
            </a:r>
          </a:p>
          <a:p>
            <a:r>
              <a:t>          "end": "2026-02-28",</a:t>
            </a:r>
          </a:p>
          <a:p>
            <a:r>
              <a:t>          "days": 28,</a:t>
            </a:r>
          </a:p>
          <a:p>
            <a:r>
              <a:t>          "partial": false,</a:t>
            </a:r>
          </a:p>
          <a:p>
            <a:r>
              <a:t>          "raw_sum": 450.11802,</a:t>
            </a:r>
          </a:p>
          <a:p>
            <a:r>
              <a:t>          "raw_mean": 16.07564357142857,</a:t>
            </a:r>
          </a:p>
          <a:p>
            <a:r>
              <a:t>          "value": 16.07564357142857,</a:t>
            </a:r>
          </a:p>
          <a:p>
            <a:r>
              <a:t>          "prior_start": "2025-02-01",</a:t>
            </a:r>
          </a:p>
          <a:p>
            <a:r>
              <a:t>          "prior_end": "2025-02-28",</a:t>
            </a:r>
          </a:p>
          <a:p>
            <a:r>
              <a:t>          "prior_days": 28,</a:t>
            </a:r>
          </a:p>
          <a:p>
            <a:r>
              <a:t>          "prior_raw_mean": 25.101925714285716,</a:t>
            </a:r>
          </a:p>
          <a:p>
            <a:r>
              <a:t>          "prior_value": 25.101925714285716,</a:t>
            </a:r>
          </a:p>
          <a:p>
            <a:r>
              <a:t>          "yoy_fraction": -0.35958524639088596,</a:t>
            </a:r>
          </a:p>
          <a:p>
            <a:r>
              <a:t>          "yoy_pct": -35.958524639088594,</a:t>
            </a:r>
          </a:p>
          <a:p>
            <a:r>
              <a:t>          "value_label": "16.1",</a:t>
            </a:r>
          </a:p>
          <a:p>
            <a:r>
              <a:t>          "yoy_label": "(-36.0%)",</a:t>
            </a:r>
          </a:p>
          <a:p>
            <a:r>
              <a:t>          "label": "16.1\n(-36.0%)"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"NV_CUT_BREAST",</a:t>
            </a:r>
          </a:p>
          <a:p>
            <a:r>
              <a:t>          "month": "2026-03",</a:t>
            </a:r>
          </a:p>
          <a:p>
            <a:r>
              <a:t>          "start": "2026-03-01",</a:t>
            </a:r>
          </a:p>
          <a:p>
            <a:r>
              <a:t>          "end": "2026-03-31",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638.86437,</a:t>
            </a:r>
          </a:p>
          <a:p>
            <a:r>
              <a:t>          "raw_mean": 20.60852806451613,</a:t>
            </a:r>
          </a:p>
          <a:p>
            <a:r>
              <a:t>          "value": 20.60852806451613,</a:t>
            </a:r>
          </a:p>
          <a:p>
            <a:r>
              <a:t>          "prior_start": "2025-03-01",</a:t>
            </a:r>
          </a:p>
          <a:p>
            <a:r>
              <a:t>          "prior_end": "2025-03-31",</a:t>
            </a:r>
          </a:p>
          <a:p>
            <a:r>
              <a:t>          "prior_days": 31,</a:t>
            </a:r>
          </a:p>
          <a:p>
            <a:r>
              <a:t>          "prior_raw_mean": 24.757180645161288,</a:t>
            </a:r>
          </a:p>
          <a:p>
            <a:r>
              <a:t>          "prior_value": 24.757180645161288,</a:t>
            </a:r>
          </a:p>
          <a:p>
            <a:r>
              <a:t>          "yoy_fraction": -0.16757370882035394,</a:t>
            </a:r>
          </a:p>
          <a:p>
            <a:r>
              <a:t>          "yoy_pct": -16.757370882035396,</a:t>
            </a:r>
          </a:p>
          <a:p>
            <a:r>
              <a:t>          "value_label": "20.6",</a:t>
            </a:r>
          </a:p>
          <a:p>
            <a:r>
              <a:t>          "yoy_label": "(-16.8%)",</a:t>
            </a:r>
          </a:p>
          <a:p>
            <a:r>
              <a:t>          "label": "20.6\n(-16.8%)"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"NV_CUT_BREAST",</a:t>
            </a:r>
          </a:p>
          <a:p>
            <a:r>
              <a:t>          "month": "2026-04",</a:t>
            </a:r>
          </a:p>
          <a:p>
            <a:r>
              <a:t>          "start": "2026-04-01",</a:t>
            </a:r>
          </a:p>
          <a:p>
            <a:r>
              <a:t>          "end": "2026-04-30",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601.04019,</a:t>
            </a:r>
          </a:p>
          <a:p>
            <a:r>
              <a:t>          "raw_mean": 20.034673,</a:t>
            </a:r>
          </a:p>
          <a:p>
            <a:r>
              <a:t>          "value": 20.034673,</a:t>
            </a:r>
          </a:p>
          <a:p>
            <a:r>
              <a:t>          "prior_start": "2025-04-01",</a:t>
            </a:r>
          </a:p>
          <a:p>
            <a:r>
              <a:t>          "prior_end": "2025-04-30",</a:t>
            </a:r>
          </a:p>
          <a:p>
            <a:r>
              <a:t>          "prior_days": 30,</a:t>
            </a:r>
          </a:p>
          <a:p>
            <a:r>
              <a:t>          "prior_raw_mean": 23.064903,</a:t>
            </a:r>
          </a:p>
          <a:p>
            <a:r>
              <a:t>          "prior_value": 23.064903,</a:t>
            </a:r>
          </a:p>
          <a:p>
            <a:r>
              <a:t>          "yoy_fraction": -0.13137839773269366,</a:t>
            </a:r>
          </a:p>
          <a:p>
            <a:r>
              <a:t>          "yoy_pct": -13.137839773269366,</a:t>
            </a:r>
          </a:p>
          <a:p>
            <a:r>
              <a:t>          "value_label": "20.0",</a:t>
            </a:r>
          </a:p>
          <a:p>
            <a:r>
              <a:t>          "yoy_label": "(-13.1%)",</a:t>
            </a:r>
          </a:p>
          <a:p>
            <a:r>
              <a:t>          "label": "20.0\n(-13.1%)"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"NV_CUT_BREAST",</a:t>
            </a:r>
          </a:p>
          <a:p>
            <a:r>
              <a:t>          "month": "2026-05",</a:t>
            </a:r>
          </a:p>
          <a:p>
            <a:r>
              <a:t>          "start": "2026-05-01",</a:t>
            </a:r>
          </a:p>
          <a:p>
            <a:r>
              <a:t>          "end": "2026-05-31",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552.88922,</a:t>
            </a:r>
          </a:p>
          <a:p>
            <a:r>
              <a:t>          "raw_mean": 17.835136129032257,</a:t>
            </a:r>
          </a:p>
          <a:p>
            <a:r>
              <a:t>          "value": 17.835136129032257,</a:t>
            </a:r>
          </a:p>
          <a:p>
            <a:r>
              <a:t>          "prior_start": "2025-05-01",</a:t>
            </a:r>
          </a:p>
          <a:p>
            <a:r>
              <a:t>          "prior_end": "2025-05-31",</a:t>
            </a:r>
          </a:p>
          <a:p>
            <a:r>
              <a:t>          "prior_days": 31,</a:t>
            </a:r>
          </a:p>
          <a:p>
            <a:r>
              <a:t>          "prior_raw_mean": 20.674757096774194,</a:t>
            </a:r>
          </a:p>
          <a:p>
            <a:r>
              <a:t>          "prior_value": 20.674757096774194,</a:t>
            </a:r>
          </a:p>
          <a:p>
            <a:r>
              <a:t>          "yoy_fraction": -0.1373472469084046,</a:t>
            </a:r>
          </a:p>
          <a:p>
            <a:r>
              <a:t>          "yoy_pct": -13.73472469084046,</a:t>
            </a:r>
          </a:p>
          <a:p>
            <a:r>
              <a:t>          "value_label": "17.8",</a:t>
            </a:r>
          </a:p>
          <a:p>
            <a:r>
              <a:t>          "yoy_label": "(-13.7%)",</a:t>
            </a:r>
          </a:p>
          <a:p>
            <a:r>
              <a:t>          "label": "17.8\n(-13.7%)"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"NV_CUT_BREAST",</a:t>
            </a:r>
          </a:p>
          <a:p>
            <a:r>
              <a:t>          "month": "2026-06",</a:t>
            </a:r>
          </a:p>
          <a:p>
            <a:r>
              <a:t>          "start": "2026-06-01",</a:t>
            </a:r>
          </a:p>
          <a:p>
            <a:r>
              <a:t>          "end": "2026-06-30",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583.51681,</a:t>
            </a:r>
          </a:p>
          <a:p>
            <a:r>
              <a:t>          "raw_mean": 19.450560333333332,</a:t>
            </a:r>
          </a:p>
          <a:p>
            <a:r>
              <a:t>          "value": 19.450560333333332,</a:t>
            </a:r>
          </a:p>
          <a:p>
            <a:r>
              <a:t>          "prior_start": "2025-06-01",</a:t>
            </a:r>
          </a:p>
          <a:p>
            <a:r>
              <a:t>          "prior_end": "2025-06-30",</a:t>
            </a:r>
          </a:p>
          <a:p>
            <a:r>
              <a:t>          "prior_days": 30,</a:t>
            </a:r>
          </a:p>
          <a:p>
            <a:r>
              <a:t>          "prior_raw_mean": 23.309187,</a:t>
            </a:r>
          </a:p>
          <a:p>
            <a:r>
              <a:t>          "prior_value": 23.309187,</a:t>
            </a:r>
          </a:p>
          <a:p>
            <a:r>
              <a:t>          "yoy_fraction": -0.16554102323116926,</a:t>
            </a:r>
          </a:p>
          <a:p>
            <a:r>
              <a:t>          "yoy_pct": -16.554102323116926,</a:t>
            </a:r>
          </a:p>
          <a:p>
            <a:r>
              <a:t>          "value_label": "19.5",</a:t>
            </a:r>
          </a:p>
          <a:p>
            <a:r>
              <a:t>          "yoy_label": "(-16.6%)",</a:t>
            </a:r>
          </a:p>
          <a:p>
            <a:r>
              <a:t>          "label": "19.5\n(-16.6%)"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"NV_CUT_BREAST",</a:t>
            </a:r>
          </a:p>
          <a:p>
            <a:r>
              <a:t>          "month": "2026-07",</a:t>
            </a:r>
          </a:p>
          <a:p>
            <a:r>
              <a:t>          "start": "2026-07-01",</a:t>
            </a:r>
          </a:p>
          <a:p>
            <a:r>
              <a:t>          "end": "2026-07-31",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589.16052,</a:t>
            </a:r>
          </a:p>
          <a:p>
            <a:r>
              <a:t>          "raw_mean": 19.00517806451613,</a:t>
            </a:r>
          </a:p>
          <a:p>
            <a:r>
              <a:t>          "value": 19.00517806451613,</a:t>
            </a:r>
          </a:p>
          <a:p>
            <a:r>
              <a:t>          "prior_start": "2025-07-01",</a:t>
            </a:r>
          </a:p>
          <a:p>
            <a:r>
              <a:t>          "prior_end": "2025-07-31",</a:t>
            </a:r>
          </a:p>
          <a:p>
            <a:r>
              <a:t>          "prior_days": 31,</a:t>
            </a:r>
          </a:p>
          <a:p>
            <a:r>
              <a:t>          "prior_raw_mean": 22.95930225806452,</a:t>
            </a:r>
          </a:p>
          <a:p>
            <a:r>
              <a:t>          "prior_value": 22.95930225806452,</a:t>
            </a:r>
          </a:p>
          <a:p>
            <a:r>
              <a:t>          "yoy_fraction": -0.1722231864498187,</a:t>
            </a:r>
          </a:p>
          <a:p>
            <a:r>
              <a:t>          "yoy_pct": -17.222318644981872,</a:t>
            </a:r>
          </a:p>
          <a:p>
            <a:r>
              <a:t>          "value_label": "19.0",</a:t>
            </a:r>
          </a:p>
          <a:p>
            <a:r>
              <a:t>          "yoy_label": "(-17.2%)",</a:t>
            </a:r>
          </a:p>
          <a:p>
            <a:r>
              <a:t>          "label": "19.0\n(-17.2%)"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"NV_CUT_BREAST",</a:t>
            </a:r>
          </a:p>
          <a:p>
            <a:r>
              <a:t>          "month": "2026-08",</a:t>
            </a:r>
          </a:p>
          <a:p>
            <a:r>
              <a:t>          "start": "2026-08-01",</a:t>
            </a:r>
          </a:p>
          <a:p>
            <a:r>
              <a:t>          "end": "2026-08-31",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568.26438,</a:t>
            </a:r>
          </a:p>
          <a:p>
            <a:r>
              <a:t>          "raw_mean": 18.331109032258063,</a:t>
            </a:r>
          </a:p>
          <a:p>
            <a:r>
              <a:t>          "value": 18.331109032258063,</a:t>
            </a:r>
          </a:p>
          <a:p>
            <a:r>
              <a:t>          "prior_start": "2025-08-01",</a:t>
            </a:r>
          </a:p>
          <a:p>
            <a:r>
              <a:t>          "prior_end": "2025-08-31",</a:t>
            </a:r>
          </a:p>
          <a:p>
            <a:r>
              <a:t>          "prior_days": 31,</a:t>
            </a:r>
          </a:p>
          <a:p>
            <a:r>
              <a:t>          "prior_raw_mean": 22.657164516129033,</a:t>
            </a:r>
          </a:p>
          <a:p>
            <a:r>
              <a:t>          "prior_value": 22.657164516129033,</a:t>
            </a:r>
          </a:p>
          <a:p>
            <a:r>
              <a:t>          "yoy_fraction": -0.19093543151842174,</a:t>
            </a:r>
          </a:p>
          <a:p>
            <a:r>
              <a:t>          "yoy_pct": -19.093543151842173,</a:t>
            </a:r>
          </a:p>
          <a:p>
            <a:r>
              <a:t>          "value_label": "18.3",</a:t>
            </a:r>
          </a:p>
          <a:p>
            <a:r>
              <a:t>          "yoy_label": "(-19.1%)",</a:t>
            </a:r>
          </a:p>
          <a:p>
            <a:r>
              <a:t>          "label": "18.3\n(-19.1%)"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"NV_CUT_BREAST",</a:t>
            </a:r>
          </a:p>
          <a:p>
            <a:r>
              <a:t>          "month": "2026-09",</a:t>
            </a:r>
          </a:p>
          <a:p>
            <a:r>
              <a:t>          "start": "2026-09-01",</a:t>
            </a:r>
          </a:p>
          <a:p>
            <a:r>
              <a:t>          "end": "2026-09-30",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465.37347,</a:t>
            </a:r>
          </a:p>
          <a:p>
            <a:r>
              <a:t>          "raw_mean": 15.512449,</a:t>
            </a:r>
          </a:p>
          <a:p>
            <a:r>
              <a:t>          "value": 15.512449,</a:t>
            </a:r>
          </a:p>
          <a:p>
            <a:r>
              <a:t>          "prior_start": "2025-09-01",</a:t>
            </a:r>
          </a:p>
          <a:p>
            <a:r>
              <a:t>          "prior_end": "2025-09-30",</a:t>
            </a:r>
          </a:p>
          <a:p>
            <a:r>
              <a:t>          "prior_days": 30,</a:t>
            </a:r>
          </a:p>
          <a:p>
            <a:r>
              <a:t>          "prior_raw_mean": 19.305298,</a:t>
            </a:r>
          </a:p>
          <a:p>
            <a:r>
              <a:t>          "prior_value": 19.305298,</a:t>
            </a:r>
          </a:p>
          <a:p>
            <a:r>
              <a:t>          "yoy_fraction": -0.1964667419275269,</a:t>
            </a:r>
          </a:p>
          <a:p>
            <a:r>
              <a:t>          "yoy_pct": -19.646674192752688,</a:t>
            </a:r>
          </a:p>
          <a:p>
            <a:r>
              <a:t>          "value_label": "15.5",</a:t>
            </a:r>
          </a:p>
          <a:p>
            <a:r>
              <a:t>          "yoy_label": "(-19.6%)",</a:t>
            </a:r>
          </a:p>
          <a:p>
            <a:r>
              <a:t>          "label": "15.5\n(-19.6%)"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"NV_CUT_BREAST",</a:t>
            </a:r>
          </a:p>
          <a:p>
            <a:r>
              <a:t>          "month": "2026-10",</a:t>
            </a:r>
          </a:p>
          <a:p>
            <a:r>
              <a:t>          "start": "2026-10-01",</a:t>
            </a:r>
          </a:p>
          <a:p>
            <a:r>
              <a:t>          "end": "2026-10-19",</a:t>
            </a:r>
          </a:p>
          <a:p>
            <a:r>
              <a:t>          "days": 19,</a:t>
            </a:r>
          </a:p>
          <a:p>
            <a:r>
              <a:t>          "partial": true,</a:t>
            </a:r>
          </a:p>
          <a:p>
            <a:r>
              <a:t>          "raw_sum": 279.40452,</a:t>
            </a:r>
          </a:p>
          <a:p>
            <a:r>
              <a:t>          "raw_mean": 14.705501052631579,</a:t>
            </a:r>
          </a:p>
          <a:p>
            <a:r>
              <a:t>          "value": 14.705501052631579,</a:t>
            </a:r>
          </a:p>
          <a:p>
            <a:r>
              <a:t>          "prior_start": "2025-10-01",</a:t>
            </a:r>
          </a:p>
          <a:p>
            <a:r>
              <a:t>          "prior_end": "2025-10-19",</a:t>
            </a:r>
          </a:p>
          <a:p>
            <a:r>
              <a:t>          "prior_days": 19,</a:t>
            </a:r>
          </a:p>
          <a:p>
            <a:r>
              <a:t>          "prior_raw_mean": 13.180421578947369,</a:t>
            </a:r>
          </a:p>
          <a:p>
            <a:r>
              <a:t>          "prior_value": 13.180421578947369,</a:t>
            </a:r>
          </a:p>
          <a:p>
            <a:r>
              <a:t>          "yoy_fraction": 0.11570794337262824,</a:t>
            </a:r>
          </a:p>
          <a:p>
            <a:r>
              <a:t>          "yoy_pct": 11.570794337262825,</a:t>
            </a:r>
          </a:p>
          <a:p>
            <a:r>
              <a:t>          "value_label": "14.7",</a:t>
            </a:r>
          </a:p>
          <a:p>
            <a:r>
              <a:t>          "yoy_label": "(+11.6%)",</a:t>
            </a:r>
          </a:p>
          <a:p>
            <a:r>
              <a:t>          "label": "14.7\n(+11.6%)"</a:t>
            </a:r>
          </a:p>
          <a:p>
            <a:r>
              <a:t>        }</a:t>
            </a:r>
          </a:p>
          <a:p>
            <a:r>
              <a:t>      ]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"NV_CUT_DRUM",</a:t>
            </a:r>
          </a:p>
          <a:p>
            <a:r>
              <a:t>      "label": "닭다리",</a:t>
            </a:r>
          </a:p>
          <a:p>
            <a:r>
              <a:t>      "points": [</a:t>
            </a:r>
          </a:p>
          <a:p>
            <a:r>
              <a:t>        {</a:t>
            </a:r>
          </a:p>
          <a:p>
            <a:r>
              <a:t>          "group_id": "NV_CUT_DRUM",</a:t>
            </a:r>
          </a:p>
          <a:p>
            <a:r>
              <a:t>          "month": "2025-01",</a:t>
            </a:r>
          </a:p>
          <a:p>
            <a:r>
              <a:t>          "start": "2025-01-01",</a:t>
            </a:r>
          </a:p>
          <a:p>
            <a:r>
              <a:t>          "end": "2025-01-31",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21.73379,</a:t>
            </a:r>
          </a:p>
          <a:p>
            <a:r>
              <a:t>          "raw_mean": 0.70109,</a:t>
            </a:r>
          </a:p>
          <a:p>
            <a:r>
              <a:t>          "value": 31.729272266473572,</a:t>
            </a:r>
          </a:p>
          <a:p>
            <a:r>
              <a:t>          "prior_start": "2024-01-01",</a:t>
            </a:r>
          </a:p>
          <a:p>
            <a:r>
              <a:t>          "prior_end": "2024-01-31",</a:t>
            </a:r>
          </a:p>
          <a:p>
            <a:r>
              <a:t>          "prior_days": 31,</a:t>
            </a:r>
          </a:p>
          <a:p>
            <a:r>
              <a:t>          "prior_raw_mean": 0.9087845161290322,</a:t>
            </a:r>
          </a:p>
          <a:p>
            <a:r>
              <a:t>          "prior_value": 41.12891546565135,</a:t>
            </a:r>
          </a:p>
          <a:p>
            <a:r>
              <a:t>          "yoy_fraction": -0.22854099342901113,</a:t>
            </a:r>
          </a:p>
          <a:p>
            <a:r>
              <a:t>          "yoy_pct": -22.85409934290111,</a:t>
            </a:r>
          </a:p>
          <a:p>
            <a:r>
              <a:t>          "value_label": "31.7",</a:t>
            </a:r>
          </a:p>
          <a:p>
            <a:r>
              <a:t>          "yoy_label": "(-22.9%)",</a:t>
            </a:r>
          </a:p>
          <a:p>
            <a:r>
              <a:t>          "label": "31.7\n(-22.9%)"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"NV_CUT_DRUM",</a:t>
            </a:r>
          </a:p>
          <a:p>
            <a:r>
              <a:t>          "month": "2025-02",</a:t>
            </a:r>
          </a:p>
          <a:p>
            <a:r>
              <a:t>          "start": "2025-02-01",</a:t>
            </a:r>
          </a:p>
          <a:p>
            <a:r>
              <a:t>          "end": "2025-02-28",</a:t>
            </a:r>
          </a:p>
          <a:p>
            <a:r>
              <a:t>          "days": 28,</a:t>
            </a:r>
          </a:p>
          <a:p>
            <a:r>
              <a:t>          "partial": false,</a:t>
            </a:r>
          </a:p>
          <a:p>
            <a:r>
              <a:t>          "raw_sum": 21.64171,</a:t>
            </a:r>
          </a:p>
          <a:p>
            <a:r>
              <a:t>          "raw_mean": 0.7729182142857143,</a:t>
            </a:r>
          </a:p>
          <a:p>
            <a:r>
              <a:t>          "value": 34.98000607737664,</a:t>
            </a:r>
          </a:p>
          <a:p>
            <a:r>
              <a:t>          "prior_start": "2024-02-01",</a:t>
            </a:r>
          </a:p>
          <a:p>
            <a:r>
              <a:t>          "prior_end": "2024-02-29",</a:t>
            </a:r>
          </a:p>
          <a:p>
            <a:r>
              <a:t>          "prior_days": 29,</a:t>
            </a:r>
          </a:p>
          <a:p>
            <a:r>
              <a:t>          "prior_raw_mean": 0.7731458620689655,</a:t>
            </a:r>
          </a:p>
          <a:p>
            <a:r>
              <a:t>          "prior_value": 34.99030874678519,</a:t>
            </a:r>
          </a:p>
          <a:p>
            <a:r>
              <a:t>          "yoy_fraction": -0.0002944435124337952,</a:t>
            </a:r>
          </a:p>
          <a:p>
            <a:r>
              <a:t>          "yoy_pct": -0.02944435124337952,</a:t>
            </a:r>
          </a:p>
          <a:p>
            <a:r>
              <a:t>          "value_label": "35.0",</a:t>
            </a:r>
          </a:p>
          <a:p>
            <a:r>
              <a:t>          "yoy_label": "(-0.0%)",</a:t>
            </a:r>
          </a:p>
          <a:p>
            <a:r>
              <a:t>          "label": "35.0\n(-0.0%)"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"NV_CUT_DRUM",</a:t>
            </a:r>
          </a:p>
          <a:p>
            <a:r>
              <a:t>          "month": "2025-03",</a:t>
            </a:r>
          </a:p>
          <a:p>
            <a:r>
              <a:t>          "start": "2025-03-01",</a:t>
            </a:r>
          </a:p>
          <a:p>
            <a:r>
              <a:t>          "end": "2025-03-31",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23.29887,</a:t>
            </a:r>
          </a:p>
          <a:p>
            <a:r>
              <a:t>          "raw_mean": 0.7515764516129032,</a:t>
            </a:r>
          </a:p>
          <a:p>
            <a:r>
              <a:t>          "value": 34.01414064142393,</a:t>
            </a:r>
          </a:p>
          <a:p>
            <a:r>
              <a:t>          "prior_start": "2024-03-01",</a:t>
            </a:r>
          </a:p>
          <a:p>
            <a:r>
              <a:t>          "prior_end": "2024-03-31",</a:t>
            </a:r>
          </a:p>
          <a:p>
            <a:r>
              <a:t>          "prior_days": 31,</a:t>
            </a:r>
          </a:p>
          <a:p>
            <a:r>
              <a:t>          "prior_raw_mean": 0.8572058064516129,</a:t>
            </a:r>
          </a:p>
          <a:p>
            <a:r>
              <a:t>          "prior_value": 38.79461470182897,</a:t>
            </a:r>
          </a:p>
          <a:p>
            <a:r>
              <a:t>          "yoy_fraction": -0.12322519754732009,</a:t>
            </a:r>
          </a:p>
          <a:p>
            <a:r>
              <a:t>          "yoy_pct": -12.322519754732008,</a:t>
            </a:r>
          </a:p>
          <a:p>
            <a:r>
              <a:t>          "value_label": "34.0",</a:t>
            </a:r>
          </a:p>
          <a:p>
            <a:r>
              <a:t>          "yoy_label": "(-12.3%)",</a:t>
            </a:r>
          </a:p>
          <a:p>
            <a:r>
              <a:t>          "label": "34.0\n(-12.3%)"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"NV_CUT_DRUM",</a:t>
            </a:r>
          </a:p>
          <a:p>
            <a:r>
              <a:t>          "month": "2025-04",</a:t>
            </a:r>
          </a:p>
          <a:p>
            <a:r>
              <a:t>          "start": "2025-04-01",</a:t>
            </a:r>
          </a:p>
          <a:p>
            <a:r>
              <a:t>          "end": "2025-04-30",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21.67856,</a:t>
            </a:r>
          </a:p>
          <a:p>
            <a:r>
              <a:t>          "raw_mean": 0.7226186666666667,</a:t>
            </a:r>
          </a:p>
          <a:p>
            <a:r>
              <a:t>          "value": 32.70359642770939,</a:t>
            </a:r>
          </a:p>
          <a:p>
            <a:r>
              <a:t>          "prior_start": "2024-04-01",</a:t>
            </a:r>
          </a:p>
          <a:p>
            <a:r>
              <a:t>          "prior_end": "2024-04-30",</a:t>
            </a:r>
          </a:p>
          <a:p>
            <a:r>
              <a:t>          "prior_days": 30,</a:t>
            </a:r>
          </a:p>
          <a:p>
            <a:r>
              <a:t>          "prior_raw_mean": 0.817651,</a:t>
            </a:r>
          </a:p>
          <a:p>
            <a:r>
              <a:t>          "prior_value": 37.00448044895004,</a:t>
            </a:r>
          </a:p>
          <a:p>
            <a:r>
              <a:t>          "yoy_fraction": -0.11622603449801117,</a:t>
            </a:r>
          </a:p>
          <a:p>
            <a:r>
              <a:t>          "yoy_pct": -11.622603449801117,</a:t>
            </a:r>
          </a:p>
          <a:p>
            <a:r>
              <a:t>          "value_label": "32.7",</a:t>
            </a:r>
          </a:p>
          <a:p>
            <a:r>
              <a:t>          "yoy_label": "(-11.6%)",</a:t>
            </a:r>
          </a:p>
          <a:p>
            <a:r>
              <a:t>          "label": "32.7\n(-11.6%)"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"NV_CUT_DRUM",</a:t>
            </a:r>
          </a:p>
          <a:p>
            <a:r>
              <a:t>          "month": "2025-05",</a:t>
            </a:r>
          </a:p>
          <a:p>
            <a:r>
              <a:t>          "start": "2025-05-01",</a:t>
            </a:r>
          </a:p>
          <a:p>
            <a:r>
              <a:t>          "end": "2025-05-31",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20.75174,</a:t>
            </a:r>
          </a:p>
          <a:p>
            <a:r>
              <a:t>          "raw_mean": 0.6694109677419355,</a:t>
            </a:r>
          </a:p>
          <a:p>
            <a:r>
              <a:t>          "value": 30.295572399616923,</a:t>
            </a:r>
          </a:p>
          <a:p>
            <a:r>
              <a:t>          "prior_start": "2024-05-01",</a:t>
            </a:r>
          </a:p>
          <a:p>
            <a:r>
              <a:t>          "prior_end": "2024-05-31",</a:t>
            </a:r>
          </a:p>
          <a:p>
            <a:r>
              <a:t>          "prior_days": 31,</a:t>
            </a:r>
          </a:p>
          <a:p>
            <a:r>
              <a:t>          "prior_raw_mean": 0.8315680645161291,</a:t>
            </a:r>
          </a:p>
          <a:p>
            <a:r>
              <a:t>          "prior_value": 37.63432587419121,</a:t>
            </a:r>
          </a:p>
          <a:p>
            <a:r>
              <a:t>          "yoy_fraction": -0.19500159240548653,</a:t>
            </a:r>
          </a:p>
          <a:p>
            <a:r>
              <a:t>          "yoy_pct": -19.500159240548655,</a:t>
            </a:r>
          </a:p>
          <a:p>
            <a:r>
              <a:t>          "value_label": "30.3",</a:t>
            </a:r>
          </a:p>
          <a:p>
            <a:r>
              <a:t>          "yoy_label": "(-19.5%)",</a:t>
            </a:r>
          </a:p>
          <a:p>
            <a:r>
              <a:t>          "label": "30.3\n(-19.5%)"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"NV_CUT_DRUM",</a:t>
            </a:r>
          </a:p>
          <a:p>
            <a:r>
              <a:t>          "month": "2025-06",</a:t>
            </a:r>
          </a:p>
          <a:p>
            <a:r>
              <a:t>          "start": "2025-06-01",</a:t>
            </a:r>
          </a:p>
          <a:p>
            <a:r>
              <a:t>          "end": "2025-06-30",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20.50009,</a:t>
            </a:r>
          </a:p>
          <a:p>
            <a:r>
              <a:t>          "raw_mean": 0.6833363333333333,</a:t>
            </a:r>
          </a:p>
          <a:p>
            <a:r>
              <a:t>          "value": 30.925793507120442,</a:t>
            </a:r>
          </a:p>
          <a:p>
            <a:r>
              <a:t>          "prior_start": "2024-06-01",</a:t>
            </a:r>
          </a:p>
          <a:p>
            <a:r>
              <a:t>          "prior_end": "2024-06-30",</a:t>
            </a:r>
          </a:p>
          <a:p>
            <a:r>
              <a:t>          "prior_days": 30,</a:t>
            </a:r>
          </a:p>
          <a:p>
            <a:r>
              <a:t>          "prior_raw_mean": 0.9095139999999999,</a:t>
            </a:r>
          </a:p>
          <a:p>
            <a:r>
              <a:t>          "prior_value": 41.16192976104272,</a:t>
            </a:r>
          </a:p>
          <a:p>
            <a:r>
              <a:t>          "yoy_fraction": -0.2486796978019763,</a:t>
            </a:r>
          </a:p>
          <a:p>
            <a:r>
              <a:t>          "yoy_pct": -24.86796978019763,</a:t>
            </a:r>
          </a:p>
          <a:p>
            <a:r>
              <a:t>          "value_label": "30.9",</a:t>
            </a:r>
          </a:p>
          <a:p>
            <a:r>
              <a:t>          "yoy_label": "(-24.9%)",</a:t>
            </a:r>
          </a:p>
          <a:p>
            <a:r>
              <a:t>          "label": "30.9\n(-24.9%)"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"NV_CUT_DRUM",</a:t>
            </a:r>
          </a:p>
          <a:p>
            <a:r>
              <a:t>          "month": "2025-07",</a:t>
            </a:r>
          </a:p>
          <a:p>
            <a:r>
              <a:t>          "start": "2025-07-01",</a:t>
            </a:r>
          </a:p>
          <a:p>
            <a:r>
              <a:t>          "end": "2025-07-31",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28.45774,</a:t>
            </a:r>
          </a:p>
          <a:p>
            <a:r>
              <a:t>          "raw_mean": 0.9179916129032258,</a:t>
            </a:r>
          </a:p>
          <a:p>
            <a:r>
              <a:t>          "value": 41.545601597720214,</a:t>
            </a:r>
          </a:p>
          <a:p>
            <a:r>
              <a:t>          "prior_start": "2024-07-01",</a:t>
            </a:r>
          </a:p>
          <a:p>
            <a:r>
              <a:t>          "prior_end": "2024-07-31",</a:t>
            </a:r>
          </a:p>
          <a:p>
            <a:r>
              <a:t>          "prior_days": 31,</a:t>
            </a:r>
          </a:p>
          <a:p>
            <a:r>
              <a:t>          "prior_raw_mean": 1.123904193548387,</a:t>
            </a:r>
          </a:p>
          <a:p>
            <a:r>
              <a:t>          "prior_value": 50.86459963560767,</a:t>
            </a:r>
          </a:p>
          <a:p>
            <a:r>
              <a:t>          "yoy_fraction": -0.1832118625654866,</a:t>
            </a:r>
          </a:p>
          <a:p>
            <a:r>
              <a:t>          "yoy_pct": -18.32118625654866,</a:t>
            </a:r>
          </a:p>
          <a:p>
            <a:r>
              <a:t>          "value_label": "41.5",</a:t>
            </a:r>
          </a:p>
          <a:p>
            <a:r>
              <a:t>          "yoy_label": "(-18.3%)",</a:t>
            </a:r>
          </a:p>
          <a:p>
            <a:r>
              <a:t>          "label": "41.5\n(-18.3%)"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"NV_CUT_DRUM",</a:t>
            </a:r>
          </a:p>
          <a:p>
            <a:r>
              <a:t>          "month": "2025-08",</a:t>
            </a:r>
          </a:p>
          <a:p>
            <a:r>
              <a:t>          "start": "2025-08-01",</a:t>
            </a:r>
          </a:p>
          <a:p>
            <a:r>
              <a:t>          "end": "2025-08-31",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23.63955,</a:t>
            </a:r>
          </a:p>
          <a:p>
            <a:r>
              <a:t>          "raw_mean": 0.7625661290322581,</a:t>
            </a:r>
          </a:p>
          <a:p>
            <a:r>
              <a:t>          "value": 34.51150113288641,</a:t>
            </a:r>
          </a:p>
          <a:p>
            <a:r>
              <a:t>          "prior_start": "2024-08-01",</a:t>
            </a:r>
          </a:p>
          <a:p>
            <a:r>
              <a:t>          "prior_end": "2024-08-31",</a:t>
            </a:r>
          </a:p>
          <a:p>
            <a:r>
              <a:t>          "prior_days": 31,</a:t>
            </a:r>
          </a:p>
          <a:p>
            <a:r>
              <a:t>          "prior_raw_mean": 0.9988719354838709,</a:t>
            </a:r>
          </a:p>
          <a:p>
            <a:r>
              <a:t>          "prior_value": 45.20600721777114,</a:t>
            </a:r>
          </a:p>
          <a:p>
            <a:r>
              <a:t>          "yoy_fraction": -0.23657267569254736,</a:t>
            </a:r>
          </a:p>
          <a:p>
            <a:r>
              <a:t>          "yoy_pct": -23.657267569254735,</a:t>
            </a:r>
          </a:p>
          <a:p>
            <a:r>
              <a:t>          "value_label": "34.5",</a:t>
            </a:r>
          </a:p>
          <a:p>
            <a:r>
              <a:t>          "yoy_label": "(-23.7%)",</a:t>
            </a:r>
          </a:p>
          <a:p>
            <a:r>
              <a:t>          "label": "34.5\n(-23.7%)"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"NV_CUT_DRUM",</a:t>
            </a:r>
          </a:p>
          <a:p>
            <a:r>
              <a:t>          "month": "2025-09",</a:t>
            </a:r>
          </a:p>
          <a:p>
            <a:r>
              <a:t>          "start": "2025-09-01",</a:t>
            </a:r>
          </a:p>
          <a:p>
            <a:r>
              <a:t>          "end": "2025-09-30",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20.62897,</a:t>
            </a:r>
          </a:p>
          <a:p>
            <a:r>
              <a:t>          "raw_mean": 0.6876323333333333,</a:t>
            </a:r>
          </a:p>
          <a:p>
            <a:r>
              <a:t>          "value": 31.120217837315955,</a:t>
            </a:r>
          </a:p>
          <a:p>
            <a:r>
              <a:t>          "prior_start": "2024-09-01",</a:t>
            </a:r>
          </a:p>
          <a:p>
            <a:r>
              <a:t>          "prior_end": "2024-09-30",</a:t>
            </a:r>
          </a:p>
          <a:p>
            <a:r>
              <a:t>          "prior_days": 30,</a:t>
            </a:r>
          </a:p>
          <a:p>
            <a:r>
              <a:t>          "prior_raw_mean": 0.70001,</a:t>
            </a:r>
          </a:p>
          <a:p>
            <a:r>
              <a:t>          "prior_value": 31.680394641564085,</a:t>
            </a:r>
          </a:p>
          <a:p>
            <a:r>
              <a:t>          "yoy_fraction": -0.017682128350547388,</a:t>
            </a:r>
          </a:p>
          <a:p>
            <a:r>
              <a:t>          "yoy_pct": -1.7682128350547388,</a:t>
            </a:r>
          </a:p>
          <a:p>
            <a:r>
              <a:t>          "value_label": "31.1",</a:t>
            </a:r>
          </a:p>
          <a:p>
            <a:r>
              <a:t>          "yoy_label": "(-1.8%)",</a:t>
            </a:r>
          </a:p>
          <a:p>
            <a:r>
              <a:t>          "label": "31.1\n(-1.8%)"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"NV_CUT_DRUM",</a:t>
            </a:r>
          </a:p>
          <a:p>
            <a:r>
              <a:t>          "month": "2025-10",</a:t>
            </a:r>
          </a:p>
          <a:p>
            <a:r>
              <a:t>          "start": "2025-10-01",</a:t>
            </a:r>
          </a:p>
          <a:p>
            <a:r>
              <a:t>          "end": "2025-10-31",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18.121669999999998,</a:t>
            </a:r>
          </a:p>
          <a:p>
            <a:r>
              <a:t>          "raw_mean": 0.5845699999999999,</a:t>
            </a:r>
          </a:p>
          <a:p>
            <a:r>
              <a:t>          "value": 26.45591962346126,</a:t>
            </a:r>
          </a:p>
          <a:p>
            <a:r>
              <a:t>          "prior_start": "2024-10-01",</a:t>
            </a:r>
          </a:p>
          <a:p>
            <a:r>
              <a:t>          "prior_end": "2024-10-31",</a:t>
            </a:r>
          </a:p>
          <a:p>
            <a:r>
              <a:t>          "prior_days": 31,</a:t>
            </a:r>
          </a:p>
          <a:p>
            <a:r>
              <a:t>          "prior_raw_mean": 0.7422725806451612,</a:t>
            </a:r>
          </a:p>
          <a:p>
            <a:r>
              <a:t>          "prior_value": 33.59307479386139,</a:t>
            </a:r>
          </a:p>
          <a:p>
            <a:r>
              <a:t>          "yoy_fraction": -0.21245912183377558,</a:t>
            </a:r>
          </a:p>
          <a:p>
            <a:r>
              <a:t>          "yoy_pct": -21.24591218337756,</a:t>
            </a:r>
          </a:p>
          <a:p>
            <a:r>
              <a:t>          "value_label": "26.5",</a:t>
            </a:r>
          </a:p>
          <a:p>
            <a:r>
              <a:t>          "yoy_label": "(-21.2%)",</a:t>
            </a:r>
          </a:p>
          <a:p>
            <a:r>
              <a:t>          "label": "26.5\n(-21.2%)"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"NV_CUT_DRUM",</a:t>
            </a:r>
          </a:p>
          <a:p>
            <a:r>
              <a:t>          "month": "2025-11",</a:t>
            </a:r>
          </a:p>
          <a:p>
            <a:r>
              <a:t>          "start": "2025-11-01",</a:t>
            </a:r>
          </a:p>
          <a:p>
            <a:r>
              <a:t>          "end": "2025-11-30",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17.66442,</a:t>
            </a:r>
          </a:p>
          <a:p>
            <a:r>
              <a:t>          "raw_mean": 0.588814,</a:t>
            </a:r>
          </a:p>
          <a:p>
            <a:r>
              <a:t>          "value": 26.6479905865315,</a:t>
            </a:r>
          </a:p>
          <a:p>
            <a:r>
              <a:t>          "prior_start": "2024-11-01",</a:t>
            </a:r>
          </a:p>
          <a:p>
            <a:r>
              <a:t>          "prior_end": "2024-11-30",</a:t>
            </a:r>
          </a:p>
          <a:p>
            <a:r>
              <a:t>          "prior_days": 30,</a:t>
            </a:r>
          </a:p>
          <a:p>
            <a:r>
              <a:t>          "prior_raw_mean": 0.7017503333333334,</a:t>
            </a:r>
          </a:p>
          <a:p>
            <a:r>
              <a:t>          "prior_value": 31.75915701182718,</a:t>
            </a:r>
          </a:p>
          <a:p>
            <a:r>
              <a:t>          "yoy_fraction": -0.16093520440080544,</a:t>
            </a:r>
          </a:p>
          <a:p>
            <a:r>
              <a:t>          "yoy_pct": -16.093520440080546,</a:t>
            </a:r>
          </a:p>
          <a:p>
            <a:r>
              <a:t>          "value_label": "26.6",</a:t>
            </a:r>
          </a:p>
          <a:p>
            <a:r>
              <a:t>          "yoy_label": "(-16.1%)",</a:t>
            </a:r>
          </a:p>
          <a:p>
            <a:r>
              <a:t>          "label": "26.6\n(-16.1%)"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"NV_CUT_DRUM",</a:t>
            </a:r>
          </a:p>
          <a:p>
            <a:r>
              <a:t>          "month": "2025-12",</a:t>
            </a:r>
          </a:p>
          <a:p>
            <a:r>
              <a:t>          "start": "2025-12-01",</a:t>
            </a:r>
          </a:p>
          <a:p>
            <a:r>
              <a:t>          "end": "2025-12-31",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21.10466,</a:t>
            </a:r>
          </a:p>
          <a:p>
            <a:r>
              <a:t>          "raw_mean": 0.6807954838709677,</a:t>
            </a:r>
          </a:p>
          <a:p>
            <a:r>
              <a:t>          "value": 30.810802130293617,</a:t>
            </a:r>
          </a:p>
          <a:p>
            <a:r>
              <a:t>          "prior_start": "2024-12-01",</a:t>
            </a:r>
          </a:p>
          <a:p>
            <a:r>
              <a:t>          "prior_end": "2024-12-31",</a:t>
            </a:r>
          </a:p>
          <a:p>
            <a:r>
              <a:t>          "prior_days": 31,</a:t>
            </a:r>
          </a:p>
          <a:p>
            <a:r>
              <a:t>          "prior_raw_mean": 0.671291935483871,</a:t>
            </a:r>
          </a:p>
          <a:p>
            <a:r>
              <a:t>          "prior_value": 30.380699469762444,</a:t>
            </a:r>
          </a:p>
          <a:p>
            <a:r>
              <a:t>          "yoy_fraction": 0.014157101977169795,</a:t>
            </a:r>
          </a:p>
          <a:p>
            <a:r>
              <a:t>          "yoy_pct": 1.4157101977169795,</a:t>
            </a:r>
          </a:p>
          <a:p>
            <a:r>
              <a:t>          "value_label": "30.8",</a:t>
            </a:r>
          </a:p>
          <a:p>
            <a:r>
              <a:t>          "yoy_label": "(+1.4%)",</a:t>
            </a:r>
          </a:p>
          <a:p>
            <a:r>
              <a:t>          "label": "30.8\n(+1.4%)"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"NV_CUT_DRUM",</a:t>
            </a:r>
          </a:p>
          <a:p>
            <a:r>
              <a:t>          "month": "2026-01",</a:t>
            </a:r>
          </a:p>
          <a:p>
            <a:r>
              <a:t>          "start": "2026-01-01",</a:t>
            </a:r>
          </a:p>
          <a:p>
            <a:r>
              <a:t>          "end": "2026-01-31",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24.92848,</a:t>
            </a:r>
          </a:p>
          <a:p>
            <a:r>
              <a:t>          "raw_mean": 0.8041445161290323,</a:t>
            </a:r>
          </a:p>
          <a:p>
            <a:r>
              <a:t>          "value": 36.393216696643385,</a:t>
            </a:r>
          </a:p>
          <a:p>
            <a:r>
              <a:t>          "prior_start": "2025-01-01",</a:t>
            </a:r>
          </a:p>
          <a:p>
            <a:r>
              <a:t>          "prior_end": "2025-01-31",</a:t>
            </a:r>
          </a:p>
          <a:p>
            <a:r>
              <a:t>          "prior_days": 31,</a:t>
            </a:r>
          </a:p>
          <a:p>
            <a:r>
              <a:t>          "prior_raw_mean": 0.70109,</a:t>
            </a:r>
          </a:p>
          <a:p>
            <a:r>
              <a:t>          "prior_value": 31.729272266473572,</a:t>
            </a:r>
          </a:p>
          <a:p>
            <a:r>
              <a:t>          "yoy_fraction": 0.1469918500178753,</a:t>
            </a:r>
          </a:p>
          <a:p>
            <a:r>
              <a:t>          "yoy_pct": 14.69918500178753,</a:t>
            </a:r>
          </a:p>
          <a:p>
            <a:r>
              <a:t>          "value_label": "36.4",</a:t>
            </a:r>
          </a:p>
          <a:p>
            <a:r>
              <a:t>          "yoy_label": "(+14.7%)",</a:t>
            </a:r>
          </a:p>
          <a:p>
            <a:r>
              <a:t>          "label": "36.4\n(+14.7%)"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"NV_CUT_DRUM",</a:t>
            </a:r>
          </a:p>
          <a:p>
            <a:r>
              <a:t>          "month": "2026-02",</a:t>
            </a:r>
          </a:p>
          <a:p>
            <a:r>
              <a:t>          "start": "2026-02-01",</a:t>
            </a:r>
          </a:p>
          <a:p>
            <a:r>
              <a:t>          "end": "2026-02-28",</a:t>
            </a:r>
          </a:p>
          <a:p>
            <a:r>
              <a:t>          "days": 28,</a:t>
            </a:r>
          </a:p>
          <a:p>
            <a:r>
              <a:t>          "partial": false,</a:t>
            </a:r>
          </a:p>
          <a:p>
            <a:r>
              <a:t>          "raw_sum": 17.74114,</a:t>
            </a:r>
          </a:p>
          <a:p>
            <a:r>
              <a:t>          "raw_mean": 0.633612142857143,</a:t>
            </a:r>
          </a:p>
          <a:p>
            <a:r>
              <a:t>          "value": 28.675422830247236,</a:t>
            </a:r>
          </a:p>
          <a:p>
            <a:r>
              <a:t>          "prior_start": "2025-02-01",</a:t>
            </a:r>
          </a:p>
          <a:p>
            <a:r>
              <a:t>          "prior_end": "2025-02-28",</a:t>
            </a:r>
          </a:p>
          <a:p>
            <a:r>
              <a:t>          "prior_days": 28,</a:t>
            </a:r>
          </a:p>
          <a:p>
            <a:r>
              <a:t>          "prior_raw_mean": 0.7729182142857143,</a:t>
            </a:r>
          </a:p>
          <a:p>
            <a:r>
              <a:t>          "prior_value": 34.98000607737664,</a:t>
            </a:r>
          </a:p>
          <a:p>
            <a:r>
              <a:t>          "yoy_fraction": -0.1802339094276746,</a:t>
            </a:r>
          </a:p>
          <a:p>
            <a:r>
              <a:t>          "yoy_pct": -18.02339094276746,</a:t>
            </a:r>
          </a:p>
          <a:p>
            <a:r>
              <a:t>          "value_label": "28.7",</a:t>
            </a:r>
          </a:p>
          <a:p>
            <a:r>
              <a:t>          "yoy_label": "(-18.0%)",</a:t>
            </a:r>
          </a:p>
          <a:p>
            <a:r>
              <a:t>          "label": "28.7\n(-18.0%)"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"NV_CUT_DRUM",</a:t>
            </a:r>
          </a:p>
          <a:p>
            <a:r>
              <a:t>          "month": "2026-03",</a:t>
            </a:r>
          </a:p>
          <a:p>
            <a:r>
              <a:t>          "start": "2026-03-01",</a:t>
            </a:r>
          </a:p>
          <a:p>
            <a:r>
              <a:t>          "end": "2026-03-31",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22.08976,</a:t>
            </a:r>
          </a:p>
          <a:p>
            <a:r>
              <a:t>          "raw_mean": 0.7125729032258064,</a:t>
            </a:r>
          </a:p>
          <a:p>
            <a:r>
              <a:t>          "value": 32.24895470790218,</a:t>
            </a:r>
          </a:p>
          <a:p>
            <a:r>
              <a:t>          "prior_start": "2025-03-01",</a:t>
            </a:r>
          </a:p>
          <a:p>
            <a:r>
              <a:t>          "prior_end": "2025-03-31",</a:t>
            </a:r>
          </a:p>
          <a:p>
            <a:r>
              <a:t>          "prior_days": 31,</a:t>
            </a:r>
          </a:p>
          <a:p>
            <a:r>
              <a:t>          "prior_raw_mean": 0.7515764516129032,</a:t>
            </a:r>
          </a:p>
          <a:p>
            <a:r>
              <a:t>          "prior_value": 34.01414064142393,</a:t>
            </a:r>
          </a:p>
          <a:p>
            <a:r>
              <a:t>          "yoy_fraction": -0.051895649874864946,</a:t>
            </a:r>
          </a:p>
          <a:p>
            <a:r>
              <a:t>          "yoy_pct": -5.189564987486495,</a:t>
            </a:r>
          </a:p>
          <a:p>
            <a:r>
              <a:t>          "value_label": "32.2",</a:t>
            </a:r>
          </a:p>
          <a:p>
            <a:r>
              <a:t>          "yoy_label": "(-5.2%)",</a:t>
            </a:r>
          </a:p>
          <a:p>
            <a:r>
              <a:t>          "label": "32.2\n(-5.2%)"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"NV_CUT_DRUM",</a:t>
            </a:r>
          </a:p>
          <a:p>
            <a:r>
              <a:t>          "month": "2026-04",</a:t>
            </a:r>
          </a:p>
          <a:p>
            <a:r>
              <a:t>          "start": "2026-04-01",</a:t>
            </a:r>
          </a:p>
          <a:p>
            <a:r>
              <a:t>          "end": "2026-04-30",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20.11035,</a:t>
            </a:r>
          </a:p>
          <a:p>
            <a:r>
              <a:t>          "raw_mean": 0.670345,</a:t>
            </a:r>
          </a:p>
          <a:p>
            <a:r>
              <a:t>          "value": 30.33784395365677,</a:t>
            </a:r>
          </a:p>
          <a:p>
            <a:r>
              <a:t>          "prior_start": "2025-04-01",</a:t>
            </a:r>
          </a:p>
          <a:p>
            <a:r>
              <a:t>          "prior_end": "2025-04-30",</a:t>
            </a:r>
          </a:p>
          <a:p>
            <a:r>
              <a:t>          "prior_days": 30,</a:t>
            </a:r>
          </a:p>
          <a:p>
            <a:r>
              <a:t>          "prior_raw_mean": 0.7226186666666667,</a:t>
            </a:r>
          </a:p>
          <a:p>
            <a:r>
              <a:t>          "prior_value": 32.70359642770939,</a:t>
            </a:r>
          </a:p>
          <a:p>
            <a:r>
              <a:t>          "yoy_fraction": -0.07233921441276558,</a:t>
            </a:r>
          </a:p>
          <a:p>
            <a:r>
              <a:t>          "yoy_pct": -7.233921441276559,</a:t>
            </a:r>
          </a:p>
          <a:p>
            <a:r>
              <a:t>          "value_label": "30.3",</a:t>
            </a:r>
          </a:p>
          <a:p>
            <a:r>
              <a:t>          "yoy_label": "(-7.2%)",</a:t>
            </a:r>
          </a:p>
          <a:p>
            <a:r>
              <a:t>          "label": "30.3\n(-7.2%)"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"NV_CUT_DRUM",</a:t>
            </a:r>
          </a:p>
          <a:p>
            <a:r>
              <a:t>          "month": "2026-05",</a:t>
            </a:r>
          </a:p>
          <a:p>
            <a:r>
              <a:t>          "start": "2026-05-01",</a:t>
            </a:r>
          </a:p>
          <a:p>
            <a:r>
              <a:t>          "end": "2026-05-31",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18.17077,</a:t>
            </a:r>
          </a:p>
          <a:p>
            <a:r>
              <a:t>          "raw_mean": 0.586153870967742,</a:t>
            </a:r>
          </a:p>
          <a:p>
            <a:r>
              <a:t>          "value": 26.52760096704118,</a:t>
            </a:r>
          </a:p>
          <a:p>
            <a:r>
              <a:t>          "prior_start": "2025-05-01",</a:t>
            </a:r>
          </a:p>
          <a:p>
            <a:r>
              <a:t>          "prior_end": "2025-05-31",</a:t>
            </a:r>
          </a:p>
          <a:p>
            <a:r>
              <a:t>          "prior_days": 31,</a:t>
            </a:r>
          </a:p>
          <a:p>
            <a:r>
              <a:t>          "prior_raw_mean": 0.6694109677419355,</a:t>
            </a:r>
          </a:p>
          <a:p>
            <a:r>
              <a:t>          "prior_value": 30.295572399616923,</a:t>
            </a:r>
          </a:p>
          <a:p>
            <a:r>
              <a:t>          "yoy_fraction": -0.1243736669792509,</a:t>
            </a:r>
          </a:p>
          <a:p>
            <a:r>
              <a:t>          "yoy_pct": -12.43736669792509,</a:t>
            </a:r>
          </a:p>
          <a:p>
            <a:r>
              <a:t>          "value_label": "26.5",</a:t>
            </a:r>
          </a:p>
          <a:p>
            <a:r>
              <a:t>          "yoy_label": "(-12.4%)",</a:t>
            </a:r>
          </a:p>
          <a:p>
            <a:r>
              <a:t>          "label": "26.5\n(-12.4%)"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"NV_CUT_DRUM",</a:t>
            </a:r>
          </a:p>
          <a:p>
            <a:r>
              <a:t>          "month": "2026-06",</a:t>
            </a:r>
          </a:p>
          <a:p>
            <a:r>
              <a:t>          "start": "2026-06-01",</a:t>
            </a:r>
          </a:p>
          <a:p>
            <a:r>
              <a:t>          "end": "2026-06-30",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19.76354,</a:t>
            </a:r>
          </a:p>
          <a:p>
            <a:r>
              <a:t>          "raw_mean": 0.6587846666666667,</a:t>
            </a:r>
          </a:p>
          <a:p>
            <a:r>
              <a:t>          "value": 29.814657253198163,</a:t>
            </a:r>
          </a:p>
          <a:p>
            <a:r>
              <a:t>          "prior_start": "2025-06-01",</a:t>
            </a:r>
          </a:p>
          <a:p>
            <a:r>
              <a:t>          "prior_end": "2025-06-30",</a:t>
            </a:r>
          </a:p>
          <a:p>
            <a:r>
              <a:t>          "prior_days": 30,</a:t>
            </a:r>
          </a:p>
          <a:p>
            <a:r>
              <a:t>          "prior_raw_mean": 0.6833363333333333,</a:t>
            </a:r>
          </a:p>
          <a:p>
            <a:r>
              <a:t>          "prior_value": 30.925793507120442,</a:t>
            </a:r>
          </a:p>
          <a:p>
            <a:r>
              <a:t>          "yoy_fraction": -0.03592911055512438,</a:t>
            </a:r>
          </a:p>
          <a:p>
            <a:r>
              <a:t>          "yoy_pct": -3.5929110555124377,</a:t>
            </a:r>
          </a:p>
          <a:p>
            <a:r>
              <a:t>          "value_label": "29.8",</a:t>
            </a:r>
          </a:p>
          <a:p>
            <a:r>
              <a:t>          "yoy_label": "(-3.6%)",</a:t>
            </a:r>
          </a:p>
          <a:p>
            <a:r>
              <a:t>          "label": "29.8\n(-3.6%)"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"NV_CUT_DRUM",</a:t>
            </a:r>
          </a:p>
          <a:p>
            <a:r>
              <a:t>          "month": "2026-07",</a:t>
            </a:r>
          </a:p>
          <a:p>
            <a:r>
              <a:t>          "start": "2026-07-01",</a:t>
            </a:r>
          </a:p>
          <a:p>
            <a:r>
              <a:t>          "end": "2026-07-31",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27.52784,</a:t>
            </a:r>
          </a:p>
          <a:p>
            <a:r>
              <a:t>          "raw_mean": 0.8879948387096774,</a:t>
            </a:r>
          </a:p>
          <a:p>
            <a:r>
              <a:t>          "value": 40.18803578519539,</a:t>
            </a:r>
          </a:p>
          <a:p>
            <a:r>
              <a:t>          "prior_start": "2025-07-01",</a:t>
            </a:r>
          </a:p>
          <a:p>
            <a:r>
              <a:t>          "prior_end": "2025-07-31",</a:t>
            </a:r>
          </a:p>
          <a:p>
            <a:r>
              <a:t>          "prior_days": 31,</a:t>
            </a:r>
          </a:p>
          <a:p>
            <a:r>
              <a:t>          "prior_raw_mean": 0.9179916129032258,</a:t>
            </a:r>
          </a:p>
          <a:p>
            <a:r>
              <a:t>          "prior_value": 41.545601597720214,</a:t>
            </a:r>
          </a:p>
          <a:p>
            <a:r>
              <a:t>          "yoy_fraction": -0.0326765231532794,</a:t>
            </a:r>
          </a:p>
          <a:p>
            <a:r>
              <a:t>          "yoy_pct": -3.26765231532794,</a:t>
            </a:r>
          </a:p>
          <a:p>
            <a:r>
              <a:t>          "value_label": "40.2",</a:t>
            </a:r>
          </a:p>
          <a:p>
            <a:r>
              <a:t>          "yoy_label": "(-3.3%)",</a:t>
            </a:r>
          </a:p>
          <a:p>
            <a:r>
              <a:t>          "label": "40.2\n(-3.3%)"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"NV_CUT_DRUM",</a:t>
            </a:r>
          </a:p>
          <a:p>
            <a:r>
              <a:t>          "month": "2026-08",</a:t>
            </a:r>
          </a:p>
          <a:p>
            <a:r>
              <a:t>          "start": "2026-08-01",</a:t>
            </a:r>
          </a:p>
          <a:p>
            <a:r>
              <a:t>          "end": "2026-08-31",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21.92404,</a:t>
            </a:r>
          </a:p>
          <a:p>
            <a:r>
              <a:t>          "raw_mean": 0.7072270967741936,</a:t>
            </a:r>
          </a:p>
          <a:p>
            <a:r>
              <a:t>          "value": 32.00701922403121,</a:t>
            </a:r>
          </a:p>
          <a:p>
            <a:r>
              <a:t>          "prior_start": "2025-08-01",</a:t>
            </a:r>
          </a:p>
          <a:p>
            <a:r>
              <a:t>          "prior_end": "2025-08-31",</a:t>
            </a:r>
          </a:p>
          <a:p>
            <a:r>
              <a:t>          "prior_days": 31,</a:t>
            </a:r>
          </a:p>
          <a:p>
            <a:r>
              <a:t>          "prior_raw_mean": 0.7625661290322581,</a:t>
            </a:r>
          </a:p>
          <a:p>
            <a:r>
              <a:t>          "prior_value": 34.51150113288641,</a:t>
            </a:r>
          </a:p>
          <a:p>
            <a:r>
              <a:t>          "yoy_fraction": -0.0725694863057883,</a:t>
            </a:r>
          </a:p>
          <a:p>
            <a:r>
              <a:t>          "yoy_pct": -7.2569486305788296,</a:t>
            </a:r>
          </a:p>
          <a:p>
            <a:r>
              <a:t>          "value_label": "32.0",</a:t>
            </a:r>
          </a:p>
          <a:p>
            <a:r>
              <a:t>          "yoy_label": "(-7.3%)",</a:t>
            </a:r>
          </a:p>
          <a:p>
            <a:r>
              <a:t>          "label": "32.0\n(-7.3%)"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"NV_CUT_DRUM",</a:t>
            </a:r>
          </a:p>
          <a:p>
            <a:r>
              <a:t>          "month": "2026-09",</a:t>
            </a:r>
          </a:p>
          <a:p>
            <a:r>
              <a:t>          "start": "2026-09-01",</a:t>
            </a:r>
          </a:p>
          <a:p>
            <a:r>
              <a:t>          "end": "2026-09-30",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15.58371,</a:t>
            </a:r>
          </a:p>
          <a:p>
            <a:r>
              <a:t>          "raw_mean": 0.519457,</a:t>
            </a:r>
          </a:p>
          <a:p>
            <a:r>
              <a:t>          "value": 23.509096669080375,</a:t>
            </a:r>
          </a:p>
          <a:p>
            <a:r>
              <a:t>          "prior_start": "2025-09-01",</a:t>
            </a:r>
          </a:p>
          <a:p>
            <a:r>
              <a:t>          "prior_end": "2025-09-30",</a:t>
            </a:r>
          </a:p>
          <a:p>
            <a:r>
              <a:t>          "prior_days": 30,</a:t>
            </a:r>
          </a:p>
          <a:p>
            <a:r>
              <a:t>          "prior_raw_mean": 0.6876323333333333,</a:t>
            </a:r>
          </a:p>
          <a:p>
            <a:r>
              <a:t>          "prior_value": 31.120217837315955,</a:t>
            </a:r>
          </a:p>
          <a:p>
            <a:r>
              <a:t>          "yoy_fraction": -0.24457159034115628,</a:t>
            </a:r>
          </a:p>
          <a:p>
            <a:r>
              <a:t>          "yoy_pct": -24.457159034115627,</a:t>
            </a:r>
          </a:p>
          <a:p>
            <a:r>
              <a:t>          "value_label": "23.5",</a:t>
            </a:r>
          </a:p>
          <a:p>
            <a:r>
              <a:t>          "yoy_label": "(-24.5%)",</a:t>
            </a:r>
          </a:p>
          <a:p>
            <a:r>
              <a:t>          "label": "23.5\n(-24.5%)"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"NV_CUT_DRUM",</a:t>
            </a:r>
          </a:p>
          <a:p>
            <a:r>
              <a:t>          "month": "2026-10",</a:t>
            </a:r>
          </a:p>
          <a:p>
            <a:r>
              <a:t>          "start": "2026-10-01",</a:t>
            </a:r>
          </a:p>
          <a:p>
            <a:r>
              <a:t>          "end": "2026-10-19",</a:t>
            </a:r>
          </a:p>
          <a:p>
            <a:r>
              <a:t>          "days": 19,</a:t>
            </a:r>
          </a:p>
          <a:p>
            <a:r>
              <a:t>          "partial": true,</a:t>
            </a:r>
          </a:p>
          <a:p>
            <a:r>
              <a:t>          "raw_sum": 8.90891,</a:t>
            </a:r>
          </a:p>
          <a:p>
            <a:r>
              <a:t>          "raw_mean": 0.46889000000000003,</a:t>
            </a:r>
          </a:p>
          <a:p>
            <a:r>
              <a:t>          "value": 21.220582910934105,</a:t>
            </a:r>
          </a:p>
          <a:p>
            <a:r>
              <a:t>          "prior_start": "2025-10-01",</a:t>
            </a:r>
          </a:p>
          <a:p>
            <a:r>
              <a:t>          "prior_end": "2025-10-19",</a:t>
            </a:r>
          </a:p>
          <a:p>
            <a:r>
              <a:t>          "prior_days": 19,</a:t>
            </a:r>
          </a:p>
          <a:p>
            <a:r>
              <a:t>          "prior_raw_mean": 0.5110468421052632,</a:t>
            </a:r>
          </a:p>
          <a:p>
            <a:r>
              <a:t>          "prior_value": 23.12847764777621,</a:t>
            </a:r>
          </a:p>
          <a:p>
            <a:r>
              <a:t>          "yoy_fraction": -0.08249115077513758,</a:t>
            </a:r>
          </a:p>
          <a:p>
            <a:r>
              <a:t>          "yoy_pct": -8.249115077513757,</a:t>
            </a:r>
          </a:p>
          <a:p>
            <a:r>
              <a:t>          "value_label": "21.2",</a:t>
            </a:r>
          </a:p>
          <a:p>
            <a:r>
              <a:t>          "yoy_label": "(-8.2%)",</a:t>
            </a:r>
          </a:p>
          <a:p>
            <a:r>
              <a:t>          "label": "21.2\n(-8.2%)"</a:t>
            </a:r>
          </a:p>
          <a:p>
            <a:r>
              <a:t>        }</a:t>
            </a:r>
          </a:p>
          <a:p>
            <a:r>
              <a:t>      ]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"NV_CUT_THIGH",</a:t>
            </a:r>
          </a:p>
          <a:p>
            <a:r>
              <a:t>      "label": "다리살",</a:t>
            </a:r>
          </a:p>
          <a:p>
            <a:r>
              <a:t>      "points": [</a:t>
            </a:r>
          </a:p>
          <a:p>
            <a:r>
              <a:t>        {</a:t>
            </a:r>
          </a:p>
          <a:p>
            <a:r>
              <a:t>          "group_id": "NV_CUT_THIGH",</a:t>
            </a:r>
          </a:p>
          <a:p>
            <a:r>
              <a:t>          "month": "2025-01",</a:t>
            </a:r>
          </a:p>
          <a:p>
            <a:r>
              <a:t>          "start": "2025-01-01",</a:t>
            </a:r>
          </a:p>
          <a:p>
            <a:r>
              <a:t>          "end": "2025-01-31",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157.05984,</a:t>
            </a:r>
          </a:p>
          <a:p>
            <a:r>
              <a:t>          "raw_mean": 5.0664464516129035,</a:t>
            </a:r>
          </a:p>
          <a:p>
            <a:r>
              <a:t>          "value": 43.19471590520937,</a:t>
            </a:r>
          </a:p>
          <a:p>
            <a:r>
              <a:t>          "prior_start": "2024-01-01",</a:t>
            </a:r>
          </a:p>
          <a:p>
            <a:r>
              <a:t>          "prior_end": "2024-01-31",</a:t>
            </a:r>
          </a:p>
          <a:p>
            <a:r>
              <a:t>          "prior_days": 31,</a:t>
            </a:r>
          </a:p>
          <a:p>
            <a:r>
              <a:t>          "prior_raw_mean": 5.1072335483870965,</a:t>
            </a:r>
          </a:p>
          <a:p>
            <a:r>
              <a:t>          "prior_value": 43.542452148863674,</a:t>
            </a:r>
          </a:p>
          <a:p>
            <a:r>
              <a:t>          "yoy_fraction": -0.0079861428673208,</a:t>
            </a:r>
          </a:p>
          <a:p>
            <a:r>
              <a:t>          "yoy_pct": -0.79861428673208,</a:t>
            </a:r>
          </a:p>
          <a:p>
            <a:r>
              <a:t>          "value_label": "43.2",</a:t>
            </a:r>
          </a:p>
          <a:p>
            <a:r>
              <a:t>          "yoy_label": "(-0.8%)",</a:t>
            </a:r>
          </a:p>
          <a:p>
            <a:r>
              <a:t>          "label": "43.2\n(-0.8%)"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"NV_CUT_THIGH",</a:t>
            </a:r>
          </a:p>
          <a:p>
            <a:r>
              <a:t>          "month": "2025-02",</a:t>
            </a:r>
          </a:p>
          <a:p>
            <a:r>
              <a:t>          "start": "2025-02-01",</a:t>
            </a:r>
          </a:p>
          <a:p>
            <a:r>
              <a:t>          "end": "2025-02-28",</a:t>
            </a:r>
          </a:p>
          <a:p>
            <a:r>
              <a:t>          "days": 28,</a:t>
            </a:r>
          </a:p>
          <a:p>
            <a:r>
              <a:t>          "partial": false,</a:t>
            </a:r>
          </a:p>
          <a:p>
            <a:r>
              <a:t>          "raw_sum": 180.86221,</a:t>
            </a:r>
          </a:p>
          <a:p>
            <a:r>
              <a:t>          "raw_mean": 6.459364642857143,</a:t>
            </a:r>
          </a:p>
          <a:p>
            <a:r>
              <a:t>          "value": 55.070239731349666,</a:t>
            </a:r>
          </a:p>
          <a:p>
            <a:r>
              <a:t>          "prior_start": "2024-02-01",</a:t>
            </a:r>
          </a:p>
          <a:p>
            <a:r>
              <a:t>          "prior_end": "2024-02-29",</a:t>
            </a:r>
          </a:p>
          <a:p>
            <a:r>
              <a:t>          "prior_days": 29,</a:t>
            </a:r>
          </a:p>
          <a:p>
            <a:r>
              <a:t>          "prior_raw_mean": 5.599038620689655,</a:t>
            </a:r>
          </a:p>
          <a:p>
            <a:r>
              <a:t>          "prior_value": 47.735406832532966,</a:t>
            </a:r>
          </a:p>
          <a:p>
            <a:r>
              <a:t>          "yoy_fraction": 0.15365602569491066,</a:t>
            </a:r>
          </a:p>
          <a:p>
            <a:r>
              <a:t>          "yoy_pct": 15.365602569491067,</a:t>
            </a:r>
          </a:p>
          <a:p>
            <a:r>
              <a:t>          "value_label": "55.1",</a:t>
            </a:r>
          </a:p>
          <a:p>
            <a:r>
              <a:t>          "yoy_label": "(+15.4%)",</a:t>
            </a:r>
          </a:p>
          <a:p>
            <a:r>
              <a:t>          "label": "55.1\n(+15.4%)"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"NV_CUT_THIGH",</a:t>
            </a:r>
          </a:p>
          <a:p>
            <a:r>
              <a:t>          "month": "2025-03",</a:t>
            </a:r>
          </a:p>
          <a:p>
            <a:r>
              <a:t>          "start": "2025-03-01",</a:t>
            </a:r>
          </a:p>
          <a:p>
            <a:r>
              <a:t>          "end": "2025-03-31",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210.54153,</a:t>
            </a:r>
          </a:p>
          <a:p>
            <a:r>
              <a:t>          "raw_mean": 6.791662258064516,</a:t>
            </a:r>
          </a:p>
          <a:p>
            <a:r>
              <a:t>          "value": 57.90329071134998,</a:t>
            </a:r>
          </a:p>
          <a:p>
            <a:r>
              <a:t>          "prior_start": "2024-03-01",</a:t>
            </a:r>
          </a:p>
          <a:p>
            <a:r>
              <a:t>          "prior_end": "2024-03-31",</a:t>
            </a:r>
          </a:p>
          <a:p>
            <a:r>
              <a:t>          "prior_days": 31,</a:t>
            </a:r>
          </a:p>
          <a:p>
            <a:r>
              <a:t>          "prior_raw_mean": 6.0716583870967735,</a:t>
            </a:r>
          </a:p>
          <a:p>
            <a:r>
              <a:t>          "prior_value": 51.764794439036315,</a:t>
            </a:r>
          </a:p>
          <a:p>
            <a:r>
              <a:t>          "yoy_fraction": 0.11858438421006401,</a:t>
            </a:r>
          </a:p>
          <a:p>
            <a:r>
              <a:t>          "yoy_pct": 11.8584384210064,</a:t>
            </a:r>
          </a:p>
          <a:p>
            <a:r>
              <a:t>          "value_label": "57.9",</a:t>
            </a:r>
          </a:p>
          <a:p>
            <a:r>
              <a:t>          "yoy_label": "(+11.9%)",</a:t>
            </a:r>
          </a:p>
          <a:p>
            <a:r>
              <a:t>          "label": "57.9\n(+11.9%)"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"NV_CUT_THIGH",</a:t>
            </a:r>
          </a:p>
          <a:p>
            <a:r>
              <a:t>          "month": "2025-04",</a:t>
            </a:r>
          </a:p>
          <a:p>
            <a:r>
              <a:t>          "start": "2025-04-01",</a:t>
            </a:r>
          </a:p>
          <a:p>
            <a:r>
              <a:t>          "end": "2025-04-30",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211.44376,</a:t>
            </a:r>
          </a:p>
          <a:p>
            <a:r>
              <a:t>          "raw_mean": 7.048125333333333,</a:t>
            </a:r>
          </a:p>
          <a:p>
            <a:r>
              <a:t>          "value": 60.0898034441326,</a:t>
            </a:r>
          </a:p>
          <a:p>
            <a:r>
              <a:t>          "prior_start": "2024-04-01",</a:t>
            </a:r>
          </a:p>
          <a:p>
            <a:r>
              <a:t>          "prior_end": "2024-04-30",</a:t>
            </a:r>
          </a:p>
          <a:p>
            <a:r>
              <a:t>          "prior_days": 30,</a:t>
            </a:r>
          </a:p>
          <a:p>
            <a:r>
              <a:t>          "prior_raw_mean": 5.267142333333334,</a:t>
            </a:r>
          </a:p>
          <a:p>
            <a:r>
              <a:t>          "prior_value": 44.90577743068936,</a:t>
            </a:r>
          </a:p>
          <a:p>
            <a:r>
              <a:t>          "yoy_fraction": 0.3381307903393789,</a:t>
            </a:r>
          </a:p>
          <a:p>
            <a:r>
              <a:t>          "yoy_pct": 33.81307903393789,</a:t>
            </a:r>
          </a:p>
          <a:p>
            <a:r>
              <a:t>          "value_label": "60.1",</a:t>
            </a:r>
          </a:p>
          <a:p>
            <a:r>
              <a:t>          "yoy_label": "(+33.8%)",</a:t>
            </a:r>
          </a:p>
          <a:p>
            <a:r>
              <a:t>          "label": "60.1\n(+33.8%)"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"NV_CUT_THIGH",</a:t>
            </a:r>
          </a:p>
          <a:p>
            <a:r>
              <a:t>          "month": "2025-05",</a:t>
            </a:r>
          </a:p>
          <a:p>
            <a:r>
              <a:t>          "start": "2025-05-01",</a:t>
            </a:r>
          </a:p>
          <a:p>
            <a:r>
              <a:t>          "end": "2025-05-31",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173.34647,</a:t>
            </a:r>
          </a:p>
          <a:p>
            <a:r>
              <a:t>          "raw_mean": 5.591821612903226,</a:t>
            </a:r>
          </a:p>
          <a:p>
            <a:r>
              <a:t>          "value": 47.6738771975121,</a:t>
            </a:r>
          </a:p>
          <a:p>
            <a:r>
              <a:t>          "prior_start": "2024-05-01",</a:t>
            </a:r>
          </a:p>
          <a:p>
            <a:r>
              <a:t>          "prior_end": "2024-05-31",</a:t>
            </a:r>
          </a:p>
          <a:p>
            <a:r>
              <a:t>          "prior_days": 31,</a:t>
            </a:r>
          </a:p>
          <a:p>
            <a:r>
              <a:t>          "prior_raw_mean": 5.054765161290323,</a:t>
            </a:r>
          </a:p>
          <a:p>
            <a:r>
              <a:t>          "prior_value": 43.095125389113115,</a:t>
            </a:r>
          </a:p>
          <a:p>
            <a:r>
              <a:t>          "yoy_fraction": 0.10624755739904845,</a:t>
            </a:r>
          </a:p>
          <a:p>
            <a:r>
              <a:t>          "yoy_pct": 10.624755739904845,</a:t>
            </a:r>
          </a:p>
          <a:p>
            <a:r>
              <a:t>          "value_label": "47.7",</a:t>
            </a:r>
          </a:p>
          <a:p>
            <a:r>
              <a:t>          "yoy_label": "(+10.6%)",</a:t>
            </a:r>
          </a:p>
          <a:p>
            <a:r>
              <a:t>          "label": "47.7\n(+10.6%)"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"NV_CUT_THIGH",</a:t>
            </a:r>
          </a:p>
          <a:p>
            <a:r>
              <a:t>          "month": "2025-06",</a:t>
            </a:r>
          </a:p>
          <a:p>
            <a:r>
              <a:t>          "start": "2025-06-01",</a:t>
            </a:r>
          </a:p>
          <a:p>
            <a:r>
              <a:t>          "end": "2025-06-30",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148.31040000000002,</a:t>
            </a:r>
          </a:p>
          <a:p>
            <a:r>
              <a:t>          "raw_mean": 4.9436800000000005,</a:t>
            </a:r>
          </a:p>
          <a:p>
            <a:r>
              <a:t>          "value": 42.14805291355339,</a:t>
            </a:r>
          </a:p>
          <a:p>
            <a:r>
              <a:t>          "prior_start": "2024-06-01",</a:t>
            </a:r>
          </a:p>
          <a:p>
            <a:r>
              <a:t>          "prior_end": "2024-06-30",</a:t>
            </a:r>
          </a:p>
          <a:p>
            <a:r>
              <a:t>          "prior_days": 30,</a:t>
            </a:r>
          </a:p>
          <a:p>
            <a:r>
              <a:t>          "prior_raw_mean": 5.087817,</a:t>
            </a:r>
          </a:p>
          <a:p>
            <a:r>
              <a:t>          "prior_value": 43.37691358066794,</a:t>
            </a:r>
          </a:p>
          <a:p>
            <a:r>
              <a:t>          "yoy_fraction": -0.028329831831608643,</a:t>
            </a:r>
          </a:p>
          <a:p>
            <a:r>
              <a:t>          "yoy_pct": -2.8329831831608643,</a:t>
            </a:r>
          </a:p>
          <a:p>
            <a:r>
              <a:t>          "value_label": "42.1",</a:t>
            </a:r>
          </a:p>
          <a:p>
            <a:r>
              <a:t>          "yoy_label": "(-2.8%)",</a:t>
            </a:r>
          </a:p>
          <a:p>
            <a:r>
              <a:t>          "label": "42.1\n(-2.8%)"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"NV_CUT_THIGH",</a:t>
            </a:r>
          </a:p>
          <a:p>
            <a:r>
              <a:t>          "month": "2025-07",</a:t>
            </a:r>
          </a:p>
          <a:p>
            <a:r>
              <a:t>          "start": "2025-07-01",</a:t>
            </a:r>
          </a:p>
          <a:p>
            <a:r>
              <a:t>          "end": "2025-07-31",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153.39864,</a:t>
            </a:r>
          </a:p>
          <a:p>
            <a:r>
              <a:t>          "raw_mean": 4.948343225806451,</a:t>
            </a:r>
          </a:p>
          <a:p>
            <a:r>
              <a:t>          "value": 42.18780991401421,</a:t>
            </a:r>
          </a:p>
          <a:p>
            <a:r>
              <a:t>          "prior_start": "2024-07-01",</a:t>
            </a:r>
          </a:p>
          <a:p>
            <a:r>
              <a:t>          "prior_end": "2024-07-31",</a:t>
            </a:r>
          </a:p>
          <a:p>
            <a:r>
              <a:t>          "prior_days": 31,</a:t>
            </a:r>
          </a:p>
          <a:p>
            <a:r>
              <a:t>          "prior_raw_mean": 5.4088751612903225,</a:t>
            </a:r>
          </a:p>
          <a:p>
            <a:r>
              <a:t>          "prior_value": 46.11414098422008,</a:t>
            </a:r>
          </a:p>
          <a:p>
            <a:r>
              <a:t>          "yoy_fraction": -0.08514375387691664,</a:t>
            </a:r>
          </a:p>
          <a:p>
            <a:r>
              <a:t>          "yoy_pct": -8.514375387691665,</a:t>
            </a:r>
          </a:p>
          <a:p>
            <a:r>
              <a:t>          "value_label": "42.2",</a:t>
            </a:r>
          </a:p>
          <a:p>
            <a:r>
              <a:t>          "yoy_label": "(-8.5%)",</a:t>
            </a:r>
          </a:p>
          <a:p>
            <a:r>
              <a:t>          "label": "42.2\n(-8.5%)"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"NV_CUT_THIGH",</a:t>
            </a:r>
          </a:p>
          <a:p>
            <a:r>
              <a:t>          "month": "2025-08",</a:t>
            </a:r>
          </a:p>
          <a:p>
            <a:r>
              <a:t>          "start": "2025-08-01",</a:t>
            </a:r>
          </a:p>
          <a:p>
            <a:r>
              <a:t>          "end": "2025-08-31",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132.02685,</a:t>
            </a:r>
          </a:p>
          <a:p>
            <a:r>
              <a:t>          "raw_mean": 4.25893064516129,</a:t>
            </a:r>
          </a:p>
          <a:p>
            <a:r>
              <a:t>          "value": 36.310124075063946,</a:t>
            </a:r>
          </a:p>
          <a:p>
            <a:r>
              <a:t>          "prior_start": "2024-08-01",</a:t>
            </a:r>
          </a:p>
          <a:p>
            <a:r>
              <a:t>          "prior_end": "2024-08-31",</a:t>
            </a:r>
          </a:p>
          <a:p>
            <a:r>
              <a:t>          "prior_days": 31,</a:t>
            </a:r>
          </a:p>
          <a:p>
            <a:r>
              <a:t>          "prior_raw_mean": 5.060605161290322,</a:t>
            </a:r>
          </a:p>
          <a:p>
            <a:r>
              <a:t>          "prior_value": 43.14491514674613,</a:t>
            </a:r>
          </a:p>
          <a:p>
            <a:r>
              <a:t>          "yoy_fraction": -0.1584147528958032,</a:t>
            </a:r>
          </a:p>
          <a:p>
            <a:r>
              <a:t>          "yoy_pct": -15.84147528958032,</a:t>
            </a:r>
          </a:p>
          <a:p>
            <a:r>
              <a:t>          "value_label": "36.3",</a:t>
            </a:r>
          </a:p>
          <a:p>
            <a:r>
              <a:t>          "yoy_label": "(-15.8%)",</a:t>
            </a:r>
          </a:p>
          <a:p>
            <a:r>
              <a:t>          "label": "36.3\n(-15.8%)"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"NV_CUT_THIGH",</a:t>
            </a:r>
          </a:p>
          <a:p>
            <a:r>
              <a:t>          "month": "2025-09",</a:t>
            </a:r>
          </a:p>
          <a:p>
            <a:r>
              <a:t>          "start": "2025-09-01",</a:t>
            </a:r>
          </a:p>
          <a:p>
            <a:r>
              <a:t>          "end": "2025-09-30",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119.18351,</a:t>
            </a:r>
          </a:p>
          <a:p>
            <a:r>
              <a:t>          "raw_mean": 3.9727836666666665,</a:t>
            </a:r>
          </a:p>
          <a:p>
            <a:r>
              <a:t>          "value": 33.87053696775829,</a:t>
            </a:r>
          </a:p>
          <a:p>
            <a:r>
              <a:t>          "prior_start": "2024-09-01",</a:t>
            </a:r>
          </a:p>
          <a:p>
            <a:r>
              <a:t>          "prior_end": "2024-09-30",</a:t>
            </a:r>
          </a:p>
          <a:p>
            <a:r>
              <a:t>          "prior_days": 30,</a:t>
            </a:r>
          </a:p>
          <a:p>
            <a:r>
              <a:t>          "prior_raw_mean": 4.2902103333333335,</a:t>
            </a:r>
          </a:p>
          <a:p>
            <a:r>
              <a:t>          "prior_value": 36.57680354303007,</a:t>
            </a:r>
          </a:p>
          <a:p>
            <a:r>
              <a:t>          "yoy_fraction": -0.07398860242361094,</a:t>
            </a:r>
          </a:p>
          <a:p>
            <a:r>
              <a:t>          "yoy_pct": -7.398860242361094,</a:t>
            </a:r>
          </a:p>
          <a:p>
            <a:r>
              <a:t>          "value_label": "33.9",</a:t>
            </a:r>
          </a:p>
          <a:p>
            <a:r>
              <a:t>          "yoy_label": "(-7.4%)",</a:t>
            </a:r>
          </a:p>
          <a:p>
            <a:r>
              <a:t>          "label": "33.9\n(-7.4%)"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"NV_CUT_THIGH",</a:t>
            </a:r>
          </a:p>
          <a:p>
            <a:r>
              <a:t>          "month": "2025-10",</a:t>
            </a:r>
          </a:p>
          <a:p>
            <a:r>
              <a:t>          "start": "2025-10-01",</a:t>
            </a:r>
          </a:p>
          <a:p>
            <a:r>
              <a:t>          "end": "2025-10-31",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95.0497,</a:t>
            </a:r>
          </a:p>
          <a:p>
            <a:r>
              <a:t>          "raw_mean": 3.0661193548387096,</a:t>
            </a:r>
          </a:p>
          <a:p>
            <a:r>
              <a:t>          "value": 26.14064033412602,</a:t>
            </a:r>
          </a:p>
          <a:p>
            <a:r>
              <a:t>          "prior_start": "2024-10-01",</a:t>
            </a:r>
          </a:p>
          <a:p>
            <a:r>
              <a:t>          "prior_end": "2024-10-31",</a:t>
            </a:r>
          </a:p>
          <a:p>
            <a:r>
              <a:t>          "prior_days": 31,</a:t>
            </a:r>
          </a:p>
          <a:p>
            <a:r>
              <a:t>          "prior_raw_mean": 4.390002903225807,</a:t>
            </a:r>
          </a:p>
          <a:p>
            <a:r>
              <a:t>          "prior_value": 37.42759941092754,</a:t>
            </a:r>
          </a:p>
          <a:p>
            <a:r>
              <a:t>          "yoy_fraction": -0.3015678070313569,</a:t>
            </a:r>
          </a:p>
          <a:p>
            <a:r>
              <a:t>          "yoy_pct": -30.156780703135688,</a:t>
            </a:r>
          </a:p>
          <a:p>
            <a:r>
              <a:t>          "value_label": "26.1",</a:t>
            </a:r>
          </a:p>
          <a:p>
            <a:r>
              <a:t>          "yoy_label": "(-30.2%)",</a:t>
            </a:r>
          </a:p>
          <a:p>
            <a:r>
              <a:t>          "label": "26.1\n(-30.2%)"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"NV_CUT_THIGH",</a:t>
            </a:r>
          </a:p>
          <a:p>
            <a:r>
              <a:t>          "month": "2025-11",</a:t>
            </a:r>
          </a:p>
          <a:p>
            <a:r>
              <a:t>          "start": "2025-11-01",</a:t>
            </a:r>
          </a:p>
          <a:p>
            <a:r>
              <a:t>          "end": "2025-11-30",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102.58998,</a:t>
            </a:r>
          </a:p>
          <a:p>
            <a:r>
              <a:t>          "raw_mean": 3.419666,</a:t>
            </a:r>
          </a:p>
          <a:p>
            <a:r>
              <a:t>          "value": 29.154852966753403,</a:t>
            </a:r>
          </a:p>
          <a:p>
            <a:r>
              <a:t>          "prior_start": "2024-11-01",</a:t>
            </a:r>
          </a:p>
          <a:p>
            <a:r>
              <a:t>          "prior_end": "2024-11-30",</a:t>
            </a:r>
          </a:p>
          <a:p>
            <a:r>
              <a:t>          "prior_days": 30,</a:t>
            </a:r>
          </a:p>
          <a:p>
            <a:r>
              <a:t>          "prior_raw_mean": 4.067716,</a:t>
            </a:r>
          </a:p>
          <a:p>
            <a:r>
              <a:t>          "prior_value": 34.67989619176559,</a:t>
            </a:r>
          </a:p>
          <a:p>
            <a:r>
              <a:t>          "yoy_fraction": -0.15931544876780968,</a:t>
            </a:r>
          </a:p>
          <a:p>
            <a:r>
              <a:t>          "yoy_pct": -15.931544876780968,</a:t>
            </a:r>
          </a:p>
          <a:p>
            <a:r>
              <a:t>          "value_label": "29.2",</a:t>
            </a:r>
          </a:p>
          <a:p>
            <a:r>
              <a:t>          "yoy_label": "(-15.9%)",</a:t>
            </a:r>
          </a:p>
          <a:p>
            <a:r>
              <a:t>          "label": "29.2\n(-15.9%)"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"NV_CUT_THIGH",</a:t>
            </a:r>
          </a:p>
          <a:p>
            <a:r>
              <a:t>          "month": "2025-12",</a:t>
            </a:r>
          </a:p>
          <a:p>
            <a:r>
              <a:t>          "start": "2025-12-01",</a:t>
            </a:r>
          </a:p>
          <a:p>
            <a:r>
              <a:t>          "end": "2025-12-31",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108.19684,</a:t>
            </a:r>
          </a:p>
          <a:p>
            <a:r>
              <a:t>          "raw_mean": 3.49022064516129,</a:t>
            </a:r>
          </a:p>
          <a:p>
            <a:r>
              <a:t>          "value": 29.756376713750587,</a:t>
            </a:r>
          </a:p>
          <a:p>
            <a:r>
              <a:t>          "prior_start": "2024-12-01",</a:t>
            </a:r>
          </a:p>
          <a:p>
            <a:r>
              <a:t>          "prior_end": "2024-12-31",</a:t>
            </a:r>
          </a:p>
          <a:p>
            <a:r>
              <a:t>          "prior_days": 31,</a:t>
            </a:r>
          </a:p>
          <a:p>
            <a:r>
              <a:t>          "prior_raw_mean": 4.381686774193549,</a:t>
            </a:r>
          </a:p>
          <a:p>
            <a:r>
              <a:t>          "prior_value": 37.356699060078064,</a:t>
            </a:r>
          </a:p>
          <a:p>
            <a:r>
              <a:t>          "yoy_fraction": -0.20345272836083383,</a:t>
            </a:r>
          </a:p>
          <a:p>
            <a:r>
              <a:t>          "yoy_pct": -20.34527283608338,</a:t>
            </a:r>
          </a:p>
          <a:p>
            <a:r>
              <a:t>          "value_label": "29.8",</a:t>
            </a:r>
          </a:p>
          <a:p>
            <a:r>
              <a:t>          "yoy_label": "(-20.3%)",</a:t>
            </a:r>
          </a:p>
          <a:p>
            <a:r>
              <a:t>          "label": "29.8\n(-20.3%)"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"NV_CUT_THIGH",</a:t>
            </a:r>
          </a:p>
          <a:p>
            <a:r>
              <a:t>          "month": "2026-01",</a:t>
            </a:r>
          </a:p>
          <a:p>
            <a:r>
              <a:t>          "start": "2026-01-01",</a:t>
            </a:r>
          </a:p>
          <a:p>
            <a:r>
              <a:t>          "end": "2026-01-31",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134.23646,</a:t>
            </a:r>
          </a:p>
          <a:p>
            <a:r>
              <a:t>          "raw_mean": 4.330208387096774,</a:t>
            </a:r>
          </a:p>
          <a:p>
            <a:r>
              <a:t>          "value": 36.91781268732351,</a:t>
            </a:r>
          </a:p>
          <a:p>
            <a:r>
              <a:t>          "prior_start": "2025-01-01",</a:t>
            </a:r>
          </a:p>
          <a:p>
            <a:r>
              <a:t>          "prior_end": "2025-01-31",</a:t>
            </a:r>
          </a:p>
          <a:p>
            <a:r>
              <a:t>          "prior_days": 31,</a:t>
            </a:r>
          </a:p>
          <a:p>
            <a:r>
              <a:t>          "prior_raw_mean": 5.0664464516129035,</a:t>
            </a:r>
          </a:p>
          <a:p>
            <a:r>
              <a:t>          "prior_value": 43.19471590520937,</a:t>
            </a:r>
          </a:p>
          <a:p>
            <a:r>
              <a:t>          "yoy_fraction": -0.14531646027399503,</a:t>
            </a:r>
          </a:p>
          <a:p>
            <a:r>
              <a:t>          "yoy_pct": -14.531646027399503,</a:t>
            </a:r>
          </a:p>
          <a:p>
            <a:r>
              <a:t>          "value_label": "36.9",</a:t>
            </a:r>
          </a:p>
          <a:p>
            <a:r>
              <a:t>          "yoy_label": "(-14.5%)",</a:t>
            </a:r>
          </a:p>
          <a:p>
            <a:r>
              <a:t>          "label": "36.9\n(-14.5%)"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"NV_CUT_THIGH",</a:t>
            </a:r>
          </a:p>
          <a:p>
            <a:r>
              <a:t>          "month": "2026-02",</a:t>
            </a:r>
          </a:p>
          <a:p>
            <a:r>
              <a:t>          "start": "2026-02-01",</a:t>
            </a:r>
          </a:p>
          <a:p>
            <a:r>
              <a:t>          "end": "2026-02-28",</a:t>
            </a:r>
          </a:p>
          <a:p>
            <a:r>
              <a:t>          "days": 28,</a:t>
            </a:r>
          </a:p>
          <a:p>
            <a:r>
              <a:t>          "partial": false,</a:t>
            </a:r>
          </a:p>
          <a:p>
            <a:r>
              <a:t>          "raw_sum": 97.31152,</a:t>
            </a:r>
          </a:p>
          <a:p>
            <a:r>
              <a:t>          "raw_mean": 3.475411428571429,</a:t>
            </a:r>
          </a:p>
          <a:p>
            <a:r>
              <a:t>          "value": 29.6301186136232,</a:t>
            </a:r>
          </a:p>
          <a:p>
            <a:r>
              <a:t>          "prior_start": "2025-02-01",</a:t>
            </a:r>
          </a:p>
          <a:p>
            <a:r>
              <a:t>          "prior_end": "2025-02-28",</a:t>
            </a:r>
          </a:p>
          <a:p>
            <a:r>
              <a:t>          "prior_days": 28,</a:t>
            </a:r>
          </a:p>
          <a:p>
            <a:r>
              <a:t>          "prior_raw_mean": 6.459364642857143,</a:t>
            </a:r>
          </a:p>
          <a:p>
            <a:r>
              <a:t>          "prior_value": 55.070239731349666,</a:t>
            </a:r>
          </a:p>
          <a:p>
            <a:r>
              <a:t>          "yoy_fraction": -0.46195769696721056,</a:t>
            </a:r>
          </a:p>
          <a:p>
            <a:r>
              <a:t>          "yoy_pct": -46.19576969672106,</a:t>
            </a:r>
          </a:p>
          <a:p>
            <a:r>
              <a:t>          "value_label": "29.6",</a:t>
            </a:r>
          </a:p>
          <a:p>
            <a:r>
              <a:t>          "yoy_label": "(-46.2%)",</a:t>
            </a:r>
          </a:p>
          <a:p>
            <a:r>
              <a:t>          "label": "29.6\n(-46.2%)"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"NV_CUT_THIGH",</a:t>
            </a:r>
          </a:p>
          <a:p>
            <a:r>
              <a:t>          "month": "2026-03",</a:t>
            </a:r>
          </a:p>
          <a:p>
            <a:r>
              <a:t>          "start": "2026-03-01",</a:t>
            </a:r>
          </a:p>
          <a:p>
            <a:r>
              <a:t>          "end": "2026-03-31",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130.30522,</a:t>
            </a:r>
          </a:p>
          <a:p>
            <a:r>
              <a:t>          "raw_mean": 4.2033941935483865,</a:t>
            </a:r>
          </a:p>
          <a:p>
            <a:r>
              <a:t>          "value": 35.836640091227686,</a:t>
            </a:r>
          </a:p>
          <a:p>
            <a:r>
              <a:t>          "prior_start": "2025-03-01",</a:t>
            </a:r>
          </a:p>
          <a:p>
            <a:r>
              <a:t>          "prior_end": "2025-03-31",</a:t>
            </a:r>
          </a:p>
          <a:p>
            <a:r>
              <a:t>          "prior_days": 31,</a:t>
            </a:r>
          </a:p>
          <a:p>
            <a:r>
              <a:t>          "prior_raw_mean": 6.791662258064516,</a:t>
            </a:r>
          </a:p>
          <a:p>
            <a:r>
              <a:t>          "prior_value": 57.90329071134998,</a:t>
            </a:r>
          </a:p>
          <a:p>
            <a:r>
              <a:t>          "yoy_fraction": -0.3810949317220217,</a:t>
            </a:r>
          </a:p>
          <a:p>
            <a:r>
              <a:t>          "yoy_pct": -38.10949317220217,</a:t>
            </a:r>
          </a:p>
          <a:p>
            <a:r>
              <a:t>          "value_label": "35.8",</a:t>
            </a:r>
          </a:p>
          <a:p>
            <a:r>
              <a:t>          "yoy_label": "(-38.1%)",</a:t>
            </a:r>
          </a:p>
          <a:p>
            <a:r>
              <a:t>          "label": "35.8\n(-38.1%)"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"NV_CUT_THIGH",</a:t>
            </a:r>
          </a:p>
          <a:p>
            <a:r>
              <a:t>          "month": "2026-04",</a:t>
            </a:r>
          </a:p>
          <a:p>
            <a:r>
              <a:t>          "start": "2026-04-01",</a:t>
            </a:r>
          </a:p>
          <a:p>
            <a:r>
              <a:t>          "end": "2026-04-30",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120.17473,</a:t>
            </a:r>
          </a:p>
          <a:p>
            <a:r>
              <a:t>          "raw_mean": 4.005824333333333,</a:t>
            </a:r>
          </a:p>
          <a:p>
            <a:r>
              <a:t>          "value": 34.15222991045801,</a:t>
            </a:r>
          </a:p>
          <a:p>
            <a:r>
              <a:t>          "prior_start": "2025-04-01",</a:t>
            </a:r>
          </a:p>
          <a:p>
            <a:r>
              <a:t>          "prior_end": "2025-04-30",</a:t>
            </a:r>
          </a:p>
          <a:p>
            <a:r>
              <a:t>          "prior_days": 30,</a:t>
            </a:r>
          </a:p>
          <a:p>
            <a:r>
              <a:t>          "prior_raw_mean": 7.048125333333333,</a:t>
            </a:r>
          </a:p>
          <a:p>
            <a:r>
              <a:t>          "prior_value": 60.0898034441326,</a:t>
            </a:r>
          </a:p>
          <a:p>
            <a:r>
              <a:t>          "yoy_fraction": -0.4316468360191854,</a:t>
            </a:r>
          </a:p>
          <a:p>
            <a:r>
              <a:t>          "yoy_pct": -43.16468360191854,</a:t>
            </a:r>
          </a:p>
          <a:p>
            <a:r>
              <a:t>          "value_label": "34.2",</a:t>
            </a:r>
          </a:p>
          <a:p>
            <a:r>
              <a:t>          "yoy_label": "(-43.2%)",</a:t>
            </a:r>
          </a:p>
          <a:p>
            <a:r>
              <a:t>          "label": "34.2\n(-43.2%)"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"NV_CUT_THIGH",</a:t>
            </a:r>
          </a:p>
          <a:p>
            <a:r>
              <a:t>          "month": "2026-05",</a:t>
            </a:r>
          </a:p>
          <a:p>
            <a:r>
              <a:t>          "start": "2026-05-01",</a:t>
            </a:r>
          </a:p>
          <a:p>
            <a:r>
              <a:t>          "end": "2026-05-31",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107.57693,</a:t>
            </a:r>
          </a:p>
          <a:p>
            <a:r>
              <a:t>          "raw_mean": 3.470223548387097,</a:t>
            </a:r>
          </a:p>
          <a:p>
            <a:r>
              <a:t>          "value": 29.585888597012417,</a:t>
            </a:r>
          </a:p>
          <a:p>
            <a:r>
              <a:t>          "prior_start": "2025-05-01",</a:t>
            </a:r>
          </a:p>
          <a:p>
            <a:r>
              <a:t>          "prior_end": "2025-05-31",</a:t>
            </a:r>
          </a:p>
          <a:p>
            <a:r>
              <a:t>          "prior_days": 31,</a:t>
            </a:r>
          </a:p>
          <a:p>
            <a:r>
              <a:t>          "prior_raw_mean": 5.591821612903226,</a:t>
            </a:r>
          </a:p>
          <a:p>
            <a:r>
              <a:t>          "prior_value": 47.6738771975121,</a:t>
            </a:r>
          </a:p>
          <a:p>
            <a:r>
              <a:t>          "yoy_fraction": -0.37941089887783697,</a:t>
            </a:r>
          </a:p>
          <a:p>
            <a:r>
              <a:t>          "yoy_pct": -37.9410898877837,</a:t>
            </a:r>
          </a:p>
          <a:p>
            <a:r>
              <a:t>          "value_label": "29.6",</a:t>
            </a:r>
          </a:p>
          <a:p>
            <a:r>
              <a:t>          "yoy_label": "(-37.9%)",</a:t>
            </a:r>
          </a:p>
          <a:p>
            <a:r>
              <a:t>          "label": "29.6\n(-37.9%)"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"NV_CUT_THIGH",</a:t>
            </a:r>
          </a:p>
          <a:p>
            <a:r>
              <a:t>          "month": "2026-06",</a:t>
            </a:r>
          </a:p>
          <a:p>
            <a:r>
              <a:t>          "start": "2026-06-01",</a:t>
            </a:r>
          </a:p>
          <a:p>
            <a:r>
              <a:t>          "end": "2026-06-30",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113.40785,</a:t>
            </a:r>
          </a:p>
          <a:p>
            <a:r>
              <a:t>          "raw_mean": 3.7802616666666666,</a:t>
            </a:r>
          </a:p>
          <a:p>
            <a:r>
              <a:t>          "value": 32.22916304326821,</a:t>
            </a:r>
          </a:p>
          <a:p>
            <a:r>
              <a:t>          "prior_start": "2025-06-01",</a:t>
            </a:r>
          </a:p>
          <a:p>
            <a:r>
              <a:t>          "prior_end": "2025-06-30",</a:t>
            </a:r>
          </a:p>
          <a:p>
            <a:r>
              <a:t>          "prior_days": 30,</a:t>
            </a:r>
          </a:p>
          <a:p>
            <a:r>
              <a:t>          "prior_raw_mean": 4.9436800000000005,</a:t>
            </a:r>
          </a:p>
          <a:p>
            <a:r>
              <a:t>          "prior_value": 42.14805291355339,</a:t>
            </a:r>
          </a:p>
          <a:p>
            <a:r>
              <a:t>          "yoy_fraction": -0.235334474183874,</a:t>
            </a:r>
          </a:p>
          <a:p>
            <a:r>
              <a:t>          "yoy_pct": -23.5334474183874,</a:t>
            </a:r>
          </a:p>
          <a:p>
            <a:r>
              <a:t>          "value_label": "32.2",</a:t>
            </a:r>
          </a:p>
          <a:p>
            <a:r>
              <a:t>          "yoy_label": "(-23.5%)",</a:t>
            </a:r>
          </a:p>
          <a:p>
            <a:r>
              <a:t>          "label": "32.2\n(-23.5%)"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"NV_CUT_THIGH",</a:t>
            </a:r>
          </a:p>
          <a:p>
            <a:r>
              <a:t>          "month": "2026-07",</a:t>
            </a:r>
          </a:p>
          <a:p>
            <a:r>
              <a:t>          "start": "2026-07-01",</a:t>
            </a:r>
          </a:p>
          <a:p>
            <a:r>
              <a:t>          "end": "2026-07-31",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125.03283,</a:t>
            </a:r>
          </a:p>
          <a:p>
            <a:r>
              <a:t>          "raw_mean": 4.033317096774193,</a:t>
            </a:r>
          </a:p>
          <a:p>
            <a:r>
              <a:t>          "value": 34.386623408468644,</a:t>
            </a:r>
          </a:p>
          <a:p>
            <a:r>
              <a:t>          "prior_start": "2025-07-01",</a:t>
            </a:r>
          </a:p>
          <a:p>
            <a:r>
              <a:t>          "prior_end": "2025-07-31",</a:t>
            </a:r>
          </a:p>
          <a:p>
            <a:r>
              <a:t>          "prior_days": 31,</a:t>
            </a:r>
          </a:p>
          <a:p>
            <a:r>
              <a:t>          "prior_raw_mean": 4.948343225806451,</a:t>
            </a:r>
          </a:p>
          <a:p>
            <a:r>
              <a:t>          "prior_value": 42.18780991401421,</a:t>
            </a:r>
          </a:p>
          <a:p>
            <a:r>
              <a:t>          "yoy_fraction": -0.18491565505404728,</a:t>
            </a:r>
          </a:p>
          <a:p>
            <a:r>
              <a:t>          "yoy_pct": -18.49156550540473,</a:t>
            </a:r>
          </a:p>
          <a:p>
            <a:r>
              <a:t>          "value_label": "34.4",</a:t>
            </a:r>
          </a:p>
          <a:p>
            <a:r>
              <a:t>          "yoy_label": "(-18.5%)",</a:t>
            </a:r>
          </a:p>
          <a:p>
            <a:r>
              <a:t>          "label": "34.4\n(-18.5%)"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"NV_CUT_THIGH",</a:t>
            </a:r>
          </a:p>
          <a:p>
            <a:r>
              <a:t>          "month": "2026-08",</a:t>
            </a:r>
          </a:p>
          <a:p>
            <a:r>
              <a:t>          "start": "2026-08-01",</a:t>
            </a:r>
          </a:p>
          <a:p>
            <a:r>
              <a:t>          "end": "2026-08-31",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119.86787,</a:t>
            </a:r>
          </a:p>
          <a:p>
            <a:r>
              <a:t>          "raw_mean": 3.866705483870968,</a:t>
            </a:r>
          </a:p>
          <a:p>
            <a:r>
              <a:t>          "value": 32.96615220550695,</a:t>
            </a:r>
          </a:p>
          <a:p>
            <a:r>
              <a:t>          "prior_start": "2025-08-01",</a:t>
            </a:r>
          </a:p>
          <a:p>
            <a:r>
              <a:t>          "prior_end": "2025-08-31",</a:t>
            </a:r>
          </a:p>
          <a:p>
            <a:r>
              <a:t>          "prior_days": 31,</a:t>
            </a:r>
          </a:p>
          <a:p>
            <a:r>
              <a:t>          "prior_raw_mean": 4.25893064516129,</a:t>
            </a:r>
          </a:p>
          <a:p>
            <a:r>
              <a:t>          "prior_value": 36.310124075063946,</a:t>
            </a:r>
          </a:p>
          <a:p>
            <a:r>
              <a:t>          "yoy_fraction": -0.09209475193871552,</a:t>
            </a:r>
          </a:p>
          <a:p>
            <a:r>
              <a:t>          "yoy_pct": -9.209475193871553,</a:t>
            </a:r>
          </a:p>
          <a:p>
            <a:r>
              <a:t>          "value_label": "33.0",</a:t>
            </a:r>
          </a:p>
          <a:p>
            <a:r>
              <a:t>          "yoy_label": "(-9.2%)",</a:t>
            </a:r>
          </a:p>
          <a:p>
            <a:r>
              <a:t>          "label": "33.0\n(-9.2%)"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"NV_CUT_THIGH",</a:t>
            </a:r>
          </a:p>
          <a:p>
            <a:r>
              <a:t>          "month": "2026-09",</a:t>
            </a:r>
          </a:p>
          <a:p>
            <a:r>
              <a:t>          "start": "2026-09-01",</a:t>
            </a:r>
          </a:p>
          <a:p>
            <a:r>
              <a:t>          "end": "2026-09-30",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94.28556,</a:t>
            </a:r>
          </a:p>
          <a:p>
            <a:r>
              <a:t>          "raw_mean": 3.142852,</a:t>
            </a:r>
          </a:p>
          <a:p>
            <a:r>
              <a:t>          "value": 26.794835506235653,</a:t>
            </a:r>
          </a:p>
          <a:p>
            <a:r>
              <a:t>          "prior_start": "2025-09-01",</a:t>
            </a:r>
          </a:p>
          <a:p>
            <a:r>
              <a:t>          "prior_end": "2025-09-30",</a:t>
            </a:r>
          </a:p>
          <a:p>
            <a:r>
              <a:t>          "prior_days": 30,</a:t>
            </a:r>
          </a:p>
          <a:p>
            <a:r>
              <a:t>          "prior_raw_mean": 3.9727836666666665,</a:t>
            </a:r>
          </a:p>
          <a:p>
            <a:r>
              <a:t>          "prior_value": 33.87053696775829,</a:t>
            </a:r>
          </a:p>
          <a:p>
            <a:r>
              <a:t>          "yoy_fraction": -0.2089043190622596,</a:t>
            </a:r>
          </a:p>
          <a:p>
            <a:r>
              <a:t>          "yoy_pct": -20.89043190622596,</a:t>
            </a:r>
          </a:p>
          <a:p>
            <a:r>
              <a:t>          "value_label": "26.8",</a:t>
            </a:r>
          </a:p>
          <a:p>
            <a:r>
              <a:t>          "yoy_label": "(-20.9%)",</a:t>
            </a:r>
          </a:p>
          <a:p>
            <a:r>
              <a:t>          "label": "26.8\n(-20.9%)"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"NV_CUT_THIGH",</a:t>
            </a:r>
          </a:p>
          <a:p>
            <a:r>
              <a:t>          "month": "2026-10",</a:t>
            </a:r>
          </a:p>
          <a:p>
            <a:r>
              <a:t>          "start": "2026-10-01",</a:t>
            </a:r>
          </a:p>
          <a:p>
            <a:r>
              <a:t>          "end": "2026-10-19",</a:t>
            </a:r>
          </a:p>
          <a:p>
            <a:r>
              <a:t>          "days": 19,</a:t>
            </a:r>
          </a:p>
          <a:p>
            <a:r>
              <a:t>          "partial": true,</a:t>
            </a:r>
          </a:p>
          <a:p>
            <a:r>
              <a:t>          "raw_sum": 65.2385,</a:t>
            </a:r>
          </a:p>
          <a:p>
            <a:r>
              <a:t>          "raw_mean": 3.433605263157895,</a:t>
            </a:r>
          </a:p>
          <a:p>
            <a:r>
              <a:t>          "value": 29.273694154118864,</a:t>
            </a:r>
          </a:p>
          <a:p>
            <a:r>
              <a:t>          "prior_start": "2025-10-01",</a:t>
            </a:r>
          </a:p>
          <a:p>
            <a:r>
              <a:t>          "prior_end": "2025-10-19",</a:t>
            </a:r>
          </a:p>
          <a:p>
            <a:r>
              <a:t>          "prior_days": 19,</a:t>
            </a:r>
          </a:p>
          <a:p>
            <a:r>
              <a:t>          "prior_raw_mean": 2.712898947368421,</a:t>
            </a:r>
          </a:p>
          <a:p>
            <a:r>
              <a:t>          "prior_value": 23.12920908772564,</a:t>
            </a:r>
          </a:p>
          <a:p>
            <a:r>
              <a:t>          "yoy_fraction": 0.2656591084929929,</a:t>
            </a:r>
          </a:p>
          <a:p>
            <a:r>
              <a:t>          "yoy_pct": 26.56591084929929,</a:t>
            </a:r>
          </a:p>
          <a:p>
            <a:r>
              <a:t>          "value_label": "29.3",</a:t>
            </a:r>
          </a:p>
          <a:p>
            <a:r>
              <a:t>          "yoy_label": "(+26.6%)",</a:t>
            </a:r>
          </a:p>
          <a:p>
            <a:r>
              <a:t>          "label": "29.3\n(+26.6%)"</a:t>
            </a:r>
          </a:p>
          <a:p>
            <a:r>
              <a:t>        }</a:t>
            </a:r>
          </a:p>
          <a:p>
            <a:r>
              <a:t>      ]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"NV_CUT_TENDER",</a:t>
            </a:r>
          </a:p>
          <a:p>
            <a:r>
              <a:t>      "label": "닭안심",</a:t>
            </a:r>
          </a:p>
          <a:p>
            <a:r>
              <a:t>      "points": [</a:t>
            </a:r>
          </a:p>
          <a:p>
            <a:r>
              <a:t>        {</a:t>
            </a:r>
          </a:p>
          <a:p>
            <a:r>
              <a:t>          "group_id": "NV_CUT_TENDER",</a:t>
            </a:r>
          </a:p>
          <a:p>
            <a:r>
              <a:t>          "month": "2025-01",</a:t>
            </a:r>
          </a:p>
          <a:p>
            <a:r>
              <a:t>          "start": "2025-01-01",</a:t>
            </a:r>
          </a:p>
          <a:p>
            <a:r>
              <a:t>          "end": "2025-01-31",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31.18596,</a:t>
            </a:r>
          </a:p>
          <a:p>
            <a:r>
              <a:t>          "raw_mean": 1.0059987096774194,</a:t>
            </a:r>
          </a:p>
          <a:p>
            <a:r>
              <a:t>          "value": 29.19009594667489,</a:t>
            </a:r>
          </a:p>
          <a:p>
            <a:r>
              <a:t>          "prior_start": "2024-01-01",</a:t>
            </a:r>
          </a:p>
          <a:p>
            <a:r>
              <a:t>          "prior_end": "2024-01-31",</a:t>
            </a:r>
          </a:p>
          <a:p>
            <a:r>
              <a:t>          "prior_days": 31,</a:t>
            </a:r>
          </a:p>
          <a:p>
            <a:r>
              <a:t>          "prior_raw_mean": 1.8879612903225806,</a:t>
            </a:r>
          </a:p>
          <a:p>
            <a:r>
              <a:t>          "prior_value": 54.78115496370328,</a:t>
            </a:r>
          </a:p>
          <a:p>
            <a:r>
              <a:t>          "yoy_fraction": -0.4671507753712829,</a:t>
            </a:r>
          </a:p>
          <a:p>
            <a:r>
              <a:t>          "yoy_pct": -46.715077537128295,</a:t>
            </a:r>
          </a:p>
          <a:p>
            <a:r>
              <a:t>          "value_label": "29.2",</a:t>
            </a:r>
          </a:p>
          <a:p>
            <a:r>
              <a:t>          "yoy_label": "(-46.7%)",</a:t>
            </a:r>
          </a:p>
          <a:p>
            <a:r>
              <a:t>          "label": "29.2\n(-46.7%)"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"NV_CUT_TENDER",</a:t>
            </a:r>
          </a:p>
          <a:p>
            <a:r>
              <a:t>          "month": "2025-02",</a:t>
            </a:r>
          </a:p>
          <a:p>
            <a:r>
              <a:t>          "start": "2025-02-01",</a:t>
            </a:r>
          </a:p>
          <a:p>
            <a:r>
              <a:t>          "end": "2025-02-28",</a:t>
            </a:r>
          </a:p>
          <a:p>
            <a:r>
              <a:t>          "days": 28,</a:t>
            </a:r>
          </a:p>
          <a:p>
            <a:r>
              <a:t>          "partial": false,</a:t>
            </a:r>
          </a:p>
          <a:p>
            <a:r>
              <a:t>          "raw_sum": 34.80115,</a:t>
            </a:r>
          </a:p>
          <a:p>
            <a:r>
              <a:t>          "raw_mean": 1.2428982142857143,</a:t>
            </a:r>
          </a:p>
          <a:p>
            <a:r>
              <a:t>          "value": 36.063980776460866,</a:t>
            </a:r>
          </a:p>
          <a:p>
            <a:r>
              <a:t>          "prior_start": "2024-02-01",</a:t>
            </a:r>
          </a:p>
          <a:p>
            <a:r>
              <a:t>          "prior_end": "2024-02-29",</a:t>
            </a:r>
          </a:p>
          <a:p>
            <a:r>
              <a:t>          "prior_days": 29,</a:t>
            </a:r>
          </a:p>
          <a:p>
            <a:r>
              <a:t>          "prior_raw_mean": 1.7986855172413792,</a:t>
            </a:r>
          </a:p>
          <a:p>
            <a:r>
              <a:t>          "prior_value": 52.19072581415748,</a:t>
            </a:r>
          </a:p>
          <a:p>
            <a:r>
              <a:t>          "yoy_fraction": -0.30899637408993463,</a:t>
            </a:r>
          </a:p>
          <a:p>
            <a:r>
              <a:t>          "yoy_pct": -30.899637408993463,</a:t>
            </a:r>
          </a:p>
          <a:p>
            <a:r>
              <a:t>          "value_label": "36.1",</a:t>
            </a:r>
          </a:p>
          <a:p>
            <a:r>
              <a:t>          "yoy_label": "(-30.9%)",</a:t>
            </a:r>
          </a:p>
          <a:p>
            <a:r>
              <a:t>          "label": "36.1\n(-30.9%)"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"NV_CUT_TENDER",</a:t>
            </a:r>
          </a:p>
          <a:p>
            <a:r>
              <a:t>          "month": "2025-03",</a:t>
            </a:r>
          </a:p>
          <a:p>
            <a:r>
              <a:t>          "start": "2025-03-01",</a:t>
            </a:r>
          </a:p>
          <a:p>
            <a:r>
              <a:t>          "end": "2025-03-31",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37.57848,</a:t>
            </a:r>
          </a:p>
          <a:p>
            <a:r>
              <a:t>          "raw_mean": 1.2122090322580645,</a:t>
            </a:r>
          </a:p>
          <a:p>
            <a:r>
              <a:t>          "value": 35.17350233022178,</a:t>
            </a:r>
          </a:p>
          <a:p>
            <a:r>
              <a:t>          "prior_start": "2024-03-01",</a:t>
            </a:r>
          </a:p>
          <a:p>
            <a:r>
              <a:t>          "prior_end": "2024-03-31",</a:t>
            </a:r>
          </a:p>
          <a:p>
            <a:r>
              <a:t>          "prior_days": 31,</a:t>
            </a:r>
          </a:p>
          <a:p>
            <a:r>
              <a:t>          "prior_raw_mean": 1.4240622580645161,</a:t>
            </a:r>
          </a:p>
          <a:p>
            <a:r>
              <a:t>          "prior_value": 41.32064340348007,</a:t>
            </a:r>
          </a:p>
          <a:p>
            <a:r>
              <a:t>          "yoy_fraction": -0.14876682856154588,</a:t>
            </a:r>
          </a:p>
          <a:p>
            <a:r>
              <a:t>          "yoy_pct": -14.876682856154588,</a:t>
            </a:r>
          </a:p>
          <a:p>
            <a:r>
              <a:t>          "value_label": "35.2",</a:t>
            </a:r>
          </a:p>
          <a:p>
            <a:r>
              <a:t>          "yoy_label": "(-14.9%)",</a:t>
            </a:r>
          </a:p>
          <a:p>
            <a:r>
              <a:t>          "label": "35.2\n(-14.9%)"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"NV_CUT_TENDER",</a:t>
            </a:r>
          </a:p>
          <a:p>
            <a:r>
              <a:t>          "month": "2025-04",</a:t>
            </a:r>
          </a:p>
          <a:p>
            <a:r>
              <a:t>          "start": "2025-04-01",</a:t>
            </a:r>
          </a:p>
          <a:p>
            <a:r>
              <a:t>          "end": "2025-04-30",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33.70249,</a:t>
            </a:r>
          </a:p>
          <a:p>
            <a:r>
              <a:t>          "raw_mean": 1.1234163333333334,</a:t>
            </a:r>
          </a:p>
          <a:p>
            <a:r>
              <a:t>          "value": 32.59709007835297,</a:t>
            </a:r>
          </a:p>
          <a:p>
            <a:r>
              <a:t>          "prior_start": "2024-04-01",</a:t>
            </a:r>
          </a:p>
          <a:p>
            <a:r>
              <a:t>          "prior_end": "2024-04-30",</a:t>
            </a:r>
          </a:p>
          <a:p>
            <a:r>
              <a:t>          "prior_days": 30,</a:t>
            </a:r>
          </a:p>
          <a:p>
            <a:r>
              <a:t>          "prior_raw_mean": 1.485238,</a:t>
            </a:r>
          </a:p>
          <a:p>
            <a:r>
              <a:t>          "prior_value": 43.09572100499947,</a:t>
            </a:r>
          </a:p>
          <a:p>
            <a:r>
              <a:t>          "yoy_fraction": -0.24361191045924413,</a:t>
            </a:r>
          </a:p>
          <a:p>
            <a:r>
              <a:t>          "yoy_pct": -24.361191045924414,</a:t>
            </a:r>
          </a:p>
          <a:p>
            <a:r>
              <a:t>          "value_label": "32.6",</a:t>
            </a:r>
          </a:p>
          <a:p>
            <a:r>
              <a:t>          "yoy_label": "(-24.4%)",</a:t>
            </a:r>
          </a:p>
          <a:p>
            <a:r>
              <a:t>          "label": "32.6\n(-24.4%)"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"NV_CUT_TENDER",</a:t>
            </a:r>
          </a:p>
          <a:p>
            <a:r>
              <a:t>          "month": "2025-05",</a:t>
            </a:r>
          </a:p>
          <a:p>
            <a:r>
              <a:t>          "start": "2025-05-01",</a:t>
            </a:r>
          </a:p>
          <a:p>
            <a:r>
              <a:t>          "end": "2025-05-31",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36.33251,</a:t>
            </a:r>
          </a:p>
          <a:p>
            <a:r>
              <a:t>          "raw_mean": 1.1720164516129032,</a:t>
            </a:r>
          </a:p>
          <a:p>
            <a:r>
              <a:t>          "value": 34.00727291651515,</a:t>
            </a:r>
          </a:p>
          <a:p>
            <a:r>
              <a:t>          "prior_start": "2024-05-01",</a:t>
            </a:r>
          </a:p>
          <a:p>
            <a:r>
              <a:t>          "prior_end": "2024-05-31",</a:t>
            </a:r>
          </a:p>
          <a:p>
            <a:r>
              <a:t>          "prior_days": 31,</a:t>
            </a:r>
          </a:p>
          <a:p>
            <a:r>
              <a:t>          "prior_raw_mean": 1.3127893548387095,</a:t>
            </a:r>
          </a:p>
          <a:p>
            <a:r>
              <a:t>          "prior_value": 38.091944708162785,</a:t>
            </a:r>
          </a:p>
          <a:p>
            <a:r>
              <a:t>          "yoy_fraction": -0.10723190488020229,</a:t>
            </a:r>
          </a:p>
          <a:p>
            <a:r>
              <a:t>          "yoy_pct": -10.72319048802023,</a:t>
            </a:r>
          </a:p>
          <a:p>
            <a:r>
              <a:t>          "value_label": "34.0",</a:t>
            </a:r>
          </a:p>
          <a:p>
            <a:r>
              <a:t>          "yoy_label": "(-10.7%)",</a:t>
            </a:r>
          </a:p>
          <a:p>
            <a:r>
              <a:t>          "label": "34.0\n(-10.7%)"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"NV_CUT_TENDER",</a:t>
            </a:r>
          </a:p>
          <a:p>
            <a:r>
              <a:t>          "month": "2025-06",</a:t>
            </a:r>
          </a:p>
          <a:p>
            <a:r>
              <a:t>          "start": "2025-06-01",</a:t>
            </a:r>
          </a:p>
          <a:p>
            <a:r>
              <a:t>          "end": "2025-06-30",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37.7596,</a:t>
            </a:r>
          </a:p>
          <a:p>
            <a:r>
              <a:t>          "raw_mean": 1.2586533333333334,</a:t>
            </a:r>
          </a:p>
          <a:p>
            <a:r>
              <a:t>          "value": 36.52113189626573,</a:t>
            </a:r>
          </a:p>
          <a:p>
            <a:r>
              <a:t>          "prior_start": "2024-06-01",</a:t>
            </a:r>
          </a:p>
          <a:p>
            <a:r>
              <a:t>          "prior_end": "2024-06-30",</a:t>
            </a:r>
          </a:p>
          <a:p>
            <a:r>
              <a:t>          "prior_days": 30,</a:t>
            </a:r>
          </a:p>
          <a:p>
            <a:r>
              <a:t>          "prior_raw_mean": 1.2808503333333334,</a:t>
            </a:r>
          </a:p>
          <a:p>
            <a:r>
              <a:t>          "prior_value": 37.16520087318928,</a:t>
            </a:r>
          </a:p>
          <a:p>
            <a:r>
              <a:t>          "yoy_fraction": -0.017329893604535185,</a:t>
            </a:r>
          </a:p>
          <a:p>
            <a:r>
              <a:t>          "yoy_pct": -1.7329893604535185,</a:t>
            </a:r>
          </a:p>
          <a:p>
            <a:r>
              <a:t>          "value_label": "36.5",</a:t>
            </a:r>
          </a:p>
          <a:p>
            <a:r>
              <a:t>          "yoy_label": "(-1.7%)",</a:t>
            </a:r>
          </a:p>
          <a:p>
            <a:r>
              <a:t>          "label": "36.5\n(-1.7%)"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"NV_CUT_TENDER",</a:t>
            </a:r>
          </a:p>
          <a:p>
            <a:r>
              <a:t>          "month": "2025-07",</a:t>
            </a:r>
          </a:p>
          <a:p>
            <a:r>
              <a:t>          "start": "2025-07-01",</a:t>
            </a:r>
          </a:p>
          <a:p>
            <a:r>
              <a:t>          "end": "2025-07-31",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38.05723,</a:t>
            </a:r>
          </a:p>
          <a:p>
            <a:r>
              <a:t>          "raw_mean": 1.2276525806451613,</a:t>
            </a:r>
          </a:p>
          <a:p>
            <a:r>
              <a:t>          "value": 35.62161290416181,</a:t>
            </a:r>
          </a:p>
          <a:p>
            <a:r>
              <a:t>          "prior_start": "2024-07-01",</a:t>
            </a:r>
          </a:p>
          <a:p>
            <a:r>
              <a:t>          "prior_end": "2024-07-31",</a:t>
            </a:r>
          </a:p>
          <a:p>
            <a:r>
              <a:t>          "prior_days": 31,</a:t>
            </a:r>
          </a:p>
          <a:p>
            <a:r>
              <a:t>          "prior_raw_mean": 1.4687096774193549,</a:t>
            </a:r>
          </a:p>
          <a:p>
            <a:r>
              <a:t>          "prior_value": 42.616134582745175,</a:t>
            </a:r>
          </a:p>
          <a:p>
            <a:r>
              <a:t>          "yoy_fraction": -0.16412848671205804,</a:t>
            </a:r>
          </a:p>
          <a:p>
            <a:r>
              <a:t>          "yoy_pct": -16.412848671205804,</a:t>
            </a:r>
          </a:p>
          <a:p>
            <a:r>
              <a:t>          "value_label": "35.6",</a:t>
            </a:r>
          </a:p>
          <a:p>
            <a:r>
              <a:t>          "yoy_label": "(-16.4%)",</a:t>
            </a:r>
          </a:p>
          <a:p>
            <a:r>
              <a:t>          "label": "35.6\n(-16.4%)"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"NV_CUT_TENDER",</a:t>
            </a:r>
          </a:p>
          <a:p>
            <a:r>
              <a:t>          "month": "2025-08",</a:t>
            </a:r>
          </a:p>
          <a:p>
            <a:r>
              <a:t>          "start": "2025-08-01",</a:t>
            </a:r>
          </a:p>
          <a:p>
            <a:r>
              <a:t>          "end": "2025-08-31",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38.69556,</a:t>
            </a:r>
          </a:p>
          <a:p>
            <a:r>
              <a:t>          "raw_mean": 1.248243870967742,</a:t>
            </a:r>
          </a:p>
          <a:p>
            <a:r>
              <a:t>          "value": 36.21909054941118,</a:t>
            </a:r>
          </a:p>
          <a:p>
            <a:r>
              <a:t>          "prior_start": "2024-08-01",</a:t>
            </a:r>
          </a:p>
          <a:p>
            <a:r>
              <a:t>          "prior_end": "2024-08-31",</a:t>
            </a:r>
          </a:p>
          <a:p>
            <a:r>
              <a:t>          "prior_days": 31,</a:t>
            </a:r>
          </a:p>
          <a:p>
            <a:r>
              <a:t>          "prior_raw_mean": 1.3315987096774196,</a:t>
            </a:r>
          </a:p>
          <a:p>
            <a:r>
              <a:t>          "prior_value": 38.637717647188765,</a:t>
            </a:r>
          </a:p>
          <a:p>
            <a:r>
              <a:t>          "yoy_fraction": -0.06259756644692915,</a:t>
            </a:r>
          </a:p>
          <a:p>
            <a:r>
              <a:t>          "yoy_pct": -6.259756644692915,</a:t>
            </a:r>
          </a:p>
          <a:p>
            <a:r>
              <a:t>          "value_label": "36.2",</a:t>
            </a:r>
          </a:p>
          <a:p>
            <a:r>
              <a:t>          "yoy_label": "(-6.3%)",</a:t>
            </a:r>
          </a:p>
          <a:p>
            <a:r>
              <a:t>          "label": "36.2\n(-6.3%)"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"NV_CUT_TENDER",</a:t>
            </a:r>
          </a:p>
          <a:p>
            <a:r>
              <a:t>          "month": "2025-09",</a:t>
            </a:r>
          </a:p>
          <a:p>
            <a:r>
              <a:t>          "start": "2025-09-01",</a:t>
            </a:r>
          </a:p>
          <a:p>
            <a:r>
              <a:t>          "end": "2025-09-30",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37.70125,</a:t>
            </a:r>
          </a:p>
          <a:p>
            <a:r>
              <a:t>          "raw_mean": 1.2567083333333333,</a:t>
            </a:r>
          </a:p>
          <a:p>
            <a:r>
              <a:t>          "value": 36.46469570398226,</a:t>
            </a:r>
          </a:p>
          <a:p>
            <a:r>
              <a:t>          "prior_start": "2024-09-01",</a:t>
            </a:r>
          </a:p>
          <a:p>
            <a:r>
              <a:t>          "prior_end": "2024-09-30",</a:t>
            </a:r>
          </a:p>
          <a:p>
            <a:r>
              <a:t>          "prior_days": 30,</a:t>
            </a:r>
          </a:p>
          <a:p>
            <a:r>
              <a:t>          "prior_raw_mean": 1.122187,</a:t>
            </a:r>
          </a:p>
          <a:p>
            <a:r>
              <a:t>          "prior_value": 32.56141969666635,</a:t>
            </a:r>
          </a:p>
          <a:p>
            <a:r>
              <a:t>          "yoy_fraction": 0.11987425743956526,</a:t>
            </a:r>
          </a:p>
          <a:p>
            <a:r>
              <a:t>          "yoy_pct": 11.987425743956525,</a:t>
            </a:r>
          </a:p>
          <a:p>
            <a:r>
              <a:t>          "value_label": "36.5",</a:t>
            </a:r>
          </a:p>
          <a:p>
            <a:r>
              <a:t>          "yoy_label": "(+12.0%)",</a:t>
            </a:r>
          </a:p>
          <a:p>
            <a:r>
              <a:t>          "label": "36.5\n(+12.0%)"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"NV_CUT_TENDER",</a:t>
            </a:r>
          </a:p>
          <a:p>
            <a:r>
              <a:t>          "month": "2025-10",</a:t>
            </a:r>
          </a:p>
          <a:p>
            <a:r>
              <a:t>          "start": "2025-10-01",</a:t>
            </a:r>
          </a:p>
          <a:p>
            <a:r>
              <a:t>          "end": "2025-10-31",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29.63309,</a:t>
            </a:r>
          </a:p>
          <a:p>
            <a:r>
              <a:t>          "raw_mean": 0.955906129032258,</a:t>
            </a:r>
          </a:p>
          <a:p>
            <a:r>
              <a:t>          "value": 27.736607765047225,</a:t>
            </a:r>
          </a:p>
          <a:p>
            <a:r>
              <a:t>          "prior_start": "2024-10-01",</a:t>
            </a:r>
          </a:p>
          <a:p>
            <a:r>
              <a:t>          "prior_end": "2024-10-31",</a:t>
            </a:r>
          </a:p>
          <a:p>
            <a:r>
              <a:t>          "prior_days": 31,</a:t>
            </a:r>
          </a:p>
          <a:p>
            <a:r>
              <a:t>          "prior_raw_mean": 1.1852809677419356,</a:t>
            </a:r>
          </a:p>
          <a:p>
            <a:r>
              <a:t>          "prior_value": 34.392156609474185,</a:t>
            </a:r>
          </a:p>
          <a:p>
            <a:r>
              <a:t>          "yoy_fraction": -0.1935193805960258,</a:t>
            </a:r>
          </a:p>
          <a:p>
            <a:r>
              <a:t>          "yoy_pct": -19.35193805960258,</a:t>
            </a:r>
          </a:p>
          <a:p>
            <a:r>
              <a:t>          "value_label": "27.7",</a:t>
            </a:r>
          </a:p>
          <a:p>
            <a:r>
              <a:t>          "yoy_label": "(-19.4%)",</a:t>
            </a:r>
          </a:p>
          <a:p>
            <a:r>
              <a:t>          "label": "27.7\n(-19.4%)"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"NV_CUT_TENDER",</a:t>
            </a:r>
          </a:p>
          <a:p>
            <a:r>
              <a:t>          "month": "2025-11",</a:t>
            </a:r>
          </a:p>
          <a:p>
            <a:r>
              <a:t>          "start": "2025-11-01",</a:t>
            </a:r>
          </a:p>
          <a:p>
            <a:r>
              <a:t>          "end": "2025-11-30",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26.27881,</a:t>
            </a:r>
          </a:p>
          <a:p>
            <a:r>
              <a:t>          "raw_mean": 0.8759603333333333,</a:t>
            </a:r>
          </a:p>
          <a:p>
            <a:r>
              <a:t>          "value": 25.416897585962428,</a:t>
            </a:r>
          </a:p>
          <a:p>
            <a:r>
              <a:t>          "prior_start": "2024-11-01",</a:t>
            </a:r>
          </a:p>
          <a:p>
            <a:r>
              <a:t>          "prior_end": "2024-11-30",</a:t>
            </a:r>
          </a:p>
          <a:p>
            <a:r>
              <a:t>          "prior_days": 30,</a:t>
            </a:r>
          </a:p>
          <a:p>
            <a:r>
              <a:t>          "prior_raw_mean": 1.028996,</a:t>
            </a:r>
          </a:p>
          <a:p>
            <a:r>
              <a:t>          "prior_value": 29.857386177340217,</a:t>
            </a:r>
          </a:p>
          <a:p>
            <a:r>
              <a:t>          "yoy_fraction": -0.14872328625832043,</a:t>
            </a:r>
          </a:p>
          <a:p>
            <a:r>
              <a:t>          "yoy_pct": -14.872328625832044,</a:t>
            </a:r>
          </a:p>
          <a:p>
            <a:r>
              <a:t>          "value_label": "25.4",</a:t>
            </a:r>
          </a:p>
          <a:p>
            <a:r>
              <a:t>          "yoy_label": "(-14.9%)",</a:t>
            </a:r>
          </a:p>
          <a:p>
            <a:r>
              <a:t>          "label": "25.4\n(-14.9%)"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"NV_CUT_TENDER",</a:t>
            </a:r>
          </a:p>
          <a:p>
            <a:r>
              <a:t>          "month": "2025-12",</a:t>
            </a:r>
          </a:p>
          <a:p>
            <a:r>
              <a:t>          "start": "2025-12-01",</a:t>
            </a:r>
          </a:p>
          <a:p>
            <a:r>
              <a:t>          "end": "2025-12-31",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27.54934,</a:t>
            </a:r>
          </a:p>
          <a:p>
            <a:r>
              <a:t>          "raw_mean": 0.8886883870967742,</a:t>
            </a:r>
          </a:p>
          <a:p>
            <a:r>
              <a:t>          "value": 25.786215266984513,</a:t>
            </a:r>
          </a:p>
          <a:p>
            <a:r>
              <a:t>          "prior_start": "2024-12-01",</a:t>
            </a:r>
          </a:p>
          <a:p>
            <a:r>
              <a:t>          "prior_end": "2024-12-31",</a:t>
            </a:r>
          </a:p>
          <a:p>
            <a:r>
              <a:t>          "prior_days": 31,</a:t>
            </a:r>
          </a:p>
          <a:p>
            <a:r>
              <a:t>          "prior_raw_mean": 0.9073977419354838,</a:t>
            </a:r>
          </a:p>
          <a:p>
            <a:r>
              <a:t>          "prior_value": 26.32908660229412,</a:t>
            </a:r>
          </a:p>
          <a:p>
            <a:r>
              <a:t>          "yoy_fraction": -0.020618692304438135,</a:t>
            </a:r>
          </a:p>
          <a:p>
            <a:r>
              <a:t>          "yoy_pct": -2.0618692304438135,</a:t>
            </a:r>
          </a:p>
          <a:p>
            <a:r>
              <a:t>          "value_label": "25.8",</a:t>
            </a:r>
          </a:p>
          <a:p>
            <a:r>
              <a:t>          "yoy_label": "(-2.1%)",</a:t>
            </a:r>
          </a:p>
          <a:p>
            <a:r>
              <a:t>          "label": "25.8\n(-2.1%)"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"NV_CUT_TENDER",</a:t>
            </a:r>
          </a:p>
          <a:p>
            <a:r>
              <a:t>          "month": "2026-01",</a:t>
            </a:r>
          </a:p>
          <a:p>
            <a:r>
              <a:t>          "start": "2026-01-01",</a:t>
            </a:r>
          </a:p>
          <a:p>
            <a:r>
              <a:t>          "end": "2026-01-31",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34.62317,</a:t>
            </a:r>
          </a:p>
          <a:p>
            <a:r>
              <a:t>          "raw_mean": 1.1168764516129033,</a:t>
            </a:r>
          </a:p>
          <a:p>
            <a:r>
              <a:t>          "value": 32.407328627306505,</a:t>
            </a:r>
          </a:p>
          <a:p>
            <a:r>
              <a:t>          "prior_start": "2025-01-01",</a:t>
            </a:r>
          </a:p>
          <a:p>
            <a:r>
              <a:t>          "prior_end": "2025-01-31",</a:t>
            </a:r>
          </a:p>
          <a:p>
            <a:r>
              <a:t>          "prior_days": 31,</a:t>
            </a:r>
          </a:p>
          <a:p>
            <a:r>
              <a:t>          "prior_raw_mean": 1.0059987096774194,</a:t>
            </a:r>
          </a:p>
          <a:p>
            <a:r>
              <a:t>          "prior_value": 29.19009594667489,</a:t>
            </a:r>
          </a:p>
          <a:p>
            <a:r>
              <a:t>          "yoy_fraction": 0.11021658464257622,</a:t>
            </a:r>
          </a:p>
          <a:p>
            <a:r>
              <a:t>          "yoy_pct": 11.021658464257623,</a:t>
            </a:r>
          </a:p>
          <a:p>
            <a:r>
              <a:t>          "value_label": "32.4",</a:t>
            </a:r>
          </a:p>
          <a:p>
            <a:r>
              <a:t>          "yoy_label": "(+11.0%)",</a:t>
            </a:r>
          </a:p>
          <a:p>
            <a:r>
              <a:t>          "label": "32.4\n(+11.0%)"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"NV_CUT_TENDER",</a:t>
            </a:r>
          </a:p>
          <a:p>
            <a:r>
              <a:t>          "month": "2026-02",</a:t>
            </a:r>
          </a:p>
          <a:p>
            <a:r>
              <a:t>          "start": "2026-02-01",</a:t>
            </a:r>
          </a:p>
          <a:p>
            <a:r>
              <a:t>          "end": "2026-02-28",</a:t>
            </a:r>
          </a:p>
          <a:p>
            <a:r>
              <a:t>          "days": 28,</a:t>
            </a:r>
          </a:p>
          <a:p>
            <a:r>
              <a:t>          "partial": false,</a:t>
            </a:r>
          </a:p>
          <a:p>
            <a:r>
              <a:t>          "raw_sum": 26.23894,</a:t>
            </a:r>
          </a:p>
          <a:p>
            <a:r>
              <a:t>          "raw_mean": 0.937105,</a:t>
            </a:r>
          </a:p>
          <a:p>
            <a:r>
              <a:t>          "value": 27.191073506326948,</a:t>
            </a:r>
          </a:p>
          <a:p>
            <a:r>
              <a:t>          "prior_start": "2025-02-01",</a:t>
            </a:r>
          </a:p>
          <a:p>
            <a:r>
              <a:t>          "prior_end": "2025-02-28",</a:t>
            </a:r>
          </a:p>
          <a:p>
            <a:r>
              <a:t>          "prior_days": 28,</a:t>
            </a:r>
          </a:p>
          <a:p>
            <a:r>
              <a:t>          "prior_raw_mean": 1.2428982142857143,</a:t>
            </a:r>
          </a:p>
          <a:p>
            <a:r>
              <a:t>          "prior_value": 36.063980776460866,</a:t>
            </a:r>
          </a:p>
          <a:p>
            <a:r>
              <a:t>          "yoy_fraction": -0.246032386860779,</a:t>
            </a:r>
          </a:p>
          <a:p>
            <a:r>
              <a:t>          "yoy_pct": -24.6032386860779,</a:t>
            </a:r>
          </a:p>
          <a:p>
            <a:r>
              <a:t>          "value_label": "27.2",</a:t>
            </a:r>
          </a:p>
          <a:p>
            <a:r>
              <a:t>          "yoy_label": "(-24.6%)",</a:t>
            </a:r>
          </a:p>
          <a:p>
            <a:r>
              <a:t>          "label": "27.2\n(-24.6%)"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"NV_CUT_TENDER",</a:t>
            </a:r>
          </a:p>
          <a:p>
            <a:r>
              <a:t>          "month": "2026-03",</a:t>
            </a:r>
          </a:p>
          <a:p>
            <a:r>
              <a:t>          "start": "2026-03-01",</a:t>
            </a:r>
          </a:p>
          <a:p>
            <a:r>
              <a:t>          "end": "2026-03-31",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39.51192,</a:t>
            </a:r>
          </a:p>
          <a:p>
            <a:r>
              <a:t>          "raw_mean": 1.274578064516129,</a:t>
            </a:r>
          </a:p>
          <a:p>
            <a:r>
              <a:t>          "value": 36.98320448808831,</a:t>
            </a:r>
          </a:p>
          <a:p>
            <a:r>
              <a:t>          "prior_start": "2025-03-01",</a:t>
            </a:r>
          </a:p>
          <a:p>
            <a:r>
              <a:t>          "prior_end": "2025-03-31",</a:t>
            </a:r>
          </a:p>
          <a:p>
            <a:r>
              <a:t>          "prior_days": 31,</a:t>
            </a:r>
          </a:p>
          <a:p>
            <a:r>
              <a:t>          "prior_raw_mean": 1.2122090322580645,</a:t>
            </a:r>
          </a:p>
          <a:p>
            <a:r>
              <a:t>          "prior_value": 35.17350233022178,</a:t>
            </a:r>
          </a:p>
          <a:p>
            <a:r>
              <a:t>          "yoy_fraction": 0.051450723924969965,</a:t>
            </a:r>
          </a:p>
          <a:p>
            <a:r>
              <a:t>          "yoy_pct": 5.1450723924969965,</a:t>
            </a:r>
          </a:p>
          <a:p>
            <a:r>
              <a:t>          "value_label": "37.0",</a:t>
            </a:r>
          </a:p>
          <a:p>
            <a:r>
              <a:t>          "yoy_label": "(+5.1%)",</a:t>
            </a:r>
          </a:p>
          <a:p>
            <a:r>
              <a:t>          "label": "37.0\n(+5.1%)"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"NV_CUT_TENDER",</a:t>
            </a:r>
          </a:p>
          <a:p>
            <a:r>
              <a:t>          "month": "2026-04",</a:t>
            </a:r>
          </a:p>
          <a:p>
            <a:r>
              <a:t>          "start": "2026-04-01",</a:t>
            </a:r>
          </a:p>
          <a:p>
            <a:r>
              <a:t>          "end": "2026-04-30",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39.20808,</a:t>
            </a:r>
          </a:p>
          <a:p>
            <a:r>
              <a:t>          "raw_mean": 1.306936,</a:t>
            </a:r>
          </a:p>
          <a:p>
            <a:r>
              <a:t>          "value": 37.92210354663022,</a:t>
            </a:r>
          </a:p>
          <a:p>
            <a:r>
              <a:t>          "prior_start": "2025-04-01",</a:t>
            </a:r>
          </a:p>
          <a:p>
            <a:r>
              <a:t>          "prior_end": "2025-04-30",</a:t>
            </a:r>
          </a:p>
          <a:p>
            <a:r>
              <a:t>          "prior_days": 30,</a:t>
            </a:r>
          </a:p>
          <a:p>
            <a:r>
              <a:t>          "prior_raw_mean": 1.1234163333333334,</a:t>
            </a:r>
          </a:p>
          <a:p>
            <a:r>
              <a:t>          "prior_value": 32.59709007835297,</a:t>
            </a:r>
          </a:p>
          <a:p>
            <a:r>
              <a:t>          "yoy_fraction": 0.1633585530327284,</a:t>
            </a:r>
          </a:p>
          <a:p>
            <a:r>
              <a:t>          "yoy_pct": 16.33585530327284,</a:t>
            </a:r>
          </a:p>
          <a:p>
            <a:r>
              <a:t>          "value_label": "37.9",</a:t>
            </a:r>
          </a:p>
          <a:p>
            <a:r>
              <a:t>          "yoy_label": "(+16.3%)",</a:t>
            </a:r>
          </a:p>
          <a:p>
            <a:r>
              <a:t>          "label": "37.9\n(+16.3%)"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"NV_CUT_TENDER",</a:t>
            </a:r>
          </a:p>
          <a:p>
            <a:r>
              <a:t>          "month": "2026-05",</a:t>
            </a:r>
          </a:p>
          <a:p>
            <a:r>
              <a:t>          "start": "2026-05-01",</a:t>
            </a:r>
          </a:p>
          <a:p>
            <a:r>
              <a:t>          "end": "2026-05-31",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35.6205,</a:t>
            </a:r>
          </a:p>
          <a:p>
            <a:r>
              <a:t>          "raw_mean": 1.1490483870967743,</a:t>
            </a:r>
          </a:p>
          <a:p>
            <a:r>
              <a:t>          "value": 33.34083070293597,</a:t>
            </a:r>
          </a:p>
          <a:p>
            <a:r>
              <a:t>          "prior_start": "2025-05-01",</a:t>
            </a:r>
          </a:p>
          <a:p>
            <a:r>
              <a:t>          "prior_end": "2025-05-31",</a:t>
            </a:r>
          </a:p>
          <a:p>
            <a:r>
              <a:t>          "prior_days": 31,</a:t>
            </a:r>
          </a:p>
          <a:p>
            <a:r>
              <a:t>          "prior_raw_mean": 1.1720164516129032,</a:t>
            </a:r>
          </a:p>
          <a:p>
            <a:r>
              <a:t>          "prior_value": 34.00727291651515,</a:t>
            </a:r>
          </a:p>
          <a:p>
            <a:r>
              <a:t>          "yoy_fraction": -0.01959704958451791,</a:t>
            </a:r>
          </a:p>
          <a:p>
            <a:r>
              <a:t>          "yoy_pct": -1.9597049584517912,</a:t>
            </a:r>
          </a:p>
          <a:p>
            <a:r>
              <a:t>          "value_label": "33.3",</a:t>
            </a:r>
          </a:p>
          <a:p>
            <a:r>
              <a:t>          "yoy_label": "(-2.0%)",</a:t>
            </a:r>
          </a:p>
          <a:p>
            <a:r>
              <a:t>          "label": "33.3\n(-2.0%)"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"NV_CUT_TENDER",</a:t>
            </a:r>
          </a:p>
          <a:p>
            <a:r>
              <a:t>          "month": "2026-06",</a:t>
            </a:r>
          </a:p>
          <a:p>
            <a:r>
              <a:t>          "start": "2026-06-01",</a:t>
            </a:r>
          </a:p>
          <a:p>
            <a:r>
              <a:t>          "end": "2026-06-30",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36.01644,</a:t>
            </a:r>
          </a:p>
          <a:p>
            <a:r>
              <a:t>          "raw_mean": 1.2005480000000002,</a:t>
            </a:r>
          </a:p>
          <a:p>
            <a:r>
              <a:t>          "value": 34.83514538485421,</a:t>
            </a:r>
          </a:p>
          <a:p>
            <a:r>
              <a:t>          "prior_start": "2025-06-01",</a:t>
            </a:r>
          </a:p>
          <a:p>
            <a:r>
              <a:t>          "prior_end": "2025-06-30",</a:t>
            </a:r>
          </a:p>
          <a:p>
            <a:r>
              <a:t>          "prior_days": 30,</a:t>
            </a:r>
          </a:p>
          <a:p>
            <a:r>
              <a:t>          "prior_raw_mean": 1.2586533333333334,</a:t>
            </a:r>
          </a:p>
          <a:p>
            <a:r>
              <a:t>          "prior_value": 36.52113189626573,</a:t>
            </a:r>
          </a:p>
          <a:p>
            <a:r>
              <a:t>          "yoy_fraction": -0.04616468394792306,</a:t>
            </a:r>
          </a:p>
          <a:p>
            <a:r>
              <a:t>          "yoy_pct": -4.616468394792306,</a:t>
            </a:r>
          </a:p>
          <a:p>
            <a:r>
              <a:t>          "value_label": "34.8",</a:t>
            </a:r>
          </a:p>
          <a:p>
            <a:r>
              <a:t>          "yoy_label": "(-4.6%)",</a:t>
            </a:r>
          </a:p>
          <a:p>
            <a:r>
              <a:t>          "label": "34.8\n(-4.6%)"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"NV_CUT_TENDER",</a:t>
            </a:r>
          </a:p>
          <a:p>
            <a:r>
              <a:t>          "month": "2026-07",</a:t>
            </a:r>
          </a:p>
          <a:p>
            <a:r>
              <a:t>          "start": "2026-07-01",</a:t>
            </a:r>
          </a:p>
          <a:p>
            <a:r>
              <a:t>          "end": "2026-07-31",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34.1628,</a:t>
            </a:r>
          </a:p>
          <a:p>
            <a:r>
              <a:t>          "raw_mean": 1.1020258064516129,</a:t>
            </a:r>
          </a:p>
          <a:p>
            <a:r>
              <a:t>          "value": 31.976421755400988,</a:t>
            </a:r>
          </a:p>
          <a:p>
            <a:r>
              <a:t>          "prior_start": "2025-07-01",</a:t>
            </a:r>
          </a:p>
          <a:p>
            <a:r>
              <a:t>          "prior_end": "2025-07-31",</a:t>
            </a:r>
          </a:p>
          <a:p>
            <a:r>
              <a:t>          "prior_days": 31,</a:t>
            </a:r>
          </a:p>
          <a:p>
            <a:r>
              <a:t>          "prior_raw_mean": 1.2276525806451613,</a:t>
            </a:r>
          </a:p>
          <a:p>
            <a:r>
              <a:t>          "prior_value": 35.62161290416181,</a:t>
            </a:r>
          </a:p>
          <a:p>
            <a:r>
              <a:t>          "yoy_fraction": -0.10233088430240445,</a:t>
            </a:r>
          </a:p>
          <a:p>
            <a:r>
              <a:t>          "yoy_pct": -10.233088430240445,</a:t>
            </a:r>
          </a:p>
          <a:p>
            <a:r>
              <a:t>          "value_label": "32.0",</a:t>
            </a:r>
          </a:p>
          <a:p>
            <a:r>
              <a:t>          "yoy_label": "(-10.2%)",</a:t>
            </a:r>
          </a:p>
          <a:p>
            <a:r>
              <a:t>          "label": "32.0\n(-10.2%)"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"NV_CUT_TENDER",</a:t>
            </a:r>
          </a:p>
          <a:p>
            <a:r>
              <a:t>          "month": "2026-08",</a:t>
            </a:r>
          </a:p>
          <a:p>
            <a:r>
              <a:t>          "start": "2026-08-01",</a:t>
            </a:r>
          </a:p>
          <a:p>
            <a:r>
              <a:t>          "end": "2026-08-31",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33.82828,</a:t>
            </a:r>
          </a:p>
          <a:p>
            <a:r>
              <a:t>          "raw_mean": 1.0912348387096773,</a:t>
            </a:r>
          </a:p>
          <a:p>
            <a:r>
              <a:t>          "value": 31.663310634368262,</a:t>
            </a:r>
          </a:p>
          <a:p>
            <a:r>
              <a:t>          "prior_start": "2025-08-01",</a:t>
            </a:r>
          </a:p>
          <a:p>
            <a:r>
              <a:t>          "prior_end": "2025-08-31",</a:t>
            </a:r>
          </a:p>
          <a:p>
            <a:r>
              <a:t>          "prior_days": 31,</a:t>
            </a:r>
          </a:p>
          <a:p>
            <a:r>
              <a:t>          "prior_raw_mean": 1.248243870967742,</a:t>
            </a:r>
          </a:p>
          <a:p>
            <a:r>
              <a:t>          "prior_value": 36.21909054941118,</a:t>
            </a:r>
          </a:p>
          <a:p>
            <a:r>
              <a:t>          "yoy_fraction": -0.12578394006961002,</a:t>
            </a:r>
          </a:p>
          <a:p>
            <a:r>
              <a:t>          "yoy_pct": -12.578394006961002,</a:t>
            </a:r>
          </a:p>
          <a:p>
            <a:r>
              <a:t>          "value_label": "31.7",</a:t>
            </a:r>
          </a:p>
          <a:p>
            <a:r>
              <a:t>          "yoy_label": "(-12.6%)",</a:t>
            </a:r>
          </a:p>
          <a:p>
            <a:r>
              <a:t>          "label": "31.7\n(-12.6%)"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"NV_CUT_TENDER",</a:t>
            </a:r>
          </a:p>
          <a:p>
            <a:r>
              <a:t>          "month": "2026-09",</a:t>
            </a:r>
          </a:p>
          <a:p>
            <a:r>
              <a:t>          "start": "2026-09-01",</a:t>
            </a:r>
          </a:p>
          <a:p>
            <a:r>
              <a:t>          "end": "2026-09-30",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29.83873,</a:t>
            </a:r>
          </a:p>
          <a:p>
            <a:r>
              <a:t>          "raw_mean": 0.9946243333333334,</a:t>
            </a:r>
          </a:p>
          <a:p>
            <a:r>
              <a:t>          "value": 28.86005661996052,</a:t>
            </a:r>
          </a:p>
          <a:p>
            <a:r>
              <a:t>          "prior_start": "2025-09-01",</a:t>
            </a:r>
          </a:p>
          <a:p>
            <a:r>
              <a:t>          "prior_end": "2025-09-30",</a:t>
            </a:r>
          </a:p>
          <a:p>
            <a:r>
              <a:t>          "prior_days": 30,</a:t>
            </a:r>
          </a:p>
          <a:p>
            <a:r>
              <a:t>          "prior_raw_mean": 1.2567083333333333,</a:t>
            </a:r>
          </a:p>
          <a:p>
            <a:r>
              <a:t>          "prior_value": 36.46469570398226,</a:t>
            </a:r>
          </a:p>
          <a:p>
            <a:r>
              <a:t>          "yoy_fraction": -0.20854799244056887,</a:t>
            </a:r>
          </a:p>
          <a:p>
            <a:r>
              <a:t>          "yoy_pct": -20.85479924405689,</a:t>
            </a:r>
          </a:p>
          <a:p>
            <a:r>
              <a:t>          "value_label": "28.9",</a:t>
            </a:r>
          </a:p>
          <a:p>
            <a:r>
              <a:t>          "yoy_label": "(-20.9%)",</a:t>
            </a:r>
          </a:p>
          <a:p>
            <a:r>
              <a:t>          "label": "28.9\n(-20.9%)"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"NV_CUT_TENDER",</a:t>
            </a:r>
          </a:p>
          <a:p>
            <a:r>
              <a:t>          "month": "2026-10",</a:t>
            </a:r>
          </a:p>
          <a:p>
            <a:r>
              <a:t>          "start": "2026-10-01",</a:t>
            </a:r>
          </a:p>
          <a:p>
            <a:r>
              <a:t>          "end": "2026-10-19",</a:t>
            </a:r>
          </a:p>
          <a:p>
            <a:r>
              <a:t>          "days": 19,</a:t>
            </a:r>
          </a:p>
          <a:p>
            <a:r>
              <a:t>          "partial": true,</a:t>
            </a:r>
          </a:p>
          <a:p>
            <a:r>
              <a:t>          "raw_sum": 17.40365,</a:t>
            </a:r>
          </a:p>
          <a:p>
            <a:r>
              <a:t>          "raw_mean": 0.9159815789473683,</a:t>
            </a:r>
          </a:p>
          <a:p>
            <a:r>
              <a:t>          "value": 26.57815553603845,</a:t>
            </a:r>
          </a:p>
          <a:p>
            <a:r>
              <a:t>          "prior_start": "2025-10-01",</a:t>
            </a:r>
          </a:p>
          <a:p>
            <a:r>
              <a:t>          "prior_end": "2025-10-19",</a:t>
            </a:r>
          </a:p>
          <a:p>
            <a:r>
              <a:t>          "prior_days": 19,</a:t>
            </a:r>
          </a:p>
          <a:p>
            <a:r>
              <a:t>          "prior_raw_mean": 0.9177557894736843,</a:t>
            </a:r>
          </a:p>
          <a:p>
            <a:r>
              <a:t>          "prior_value": 26.629636094606333,</a:t>
            </a:r>
          </a:p>
          <a:p>
            <a:r>
              <a:t>          "yoy_fraction": -0.001933205485234124,</a:t>
            </a:r>
          </a:p>
          <a:p>
            <a:r>
              <a:t>          "yoy_pct": -0.1933205485234124,</a:t>
            </a:r>
          </a:p>
          <a:p>
            <a:r>
              <a:t>          "value_label": "26.6",</a:t>
            </a:r>
          </a:p>
          <a:p>
            <a:r>
              <a:t>          "yoy_label": "(-0.2%)",</a:t>
            </a:r>
          </a:p>
          <a:p>
            <a:r>
              <a:t>          "label": "26.6\n(-0.2%)"</a:t>
            </a:r>
          </a:p>
          <a:p>
            <a:r>
              <a:t>        }</a:t>
            </a:r>
          </a:p>
          <a:p>
            <a:r>
              <a:t>      ]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"NV_CUT_WING",</a:t>
            </a:r>
          </a:p>
          <a:p>
            <a:r>
              <a:t>      "label": "닭날개",</a:t>
            </a:r>
          </a:p>
          <a:p>
            <a:r>
              <a:t>      "points": [</a:t>
            </a:r>
          </a:p>
          <a:p>
            <a:r>
              <a:t>        {</a:t>
            </a:r>
          </a:p>
          <a:p>
            <a:r>
              <a:t>          "group_id": "NV_CUT_WING",</a:t>
            </a:r>
          </a:p>
          <a:p>
            <a:r>
              <a:t>          "month": "2025-01",</a:t>
            </a:r>
          </a:p>
          <a:p>
            <a:r>
              <a:t>          "start": "2025-01-01",</a:t>
            </a:r>
          </a:p>
          <a:p>
            <a:r>
              <a:t>          "end": "2025-01-31",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31.71075,</a:t>
            </a:r>
          </a:p>
          <a:p>
            <a:r>
              <a:t>          "raw_mean": 1.0229274193548388,</a:t>
            </a:r>
          </a:p>
          <a:p>
            <a:r>
              <a:t>          "value": 23.82569023368159,</a:t>
            </a:r>
          </a:p>
          <a:p>
            <a:r>
              <a:t>          "prior_start": "2024-01-01",</a:t>
            </a:r>
          </a:p>
          <a:p>
            <a:r>
              <a:t>          "prior_end": "2024-01-31",</a:t>
            </a:r>
          </a:p>
          <a:p>
            <a:r>
              <a:t>          "prior_days": 31,</a:t>
            </a:r>
          </a:p>
          <a:p>
            <a:r>
              <a:t>          "prior_raw_mean": 1.2507196774193547,</a:t>
            </a:r>
          </a:p>
          <a:p>
            <a:r>
              <a:t>          "prior_value": 29.131352859969414,</a:t>
            </a:r>
          </a:p>
          <a:p>
            <a:r>
              <a:t>          "yoy_fraction": -0.18212894717905637,</a:t>
            </a:r>
          </a:p>
          <a:p>
            <a:r>
              <a:t>          "yoy_pct": -18.212894717905638,</a:t>
            </a:r>
          </a:p>
          <a:p>
            <a:r>
              <a:t>          "value_label": "23.8",</a:t>
            </a:r>
          </a:p>
          <a:p>
            <a:r>
              <a:t>          "yoy_label": "(-18.2%)",</a:t>
            </a:r>
          </a:p>
          <a:p>
            <a:r>
              <a:t>          "label": "23.8\n(-18.2%)"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"NV_CUT_WING",</a:t>
            </a:r>
          </a:p>
          <a:p>
            <a:r>
              <a:t>          "month": "2025-02",</a:t>
            </a:r>
          </a:p>
          <a:p>
            <a:r>
              <a:t>          "start": "2025-02-01",</a:t>
            </a:r>
          </a:p>
          <a:p>
            <a:r>
              <a:t>          "end": "2025-02-28",</a:t>
            </a:r>
          </a:p>
          <a:p>
            <a:r>
              <a:t>          "days": 28,</a:t>
            </a:r>
          </a:p>
          <a:p>
            <a:r>
              <a:t>          "partial": false,</a:t>
            </a:r>
          </a:p>
          <a:p>
            <a:r>
              <a:t>          "raw_sum": 29.27405,</a:t>
            </a:r>
          </a:p>
          <a:p>
            <a:r>
              <a:t>          "raw_mean": 1.0455017857142856,</a:t>
            </a:r>
          </a:p>
          <a:p>
            <a:r>
              <a:t>          "value": 24.35148497720411,</a:t>
            </a:r>
          </a:p>
          <a:p>
            <a:r>
              <a:t>          "prior_start": "2024-02-01",</a:t>
            </a:r>
          </a:p>
          <a:p>
            <a:r>
              <a:t>          "prior_end": "2024-02-29",</a:t>
            </a:r>
          </a:p>
          <a:p>
            <a:r>
              <a:t>          "prior_days": 29,</a:t>
            </a:r>
          </a:p>
          <a:p>
            <a:r>
              <a:t>          "prior_raw_mean": 1.1305137931034484,</a:t>
            </a:r>
          </a:p>
          <a:p>
            <a:r>
              <a:t>          "prior_value": 26.33155679449404,</a:t>
            </a:r>
          </a:p>
          <a:p>
            <a:r>
              <a:t>          "yoy_fraction": -0.07519767375486008,</a:t>
            </a:r>
          </a:p>
          <a:p>
            <a:r>
              <a:t>          "yoy_pct": -7.519767375486008,</a:t>
            </a:r>
          </a:p>
          <a:p>
            <a:r>
              <a:t>          "value_label": "24.4",</a:t>
            </a:r>
          </a:p>
          <a:p>
            <a:r>
              <a:t>          "yoy_label": "(-7.5%)",</a:t>
            </a:r>
          </a:p>
          <a:p>
            <a:r>
              <a:t>          "label": "24.4\n(-7.5%)"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"NV_CUT_WING",</a:t>
            </a:r>
          </a:p>
          <a:p>
            <a:r>
              <a:t>          "month": "2025-03",</a:t>
            </a:r>
          </a:p>
          <a:p>
            <a:r>
              <a:t>          "start": "2025-03-01",</a:t>
            </a:r>
          </a:p>
          <a:p>
            <a:r>
              <a:t>          "end": "2025-03-31",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31.04482,</a:t>
            </a:r>
          </a:p>
          <a:p>
            <a:r>
              <a:t>          "raw_mean": 1.001445806451613,</a:t>
            </a:r>
          </a:p>
          <a:p>
            <a:r>
              <a:t>          "value": 23.32534754556114,</a:t>
            </a:r>
          </a:p>
          <a:p>
            <a:r>
              <a:t>          "prior_start": "2024-03-01",</a:t>
            </a:r>
          </a:p>
          <a:p>
            <a:r>
              <a:t>          "prior_end": "2024-03-31",</a:t>
            </a:r>
          </a:p>
          <a:p>
            <a:r>
              <a:t>          "prior_days": 31,</a:t>
            </a:r>
          </a:p>
          <a:p>
            <a:r>
              <a:t>          "prior_raw_mean": 1.160829677419355,</a:t>
            </a:r>
          </a:p>
          <a:p>
            <a:r>
              <a:t>          "prior_value": 27.037664437328047,</a:t>
            </a:r>
          </a:p>
          <a:p>
            <a:r>
              <a:t>          "yoy_fraction": -0.13730168522402786,</a:t>
            </a:r>
          </a:p>
          <a:p>
            <a:r>
              <a:t>          "yoy_pct": -13.730168522402785,</a:t>
            </a:r>
          </a:p>
          <a:p>
            <a:r>
              <a:t>          "value_label": "23.3",</a:t>
            </a:r>
          </a:p>
          <a:p>
            <a:r>
              <a:t>          "yoy_label": "(-13.7%)",</a:t>
            </a:r>
          </a:p>
          <a:p>
            <a:r>
              <a:t>          "label": "23.3\n(-13.7%)"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"NV_CUT_WING",</a:t>
            </a:r>
          </a:p>
          <a:p>
            <a:r>
              <a:t>          "month": "2025-04",</a:t>
            </a:r>
          </a:p>
          <a:p>
            <a:r>
              <a:t>          "start": "2025-04-01",</a:t>
            </a:r>
          </a:p>
          <a:p>
            <a:r>
              <a:t>          "end": "2025-04-30",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28.87204,</a:t>
            </a:r>
          </a:p>
          <a:p>
            <a:r>
              <a:t>          "raw_mean": 0.9624013333333333,</a:t>
            </a:r>
          </a:p>
          <a:p>
            <a:r>
              <a:t>          "value": 22.415936472740203,</a:t>
            </a:r>
          </a:p>
          <a:p>
            <a:r>
              <a:t>          "prior_start": "2024-04-01",</a:t>
            </a:r>
          </a:p>
          <a:p>
            <a:r>
              <a:t>          "prior_end": "2024-04-30",</a:t>
            </a:r>
          </a:p>
          <a:p>
            <a:r>
              <a:t>          "prior_days": 30,</a:t>
            </a:r>
          </a:p>
          <a:p>
            <a:r>
              <a:t>          "prior_raw_mean": 1.2266336666666668,</a:t>
            </a:r>
          </a:p>
          <a:p>
            <a:r>
              <a:t>          "prior_value": 28.57034939061221,</a:t>
            </a:r>
          </a:p>
          <a:p>
            <a:r>
              <a:t>          "yoy_fraction": -0.21541258854518086,</a:t>
            </a:r>
          </a:p>
          <a:p>
            <a:r>
              <a:t>          "yoy_pct": -21.541258854518087,</a:t>
            </a:r>
          </a:p>
          <a:p>
            <a:r>
              <a:t>          "value_label": "22.4",</a:t>
            </a:r>
          </a:p>
          <a:p>
            <a:r>
              <a:t>          "yoy_label": "(-21.5%)",</a:t>
            </a:r>
          </a:p>
          <a:p>
            <a:r>
              <a:t>          "label": "22.4\n(-21.5%)"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"NV_CUT_WING",</a:t>
            </a:r>
          </a:p>
          <a:p>
            <a:r>
              <a:t>          "month": "2025-05",</a:t>
            </a:r>
          </a:p>
          <a:p>
            <a:r>
              <a:t>          "start": "2025-05-01",</a:t>
            </a:r>
          </a:p>
          <a:p>
            <a:r>
              <a:t>          "end": "2025-05-31",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30.03516,</a:t>
            </a:r>
          </a:p>
          <a:p>
            <a:r>
              <a:t>          "raw_mean": 0.9688761290322581,</a:t>
            </a:r>
          </a:p>
          <a:p>
            <a:r>
              <a:t>          "value": 22.56674529233979,</a:t>
            </a:r>
          </a:p>
          <a:p>
            <a:r>
              <a:t>          "prior_start": "2024-05-01",</a:t>
            </a:r>
          </a:p>
          <a:p>
            <a:r>
              <a:t>          "prior_end": "2024-05-31",</a:t>
            </a:r>
          </a:p>
          <a:p>
            <a:r>
              <a:t>          "prior_days": 31,</a:t>
            </a:r>
          </a:p>
          <a:p>
            <a:r>
              <a:t>          "prior_raw_mean": 1.4585125806451613,</a:t>
            </a:r>
          </a:p>
          <a:p>
            <a:r>
              <a:t>          "prior_value": 33.97119706723284,</a:t>
            </a:r>
          </a:p>
          <a:p>
            <a:r>
              <a:t>          "yoy_fraction": -0.33570944680937664,</a:t>
            </a:r>
          </a:p>
          <a:p>
            <a:r>
              <a:t>          "yoy_pct": -33.570944680937664,</a:t>
            </a:r>
          </a:p>
          <a:p>
            <a:r>
              <a:t>          "value_label": "22.6",</a:t>
            </a:r>
          </a:p>
          <a:p>
            <a:r>
              <a:t>          "yoy_label": "(-33.6%)",</a:t>
            </a:r>
          </a:p>
          <a:p>
            <a:r>
              <a:t>          "label": "22.6\n(-33.6%)"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"NV_CUT_WING",</a:t>
            </a:r>
          </a:p>
          <a:p>
            <a:r>
              <a:t>          "month": "2025-06",</a:t>
            </a:r>
          </a:p>
          <a:p>
            <a:r>
              <a:t>          "start": "2025-06-01",</a:t>
            </a:r>
          </a:p>
          <a:p>
            <a:r>
              <a:t>          "end": "2025-06-30",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30.14252,</a:t>
            </a:r>
          </a:p>
          <a:p>
            <a:r>
              <a:t>          "raw_mean": 1.0047506666666668,</a:t>
            </a:r>
          </a:p>
          <a:p>
            <a:r>
              <a:t>          "value": 23.402323266672568,</a:t>
            </a:r>
          </a:p>
          <a:p>
            <a:r>
              <a:t>          "prior_start": "2024-06-01",</a:t>
            </a:r>
          </a:p>
          <a:p>
            <a:r>
              <a:t>          "prior_end": "2024-06-30",</a:t>
            </a:r>
          </a:p>
          <a:p>
            <a:r>
              <a:t>          "prior_days": 30,</a:t>
            </a:r>
          </a:p>
          <a:p>
            <a:r>
              <a:t>          "prior_raw_mean": 1.4669286666666668,</a:t>
            </a:r>
          </a:p>
          <a:p>
            <a:r>
              <a:t>          "prior_value": 34.16722178485637,</a:t>
            </a:r>
          </a:p>
          <a:p>
            <a:r>
              <a:t>          "yoy_fraction": -0.31506508155588564,</a:t>
            </a:r>
          </a:p>
          <a:p>
            <a:r>
              <a:t>          "yoy_pct": -31.506508155588563,</a:t>
            </a:r>
          </a:p>
          <a:p>
            <a:r>
              <a:t>          "value_label": "23.4",</a:t>
            </a:r>
          </a:p>
          <a:p>
            <a:r>
              <a:t>          "yoy_label": "(-31.5%)",</a:t>
            </a:r>
          </a:p>
          <a:p>
            <a:r>
              <a:t>          "label": "23.4\n(-31.5%)"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"NV_CUT_WING",</a:t>
            </a:r>
          </a:p>
          <a:p>
            <a:r>
              <a:t>          "month": "2025-07",</a:t>
            </a:r>
          </a:p>
          <a:p>
            <a:r>
              <a:t>          "start": "2025-07-01",</a:t>
            </a:r>
          </a:p>
          <a:p>
            <a:r>
              <a:t>          "end": "2025-07-31",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27.55545,</a:t>
            </a:r>
          </a:p>
          <a:p>
            <a:r>
              <a:t>          "raw_mean": 0.8888854838709678,</a:t>
            </a:r>
          </a:p>
          <a:p>
            <a:r>
              <a:t>          "value": 20.703629398538396,</a:t>
            </a:r>
          </a:p>
          <a:p>
            <a:r>
              <a:t>          "prior_start": "2024-07-01",</a:t>
            </a:r>
          </a:p>
          <a:p>
            <a:r>
              <a:t>          "prior_end": "2024-07-31",</a:t>
            </a:r>
          </a:p>
          <a:p>
            <a:r>
              <a:t>          "prior_days": 31,</a:t>
            </a:r>
          </a:p>
          <a:p>
            <a:r>
              <a:t>          "prior_raw_mean": 1.215871935483871,</a:t>
            </a:r>
          </a:p>
          <a:p>
            <a:r>
              <a:t>          "prior_value": 28.31969067457041,</a:t>
            </a:r>
          </a:p>
          <a:p>
            <a:r>
              <a:t>          "yoy_fraction": -0.2689316547821914,</a:t>
            </a:r>
          </a:p>
          <a:p>
            <a:r>
              <a:t>          "yoy_pct": -26.89316547821914,</a:t>
            </a:r>
          </a:p>
          <a:p>
            <a:r>
              <a:t>          "value_label": "20.7",</a:t>
            </a:r>
          </a:p>
          <a:p>
            <a:r>
              <a:t>          "yoy_label": "(-26.9%)",</a:t>
            </a:r>
          </a:p>
          <a:p>
            <a:r>
              <a:t>          "label": "20.7\n(-26.9%)"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"NV_CUT_WING",</a:t>
            </a:r>
          </a:p>
          <a:p>
            <a:r>
              <a:t>          "month": "2025-08",</a:t>
            </a:r>
          </a:p>
          <a:p>
            <a:r>
              <a:t>          "start": "2025-08-01",</a:t>
            </a:r>
          </a:p>
          <a:p>
            <a:r>
              <a:t>          "end": "2025-08-31",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26.86803,</a:t>
            </a:r>
          </a:p>
          <a:p>
            <a:r>
              <a:t>          "raw_mean": 0.8667106451612904,</a:t>
            </a:r>
          </a:p>
          <a:p>
            <a:r>
              <a:t>          "value": 20.1871403221073,</a:t>
            </a:r>
          </a:p>
          <a:p>
            <a:r>
              <a:t>          "prior_start": "2024-08-01",</a:t>
            </a:r>
          </a:p>
          <a:p>
            <a:r>
              <a:t>          "prior_end": "2024-08-31",</a:t>
            </a:r>
          </a:p>
          <a:p>
            <a:r>
              <a:t>          "prior_days": 31,</a:t>
            </a:r>
          </a:p>
          <a:p>
            <a:r>
              <a:t>          "prior_raw_mean": 1.2553716129032257,</a:t>
            </a:r>
          </a:p>
          <a:p>
            <a:r>
              <a:t>          "prior_value": 29.23970421679949,</a:t>
            </a:r>
          </a:p>
          <a:p>
            <a:r>
              <a:t>          "yoy_fraction": -0.30959834024213884,</a:t>
            </a:r>
          </a:p>
          <a:p>
            <a:r>
              <a:t>          "yoy_pct": -30.959834024213883,</a:t>
            </a:r>
          </a:p>
          <a:p>
            <a:r>
              <a:t>          "value_label": "20.2",</a:t>
            </a:r>
          </a:p>
          <a:p>
            <a:r>
              <a:t>          "yoy_label": "(-31.0%)",</a:t>
            </a:r>
          </a:p>
          <a:p>
            <a:r>
              <a:t>          "label": "20.2\n(-31.0%)"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"NV_CUT_WING",</a:t>
            </a:r>
          </a:p>
          <a:p>
            <a:r>
              <a:t>          "month": "2025-09",</a:t>
            </a:r>
          </a:p>
          <a:p>
            <a:r>
              <a:t>          "start": "2025-09-01",</a:t>
            </a:r>
          </a:p>
          <a:p>
            <a:r>
              <a:t>          "end": "2025-09-30",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27.15036,</a:t>
            </a:r>
          </a:p>
          <a:p>
            <a:r>
              <a:t>          "raw_mean": 0.9050119999999999,</a:t>
            </a:r>
          </a:p>
          <a:p>
            <a:r>
              <a:t>          "value": 21.07924292748371,</a:t>
            </a:r>
          </a:p>
          <a:p>
            <a:r>
              <a:t>          "prior_start": "2024-09-01",</a:t>
            </a:r>
          </a:p>
          <a:p>
            <a:r>
              <a:t>          "prior_end": "2024-09-30",</a:t>
            </a:r>
          </a:p>
          <a:p>
            <a:r>
              <a:t>          "prior_days": 30,</a:t>
            </a:r>
          </a:p>
          <a:p>
            <a:r>
              <a:t>          "prior_raw_mean": 1.017129,</a:t>
            </a:r>
          </a:p>
          <a:p>
            <a:r>
              <a:t>          "prior_value": 23.690635350236878,</a:t>
            </a:r>
          </a:p>
          <a:p>
            <a:r>
              <a:t>          "yoy_fraction": -0.11022888935425101,</a:t>
            </a:r>
          </a:p>
          <a:p>
            <a:r>
              <a:t>          "yoy_pct": -11.022888935425101,</a:t>
            </a:r>
          </a:p>
          <a:p>
            <a:r>
              <a:t>          "value_label": "21.1",</a:t>
            </a:r>
          </a:p>
          <a:p>
            <a:r>
              <a:t>          "yoy_label": "(-11.0%)",</a:t>
            </a:r>
          </a:p>
          <a:p>
            <a:r>
              <a:t>          "label": "21.1\n(-11.0%)"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"NV_CUT_WING",</a:t>
            </a:r>
          </a:p>
          <a:p>
            <a:r>
              <a:t>          "month": "2025-10",</a:t>
            </a:r>
          </a:p>
          <a:p>
            <a:r>
              <a:t>          "start": "2025-10-01",</a:t>
            </a:r>
          </a:p>
          <a:p>
            <a:r>
              <a:t>          "end": "2025-10-31",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20.95427,</a:t>
            </a:r>
          </a:p>
          <a:p>
            <a:r>
              <a:t>          "raw_mean": 0.6759441935483871,</a:t>
            </a:r>
          </a:p>
          <a:p>
            <a:r>
              <a:t>          "value": 15.74387064616659,</a:t>
            </a:r>
          </a:p>
          <a:p>
            <a:r>
              <a:t>          "prior_start": "2024-10-01",</a:t>
            </a:r>
          </a:p>
          <a:p>
            <a:r>
              <a:t>          "prior_end": "2024-10-31",</a:t>
            </a:r>
          </a:p>
          <a:p>
            <a:r>
              <a:t>          "prior_days": 31,</a:t>
            </a:r>
          </a:p>
          <a:p>
            <a:r>
              <a:t>          "prior_raw_mean": 1.072623548387097,</a:t>
            </a:r>
          </a:p>
          <a:p>
            <a:r>
              <a:t>          "prior_value": 24.983196185455206,</a:t>
            </a:r>
          </a:p>
          <a:p>
            <a:r>
              <a:t>          "yoy_fraction": -0.369821598113519,</a:t>
            </a:r>
          </a:p>
          <a:p>
            <a:r>
              <a:t>          "yoy_pct": -36.9821598113519,</a:t>
            </a:r>
          </a:p>
          <a:p>
            <a:r>
              <a:t>          "value_label": "15.7",</a:t>
            </a:r>
          </a:p>
          <a:p>
            <a:r>
              <a:t>          "yoy_label": "(-37.0%)",</a:t>
            </a:r>
          </a:p>
          <a:p>
            <a:r>
              <a:t>          "label": "15.7\n(-37.0%)"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"NV_CUT_WING",</a:t>
            </a:r>
          </a:p>
          <a:p>
            <a:r>
              <a:t>          "month": "2025-11",</a:t>
            </a:r>
          </a:p>
          <a:p>
            <a:r>
              <a:t>          "start": "2025-11-01",</a:t>
            </a:r>
          </a:p>
          <a:p>
            <a:r>
              <a:t>          "end": "2025-11-30",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20.644289999999998,</a:t>
            </a:r>
          </a:p>
          <a:p>
            <a:r>
              <a:t>          "raw_mean": 0.688143,</a:t>
            </a:r>
          </a:p>
          <a:p>
            <a:r>
              <a:t>          "value": 16.028001248433636,</a:t>
            </a:r>
          </a:p>
          <a:p>
            <a:r>
              <a:t>          "prior_start": "2024-11-01",</a:t>
            </a:r>
          </a:p>
          <a:p>
            <a:r>
              <a:t>          "prior_end": "2024-11-30",</a:t>
            </a:r>
          </a:p>
          <a:p>
            <a:r>
              <a:t>          "prior_days": 30,</a:t>
            </a:r>
          </a:p>
          <a:p>
            <a:r>
              <a:t>          "prior_raw_mean": 0.964958,</a:t>
            </a:r>
          </a:p>
          <a:p>
            <a:r>
              <a:t>          "prior_value": 22.475485514909,</a:t>
            </a:r>
          </a:p>
          <a:p>
            <a:r>
              <a:t>          "yoy_fraction": -0.286867407700646,</a:t>
            </a:r>
          </a:p>
          <a:p>
            <a:r>
              <a:t>          "yoy_pct": -28.6867407700646,</a:t>
            </a:r>
          </a:p>
          <a:p>
            <a:r>
              <a:t>          "value_label": "16.0",</a:t>
            </a:r>
          </a:p>
          <a:p>
            <a:r>
              <a:t>          "yoy_label": "(-28.7%)",</a:t>
            </a:r>
          </a:p>
          <a:p>
            <a:r>
              <a:t>          "label": "16.0\n(-28.7%)"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"NV_CUT_WING",</a:t>
            </a:r>
          </a:p>
          <a:p>
            <a:r>
              <a:t>          "month": "2025-12",</a:t>
            </a:r>
          </a:p>
          <a:p>
            <a:r>
              <a:t>          "start": "2025-12-01",</a:t>
            </a:r>
          </a:p>
          <a:p>
            <a:r>
              <a:t>          "end": "2025-12-31",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25.01132,</a:t>
            </a:r>
          </a:p>
          <a:p>
            <a:r>
              <a:t>          "raw_mean": 0.8068167741935485,</a:t>
            </a:r>
          </a:p>
          <a:p>
            <a:r>
              <a:t>          "value": 18.792111907018445,</a:t>
            </a:r>
          </a:p>
          <a:p>
            <a:r>
              <a:t>          "prior_start": "2024-12-01",</a:t>
            </a:r>
          </a:p>
          <a:p>
            <a:r>
              <a:t>          "prior_end": "2024-12-31",</a:t>
            </a:r>
          </a:p>
          <a:p>
            <a:r>
              <a:t>          "prior_days": 31,</a:t>
            </a:r>
          </a:p>
          <a:p>
            <a:r>
              <a:t>          "prior_raw_mean": 1.0056029032258065,</a:t>
            </a:r>
          </a:p>
          <a:p>
            <a:r>
              <a:t>          "prior_value": 23.422173281326284,</a:t>
            </a:r>
          </a:p>
          <a:p>
            <a:r>
              <a:t>          "yoy_fraction": -0.19767855521755673,</a:t>
            </a:r>
          </a:p>
          <a:p>
            <a:r>
              <a:t>          "yoy_pct": -19.767855521755674,</a:t>
            </a:r>
          </a:p>
          <a:p>
            <a:r>
              <a:t>          "value_label": "18.8",</a:t>
            </a:r>
          </a:p>
          <a:p>
            <a:r>
              <a:t>          "yoy_label": "(-19.8%)",</a:t>
            </a:r>
          </a:p>
          <a:p>
            <a:r>
              <a:t>          "label": "18.8\n(-19.8%)"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"NV_CUT_WING",</a:t>
            </a:r>
          </a:p>
          <a:p>
            <a:r>
              <a:t>          "month": "2026-01",</a:t>
            </a:r>
          </a:p>
          <a:p>
            <a:r>
              <a:t>          "start": "2026-01-01",</a:t>
            </a:r>
          </a:p>
          <a:p>
            <a:r>
              <a:t>          "end": "2026-01-31",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25.87063,</a:t>
            </a:r>
          </a:p>
          <a:p>
            <a:r>
              <a:t>          "raw_mean": 0.8345364516129031,</a:t>
            </a:r>
          </a:p>
          <a:p>
            <a:r>
              <a:t>          "value": 19.43774954960668,</a:t>
            </a:r>
          </a:p>
          <a:p>
            <a:r>
              <a:t>          "prior_start": "2025-01-01",</a:t>
            </a:r>
          </a:p>
          <a:p>
            <a:r>
              <a:t>          "prior_end": "2025-01-31",</a:t>
            </a:r>
          </a:p>
          <a:p>
            <a:r>
              <a:t>          "prior_days": 31,</a:t>
            </a:r>
          </a:p>
          <a:p>
            <a:r>
              <a:t>          "prior_raw_mean": 1.0229274193548388,</a:t>
            </a:r>
          </a:p>
          <a:p>
            <a:r>
              <a:t>          "prior_value": 23.82569023368159,</a:t>
            </a:r>
          </a:p>
          <a:p>
            <a:r>
              <a:t>          "yoy_fraction": -0.1841684602224798,</a:t>
            </a:r>
          </a:p>
          <a:p>
            <a:r>
              <a:t>          "yoy_pct": -18.41684602224798,</a:t>
            </a:r>
          </a:p>
          <a:p>
            <a:r>
              <a:t>          "value_label": "19.4",</a:t>
            </a:r>
          </a:p>
          <a:p>
            <a:r>
              <a:t>          "yoy_label": "(-18.4%)",</a:t>
            </a:r>
          </a:p>
          <a:p>
            <a:r>
              <a:t>          "label": "19.4\n(-18.4%)"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"NV_CUT_WING",</a:t>
            </a:r>
          </a:p>
          <a:p>
            <a:r>
              <a:t>          "month": "2026-02",</a:t>
            </a:r>
          </a:p>
          <a:p>
            <a:r>
              <a:t>          "start": "2026-02-01",</a:t>
            </a:r>
          </a:p>
          <a:p>
            <a:r>
              <a:t>          "end": "2026-02-28",</a:t>
            </a:r>
          </a:p>
          <a:p>
            <a:r>
              <a:t>          "days": 28,</a:t>
            </a:r>
          </a:p>
          <a:p>
            <a:r>
              <a:t>          "partial": false,</a:t>
            </a:r>
          </a:p>
          <a:p>
            <a:r>
              <a:t>          "raw_sum": 19.15901,</a:t>
            </a:r>
          </a:p>
          <a:p>
            <a:r>
              <a:t>          "raw_mean": 0.6842503571428571,</a:t>
            </a:r>
          </a:p>
          <a:p>
            <a:r>
              <a:t>          "value": 15.937335086641694,</a:t>
            </a:r>
          </a:p>
          <a:p>
            <a:r>
              <a:t>          "prior_start": "2025-02-01",</a:t>
            </a:r>
          </a:p>
          <a:p>
            <a:r>
              <a:t>          "prior_end": "2025-02-28",</a:t>
            </a:r>
          </a:p>
          <a:p>
            <a:r>
              <a:t>          "prior_days": 28,</a:t>
            </a:r>
          </a:p>
          <a:p>
            <a:r>
              <a:t>          "prior_raw_mean": 1.0455017857142856,</a:t>
            </a:r>
          </a:p>
          <a:p>
            <a:r>
              <a:t>          "prior_value": 24.35148497720411,</a:t>
            </a:r>
          </a:p>
          <a:p>
            <a:r>
              <a:t>          "yoy_fraction": -0.34552923152074966,</a:t>
            </a:r>
          </a:p>
          <a:p>
            <a:r>
              <a:t>          "yoy_pct": -34.55292315207497,</a:t>
            </a:r>
          </a:p>
          <a:p>
            <a:r>
              <a:t>          "value_label": "15.9",</a:t>
            </a:r>
          </a:p>
          <a:p>
            <a:r>
              <a:t>          "yoy_label": "(-34.6%)",</a:t>
            </a:r>
          </a:p>
          <a:p>
            <a:r>
              <a:t>          "label": "15.9\n(-34.6%)"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"NV_CUT_WING",</a:t>
            </a:r>
          </a:p>
          <a:p>
            <a:r>
              <a:t>          "month": "2026-03",</a:t>
            </a:r>
          </a:p>
          <a:p>
            <a:r>
              <a:t>          "start": "2026-03-01",</a:t>
            </a:r>
          </a:p>
          <a:p>
            <a:r>
              <a:t>          "end": "2026-03-31",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22.24625,</a:t>
            </a:r>
          </a:p>
          <a:p>
            <a:r>
              <a:t>          "raw_mean": 0.7176209677419355,</a:t>
            </a:r>
          </a:p>
          <a:p>
            <a:r>
              <a:t>          "value": 16.714592413015747,</a:t>
            </a:r>
          </a:p>
          <a:p>
            <a:r>
              <a:t>          "prior_start": "2025-03-01",</a:t>
            </a:r>
          </a:p>
          <a:p>
            <a:r>
              <a:t>          "prior_end": "2025-03-31",</a:t>
            </a:r>
          </a:p>
          <a:p>
            <a:r>
              <a:t>          "prior_days": 31,</a:t>
            </a:r>
          </a:p>
          <a:p>
            <a:r>
              <a:t>          "prior_raw_mean": 1.001445806451613,</a:t>
            </a:r>
          </a:p>
          <a:p>
            <a:r>
              <a:t>          "prior_value": 23.32534754556114,</a:t>
            </a:r>
          </a:p>
          <a:p>
            <a:r>
              <a:t>          "yoy_fraction": -0.28341507536523003,</a:t>
            </a:r>
          </a:p>
          <a:p>
            <a:r>
              <a:t>          "yoy_pct": -28.341507536523004,</a:t>
            </a:r>
          </a:p>
          <a:p>
            <a:r>
              <a:t>          "value_label": "16.7",</a:t>
            </a:r>
          </a:p>
          <a:p>
            <a:r>
              <a:t>          "yoy_label": "(-28.3%)",</a:t>
            </a:r>
          </a:p>
          <a:p>
            <a:r>
              <a:t>          "label": "16.7\n(-28.3%)"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"NV_CUT_WING",</a:t>
            </a:r>
          </a:p>
          <a:p>
            <a:r>
              <a:t>          "month": "2026-04",</a:t>
            </a:r>
          </a:p>
          <a:p>
            <a:r>
              <a:t>          "start": "2026-04-01",</a:t>
            </a:r>
          </a:p>
          <a:p>
            <a:r>
              <a:t>          "end": "2026-04-30",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21.97619,</a:t>
            </a:r>
          </a:p>
          <a:p>
            <a:r>
              <a:t>          "raw_mean": 0.7325396666666666,</a:t>
            </a:r>
          </a:p>
          <a:p>
            <a:r>
              <a:t>          "value": 17.062073859445626,</a:t>
            </a:r>
          </a:p>
          <a:p>
            <a:r>
              <a:t>          "prior_start": "2025-04-01",</a:t>
            </a:r>
          </a:p>
          <a:p>
            <a:r>
              <a:t>          "prior_end": "2025-04-30",</a:t>
            </a:r>
          </a:p>
          <a:p>
            <a:r>
              <a:t>          "prior_days": 30,</a:t>
            </a:r>
          </a:p>
          <a:p>
            <a:r>
              <a:t>          "prior_raw_mean": 0.9624013333333333,</a:t>
            </a:r>
          </a:p>
          <a:p>
            <a:r>
              <a:t>          "prior_value": 22.415936472740203,</a:t>
            </a:r>
          </a:p>
          <a:p>
            <a:r>
              <a:t>          "yoy_fraction": -0.23884179988667242,</a:t>
            </a:r>
          </a:p>
          <a:p>
            <a:r>
              <a:t>          "yoy_pct": -23.884179988667242,</a:t>
            </a:r>
          </a:p>
          <a:p>
            <a:r>
              <a:t>          "value_label": "17.1",</a:t>
            </a:r>
          </a:p>
          <a:p>
            <a:r>
              <a:t>          "yoy_label": "(-23.9%)",</a:t>
            </a:r>
          </a:p>
          <a:p>
            <a:r>
              <a:t>          "label": "17.1\n(-23.9%)"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"NV_CUT_WING",</a:t>
            </a:r>
          </a:p>
          <a:p>
            <a:r>
              <a:t>          "month": "2026-05",</a:t>
            </a:r>
          </a:p>
          <a:p>
            <a:r>
              <a:t>          "start": "2026-05-01",</a:t>
            </a:r>
          </a:p>
          <a:p>
            <a:r>
              <a:t>          "end": "2026-05-31",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20.552229999999998,</a:t>
            </a:r>
          </a:p>
          <a:p>
            <a:r>
              <a:t>          "raw_mean": 0.6629751612903225,</a:t>
            </a:r>
          </a:p>
          <a:p>
            <a:r>
              <a:t>          "value": 15.441800196822145,</a:t>
            </a:r>
          </a:p>
          <a:p>
            <a:r>
              <a:t>          "prior_start": "2025-05-01",</a:t>
            </a:r>
          </a:p>
          <a:p>
            <a:r>
              <a:t>          "prior_end": "2025-05-31",</a:t>
            </a:r>
          </a:p>
          <a:p>
            <a:r>
              <a:t>          "prior_days": 31,</a:t>
            </a:r>
          </a:p>
          <a:p>
            <a:r>
              <a:t>          "prior_raw_mean": 0.9688761290322581,</a:t>
            </a:r>
          </a:p>
          <a:p>
            <a:r>
              <a:t>          "prior_value": 22.56674529233979,</a:t>
            </a:r>
          </a:p>
          <a:p>
            <a:r>
              <a:t>          "yoy_fraction": -0.31572763387975955,</a:t>
            </a:r>
          </a:p>
          <a:p>
            <a:r>
              <a:t>          "yoy_pct": -31.572763387975954,</a:t>
            </a:r>
          </a:p>
          <a:p>
            <a:r>
              <a:t>          "value_label": "15.4",</a:t>
            </a:r>
          </a:p>
          <a:p>
            <a:r>
              <a:t>          "yoy_label": "(-31.6%)",</a:t>
            </a:r>
          </a:p>
          <a:p>
            <a:r>
              <a:t>          "label": "15.4\n(-31.6%)"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"NV_CUT_WING",</a:t>
            </a:r>
          </a:p>
          <a:p>
            <a:r>
              <a:t>          "month": "2026-06",</a:t>
            </a:r>
          </a:p>
          <a:p>
            <a:r>
              <a:t>          "start": "2026-06-01",</a:t>
            </a:r>
          </a:p>
          <a:p>
            <a:r>
              <a:t>          "end": "2026-06-30",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20.5001,</a:t>
            </a:r>
          </a:p>
          <a:p>
            <a:r>
              <a:t>          "raw_mean": 0.6833366666666667,</a:t>
            </a:r>
          </a:p>
          <a:p>
            <a:r>
              <a:t>          "value": 15.916053707490757,</a:t>
            </a:r>
          </a:p>
          <a:p>
            <a:r>
              <a:t>          "prior_start": "2025-06-01",</a:t>
            </a:r>
          </a:p>
          <a:p>
            <a:r>
              <a:t>          "prior_end": "2025-06-30",</a:t>
            </a:r>
          </a:p>
          <a:p>
            <a:r>
              <a:t>          "prior_days": 30,</a:t>
            </a:r>
          </a:p>
          <a:p>
            <a:r>
              <a:t>          "prior_raw_mean": 1.0047506666666668,</a:t>
            </a:r>
          </a:p>
          <a:p>
            <a:r>
              <a:t>          "prior_value": 23.402323266672568,</a:t>
            </a:r>
          </a:p>
          <a:p>
            <a:r>
              <a:t>          "yoy_fraction": -0.3198942888650319,</a:t>
            </a:r>
          </a:p>
          <a:p>
            <a:r>
              <a:t>          "yoy_pct": -31.98942888650319,</a:t>
            </a:r>
          </a:p>
          <a:p>
            <a:r>
              <a:t>          "value_label": "15.9",</a:t>
            </a:r>
          </a:p>
          <a:p>
            <a:r>
              <a:t>          "yoy_label": "(-32.0%)",</a:t>
            </a:r>
          </a:p>
          <a:p>
            <a:r>
              <a:t>          "label": "15.9\n(-32.0%)"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"NV_CUT_WING",</a:t>
            </a:r>
          </a:p>
          <a:p>
            <a:r>
              <a:t>          "month": "2026-07",</a:t>
            </a:r>
          </a:p>
          <a:p>
            <a:r>
              <a:t>          "start": "2026-07-01",</a:t>
            </a:r>
          </a:p>
          <a:p>
            <a:r>
              <a:t>          "end": "2026-07-31",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21.00337,</a:t>
            </a:r>
          </a:p>
          <a:p>
            <a:r>
              <a:t>          "raw_mean": 0.677528064516129,</a:t>
            </a:r>
          </a:p>
          <a:p>
            <a:r>
              <a:t>          "value": 15.780761649705571,</a:t>
            </a:r>
          </a:p>
          <a:p>
            <a:r>
              <a:t>          "prior_start": "2025-07-01",</a:t>
            </a:r>
          </a:p>
          <a:p>
            <a:r>
              <a:t>          "prior_end": "2025-07-31",</a:t>
            </a:r>
          </a:p>
          <a:p>
            <a:r>
              <a:t>          "prior_days": 31,</a:t>
            </a:r>
          </a:p>
          <a:p>
            <a:r>
              <a:t>          "prior_raw_mean": 0.8888854838709678,</a:t>
            </a:r>
          </a:p>
          <a:p>
            <a:r>
              <a:t>          "prior_value": 20.703629398538396,</a:t>
            </a:r>
          </a:p>
          <a:p>
            <a:r>
              <a:t>          "yoy_fraction": -0.2377780076173679,</a:t>
            </a:r>
          </a:p>
          <a:p>
            <a:r>
              <a:t>          "yoy_pct": -23.77780076173679,</a:t>
            </a:r>
          </a:p>
          <a:p>
            <a:r>
              <a:t>          "value_label": "15.8",</a:t>
            </a:r>
          </a:p>
          <a:p>
            <a:r>
              <a:t>          "yoy_label": "(-23.8%)",</a:t>
            </a:r>
          </a:p>
          <a:p>
            <a:r>
              <a:t>          "label": "15.8\n(-23.8%)"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"NV_CUT_WING",</a:t>
            </a:r>
          </a:p>
          <a:p>
            <a:r>
              <a:t>          "month": "2026-08",</a:t>
            </a:r>
          </a:p>
          <a:p>
            <a:r>
              <a:t>          "start": "2026-08-01",</a:t>
            </a:r>
          </a:p>
          <a:p>
            <a:r>
              <a:t>          "end": "2026-08-31",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22.96135,</a:t>
            </a:r>
          </a:p>
          <a:p>
            <a:r>
              <a:t>          "raw_mean": 0.7406887096774193,</a:t>
            </a:r>
          </a:p>
          <a:p>
            <a:r>
              <a:t>          "value": 17.25187869877391,</a:t>
            </a:r>
          </a:p>
          <a:p>
            <a:r>
              <a:t>          "prior_start": "2025-08-01",</a:t>
            </a:r>
          </a:p>
          <a:p>
            <a:r>
              <a:t>          "prior_end": "2025-08-31",</a:t>
            </a:r>
          </a:p>
          <a:p>
            <a:r>
              <a:t>          "prior_days": 31,</a:t>
            </a:r>
          </a:p>
          <a:p>
            <a:r>
              <a:t>          "prior_raw_mean": 0.8667106451612904,</a:t>
            </a:r>
          </a:p>
          <a:p>
            <a:r>
              <a:t>          "prior_value": 20.1871403221073,</a:t>
            </a:r>
          </a:p>
          <a:p>
            <a:r>
              <a:t>          "yoy_fraction": -0.14540254719084367,</a:t>
            </a:r>
          </a:p>
          <a:p>
            <a:r>
              <a:t>          "yoy_pct": -14.540254719084366,</a:t>
            </a:r>
          </a:p>
          <a:p>
            <a:r>
              <a:t>          "value_label": "17.3",</a:t>
            </a:r>
          </a:p>
          <a:p>
            <a:r>
              <a:t>          "yoy_label": "(-14.5%)",</a:t>
            </a:r>
          </a:p>
          <a:p>
            <a:r>
              <a:t>          "label": "17.3\n(-14.5%)"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"NV_CUT_WING",</a:t>
            </a:r>
          </a:p>
          <a:p>
            <a:r>
              <a:t>          "month": "2026-09",</a:t>
            </a:r>
          </a:p>
          <a:p>
            <a:r>
              <a:t>          "start": "2026-09-01",</a:t>
            </a:r>
          </a:p>
          <a:p>
            <a:r>
              <a:t>          "end": "2026-09-30",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20.94816,</a:t>
            </a:r>
          </a:p>
          <a:p>
            <a:r>
              <a:t>          "raw_mean": 0.698272,</a:t>
            </a:r>
          </a:p>
          <a:p>
            <a:r>
              <a:t>          "value": 16.263922597114625,</a:t>
            </a:r>
          </a:p>
          <a:p>
            <a:r>
              <a:t>          "prior_start": "2025-09-01",</a:t>
            </a:r>
          </a:p>
          <a:p>
            <a:r>
              <a:t>          "prior_end": "2025-09-30",</a:t>
            </a:r>
          </a:p>
          <a:p>
            <a:r>
              <a:t>          "prior_days": 30,</a:t>
            </a:r>
          </a:p>
          <a:p>
            <a:r>
              <a:t>          "prior_raw_mean": 0.9050119999999999,</a:t>
            </a:r>
          </a:p>
          <a:p>
            <a:r>
              <a:t>          "prior_value": 21.07924292748371,</a:t>
            </a:r>
          </a:p>
          <a:p>
            <a:r>
              <a:t>          "yoy_fraction": -0.22843895992539343,</a:t>
            </a:r>
          </a:p>
          <a:p>
            <a:r>
              <a:t>          "yoy_pct": -22.84389599253934,</a:t>
            </a:r>
          </a:p>
          <a:p>
            <a:r>
              <a:t>          "value_label": "16.3",</a:t>
            </a:r>
          </a:p>
          <a:p>
            <a:r>
              <a:t>          "yoy_label": "(-22.8%)",</a:t>
            </a:r>
          </a:p>
          <a:p>
            <a:r>
              <a:t>          "label": "16.3\n(-22.8%)"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"NV_CUT_WING",</a:t>
            </a:r>
          </a:p>
          <a:p>
            <a:r>
              <a:t>          "month": "2026-10",</a:t>
            </a:r>
          </a:p>
          <a:p>
            <a:r>
              <a:t>          "start": "2026-10-01",</a:t>
            </a:r>
          </a:p>
          <a:p>
            <a:r>
              <a:t>          "end": "2026-10-19",</a:t>
            </a:r>
          </a:p>
          <a:p>
            <a:r>
              <a:t>          "days": 19,</a:t>
            </a:r>
          </a:p>
          <a:p>
            <a:r>
              <a:t>          "partial": true,</a:t>
            </a:r>
          </a:p>
          <a:p>
            <a:r>
              <a:t>          "raw_sum": 11.94711,</a:t>
            </a:r>
          </a:p>
          <a:p>
            <a:r>
              <a:t>          "raw_mean": 0.6287952631578948,</a:t>
            </a:r>
          </a:p>
          <a:p>
            <a:r>
              <a:t>          "value": 14.64569321042849,</a:t>
            </a:r>
          </a:p>
          <a:p>
            <a:r>
              <a:t>          "prior_start": "2025-10-01",</a:t>
            </a:r>
          </a:p>
          <a:p>
            <a:r>
              <a:t>          "prior_end": "2025-10-19",</a:t>
            </a:r>
          </a:p>
          <a:p>
            <a:r>
              <a:t>          "prior_days": 19,</a:t>
            </a:r>
          </a:p>
          <a:p>
            <a:r>
              <a:t>          "prior_raw_mean": 0.64301,</a:t>
            </a:r>
          </a:p>
          <a:p>
            <a:r>
              <a:t>          "prior_value": 14.9767782027214,</a:t>
            </a:r>
          </a:p>
          <a:p>
            <a:r>
              <a:t>          "yoy_fraction": -0.022106556417637924,</a:t>
            </a:r>
          </a:p>
          <a:p>
            <a:r>
              <a:t>          "yoy_pct": -2.2106556417637924,</a:t>
            </a:r>
          </a:p>
          <a:p>
            <a:r>
              <a:t>          "value_label": "14.6",</a:t>
            </a:r>
          </a:p>
          <a:p>
            <a:r>
              <a:t>          "yoy_label": "(-2.2%)",</a:t>
            </a:r>
          </a:p>
          <a:p>
            <a:r>
              <a:t>          "label": "14.6\n(-2.2%)"</a:t>
            </a:r>
          </a:p>
          <a:p>
            <a:r>
              <a:t>        }</a:t>
            </a:r>
          </a:p>
          <a:p>
            <a:r>
              <a:t>      ]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"formulas": {</a:t>
            </a:r>
          </a:p>
          <a:p>
            <a:r>
              <a:t>    "normalization": "raw_ratio/group_raw_max*100",</a:t>
            </a:r>
          </a:p>
          <a:p>
            <a:r>
              <a:t>    "monthly_average": "AVERAGE(normalized daily within actual start-end)",</a:t>
            </a:r>
          </a:p>
          <a:p>
            <a:r>
              <a:t>    "year_over_year": "current_mean/prior_same_period_mean-1",</a:t>
            </a:r>
          </a:p>
          <a:p>
            <a:r>
              <a:t>    "october": "2026Oct1~20 vs2025Oct1~20;2025Octplotpointfull31days",</a:t>
            </a:r>
          </a:p>
          <a:p>
            <a:r>
              <a:t>    "some": "monthly_documents/actual_calendar_days_or_Oct20",</a:t>
            </a:r>
          </a:p>
          <a:p>
            <a:r>
              <a:t>    "pos": "monthly_kg/calendar_days"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"metric": "Naverrelativeinterestnotsearchcounts/sales/preferences",</a:t>
            </a:r>
          </a:p>
          <a:p>
            <a:r>
              <a:t>  "analysis_end": "2026-10-19",</a:t>
            </a:r>
          </a:p>
          <a:p>
            <a:r>
              <a:t>  "original_query_capture_end": "2026-10-20",</a:t>
            </a:r>
          </a:p>
          <a:p>
            <a:r>
              <a:t>  "method": "trimdailycacheto19,recomputegroupmaxandmonthlydailymean;nointerpolation",</a:t>
            </a:r>
          </a:p>
          <a:p>
            <a:r>
              <a:t>  "latest_comparison": [</a:t>
            </a:r>
          </a:p>
          <a:p>
            <a:r>
              <a:t>    "2025-10-01..19",</a:t>
            </a:r>
          </a:p>
          <a:p>
            <a:r>
              <a:t>    "2026-10-01..19"</a:t>
            </a:r>
          </a:p>
          <a:p>
            <a:r>
              <a:t>  ],</a:t>
            </a:r>
          </a:p>
          <a:p>
            <a:r>
              <a:t>  "key": "chicken_base",</a:t>
            </a:r>
          </a:p>
          <a:p>
            <a:r>
              <a:t>  "insight": "2026.10.1~19 8개 묶음 모두 전년동기간 하락,\n콘소메 34.5→12.2(-64.8%)·후라이드 -61.5%로 감소폭 큼",</a:t>
            </a:r>
          </a:p>
          <a:p>
            <a:r>
              <a:t>  "series": [</a:t>
            </a:r>
          </a:p>
          <a:p>
            <a:r>
              <a:t>    {</a:t>
            </a:r>
          </a:p>
          <a:p>
            <a:r>
              <a:t>      "id": "NV_XC01",</a:t>
            </a:r>
          </a:p>
          <a:p>
            <a:r>
              <a:t>      "label": "튀김·후라이드",</a:t>
            </a:r>
          </a:p>
          <a:p>
            <a:r>
              <a:t>      "points": [</a:t>
            </a:r>
          </a:p>
          <a:p>
            <a:r>
              <a:t>        {</a:t>
            </a:r>
          </a:p>
          <a:p>
            <a:r>
              <a:t>          "group_id": "NV_XC01",</a:t>
            </a:r>
          </a:p>
          <a:p>
            <a:r>
              <a:t>          "month": "2025-01",</a:t>
            </a:r>
          </a:p>
          <a:p>
            <a:r>
              <a:t>          "start": "2025-01-01",</a:t>
            </a:r>
          </a:p>
          <a:p>
            <a:r>
              <a:t>          "end": "2025-01-31",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300.64811,</a:t>
            </a:r>
          </a:p>
          <a:p>
            <a:r>
              <a:t>          "raw_mean": 9.698326129032257,</a:t>
            </a:r>
          </a:p>
          <a:p>
            <a:r>
              <a:t>          "value": 9.698326129032257,</a:t>
            </a:r>
          </a:p>
          <a:p>
            <a:r>
              <a:t>          "prior_start": "2024-01-01",</a:t>
            </a:r>
          </a:p>
          <a:p>
            <a:r>
              <a:t>          "prior_end": "2024-01-31",</a:t>
            </a:r>
          </a:p>
          <a:p>
            <a:r>
              <a:t>          "prior_days": 31,</a:t>
            </a:r>
          </a:p>
          <a:p>
            <a:r>
              <a:t>          "prior_raw_mean": 10.065016774193548,</a:t>
            </a:r>
          </a:p>
          <a:p>
            <a:r>
              <a:t>          "prior_value": 10.065016774193548,</a:t>
            </a:r>
          </a:p>
          <a:p>
            <a:r>
              <a:t>          "yoy_fraction": -0.03643219414213772,</a:t>
            </a:r>
          </a:p>
          <a:p>
            <a:r>
              <a:t>          "yoy_pct": -3.643219414213772,</a:t>
            </a:r>
          </a:p>
          <a:p>
            <a:r>
              <a:t>          "value_label": "9.7",</a:t>
            </a:r>
          </a:p>
          <a:p>
            <a:r>
              <a:t>          "yoy_label": "(-3.6%)",</a:t>
            </a:r>
          </a:p>
          <a:p>
            <a:r>
              <a:t>          "label": "9.7\n(-3.6%)"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"NV_XC01",</a:t>
            </a:r>
          </a:p>
          <a:p>
            <a:r>
              <a:t>          "month": "2025-02",</a:t>
            </a:r>
          </a:p>
          <a:p>
            <a:r>
              <a:t>          "start": "2025-02-01",</a:t>
            </a:r>
          </a:p>
          <a:p>
            <a:r>
              <a:t>          "end": "2025-02-28",</a:t>
            </a:r>
          </a:p>
          <a:p>
            <a:r>
              <a:t>          "days": 28,</a:t>
            </a:r>
          </a:p>
          <a:p>
            <a:r>
              <a:t>          "partial": false,</a:t>
            </a:r>
          </a:p>
          <a:p>
            <a:r>
              <a:t>          "raw_sum": 225.79511,</a:t>
            </a:r>
          </a:p>
          <a:p>
            <a:r>
              <a:t>          "raw_mean": 8.064111071428572,</a:t>
            </a:r>
          </a:p>
          <a:p>
            <a:r>
              <a:t>          "value": 8.064111071428572,</a:t>
            </a:r>
          </a:p>
          <a:p>
            <a:r>
              <a:t>          "prior_start": "2024-02-01",</a:t>
            </a:r>
          </a:p>
          <a:p>
            <a:r>
              <a:t>          "prior_end": "2024-02-29",</a:t>
            </a:r>
          </a:p>
          <a:p>
            <a:r>
              <a:t>          "prior_days": 29,</a:t>
            </a:r>
          </a:p>
          <a:p>
            <a:r>
              <a:t>          "prior_raw_mean": 9.60817172413793,</a:t>
            </a:r>
          </a:p>
          <a:p>
            <a:r>
              <a:t>          "prior_value": 9.60817172413793,</a:t>
            </a:r>
          </a:p>
          <a:p>
            <a:r>
              <a:t>          "yoy_fraction": -0.16070285763422865,</a:t>
            </a:r>
          </a:p>
          <a:p>
            <a:r>
              <a:t>          "yoy_pct": -16.070285763422866,</a:t>
            </a:r>
          </a:p>
          <a:p>
            <a:r>
              <a:t>          "value_label": "8.1",</a:t>
            </a:r>
          </a:p>
          <a:p>
            <a:r>
              <a:t>          "yoy_label": "(-16.1%)",</a:t>
            </a:r>
          </a:p>
          <a:p>
            <a:r>
              <a:t>          "label": "8.1\n(-16.1%)"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"NV_XC01",</a:t>
            </a:r>
          </a:p>
          <a:p>
            <a:r>
              <a:t>          "month": "2025-03",</a:t>
            </a:r>
          </a:p>
          <a:p>
            <a:r>
              <a:t>          "start": "2025-03-01",</a:t>
            </a:r>
          </a:p>
          <a:p>
            <a:r>
              <a:t>          "end": "2025-03-31",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269.63651,</a:t>
            </a:r>
          </a:p>
          <a:p>
            <a:r>
              <a:t>          "raw_mean": 8.69795193548387,</a:t>
            </a:r>
          </a:p>
          <a:p>
            <a:r>
              <a:t>          "value": 8.69795193548387,</a:t>
            </a:r>
          </a:p>
          <a:p>
            <a:r>
              <a:t>          "prior_start": "2024-03-01",</a:t>
            </a:r>
          </a:p>
          <a:p>
            <a:r>
              <a:t>          "prior_end": "2024-03-31",</a:t>
            </a:r>
          </a:p>
          <a:p>
            <a:r>
              <a:t>          "prior_days": 31,</a:t>
            </a:r>
          </a:p>
          <a:p>
            <a:r>
              <a:t>          "prior_raw_mean": 9.479479032258064,</a:t>
            </a:r>
          </a:p>
          <a:p>
            <a:r>
              <a:t>          "prior_value": 9.479479032258064,</a:t>
            </a:r>
          </a:p>
          <a:p>
            <a:r>
              <a:t>          "yoy_fraction": -0.08244409783646411,</a:t>
            </a:r>
          </a:p>
          <a:p>
            <a:r>
              <a:t>          "yoy_pct": -8.244409783646411,</a:t>
            </a:r>
          </a:p>
          <a:p>
            <a:r>
              <a:t>          "value_label": "8.7",</a:t>
            </a:r>
          </a:p>
          <a:p>
            <a:r>
              <a:t>          "yoy_label": "(-8.2%)",</a:t>
            </a:r>
          </a:p>
          <a:p>
            <a:r>
              <a:t>          "label": "8.7\n(-8.2%)"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"NV_XC01",</a:t>
            </a:r>
          </a:p>
          <a:p>
            <a:r>
              <a:t>          "month": "2025-04",</a:t>
            </a:r>
          </a:p>
          <a:p>
            <a:r>
              <a:t>          "start": "2025-04-01",</a:t>
            </a:r>
          </a:p>
          <a:p>
            <a:r>
              <a:t>          "end": "2025-04-30",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224.42323,</a:t>
            </a:r>
          </a:p>
          <a:p>
            <a:r>
              <a:t>          "raw_mean": 7.480774333333333,</a:t>
            </a:r>
          </a:p>
          <a:p>
            <a:r>
              <a:t>          "value": 7.480774333333333,</a:t>
            </a:r>
          </a:p>
          <a:p>
            <a:r>
              <a:t>          "prior_start": "2024-04-01",</a:t>
            </a:r>
          </a:p>
          <a:p>
            <a:r>
              <a:t>          "prior_end": "2024-04-30",</a:t>
            </a:r>
          </a:p>
          <a:p>
            <a:r>
              <a:t>          "prior_days": 30,</a:t>
            </a:r>
          </a:p>
          <a:p>
            <a:r>
              <a:t>          "prior_raw_mean": 8.736615,</a:t>
            </a:r>
          </a:p>
          <a:p>
            <a:r>
              <a:t>          "prior_value": 8.736615,</a:t>
            </a:r>
          </a:p>
          <a:p>
            <a:r>
              <a:t>          "yoy_fraction": -0.1437445356887842,</a:t>
            </a:r>
          </a:p>
          <a:p>
            <a:r>
              <a:t>          "yoy_pct": -14.37445356887842,</a:t>
            </a:r>
          </a:p>
          <a:p>
            <a:r>
              <a:t>          "value_label": "7.5",</a:t>
            </a:r>
          </a:p>
          <a:p>
            <a:r>
              <a:t>          "yoy_label": "(-14.4%)",</a:t>
            </a:r>
          </a:p>
          <a:p>
            <a:r>
              <a:t>          "label": "7.5\n(-14.4%)"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"NV_XC01",</a:t>
            </a:r>
          </a:p>
          <a:p>
            <a:r>
              <a:t>          "month": "2025-05",</a:t>
            </a:r>
          </a:p>
          <a:p>
            <a:r>
              <a:t>          "start": "2025-05-01",</a:t>
            </a:r>
          </a:p>
          <a:p>
            <a:r>
              <a:t>          "end": "2025-05-31",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384.3056,</a:t>
            </a:r>
          </a:p>
          <a:p>
            <a:r>
              <a:t>          "raw_mean": 12.396954838709679,</a:t>
            </a:r>
          </a:p>
          <a:p>
            <a:r>
              <a:t>          "value": 12.396954838709679,</a:t>
            </a:r>
          </a:p>
          <a:p>
            <a:r>
              <a:t>          "prior_start": "2024-05-01",</a:t>
            </a:r>
          </a:p>
          <a:p>
            <a:r>
              <a:t>          "prior_end": "2024-05-31",</a:t>
            </a:r>
          </a:p>
          <a:p>
            <a:r>
              <a:t>          "prior_days": 31,</a:t>
            </a:r>
          </a:p>
          <a:p>
            <a:r>
              <a:t>          "prior_raw_mean": 10.216263548387095,</a:t>
            </a:r>
          </a:p>
          <a:p>
            <a:r>
              <a:t>          "prior_value": 10.216263548387095,</a:t>
            </a:r>
          </a:p>
          <a:p>
            <a:r>
              <a:t>          "yoy_fraction": 0.21345292043360242,</a:t>
            </a:r>
          </a:p>
          <a:p>
            <a:r>
              <a:t>          "yoy_pct": 21.345292043360242,</a:t>
            </a:r>
          </a:p>
          <a:p>
            <a:r>
              <a:t>          "value_label": "12.4",</a:t>
            </a:r>
          </a:p>
          <a:p>
            <a:r>
              <a:t>          "yoy_label": "(+21.3%)",</a:t>
            </a:r>
          </a:p>
          <a:p>
            <a:r>
              <a:t>          "label": "12.4\n(+21.3%)"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"NV_XC01",</a:t>
            </a:r>
          </a:p>
          <a:p>
            <a:r>
              <a:t>          "month": "2025-06",</a:t>
            </a:r>
          </a:p>
          <a:p>
            <a:r>
              <a:t>          "start": "2025-06-01",</a:t>
            </a:r>
          </a:p>
          <a:p>
            <a:r>
              <a:t>          "end": "2025-06-30",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248.96712,</a:t>
            </a:r>
          </a:p>
          <a:p>
            <a:r>
              <a:t>          "raw_mean": 8.298904,</a:t>
            </a:r>
          </a:p>
          <a:p>
            <a:r>
              <a:t>          "value": 8.298904,</a:t>
            </a:r>
          </a:p>
          <a:p>
            <a:r>
              <a:t>          "prior_start": "2024-06-01",</a:t>
            </a:r>
          </a:p>
          <a:p>
            <a:r>
              <a:t>          "prior_end": "2024-06-30",</a:t>
            </a:r>
          </a:p>
          <a:p>
            <a:r>
              <a:t>          "prior_days": 30,</a:t>
            </a:r>
          </a:p>
          <a:p>
            <a:r>
              <a:t>          "prior_raw_mean": 10.308049666666667,</a:t>
            </a:r>
          </a:p>
          <a:p>
            <a:r>
              <a:t>          "prior_value": 10.308049666666667,</a:t>
            </a:r>
          </a:p>
          <a:p>
            <a:r>
              <a:t>          "yoy_fraction": -0.19491035953810731,</a:t>
            </a:r>
          </a:p>
          <a:p>
            <a:r>
              <a:t>          "yoy_pct": -19.49103595381073,</a:t>
            </a:r>
          </a:p>
          <a:p>
            <a:r>
              <a:t>          "value_label": "8.3",</a:t>
            </a:r>
          </a:p>
          <a:p>
            <a:r>
              <a:t>          "yoy_label": "(-19.5%)",</a:t>
            </a:r>
          </a:p>
          <a:p>
            <a:r>
              <a:t>          "label": "8.3\n(-19.5%)"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"NV_XC01",</a:t>
            </a:r>
          </a:p>
          <a:p>
            <a:r>
              <a:t>          "month": "2025-07",</a:t>
            </a:r>
          </a:p>
          <a:p>
            <a:r>
              <a:t>          "start": "2025-07-01",</a:t>
            </a:r>
          </a:p>
          <a:p>
            <a:r>
              <a:t>          "end": "2025-07-31",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287.93894,</a:t>
            </a:r>
          </a:p>
          <a:p>
            <a:r>
              <a:t>          "raw_mean": 9.288352903225807,</a:t>
            </a:r>
          </a:p>
          <a:p>
            <a:r>
              <a:t>          "value": 9.288352903225807,</a:t>
            </a:r>
          </a:p>
          <a:p>
            <a:r>
              <a:t>          "prior_start": "2024-07-01",</a:t>
            </a:r>
          </a:p>
          <a:p>
            <a:r>
              <a:t>          "prior_end": "2024-07-31",</a:t>
            </a:r>
          </a:p>
          <a:p>
            <a:r>
              <a:t>          "prior_days": 31,</a:t>
            </a:r>
          </a:p>
          <a:p>
            <a:r>
              <a:t>          "prior_raw_mean": 9.352547741935485,</a:t>
            </a:r>
          </a:p>
          <a:p>
            <a:r>
              <a:t>          "prior_value": 9.352547741935485,</a:t>
            </a:r>
          </a:p>
          <a:p>
            <a:r>
              <a:t>          "yoy_fraction": -0.006863887839015037,</a:t>
            </a:r>
          </a:p>
          <a:p>
            <a:r>
              <a:t>          "yoy_pct": -0.6863887839015037,</a:t>
            </a:r>
          </a:p>
          <a:p>
            <a:r>
              <a:t>          "value_label": "9.3",</a:t>
            </a:r>
          </a:p>
          <a:p>
            <a:r>
              <a:t>          "yoy_label": "(-0.7%)",</a:t>
            </a:r>
          </a:p>
          <a:p>
            <a:r>
              <a:t>          "label": "9.3\n(-0.7%)"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"NV_XC01",</a:t>
            </a:r>
          </a:p>
          <a:p>
            <a:r>
              <a:t>          "month": "2025-08",</a:t>
            </a:r>
          </a:p>
          <a:p>
            <a:r>
              <a:t>          "start": "2025-08-01",</a:t>
            </a:r>
          </a:p>
          <a:p>
            <a:r>
              <a:t>          "end": "2025-08-31",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273.63167,</a:t>
            </a:r>
          </a:p>
          <a:p>
            <a:r>
              <a:t>          "raw_mean": 8.826828064516128,</a:t>
            </a:r>
          </a:p>
          <a:p>
            <a:r>
              <a:t>          "value": 8.826828064516128,</a:t>
            </a:r>
          </a:p>
          <a:p>
            <a:r>
              <a:t>          "prior_start": "2024-08-01",</a:t>
            </a:r>
          </a:p>
          <a:p>
            <a:r>
              <a:t>          "prior_end": "2024-08-31",</a:t>
            </a:r>
          </a:p>
          <a:p>
            <a:r>
              <a:t>          "prior_days": 31,</a:t>
            </a:r>
          </a:p>
          <a:p>
            <a:r>
              <a:t>          "prior_raw_mean": 9.099657741935482,</a:t>
            </a:r>
          </a:p>
          <a:p>
            <a:r>
              <a:t>          "prior_value": 9.099657741935482,</a:t>
            </a:r>
          </a:p>
          <a:p>
            <a:r>
              <a:t>          "yoy_fraction": -0.029982410894645817,</a:t>
            </a:r>
          </a:p>
          <a:p>
            <a:r>
              <a:t>          "yoy_pct": -2.9982410894645817,</a:t>
            </a:r>
          </a:p>
          <a:p>
            <a:r>
              <a:t>          "value_label": "8.8",</a:t>
            </a:r>
          </a:p>
          <a:p>
            <a:r>
              <a:t>          "yoy_label": "(-3.0%)",</a:t>
            </a:r>
          </a:p>
          <a:p>
            <a:r>
              <a:t>          "label": "8.8\n(-3.0%)"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"NV_XC01",</a:t>
            </a:r>
          </a:p>
          <a:p>
            <a:r>
              <a:t>          "month": "2025-09",</a:t>
            </a:r>
          </a:p>
          <a:p>
            <a:r>
              <a:t>          "start": "2025-09-01",</a:t>
            </a:r>
          </a:p>
          <a:p>
            <a:r>
              <a:t>          "end": "2025-09-30",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236.72534,</a:t>
            </a:r>
          </a:p>
          <a:p>
            <a:r>
              <a:t>          "raw_mean": 7.890844666666666,</a:t>
            </a:r>
          </a:p>
          <a:p>
            <a:r>
              <a:t>          "value": 7.890844666666666,</a:t>
            </a:r>
          </a:p>
          <a:p>
            <a:r>
              <a:t>          "prior_start": "2024-09-01",</a:t>
            </a:r>
          </a:p>
          <a:p>
            <a:r>
              <a:t>          "prior_end": "2024-09-30",</a:t>
            </a:r>
          </a:p>
          <a:p>
            <a:r>
              <a:t>          "prior_days": 30,</a:t>
            </a:r>
          </a:p>
          <a:p>
            <a:r>
              <a:t>          "prior_raw_mean": 10.110553000000001,</a:t>
            </a:r>
          </a:p>
          <a:p>
            <a:r>
              <a:t>          "prior_value": 10.110553000000001,</a:t>
            </a:r>
          </a:p>
          <a:p>
            <a:r>
              <a:t>          "yoy_fraction": -0.21954371173696774,</a:t>
            </a:r>
          </a:p>
          <a:p>
            <a:r>
              <a:t>          "yoy_pct": -21.954371173696774,</a:t>
            </a:r>
          </a:p>
          <a:p>
            <a:r>
              <a:t>          "value_label": "7.9",</a:t>
            </a:r>
          </a:p>
          <a:p>
            <a:r>
              <a:t>          "yoy_label": "(-22.0%)",</a:t>
            </a:r>
          </a:p>
          <a:p>
            <a:r>
              <a:t>          "label": "7.9\n(-22.0%)"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"NV_XC01",</a:t>
            </a:r>
          </a:p>
          <a:p>
            <a:r>
              <a:t>          "month": "2025-10",</a:t>
            </a:r>
          </a:p>
          <a:p>
            <a:r>
              <a:t>          "start": "2025-10-01",</a:t>
            </a:r>
          </a:p>
          <a:p>
            <a:r>
              <a:t>          "end": "2025-10-31",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238.08216000000002,</a:t>
            </a:r>
          </a:p>
          <a:p>
            <a:r>
              <a:t>          "raw_mean": 7.680069677419356,</a:t>
            </a:r>
          </a:p>
          <a:p>
            <a:r>
              <a:t>          "value": 7.680069677419356,</a:t>
            </a:r>
          </a:p>
          <a:p>
            <a:r>
              <a:t>          "prior_start": "2024-10-01",</a:t>
            </a:r>
          </a:p>
          <a:p>
            <a:r>
              <a:t>          "prior_end": "2024-10-31",</a:t>
            </a:r>
          </a:p>
          <a:p>
            <a:r>
              <a:t>          "prior_days": 31,</a:t>
            </a:r>
          </a:p>
          <a:p>
            <a:r>
              <a:t>          "prior_raw_mean": 9.414797741935484,</a:t>
            </a:r>
          </a:p>
          <a:p>
            <a:r>
              <a:t>          "prior_value": 9.414797741935484,</a:t>
            </a:r>
          </a:p>
          <a:p>
            <a:r>
              <a:t>          "yoy_fraction": -0.18425547866942327,</a:t>
            </a:r>
          </a:p>
          <a:p>
            <a:r>
              <a:t>          "yoy_pct": -18.425547866942328,</a:t>
            </a:r>
          </a:p>
          <a:p>
            <a:r>
              <a:t>          "value_label": "7.7",</a:t>
            </a:r>
          </a:p>
          <a:p>
            <a:r>
              <a:t>          "yoy_label": "(-18.4%)",</a:t>
            </a:r>
          </a:p>
          <a:p>
            <a:r>
              <a:t>          "label": "7.7\n(-18.4%)"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"NV_XC01",</a:t>
            </a:r>
          </a:p>
          <a:p>
            <a:r>
              <a:t>          "month": "2025-11",</a:t>
            </a:r>
          </a:p>
          <a:p>
            <a:r>
              <a:t>          "start": "2025-11-01",</a:t>
            </a:r>
          </a:p>
          <a:p>
            <a:r>
              <a:t>          "end": "2025-11-30",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234.78051,</a:t>
            </a:r>
          </a:p>
          <a:p>
            <a:r>
              <a:t>          "raw_mean": 7.826016999999999,</a:t>
            </a:r>
          </a:p>
          <a:p>
            <a:r>
              <a:t>          "value": 7.826016999999999,</a:t>
            </a:r>
          </a:p>
          <a:p>
            <a:r>
              <a:t>          "prior_start": "2024-11-01",</a:t>
            </a:r>
          </a:p>
          <a:p>
            <a:r>
              <a:t>          "prior_end": "2024-11-30",</a:t>
            </a:r>
          </a:p>
          <a:p>
            <a:r>
              <a:t>          "prior_days": 30,</a:t>
            </a:r>
          </a:p>
          <a:p>
            <a:r>
              <a:t>          "prior_raw_mean": 8.855214,</a:t>
            </a:r>
          </a:p>
          <a:p>
            <a:r>
              <a:t>          "prior_value": 8.855214,</a:t>
            </a:r>
          </a:p>
          <a:p>
            <a:r>
              <a:t>          "yoy_fraction": -0.11622497208988969,</a:t>
            </a:r>
          </a:p>
          <a:p>
            <a:r>
              <a:t>          "yoy_pct": -11.62249720898897,</a:t>
            </a:r>
          </a:p>
          <a:p>
            <a:r>
              <a:t>          "value_label": "7.8",</a:t>
            </a:r>
          </a:p>
          <a:p>
            <a:r>
              <a:t>          "yoy_label": "(-11.6%)",</a:t>
            </a:r>
          </a:p>
          <a:p>
            <a:r>
              <a:t>          "label": "7.8\n(-11.6%)"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"NV_XC01",</a:t>
            </a:r>
          </a:p>
          <a:p>
            <a:r>
              <a:t>          "month": "2025-12",</a:t>
            </a:r>
          </a:p>
          <a:p>
            <a:r>
              <a:t>          "start": "2025-12-01",</a:t>
            </a:r>
          </a:p>
          <a:p>
            <a:r>
              <a:t>          "end": "2025-12-31",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260.1687,</a:t>
            </a:r>
          </a:p>
          <a:p>
            <a:r>
              <a:t>          "raw_mean": 8.392538709677419,</a:t>
            </a:r>
          </a:p>
          <a:p>
            <a:r>
              <a:t>          "value": 8.392538709677419,</a:t>
            </a:r>
          </a:p>
          <a:p>
            <a:r>
              <a:t>          "prior_start": "2024-12-01",</a:t>
            </a:r>
          </a:p>
          <a:p>
            <a:r>
              <a:t>          "prior_end": "2024-12-31",</a:t>
            </a:r>
          </a:p>
          <a:p>
            <a:r>
              <a:t>          "prior_days": 31,</a:t>
            </a:r>
          </a:p>
          <a:p>
            <a:r>
              <a:t>          "prior_raw_mean": 10.440947419354838,</a:t>
            </a:r>
          </a:p>
          <a:p>
            <a:r>
              <a:t>          "prior_value": 10.440947419354838,</a:t>
            </a:r>
          </a:p>
          <a:p>
            <a:r>
              <a:t>          "yoy_fraction": -0.19618992677620373,</a:t>
            </a:r>
          </a:p>
          <a:p>
            <a:r>
              <a:t>          "yoy_pct": -19.618992677620373,</a:t>
            </a:r>
          </a:p>
          <a:p>
            <a:r>
              <a:t>          "value_label": "8.4",</a:t>
            </a:r>
          </a:p>
          <a:p>
            <a:r>
              <a:t>          "yoy_label": "(-19.6%)",</a:t>
            </a:r>
          </a:p>
          <a:p>
            <a:r>
              <a:t>          "label": "8.4\n(-19.6%)"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"NV_XC01",</a:t>
            </a:r>
          </a:p>
          <a:p>
            <a:r>
              <a:t>          "month": "2026-01",</a:t>
            </a:r>
          </a:p>
          <a:p>
            <a:r>
              <a:t>          "start": "2026-01-01",</a:t>
            </a:r>
          </a:p>
          <a:p>
            <a:r>
              <a:t>          "end": "2026-01-31",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239.51439,</a:t>
            </a:r>
          </a:p>
          <a:p>
            <a:r>
              <a:t>          "raw_mean": 7.72627064516129,</a:t>
            </a:r>
          </a:p>
          <a:p>
            <a:r>
              <a:t>          "value": 7.72627064516129,</a:t>
            </a:r>
          </a:p>
          <a:p>
            <a:r>
              <a:t>          "prior_start": "2025-01-01",</a:t>
            </a:r>
          </a:p>
          <a:p>
            <a:r>
              <a:t>          "prior_end": "2025-01-31",</a:t>
            </a:r>
          </a:p>
          <a:p>
            <a:r>
              <a:t>          "prior_days": 31,</a:t>
            </a:r>
          </a:p>
          <a:p>
            <a:r>
              <a:t>          "prior_raw_mean": 9.698326129032257,</a:t>
            </a:r>
          </a:p>
          <a:p>
            <a:r>
              <a:t>          "prior_value": 9.698326129032257,</a:t>
            </a:r>
          </a:p>
          <a:p>
            <a:r>
              <a:t>          "yoy_fraction": -0.20333977818786209,</a:t>
            </a:r>
          </a:p>
          <a:p>
            <a:r>
              <a:t>          "yoy_pct": -20.33397781878621,</a:t>
            </a:r>
          </a:p>
          <a:p>
            <a:r>
              <a:t>          "value_label": "7.7",</a:t>
            </a:r>
          </a:p>
          <a:p>
            <a:r>
              <a:t>          "yoy_label": "(-20.3%)",</a:t>
            </a:r>
          </a:p>
          <a:p>
            <a:r>
              <a:t>          "label": "7.7\n(-20.3%)"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"NV_XC01",</a:t>
            </a:r>
          </a:p>
          <a:p>
            <a:r>
              <a:t>          "month": "2026-02",</a:t>
            </a:r>
          </a:p>
          <a:p>
            <a:r>
              <a:t>          "start": "2026-02-01",</a:t>
            </a:r>
          </a:p>
          <a:p>
            <a:r>
              <a:t>          "end": "2026-02-28",</a:t>
            </a:r>
          </a:p>
          <a:p>
            <a:r>
              <a:t>          "days": 28,</a:t>
            </a:r>
          </a:p>
          <a:p>
            <a:r>
              <a:t>          "partial": false,</a:t>
            </a:r>
          </a:p>
          <a:p>
            <a:r>
              <a:t>          "raw_sum": 183.83825,</a:t>
            </a:r>
          </a:p>
          <a:p>
            <a:r>
              <a:t>          "raw_mean": 6.5656517857142855,</a:t>
            </a:r>
          </a:p>
          <a:p>
            <a:r>
              <a:t>          "value": 6.5656517857142855,</a:t>
            </a:r>
          </a:p>
          <a:p>
            <a:r>
              <a:t>          "prior_start": "2025-02-01",</a:t>
            </a:r>
          </a:p>
          <a:p>
            <a:r>
              <a:t>          "prior_end": "2025-02-28",</a:t>
            </a:r>
          </a:p>
          <a:p>
            <a:r>
              <a:t>          "prior_days": 28,</a:t>
            </a:r>
          </a:p>
          <a:p>
            <a:r>
              <a:t>          "prior_raw_mean": 8.064111071428572,</a:t>
            </a:r>
          </a:p>
          <a:p>
            <a:r>
              <a:t>          "prior_value": 8.064111071428572,</a:t>
            </a:r>
          </a:p>
          <a:p>
            <a:r>
              <a:t>          "yoy_fraction": -0.18581828455009508,</a:t>
            </a:r>
          </a:p>
          <a:p>
            <a:r>
              <a:t>          "yoy_pct": -18.581828455009507,</a:t>
            </a:r>
          </a:p>
          <a:p>
            <a:r>
              <a:t>          "value_label": "6.6",</a:t>
            </a:r>
          </a:p>
          <a:p>
            <a:r>
              <a:t>          "yoy_label": "(-18.6%)",</a:t>
            </a:r>
          </a:p>
          <a:p>
            <a:r>
              <a:t>          "label": "6.6\n(-18.6%)"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"NV_XC01",</a:t>
            </a:r>
          </a:p>
          <a:p>
            <a:r>
              <a:t>          "month": "2026-03",</a:t>
            </a:r>
          </a:p>
          <a:p>
            <a:r>
              <a:t>          "start": "2026-03-01",</a:t>
            </a:r>
          </a:p>
          <a:p>
            <a:r>
              <a:t>          "end": "2026-03-31",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196.89416,</a:t>
            </a:r>
          </a:p>
          <a:p>
            <a:r>
              <a:t>          "raw_mean": 6.351424516129033,</a:t>
            </a:r>
          </a:p>
          <a:p>
            <a:r>
              <a:t>          "value": 6.351424516129033,</a:t>
            </a:r>
          </a:p>
          <a:p>
            <a:r>
              <a:t>          "prior_start": "2025-03-01",</a:t>
            </a:r>
          </a:p>
          <a:p>
            <a:r>
              <a:t>          "prior_end": "2025-03-31",</a:t>
            </a:r>
          </a:p>
          <a:p>
            <a:r>
              <a:t>          "prior_days": 31,</a:t>
            </a:r>
          </a:p>
          <a:p>
            <a:r>
              <a:t>          "prior_raw_mean": 8.69795193548387,</a:t>
            </a:r>
          </a:p>
          <a:p>
            <a:r>
              <a:t>          "prior_value": 8.69795193548387,</a:t>
            </a:r>
          </a:p>
          <a:p>
            <a:r>
              <a:t>          "yoy_fraction": -0.2697793039970735,</a:t>
            </a:r>
          </a:p>
          <a:p>
            <a:r>
              <a:t>          "yoy_pct": -26.97793039970735,</a:t>
            </a:r>
          </a:p>
          <a:p>
            <a:r>
              <a:t>          "value_label": "6.4",</a:t>
            </a:r>
          </a:p>
          <a:p>
            <a:r>
              <a:t>          "yoy_label": "(-27.0%)",</a:t>
            </a:r>
          </a:p>
          <a:p>
            <a:r>
              <a:t>          "label": "6.4\n(-27.0%)"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"NV_XC01",</a:t>
            </a:r>
          </a:p>
          <a:p>
            <a:r>
              <a:t>          "month": "2026-04",</a:t>
            </a:r>
          </a:p>
          <a:p>
            <a:r>
              <a:t>          "start": "2026-04-01",</a:t>
            </a:r>
          </a:p>
          <a:p>
            <a:r>
              <a:t>          "end": "2026-04-30",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258.16355,</a:t>
            </a:r>
          </a:p>
          <a:p>
            <a:r>
              <a:t>          "raw_mean": 8.605451666666665,</a:t>
            </a:r>
          </a:p>
          <a:p>
            <a:r>
              <a:t>          "value": 8.605451666666665,</a:t>
            </a:r>
          </a:p>
          <a:p>
            <a:r>
              <a:t>          "prior_start": "2025-04-01",</a:t>
            </a:r>
          </a:p>
          <a:p>
            <a:r>
              <a:t>          "prior_end": "2025-04-30",</a:t>
            </a:r>
          </a:p>
          <a:p>
            <a:r>
              <a:t>          "prior_days": 30,</a:t>
            </a:r>
          </a:p>
          <a:p>
            <a:r>
              <a:t>          "prior_raw_mean": 7.480774333333333,</a:t>
            </a:r>
          </a:p>
          <a:p>
            <a:r>
              <a:t>          "prior_value": 7.480774333333333,</a:t>
            </a:r>
          </a:p>
          <a:p>
            <a:r>
              <a:t>          "yoy_fraction": 0.15034236874676465,</a:t>
            </a:r>
          </a:p>
          <a:p>
            <a:r>
              <a:t>          "yoy_pct": 15.034236874676466,</a:t>
            </a:r>
          </a:p>
          <a:p>
            <a:r>
              <a:t>          "value_label": "8.6",</a:t>
            </a:r>
          </a:p>
          <a:p>
            <a:r>
              <a:t>          "yoy_label": "(+15.0%)",</a:t>
            </a:r>
          </a:p>
          <a:p>
            <a:r>
              <a:t>          "label": "8.6\n(+15.0%)"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"NV_XC01",</a:t>
            </a:r>
          </a:p>
          <a:p>
            <a:r>
              <a:t>          "month": "2026-05",</a:t>
            </a:r>
          </a:p>
          <a:p>
            <a:r>
              <a:t>          "start": "2026-05-01",</a:t>
            </a:r>
          </a:p>
          <a:p>
            <a:r>
              <a:t>          "end": "2026-05-31",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224.66439,</a:t>
            </a:r>
          </a:p>
          <a:p>
            <a:r>
              <a:t>          "raw_mean": 7.2472383870967745,</a:t>
            </a:r>
          </a:p>
          <a:p>
            <a:r>
              <a:t>          "value": 7.2472383870967745,</a:t>
            </a:r>
          </a:p>
          <a:p>
            <a:r>
              <a:t>          "prior_start": "2025-05-01",</a:t>
            </a:r>
          </a:p>
          <a:p>
            <a:r>
              <a:t>          "prior_end": "2025-05-31",</a:t>
            </a:r>
          </a:p>
          <a:p>
            <a:r>
              <a:t>          "prior_days": 31,</a:t>
            </a:r>
          </a:p>
          <a:p>
            <a:r>
              <a:t>          "prior_raw_mean": 12.396954838709679,</a:t>
            </a:r>
          </a:p>
          <a:p>
            <a:r>
              <a:t>          "prior_value": 12.396954838709679,</a:t>
            </a:r>
          </a:p>
          <a:p>
            <a:r>
              <a:t>          "yoy_fraction": -0.41540172716712953,</a:t>
            </a:r>
          </a:p>
          <a:p>
            <a:r>
              <a:t>          "yoy_pct": -41.54017271671295,</a:t>
            </a:r>
          </a:p>
          <a:p>
            <a:r>
              <a:t>          "value_label": "7.2",</a:t>
            </a:r>
          </a:p>
          <a:p>
            <a:r>
              <a:t>          "yoy_label": "(-41.5%)",</a:t>
            </a:r>
          </a:p>
          <a:p>
            <a:r>
              <a:t>          "label": "7.2\n(-41.5%)"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"NV_XC01",</a:t>
            </a:r>
          </a:p>
          <a:p>
            <a:r>
              <a:t>          "month": "2026-06",</a:t>
            </a:r>
          </a:p>
          <a:p>
            <a:r>
              <a:t>          "start": "2026-06-01",</a:t>
            </a:r>
          </a:p>
          <a:p>
            <a:r>
              <a:t>          "end": "2026-06-30",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184.72773,</a:t>
            </a:r>
          </a:p>
          <a:p>
            <a:r>
              <a:t>          "raw_mean": 6.157591,</a:t>
            </a:r>
          </a:p>
          <a:p>
            <a:r>
              <a:t>          "value": 6.157591,</a:t>
            </a:r>
          </a:p>
          <a:p>
            <a:r>
              <a:t>          "prior_start": "2025-06-01",</a:t>
            </a:r>
          </a:p>
          <a:p>
            <a:r>
              <a:t>          "prior_end": "2025-06-30",</a:t>
            </a:r>
          </a:p>
          <a:p>
            <a:r>
              <a:t>          "prior_days": 30,</a:t>
            </a:r>
          </a:p>
          <a:p>
            <a:r>
              <a:t>          "prior_raw_mean": 8.298904,</a:t>
            </a:r>
          </a:p>
          <a:p>
            <a:r>
              <a:t>          "prior_value": 8.298904,</a:t>
            </a:r>
          </a:p>
          <a:p>
            <a:r>
              <a:t>          "yoy_fraction": -0.2580235896209909,</a:t>
            </a:r>
          </a:p>
          <a:p>
            <a:r>
              <a:t>          "yoy_pct": -25.802358962099092,</a:t>
            </a:r>
          </a:p>
          <a:p>
            <a:r>
              <a:t>          "value_label": "6.2",</a:t>
            </a:r>
          </a:p>
          <a:p>
            <a:r>
              <a:t>          "yoy_label": "(-25.8%)",</a:t>
            </a:r>
          </a:p>
          <a:p>
            <a:r>
              <a:t>          "label": "6.2\n(-25.8%)"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"NV_XC01",</a:t>
            </a:r>
          </a:p>
          <a:p>
            <a:r>
              <a:t>          "month": "2026-07",</a:t>
            </a:r>
          </a:p>
          <a:p>
            <a:r>
              <a:t>          "start": "2026-07-01",</a:t>
            </a:r>
          </a:p>
          <a:p>
            <a:r>
              <a:t>          "end": "2026-07-31",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183.55179,</a:t>
            </a:r>
          </a:p>
          <a:p>
            <a:r>
              <a:t>          "raw_mean": 5.921025483870968,</a:t>
            </a:r>
          </a:p>
          <a:p>
            <a:r>
              <a:t>          "value": 5.921025483870968,</a:t>
            </a:r>
          </a:p>
          <a:p>
            <a:r>
              <a:t>          "prior_start": "2025-07-01",</a:t>
            </a:r>
          </a:p>
          <a:p>
            <a:r>
              <a:t>          "prior_end": "2025-07-31",</a:t>
            </a:r>
          </a:p>
          <a:p>
            <a:r>
              <a:t>          "prior_days": 31,</a:t>
            </a:r>
          </a:p>
          <a:p>
            <a:r>
              <a:t>          "prior_raw_mean": 9.288352903225807,</a:t>
            </a:r>
          </a:p>
          <a:p>
            <a:r>
              <a:t>          "prior_value": 9.288352903225807,</a:t>
            </a:r>
          </a:p>
          <a:p>
            <a:r>
              <a:t>          "yoy_fraction": -0.36253224381530325,</a:t>
            </a:r>
          </a:p>
          <a:p>
            <a:r>
              <a:t>          "yoy_pct": -36.25322438153032,</a:t>
            </a:r>
          </a:p>
          <a:p>
            <a:r>
              <a:t>          "value_label": "5.9",</a:t>
            </a:r>
          </a:p>
          <a:p>
            <a:r>
              <a:t>          "yoy_label": "(-36.3%)",</a:t>
            </a:r>
          </a:p>
          <a:p>
            <a:r>
              <a:t>          "label": "5.9\n(-36.3%)"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"NV_XC01",</a:t>
            </a:r>
          </a:p>
          <a:p>
            <a:r>
              <a:t>          "month": "2026-08",</a:t>
            </a:r>
          </a:p>
          <a:p>
            <a:r>
              <a:t>          "start": "2026-08-01",</a:t>
            </a:r>
          </a:p>
          <a:p>
            <a:r>
              <a:t>          "end": "2026-08-31",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159.6561,</a:t>
            </a:r>
          </a:p>
          <a:p>
            <a:r>
              <a:t>          "raw_mean": 5.150196774193549,</a:t>
            </a:r>
          </a:p>
          <a:p>
            <a:r>
              <a:t>          "value": 5.150196774193549,</a:t>
            </a:r>
          </a:p>
          <a:p>
            <a:r>
              <a:t>          "prior_start": "2025-08-01",</a:t>
            </a:r>
          </a:p>
          <a:p>
            <a:r>
              <a:t>          "prior_end": "2025-08-31",</a:t>
            </a:r>
          </a:p>
          <a:p>
            <a:r>
              <a:t>          "prior_days": 31,</a:t>
            </a:r>
          </a:p>
          <a:p>
            <a:r>
              <a:t>          "prior_raw_mean": 8.826828064516128,</a:t>
            </a:r>
          </a:p>
          <a:p>
            <a:r>
              <a:t>          "prior_value": 8.826828064516128,</a:t>
            </a:r>
          </a:p>
          <a:p>
            <a:r>
              <a:t>          "yoy_fraction": -0.4165291612626564,</a:t>
            </a:r>
          </a:p>
          <a:p>
            <a:r>
              <a:t>          "yoy_pct": -41.65291612626564,</a:t>
            </a:r>
          </a:p>
          <a:p>
            <a:r>
              <a:t>          "value_label": "5.2",</a:t>
            </a:r>
          </a:p>
          <a:p>
            <a:r>
              <a:t>          "yoy_label": "(-41.7%)",</a:t>
            </a:r>
          </a:p>
          <a:p>
            <a:r>
              <a:t>          "label": "5.2\n(-41.7%)"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"NV_XC01",</a:t>
            </a:r>
          </a:p>
          <a:p>
            <a:r>
              <a:t>          "month": "2026-09",</a:t>
            </a:r>
          </a:p>
          <a:p>
            <a:r>
              <a:t>          "start": "2026-09-01",</a:t>
            </a:r>
          </a:p>
          <a:p>
            <a:r>
              <a:t>          "end": "2026-09-30",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101.85421,</a:t>
            </a:r>
          </a:p>
          <a:p>
            <a:r>
              <a:t>          "raw_mean": 3.395140333333333,</a:t>
            </a:r>
          </a:p>
          <a:p>
            <a:r>
              <a:t>          "value": 3.3951403333333334,</a:t>
            </a:r>
          </a:p>
          <a:p>
            <a:r>
              <a:t>          "prior_start": "2025-09-01",</a:t>
            </a:r>
          </a:p>
          <a:p>
            <a:r>
              <a:t>          "prior_end": "2025-09-30",</a:t>
            </a:r>
          </a:p>
          <a:p>
            <a:r>
              <a:t>          "prior_days": 30,</a:t>
            </a:r>
          </a:p>
          <a:p>
            <a:r>
              <a:t>          "prior_raw_mean": 7.890844666666666,</a:t>
            </a:r>
          </a:p>
          <a:p>
            <a:r>
              <a:t>          "prior_value": 7.890844666666666,</a:t>
            </a:r>
          </a:p>
          <a:p>
            <a:r>
              <a:t>          "yoy_fraction": -0.5697367675129329,</a:t>
            </a:r>
          </a:p>
          <a:p>
            <a:r>
              <a:t>          "yoy_pct": -56.97367675129329,</a:t>
            </a:r>
          </a:p>
          <a:p>
            <a:r>
              <a:t>          "value_label": "3.4",</a:t>
            </a:r>
          </a:p>
          <a:p>
            <a:r>
              <a:t>          "yoy_label": "(-57.0%)",</a:t>
            </a:r>
          </a:p>
          <a:p>
            <a:r>
              <a:t>          "label": "3.4\n(-57.0%)"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"NV_XC01",</a:t>
            </a:r>
          </a:p>
          <a:p>
            <a:r>
              <a:t>          "month": "2026-10",</a:t>
            </a:r>
          </a:p>
          <a:p>
            <a:r>
              <a:t>          "start": "2026-10-01",</a:t>
            </a:r>
          </a:p>
          <a:p>
            <a:r>
              <a:t>          "end": "2026-10-19",</a:t>
            </a:r>
          </a:p>
          <a:p>
            <a:r>
              <a:t>          "days": 19,</a:t>
            </a:r>
          </a:p>
          <a:p>
            <a:r>
              <a:t>          "partial": true,</a:t>
            </a:r>
          </a:p>
          <a:p>
            <a:r>
              <a:t>          "raw_sum": 56.98769,</a:t>
            </a:r>
          </a:p>
          <a:p>
            <a:r>
              <a:t>          "raw_mean": 2.9993521052631578,</a:t>
            </a:r>
          </a:p>
          <a:p>
            <a:r>
              <a:t>          "value": 2.9993521052631578,</a:t>
            </a:r>
          </a:p>
          <a:p>
            <a:r>
              <a:t>          "prior_start": "2025-10-01",</a:t>
            </a:r>
          </a:p>
          <a:p>
            <a:r>
              <a:t>          "prior_end": "2025-10-19",</a:t>
            </a:r>
          </a:p>
          <a:p>
            <a:r>
              <a:t>          "prior_days": 19,</a:t>
            </a:r>
          </a:p>
          <a:p>
            <a:r>
              <a:t>          "prior_raw_mean": 7.797530526315789,</a:t>
            </a:r>
          </a:p>
          <a:p>
            <a:r>
              <a:t>          "prior_value": 7.797530526315789,</a:t>
            </a:r>
          </a:p>
          <a:p>
            <a:r>
              <a:t>          "yoy_fraction": -0.6153458976350678,</a:t>
            </a:r>
          </a:p>
          <a:p>
            <a:r>
              <a:t>          "yoy_pct": -61.53458976350677,</a:t>
            </a:r>
          </a:p>
          <a:p>
            <a:r>
              <a:t>          "value_label": "3.0",</a:t>
            </a:r>
          </a:p>
          <a:p>
            <a:r>
              <a:t>          "yoy_label": "(-61.5%)",</a:t>
            </a:r>
          </a:p>
          <a:p>
            <a:r>
              <a:t>          "label": "3.0\n(-61.5%)"</a:t>
            </a:r>
          </a:p>
          <a:p>
            <a:r>
              <a:t>        }</a:t>
            </a:r>
          </a:p>
          <a:p>
            <a:r>
              <a:t>      ]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"NV_XC02",</a:t>
            </a:r>
          </a:p>
          <a:p>
            <a:r>
              <a:t>      "label": "양념",</a:t>
            </a:r>
          </a:p>
          <a:p>
            <a:r>
              <a:t>      "points": [</a:t>
            </a:r>
          </a:p>
          <a:p>
            <a:r>
              <a:t>        {</a:t>
            </a:r>
          </a:p>
          <a:p>
            <a:r>
              <a:t>          "group_id": "NV_XC02",</a:t>
            </a:r>
          </a:p>
          <a:p>
            <a:r>
              <a:t>          "month": "2025-01",</a:t>
            </a:r>
          </a:p>
          <a:p>
            <a:r>
              <a:t>          "start": "2025-01-01",</a:t>
            </a:r>
          </a:p>
          <a:p>
            <a:r>
              <a:t>          "end": "2025-01-31",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126.48861,</a:t>
            </a:r>
          </a:p>
          <a:p>
            <a:r>
              <a:t>          "raw_mean": 4.080277741935483,</a:t>
            </a:r>
          </a:p>
          <a:p>
            <a:r>
              <a:t>          "value": 25.48445424156421,</a:t>
            </a:r>
          </a:p>
          <a:p>
            <a:r>
              <a:t>          "prior_start": "2024-01-01",</a:t>
            </a:r>
          </a:p>
          <a:p>
            <a:r>
              <a:t>          "prior_end": "2024-01-31",</a:t>
            </a:r>
          </a:p>
          <a:p>
            <a:r>
              <a:t>          "prior_days": 31,</a:t>
            </a:r>
          </a:p>
          <a:p>
            <a:r>
              <a:t>          "prior_raw_mean": 4.456694838709677,</a:t>
            </a:r>
          </a:p>
          <a:p>
            <a:r>
              <a:t>          "prior_value": 27.83546681600088,</a:t>
            </a:r>
          </a:p>
          <a:p>
            <a:r>
              <a:t>          "yoy_fraction": -0.08446104353045081,</a:t>
            </a:r>
          </a:p>
          <a:p>
            <a:r>
              <a:t>          "yoy_pct": -8.446104353045081,</a:t>
            </a:r>
          </a:p>
          <a:p>
            <a:r>
              <a:t>          "value_label": "25.5",</a:t>
            </a:r>
          </a:p>
          <a:p>
            <a:r>
              <a:t>          "yoy_label": "(-8.4%)",</a:t>
            </a:r>
          </a:p>
          <a:p>
            <a:r>
              <a:t>          "label": "25.5\n(-8.4%)"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"NV_XC02",</a:t>
            </a:r>
          </a:p>
          <a:p>
            <a:r>
              <a:t>          "month": "2025-02",</a:t>
            </a:r>
          </a:p>
          <a:p>
            <a:r>
              <a:t>          "start": "2025-02-01",</a:t>
            </a:r>
          </a:p>
          <a:p>
            <a:r>
              <a:t>          "end": "2025-02-28",</a:t>
            </a:r>
          </a:p>
          <a:p>
            <a:r>
              <a:t>          "days": 28,</a:t>
            </a:r>
          </a:p>
          <a:p>
            <a:r>
              <a:t>          "partial": false,</a:t>
            </a:r>
          </a:p>
          <a:p>
            <a:r>
              <a:t>          "raw_sum": 119.84005,</a:t>
            </a:r>
          </a:p>
          <a:p>
            <a:r>
              <a:t>          "raw_mean": 4.280001785714286,</a:t>
            </a:r>
          </a:p>
          <a:p>
            <a:r>
              <a:t>          "value": 26.731883602146578,</a:t>
            </a:r>
          </a:p>
          <a:p>
            <a:r>
              <a:t>          "prior_start": "2024-02-01",</a:t>
            </a:r>
          </a:p>
          <a:p>
            <a:r>
              <a:t>          "prior_end": "2024-02-29",</a:t>
            </a:r>
          </a:p>
          <a:p>
            <a:r>
              <a:t>          "prior_days": 29,</a:t>
            </a:r>
          </a:p>
          <a:p>
            <a:r>
              <a:t>          "prior_raw_mean": 4.390269310344828,</a:t>
            </a:r>
          </a:p>
          <a:p>
            <a:r>
              <a:t>          "prior_value": 27.420588603008756,</a:t>
            </a:r>
          </a:p>
          <a:p>
            <a:r>
              <a:t>          "yoy_fraction": -0.025116346364155384,</a:t>
            </a:r>
          </a:p>
          <a:p>
            <a:r>
              <a:t>          "yoy_pct": -2.5116346364155384,</a:t>
            </a:r>
          </a:p>
          <a:p>
            <a:r>
              <a:t>          "value_label": "26.7",</a:t>
            </a:r>
          </a:p>
          <a:p>
            <a:r>
              <a:t>          "yoy_label": "(-2.5%)",</a:t>
            </a:r>
          </a:p>
          <a:p>
            <a:r>
              <a:t>          "label": "26.7\n(-2.5%)"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"NV_XC02",</a:t>
            </a:r>
          </a:p>
          <a:p>
            <a:r>
              <a:t>          "month": "2025-03",</a:t>
            </a:r>
          </a:p>
          <a:p>
            <a:r>
              <a:t>          "start": "2025-03-01",</a:t>
            </a:r>
          </a:p>
          <a:p>
            <a:r>
              <a:t>          "end": "2025-03-31",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140.75064,</a:t>
            </a:r>
          </a:p>
          <a:p>
            <a:r>
              <a:t>          "raw_mean": 4.540343225806452,</a:t>
            </a:r>
          </a:p>
          <a:p>
            <a:r>
              <a:t>          "value": 28.357914950214703,</a:t>
            </a:r>
          </a:p>
          <a:p>
            <a:r>
              <a:t>          "prior_start": "2024-03-01",</a:t>
            </a:r>
          </a:p>
          <a:p>
            <a:r>
              <a:t>          "prior_end": "2024-03-31",</a:t>
            </a:r>
          </a:p>
          <a:p>
            <a:r>
              <a:t>          "prior_days": 31,</a:t>
            </a:r>
          </a:p>
          <a:p>
            <a:r>
              <a:t>          "prior_raw_mean": 4.467880322580645,</a:t>
            </a:r>
          </a:p>
          <a:p>
            <a:r>
              <a:t>          "prior_value": 27.905328715094107,</a:t>
            </a:r>
          </a:p>
          <a:p>
            <a:r>
              <a:t>          "yoy_fraction": 0.016218631206296852,</a:t>
            </a:r>
          </a:p>
          <a:p>
            <a:r>
              <a:t>          "yoy_pct": 1.6218631206296852,</a:t>
            </a:r>
          </a:p>
          <a:p>
            <a:r>
              <a:t>          "value_label": "28.4",</a:t>
            </a:r>
          </a:p>
          <a:p>
            <a:r>
              <a:t>          "yoy_label": "(+1.6%)",</a:t>
            </a:r>
          </a:p>
          <a:p>
            <a:r>
              <a:t>          "label": "28.4\n(+1.6%)"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"NV_XC02",</a:t>
            </a:r>
          </a:p>
          <a:p>
            <a:r>
              <a:t>          "month": "2025-04",</a:t>
            </a:r>
          </a:p>
          <a:p>
            <a:r>
              <a:t>          "start": "2025-04-01",</a:t>
            </a:r>
          </a:p>
          <a:p>
            <a:r>
              <a:t>          "end": "2025-04-30",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124.84532,</a:t>
            </a:r>
          </a:p>
          <a:p>
            <a:r>
              <a:t>          "raw_mean": 4.161510666666667,</a:t>
            </a:r>
          </a:p>
          <a:p>
            <a:r>
              <a:t>          "value": 25.991815966464404,</a:t>
            </a:r>
          </a:p>
          <a:p>
            <a:r>
              <a:t>          "prior_start": "2024-04-01",</a:t>
            </a:r>
          </a:p>
          <a:p>
            <a:r>
              <a:t>          "prior_end": "2024-04-30",</a:t>
            </a:r>
          </a:p>
          <a:p>
            <a:r>
              <a:t>          "prior_days": 30,</a:t>
            </a:r>
          </a:p>
          <a:p>
            <a:r>
              <a:t>          "prior_raw_mean": 4.197693666666667,</a:t>
            </a:r>
          </a:p>
          <a:p>
            <a:r>
              <a:t>          "prior_value": 26.217806466656462,</a:t>
            </a:r>
          </a:p>
          <a:p>
            <a:r>
              <a:t>          "yoy_fraction": -0.008619733328166457,</a:t>
            </a:r>
          </a:p>
          <a:p>
            <a:r>
              <a:t>          "yoy_pct": -0.8619733328166457,</a:t>
            </a:r>
          </a:p>
          <a:p>
            <a:r>
              <a:t>          "value_label": "26.0",</a:t>
            </a:r>
          </a:p>
          <a:p>
            <a:r>
              <a:t>          "yoy_label": "(-0.9%)",</a:t>
            </a:r>
          </a:p>
          <a:p>
            <a:r>
              <a:t>          "label": "26.0\n(-0.9%)"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"NV_XC02",</a:t>
            </a:r>
          </a:p>
          <a:p>
            <a:r>
              <a:t>          "month": "2025-05",</a:t>
            </a:r>
          </a:p>
          <a:p>
            <a:r>
              <a:t>          "start": "2025-05-01",</a:t>
            </a:r>
          </a:p>
          <a:p>
            <a:r>
              <a:t>          "end": "2025-05-31",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156.68612000000002,</a:t>
            </a:r>
          </a:p>
          <a:p>
            <a:r>
              <a:t>          "raw_mean": 5.054390967741936,</a:t>
            </a:r>
          </a:p>
          <a:p>
            <a:r>
              <a:t>          "value": 31.56853613482067,</a:t>
            </a:r>
          </a:p>
          <a:p>
            <a:r>
              <a:t>          "prior_start": "2024-05-01",</a:t>
            </a:r>
          </a:p>
          <a:p>
            <a:r>
              <a:t>          "prior_end": "2024-05-31",</a:t>
            </a:r>
          </a:p>
          <a:p>
            <a:r>
              <a:t>          "prior_days": 31,</a:t>
            </a:r>
          </a:p>
          <a:p>
            <a:r>
              <a:t>          "prior_raw_mean": 4.257788064516129,</a:t>
            </a:r>
          </a:p>
          <a:p>
            <a:r>
              <a:t>          "prior_value": 26.5931419288553,</a:t>
            </a:r>
          </a:p>
          <a:p>
            <a:r>
              <a:t>          "yoy_fraction": 0.1870931317283251,</a:t>
            </a:r>
          </a:p>
          <a:p>
            <a:r>
              <a:t>          "yoy_pct": 18.70931317283251,</a:t>
            </a:r>
          </a:p>
          <a:p>
            <a:r>
              <a:t>          "value_label": "31.6",</a:t>
            </a:r>
          </a:p>
          <a:p>
            <a:r>
              <a:t>          "yoy_label": "(+18.7%)",</a:t>
            </a:r>
          </a:p>
          <a:p>
            <a:r>
              <a:t>          "label": "31.6\n(+18.7%)"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"NV_XC02",</a:t>
            </a:r>
          </a:p>
          <a:p>
            <a:r>
              <a:t>          "month": "2025-06",</a:t>
            </a:r>
          </a:p>
          <a:p>
            <a:r>
              <a:t>          "start": "2025-06-01",</a:t>
            </a:r>
          </a:p>
          <a:p>
            <a:r>
              <a:t>          "end": "2025-06-30",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136.81577,</a:t>
            </a:r>
          </a:p>
          <a:p>
            <a:r>
              <a:t>          "raw_mean": 4.560525666666666,</a:t>
            </a:r>
          </a:p>
          <a:p>
            <a:r>
              <a:t>          "value": 28.483969724697104,</a:t>
            </a:r>
          </a:p>
          <a:p>
            <a:r>
              <a:t>          "prior_start": "2024-06-01",</a:t>
            </a:r>
          </a:p>
          <a:p>
            <a:r>
              <a:t>          "prior_end": "2024-06-30",</a:t>
            </a:r>
          </a:p>
          <a:p>
            <a:r>
              <a:t>          "prior_days": 30,</a:t>
            </a:r>
          </a:p>
          <a:p>
            <a:r>
              <a:t>          "prior_raw_mean": 4.762545333333334,</a:t>
            </a:r>
          </a:p>
          <a:p>
            <a:r>
              <a:t>          "prior_value": 29.745737005426527,</a:t>
            </a:r>
          </a:p>
          <a:p>
            <a:r>
              <a:t>          "yoy_fraction": -0.04241842387362049,</a:t>
            </a:r>
          </a:p>
          <a:p>
            <a:r>
              <a:t>          "yoy_pct": -4.241842387362049,</a:t>
            </a:r>
          </a:p>
          <a:p>
            <a:r>
              <a:t>          "value_label": "28.5",</a:t>
            </a:r>
          </a:p>
          <a:p>
            <a:r>
              <a:t>          "yoy_label": "(-4.2%)",</a:t>
            </a:r>
          </a:p>
          <a:p>
            <a:r>
              <a:t>          "label": "28.5\n(-4.2%)"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"NV_XC02",</a:t>
            </a:r>
          </a:p>
          <a:p>
            <a:r>
              <a:t>          "month": "2025-07",</a:t>
            </a:r>
          </a:p>
          <a:p>
            <a:r>
              <a:t>          "start": "2025-07-01",</a:t>
            </a:r>
          </a:p>
          <a:p>
            <a:r>
              <a:t>          "end": "2025-07-31",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147.26352,</a:t>
            </a:r>
          </a:p>
          <a:p>
            <a:r>
              <a:t>          "raw_mean": 4.750436129032258,</a:t>
            </a:r>
          </a:p>
          <a:p>
            <a:r>
              <a:t>          "value": 29.67010576597906,</a:t>
            </a:r>
          </a:p>
          <a:p>
            <a:r>
              <a:t>          "prior_start": "2024-07-01",</a:t>
            </a:r>
          </a:p>
          <a:p>
            <a:r>
              <a:t>          "prior_end": "2024-07-31",</a:t>
            </a:r>
          </a:p>
          <a:p>
            <a:r>
              <a:t>          "prior_days": 31,</a:t>
            </a:r>
          </a:p>
          <a:p>
            <a:r>
              <a:t>          "prior_raw_mean": 4.664356774193548,</a:t>
            </a:r>
          </a:p>
          <a:p>
            <a:r>
              <a:t>          "prior_value": 29.132474379521064,</a:t>
            </a:r>
          </a:p>
          <a:p>
            <a:r>
              <a:t>          "yoy_fraction": 0.01845471069343585,</a:t>
            </a:r>
          </a:p>
          <a:p>
            <a:r>
              <a:t>          "yoy_pct": 1.845471069343585,</a:t>
            </a:r>
          </a:p>
          <a:p>
            <a:r>
              <a:t>          "value_label": "29.7",</a:t>
            </a:r>
          </a:p>
          <a:p>
            <a:r>
              <a:t>          "yoy_label": "(+1.8%)",</a:t>
            </a:r>
          </a:p>
          <a:p>
            <a:r>
              <a:t>          "label": "29.7\n(+1.8%)"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"NV_XC02",</a:t>
            </a:r>
          </a:p>
          <a:p>
            <a:r>
              <a:t>          "month": "2025-08",</a:t>
            </a:r>
          </a:p>
          <a:p>
            <a:r>
              <a:t>          "start": "2025-08-01",</a:t>
            </a:r>
          </a:p>
          <a:p>
            <a:r>
              <a:t>          "end": "2025-08-31",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141.26322,</a:t>
            </a:r>
          </a:p>
          <a:p>
            <a:r>
              <a:t>          "raw_mean": 4.556878064516129,</a:t>
            </a:r>
          </a:p>
          <a:p>
            <a:r>
              <a:t>          "value": 28.461187660343633,</a:t>
            </a:r>
          </a:p>
          <a:p>
            <a:r>
              <a:t>          "prior_start": "2024-08-01",</a:t>
            </a:r>
          </a:p>
          <a:p>
            <a:r>
              <a:t>          "prior_end": "2024-08-31",</a:t>
            </a:r>
          </a:p>
          <a:p>
            <a:r>
              <a:t>          "prior_days": 31,</a:t>
            </a:r>
          </a:p>
          <a:p>
            <a:r>
              <a:t>          "prior_raw_mean": 4.396390322580646,</a:t>
            </a:r>
          </a:p>
          <a:p>
            <a:r>
              <a:t>          "prior_value": 27.45881900449161,</a:t>
            </a:r>
          </a:p>
          <a:p>
            <a:r>
              <a:t>          "yoy_fraction": 0.03650443435633788,</a:t>
            </a:r>
          </a:p>
          <a:p>
            <a:r>
              <a:t>          "yoy_pct": 3.650443435633788,</a:t>
            </a:r>
          </a:p>
          <a:p>
            <a:r>
              <a:t>          "value_label": "28.5",</a:t>
            </a:r>
          </a:p>
          <a:p>
            <a:r>
              <a:t>          "yoy_label": "(+3.7%)",</a:t>
            </a:r>
          </a:p>
          <a:p>
            <a:r>
              <a:t>          "label": "28.5\n(+3.7%)"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"NV_XC02",</a:t>
            </a:r>
          </a:p>
          <a:p>
            <a:r>
              <a:t>          "month": "2025-09",</a:t>
            </a:r>
          </a:p>
          <a:p>
            <a:r>
              <a:t>          "start": "2025-09-01",</a:t>
            </a:r>
          </a:p>
          <a:p>
            <a:r>
              <a:t>          "end": "2025-09-30",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121.89042,</a:t>
            </a:r>
          </a:p>
          <a:p>
            <a:r>
              <a:t>          "raw_mean": 4.063014,</a:t>
            </a:r>
          </a:p>
          <a:p>
            <a:r>
              <a:t>          "value": 25.37662897347736,</a:t>
            </a:r>
          </a:p>
          <a:p>
            <a:r>
              <a:t>          "prior_start": "2024-09-01",</a:t>
            </a:r>
          </a:p>
          <a:p>
            <a:r>
              <a:t>          "prior_end": "2024-09-30",</a:t>
            </a:r>
          </a:p>
          <a:p>
            <a:r>
              <a:t>          "prior_days": 30,</a:t>
            </a:r>
          </a:p>
          <a:p>
            <a:r>
              <a:t>          "prior_raw_mean": 4.266540333333333,</a:t>
            </a:r>
          </a:p>
          <a:p>
            <a:r>
              <a:t>          "prior_value": 26.647806539523717,</a:t>
            </a:r>
          </a:p>
          <a:p>
            <a:r>
              <a:t>          "yoy_fraction": -0.047702896827960806,</a:t>
            </a:r>
          </a:p>
          <a:p>
            <a:r>
              <a:t>          "yoy_pct": -4.770289682796081,</a:t>
            </a:r>
          </a:p>
          <a:p>
            <a:r>
              <a:t>          "value_label": "25.4",</a:t>
            </a:r>
          </a:p>
          <a:p>
            <a:r>
              <a:t>          "yoy_label": "(-4.8%)",</a:t>
            </a:r>
          </a:p>
          <a:p>
            <a:r>
              <a:t>          "label": "25.4\n(-4.8%)"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"NV_XC02",</a:t>
            </a:r>
          </a:p>
          <a:p>
            <a:r>
              <a:t>          "month": "2025-10",</a:t>
            </a:r>
          </a:p>
          <a:p>
            <a:r>
              <a:t>          "start": "2025-10-01",</a:t>
            </a:r>
          </a:p>
          <a:p>
            <a:r>
              <a:t>          "end": "2025-10-31",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125.01114,</a:t>
            </a:r>
          </a:p>
          <a:p>
            <a:r>
              <a:t>          "raw_mean": 4.032617419354839,</a:t>
            </a:r>
          </a:p>
          <a:p>
            <a:r>
              <a:t>          "value": 25.186779086399774,</a:t>
            </a:r>
          </a:p>
          <a:p>
            <a:r>
              <a:t>          "prior_start": "2024-10-01",</a:t>
            </a:r>
          </a:p>
          <a:p>
            <a:r>
              <a:t>          "prior_end": "2024-10-31",</a:t>
            </a:r>
          </a:p>
          <a:p>
            <a:r>
              <a:t>          "prior_days": 31,</a:t>
            </a:r>
          </a:p>
          <a:p>
            <a:r>
              <a:t>          "prior_raw_mean": 4.148364838709678,</a:t>
            </a:r>
          </a:p>
          <a:p>
            <a:r>
              <a:t>          "prior_value": 25.909710219692755,</a:t>
            </a:r>
          </a:p>
          <a:p>
            <a:r>
              <a:t>          "yoy_fraction": -0.02790193819857989,</a:t>
            </a:r>
          </a:p>
          <a:p>
            <a:r>
              <a:t>          "yoy_pct": -2.790193819857989,</a:t>
            </a:r>
          </a:p>
          <a:p>
            <a:r>
              <a:t>          "value_label": "25.2",</a:t>
            </a:r>
          </a:p>
          <a:p>
            <a:r>
              <a:t>          "yoy_label": "(-2.8%)",</a:t>
            </a:r>
          </a:p>
          <a:p>
            <a:r>
              <a:t>          "label": "25.2\n(-2.8%)"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"NV_XC02",</a:t>
            </a:r>
          </a:p>
          <a:p>
            <a:r>
              <a:t>          "month": "2025-11",</a:t>
            </a:r>
          </a:p>
          <a:p>
            <a:r>
              <a:t>          "start": "2025-11-01",</a:t>
            </a:r>
          </a:p>
          <a:p>
            <a:r>
              <a:t>          "end": "2025-11-30",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118.69427,</a:t>
            </a:r>
          </a:p>
          <a:p>
            <a:r>
              <a:t>          "raw_mean": 3.956475666666667,</a:t>
            </a:r>
          </a:p>
          <a:p>
            <a:r>
              <a:t>          "value": 24.71121562357193,</a:t>
            </a:r>
          </a:p>
          <a:p>
            <a:r>
              <a:t>          "prior_start": "2024-11-01",</a:t>
            </a:r>
          </a:p>
          <a:p>
            <a:r>
              <a:t>          "prior_end": "2024-11-30",</a:t>
            </a:r>
          </a:p>
          <a:p>
            <a:r>
              <a:t>          "prior_days": 30,</a:t>
            </a:r>
          </a:p>
          <a:p>
            <a:r>
              <a:t>          "prior_raw_mean": 4.245937333333333,</a:t>
            </a:r>
          </a:p>
          <a:p>
            <a:r>
              <a:t>          "prior_value": 26.519125051657678,</a:t>
            </a:r>
          </a:p>
          <a:p>
            <a:r>
              <a:t>          "yoy_fraction": -0.06817379625323405,</a:t>
            </a:r>
          </a:p>
          <a:p>
            <a:r>
              <a:t>          "yoy_pct": -6.817379625323405,</a:t>
            </a:r>
          </a:p>
          <a:p>
            <a:r>
              <a:t>          "value_label": "24.7",</a:t>
            </a:r>
          </a:p>
          <a:p>
            <a:r>
              <a:t>          "yoy_label": "(-6.8%)",</a:t>
            </a:r>
          </a:p>
          <a:p>
            <a:r>
              <a:t>          "label": "24.7\n(-6.8%)"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"NV_XC02",</a:t>
            </a:r>
          </a:p>
          <a:p>
            <a:r>
              <a:t>          "month": "2025-12",</a:t>
            </a:r>
          </a:p>
          <a:p>
            <a:r>
              <a:t>          "start": "2025-12-01",</a:t>
            </a:r>
          </a:p>
          <a:p>
            <a:r>
              <a:t>          "end": "2025-12-31",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152.29897,</a:t>
            </a:r>
          </a:p>
          <a:p>
            <a:r>
              <a:t>          "raw_mean": 4.91287,</a:t>
            </a:r>
          </a:p>
          <a:p>
            <a:r>
              <a:t>          "value": 30.684629485630055,</a:t>
            </a:r>
          </a:p>
          <a:p>
            <a:r>
              <a:t>          "prior_start": "2024-12-01",</a:t>
            </a:r>
          </a:p>
          <a:p>
            <a:r>
              <a:t>          "prior_end": "2024-12-31",</a:t>
            </a:r>
          </a:p>
          <a:p>
            <a:r>
              <a:t>          "prior_days": 31,</a:t>
            </a:r>
          </a:p>
          <a:p>
            <a:r>
              <a:t>          "prior_raw_mean": 4.2631370967741935,</a:t>
            </a:r>
          </a:p>
          <a:p>
            <a:r>
              <a:t>          "prior_value": 26.62655072512823,</a:t>
            </a:r>
          </a:p>
          <a:p>
            <a:r>
              <a:t>          "yoy_fraction": 0.15240722699662723,</a:t>
            </a:r>
          </a:p>
          <a:p>
            <a:r>
              <a:t>          "yoy_pct": 15.240722699662722,</a:t>
            </a:r>
          </a:p>
          <a:p>
            <a:r>
              <a:t>          "value_label": "30.7",</a:t>
            </a:r>
          </a:p>
          <a:p>
            <a:r>
              <a:t>          "yoy_label": "(+15.2%)",</a:t>
            </a:r>
          </a:p>
          <a:p>
            <a:r>
              <a:t>          "label": "30.7\n(+15.2%)"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"NV_XC02",</a:t>
            </a:r>
          </a:p>
          <a:p>
            <a:r>
              <a:t>          "month": "2026-01",</a:t>
            </a:r>
          </a:p>
          <a:p>
            <a:r>
              <a:t>          "start": "2026-01-01",</a:t>
            </a:r>
          </a:p>
          <a:p>
            <a:r>
              <a:t>          "end": "2026-01-31",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168.88269,</a:t>
            </a:r>
          </a:p>
          <a:p>
            <a:r>
              <a:t>          "raw_mean": 5.447828709677419,</a:t>
            </a:r>
          </a:p>
          <a:p>
            <a:r>
              <a:t>          "value": 34.02585565211977,</a:t>
            </a:r>
          </a:p>
          <a:p>
            <a:r>
              <a:t>          "prior_start": "2025-01-01",</a:t>
            </a:r>
          </a:p>
          <a:p>
            <a:r>
              <a:t>          "prior_end": "2025-01-31",</a:t>
            </a:r>
          </a:p>
          <a:p>
            <a:r>
              <a:t>          "prior_days": 31,</a:t>
            </a:r>
          </a:p>
          <a:p>
            <a:r>
              <a:t>          "prior_raw_mean": 4.080277741935483,</a:t>
            </a:r>
          </a:p>
          <a:p>
            <a:r>
              <a:t>          "prior_value": 25.48445424156421,</a:t>
            </a:r>
          </a:p>
          <a:p>
            <a:r>
              <a:t>          "yoy_fraction": 0.33516124495320154,</a:t>
            </a:r>
          </a:p>
          <a:p>
            <a:r>
              <a:t>          "yoy_pct": 33.516124495320156,</a:t>
            </a:r>
          </a:p>
          <a:p>
            <a:r>
              <a:t>          "value_label": "34.0",</a:t>
            </a:r>
          </a:p>
          <a:p>
            <a:r>
              <a:t>          "yoy_label": "(+33.5%)",</a:t>
            </a:r>
          </a:p>
          <a:p>
            <a:r>
              <a:t>          "label": "34.0\n(+33.5%)"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"NV_XC02",</a:t>
            </a:r>
          </a:p>
          <a:p>
            <a:r>
              <a:t>          "month": "2026-02",</a:t>
            </a:r>
          </a:p>
          <a:p>
            <a:r>
              <a:t>          "start": "2026-02-01",</a:t>
            </a:r>
          </a:p>
          <a:p>
            <a:r>
              <a:t>          "end": "2026-02-28",</a:t>
            </a:r>
          </a:p>
          <a:p>
            <a:r>
              <a:t>          "days": 28,</a:t>
            </a:r>
          </a:p>
          <a:p>
            <a:r>
              <a:t>          "partial": false,</a:t>
            </a:r>
          </a:p>
          <a:p>
            <a:r>
              <a:t>          "raw_sum": 109.70888000000001,</a:t>
            </a:r>
          </a:p>
          <a:p>
            <a:r>
              <a:t>          "raw_mean": 3.918174285714286,</a:t>
            </a:r>
          </a:p>
          <a:p>
            <a:r>
              <a:t>          "value": 24.471994214637483,</a:t>
            </a:r>
          </a:p>
          <a:p>
            <a:r>
              <a:t>          "prior_start": "2025-02-01",</a:t>
            </a:r>
          </a:p>
          <a:p>
            <a:r>
              <a:t>          "prior_end": "2025-02-28",</a:t>
            </a:r>
          </a:p>
          <a:p>
            <a:r>
              <a:t>          "prior_days": 28,</a:t>
            </a:r>
          </a:p>
          <a:p>
            <a:r>
              <a:t>          "prior_raw_mean": 4.280001785714286,</a:t>
            </a:r>
          </a:p>
          <a:p>
            <a:r>
              <a:t>          "prior_value": 26.731883602146578,</a:t>
            </a:r>
          </a:p>
          <a:p>
            <a:r>
              <a:t>          "yoy_fraction": -0.08453910024236466,</a:t>
            </a:r>
          </a:p>
          <a:p>
            <a:r>
              <a:t>          "yoy_pct": -8.453910024236466,</a:t>
            </a:r>
          </a:p>
          <a:p>
            <a:r>
              <a:t>          "value_label": "24.5",</a:t>
            </a:r>
          </a:p>
          <a:p>
            <a:r>
              <a:t>          "yoy_label": "(-8.5%)",</a:t>
            </a:r>
          </a:p>
          <a:p>
            <a:r>
              <a:t>          "label": "24.5\n(-8.5%)"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"NV_XC02",</a:t>
            </a:r>
          </a:p>
          <a:p>
            <a:r>
              <a:t>          "month": "2026-03",</a:t>
            </a:r>
          </a:p>
          <a:p>
            <a:r>
              <a:t>          "start": "2026-03-01",</a:t>
            </a:r>
          </a:p>
          <a:p>
            <a:r>
              <a:t>          "end": "2026-03-31",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108.80431,</a:t>
            </a:r>
          </a:p>
          <a:p>
            <a:r>
              <a:t>          "raw_mean": 3.5098164516129033,</a:t>
            </a:r>
          </a:p>
          <a:p>
            <a:r>
              <a:t>          "value": 21.92148731399584,</a:t>
            </a:r>
          </a:p>
          <a:p>
            <a:r>
              <a:t>          "prior_start": "2025-03-01",</a:t>
            </a:r>
          </a:p>
          <a:p>
            <a:r>
              <a:t>          "prior_end": "2025-03-31",</a:t>
            </a:r>
          </a:p>
          <a:p>
            <a:r>
              <a:t>          "prior_days": 31,</a:t>
            </a:r>
          </a:p>
          <a:p>
            <a:r>
              <a:t>          "prior_raw_mean": 4.540343225806452,</a:t>
            </a:r>
          </a:p>
          <a:p>
            <a:r>
              <a:t>          "prior_value": 28.357914950214703,</a:t>
            </a:r>
          </a:p>
          <a:p>
            <a:r>
              <a:t>          "yoy_fraction": -0.226971117147318,</a:t>
            </a:r>
          </a:p>
          <a:p>
            <a:r>
              <a:t>          "yoy_pct": -22.6971117147318,</a:t>
            </a:r>
          </a:p>
          <a:p>
            <a:r>
              <a:t>          "value_label": "21.9",</a:t>
            </a:r>
          </a:p>
          <a:p>
            <a:r>
              <a:t>          "yoy_label": "(-22.7%)",</a:t>
            </a:r>
          </a:p>
          <a:p>
            <a:r>
              <a:t>          "label": "21.9\n(-22.7%)"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"NV_XC02",</a:t>
            </a:r>
          </a:p>
          <a:p>
            <a:r>
              <a:t>          "month": "2026-04",</a:t>
            </a:r>
          </a:p>
          <a:p>
            <a:r>
              <a:t>          "start": "2026-04-01",</a:t>
            </a:r>
          </a:p>
          <a:p>
            <a:r>
              <a:t>          "end": "2026-04-30",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103.37691,</a:t>
            </a:r>
          </a:p>
          <a:p>
            <a:r>
              <a:t>          "raw_mean": 3.445897,</a:t>
            </a:r>
          </a:p>
          <a:p>
            <a:r>
              <a:t>          "value": 21.522261466443066,</a:t>
            </a:r>
          </a:p>
          <a:p>
            <a:r>
              <a:t>          "prior_start": "2025-04-01",</a:t>
            </a:r>
          </a:p>
          <a:p>
            <a:r>
              <a:t>          "prior_end": "2025-04-30",</a:t>
            </a:r>
          </a:p>
          <a:p>
            <a:r>
              <a:t>          "prior_days": 30,</a:t>
            </a:r>
          </a:p>
          <a:p>
            <a:r>
              <a:t>          "prior_raw_mean": 4.161510666666667,</a:t>
            </a:r>
          </a:p>
          <a:p>
            <a:r>
              <a:t>          "prior_value": 25.991815966464404,</a:t>
            </a:r>
          </a:p>
          <a:p>
            <a:r>
              <a:t>          "yoy_fraction": -0.17196007026935411,</a:t>
            </a:r>
          </a:p>
          <a:p>
            <a:r>
              <a:t>          "yoy_pct": -17.196007026935412,</a:t>
            </a:r>
          </a:p>
          <a:p>
            <a:r>
              <a:t>          "value_label": "21.5",</a:t>
            </a:r>
          </a:p>
          <a:p>
            <a:r>
              <a:t>          "yoy_label": "(-17.2%)",</a:t>
            </a:r>
          </a:p>
          <a:p>
            <a:r>
              <a:t>          "label": "21.5\n(-17.2%)"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"NV_XC02",</a:t>
            </a:r>
          </a:p>
          <a:p>
            <a:r>
              <a:t>          "month": "2026-05",</a:t>
            </a:r>
          </a:p>
          <a:p>
            <a:r>
              <a:t>          "start": "2026-05-01",</a:t>
            </a:r>
          </a:p>
          <a:p>
            <a:r>
              <a:t>          "end": "2026-05-31",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104.58298,</a:t>
            </a:r>
          </a:p>
          <a:p>
            <a:r>
              <a:t>          "raw_mean": 3.3736445161290325,</a:t>
            </a:r>
          </a:p>
          <a:p>
            <a:r>
              <a:t>          "value": 21.070989461078156,</a:t>
            </a:r>
          </a:p>
          <a:p>
            <a:r>
              <a:t>          "prior_start": "2025-05-01",</a:t>
            </a:r>
          </a:p>
          <a:p>
            <a:r>
              <a:t>          "prior_end": "2025-05-31",</a:t>
            </a:r>
          </a:p>
          <a:p>
            <a:r>
              <a:t>          "prior_days": 31,</a:t>
            </a:r>
          </a:p>
          <a:p>
            <a:r>
              <a:t>          "prior_raw_mean": 5.054390967741936,</a:t>
            </a:r>
          </a:p>
          <a:p>
            <a:r>
              <a:t>          "prior_value": 31.56853613482067,</a:t>
            </a:r>
          </a:p>
          <a:p>
            <a:r>
              <a:t>          "yoy_fraction": -0.33253194348037973,</a:t>
            </a:r>
          </a:p>
          <a:p>
            <a:r>
              <a:t>          "yoy_pct": -33.25319434803797,</a:t>
            </a:r>
          </a:p>
          <a:p>
            <a:r>
              <a:t>          "value_label": "21.1",</a:t>
            </a:r>
          </a:p>
          <a:p>
            <a:r>
              <a:t>          "yoy_label": "(-33.3%)",</a:t>
            </a:r>
          </a:p>
          <a:p>
            <a:r>
              <a:t>          "label": "21.1\n(-33.3%)"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"NV_XC02",</a:t>
            </a:r>
          </a:p>
          <a:p>
            <a:r>
              <a:t>          "month": "2026-06",</a:t>
            </a:r>
          </a:p>
          <a:p>
            <a:r>
              <a:t>          "start": "2026-06-01",</a:t>
            </a:r>
          </a:p>
          <a:p>
            <a:r>
              <a:t>          "end": "2026-06-30",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100.58783,</a:t>
            </a:r>
          </a:p>
          <a:p>
            <a:r>
              <a:t>          "raw_mean": 3.3529276666666665,</a:t>
            </a:r>
          </a:p>
          <a:p>
            <a:r>
              <a:t>          "value": 20.94159689627138,</a:t>
            </a:r>
          </a:p>
          <a:p>
            <a:r>
              <a:t>          "prior_start": "2025-06-01",</a:t>
            </a:r>
          </a:p>
          <a:p>
            <a:r>
              <a:t>          "prior_end": "2025-06-30",</a:t>
            </a:r>
          </a:p>
          <a:p>
            <a:r>
              <a:t>          "prior_days": 30,</a:t>
            </a:r>
          </a:p>
          <a:p>
            <a:r>
              <a:t>          "prior_raw_mean": 4.560525666666666,</a:t>
            </a:r>
          </a:p>
          <a:p>
            <a:r>
              <a:t>          "prior_value": 28.483969724697104,</a:t>
            </a:r>
          </a:p>
          <a:p>
            <a:r>
              <a:t>          "yoy_fraction": -0.26479359798947155,</a:t>
            </a:r>
          </a:p>
          <a:p>
            <a:r>
              <a:t>          "yoy_pct": -26.479359798947154,</a:t>
            </a:r>
          </a:p>
          <a:p>
            <a:r>
              <a:t>          "value_label": "20.9",</a:t>
            </a:r>
          </a:p>
          <a:p>
            <a:r>
              <a:t>          "yoy_label": "(-26.5%)",</a:t>
            </a:r>
          </a:p>
          <a:p>
            <a:r>
              <a:t>          "label": "20.9\n(-26.5%)"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"NV_XC02",</a:t>
            </a:r>
          </a:p>
          <a:p>
            <a:r>
              <a:t>          "month": "2026-07",</a:t>
            </a:r>
          </a:p>
          <a:p>
            <a:r>
              <a:t>          "start": "2026-07-01",</a:t>
            </a:r>
          </a:p>
          <a:p>
            <a:r>
              <a:t>          "end": "2026-07-31",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101.92961,</a:t>
            </a:r>
          </a:p>
          <a:p>
            <a:r>
              <a:t>          "raw_mean": 3.2880519354838706,</a:t>
            </a:r>
          </a:p>
          <a:p>
            <a:r>
              <a:t>          "value": 20.536398351641985,</a:t>
            </a:r>
          </a:p>
          <a:p>
            <a:r>
              <a:t>          "prior_start": "2025-07-01",</a:t>
            </a:r>
          </a:p>
          <a:p>
            <a:r>
              <a:t>          "prior_end": "2025-07-31",</a:t>
            </a:r>
          </a:p>
          <a:p>
            <a:r>
              <a:t>          "prior_days": 31,</a:t>
            </a:r>
          </a:p>
          <a:p>
            <a:r>
              <a:t>          "prior_raw_mean": 4.750436129032258,</a:t>
            </a:r>
          </a:p>
          <a:p>
            <a:r>
              <a:t>          "prior_value": 29.67010576597906,</a:t>
            </a:r>
          </a:p>
          <a:p>
            <a:r>
              <a:t>          "yoy_fraction": -0.30784209151051134,</a:t>
            </a:r>
          </a:p>
          <a:p>
            <a:r>
              <a:t>          "yoy_pct": -30.784209151051133,</a:t>
            </a:r>
          </a:p>
          <a:p>
            <a:r>
              <a:t>          "value_label": "20.5",</a:t>
            </a:r>
          </a:p>
          <a:p>
            <a:r>
              <a:t>          "yoy_label": "(-30.8%)",</a:t>
            </a:r>
          </a:p>
          <a:p>
            <a:r>
              <a:t>          "label": "20.5\n(-30.8%)"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"NV_XC02",</a:t>
            </a:r>
          </a:p>
          <a:p>
            <a:r>
              <a:t>          "month": "2026-08",</a:t>
            </a:r>
          </a:p>
          <a:p>
            <a:r>
              <a:t>          "start": "2026-08-01",</a:t>
            </a:r>
          </a:p>
          <a:p>
            <a:r>
              <a:t>          "end": "2026-08-31",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83.50654,</a:t>
            </a:r>
          </a:p>
          <a:p>
            <a:r>
              <a:t>          "raw_mean": 2.6937593548387095,</a:t>
            </a:r>
          </a:p>
          <a:p>
            <a:r>
              <a:t>          "value": 16.824586794821695,</a:t>
            </a:r>
          </a:p>
          <a:p>
            <a:r>
              <a:t>          "prior_start": "2025-08-01",</a:t>
            </a:r>
          </a:p>
          <a:p>
            <a:r>
              <a:t>          "prior_end": "2025-08-31",</a:t>
            </a:r>
          </a:p>
          <a:p>
            <a:r>
              <a:t>          "prior_days": 31,</a:t>
            </a:r>
          </a:p>
          <a:p>
            <a:r>
              <a:t>          "prior_raw_mean": 4.556878064516129,</a:t>
            </a:r>
          </a:p>
          <a:p>
            <a:r>
              <a:t>          "prior_value": 28.461187660343633,</a:t>
            </a:r>
          </a:p>
          <a:p>
            <a:r>
              <a:t>          "yoy_fraction": -0.4088585832887004,</a:t>
            </a:r>
          </a:p>
          <a:p>
            <a:r>
              <a:t>          "yoy_pct": -40.88585832887004,</a:t>
            </a:r>
          </a:p>
          <a:p>
            <a:r>
              <a:t>          "value_label": "16.8",</a:t>
            </a:r>
          </a:p>
          <a:p>
            <a:r>
              <a:t>          "yoy_label": "(-40.9%)",</a:t>
            </a:r>
          </a:p>
          <a:p>
            <a:r>
              <a:t>          "label": "16.8\n(-40.9%)"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"NV_XC02",</a:t>
            </a:r>
          </a:p>
          <a:p>
            <a:r>
              <a:t>          "month": "2026-09",</a:t>
            </a:r>
          </a:p>
          <a:p>
            <a:r>
              <a:t>          "start": "2026-09-01",</a:t>
            </a:r>
          </a:p>
          <a:p>
            <a:r>
              <a:t>          "end": "2026-09-30",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120.5486,</a:t>
            </a:r>
          </a:p>
          <a:p>
            <a:r>
              <a:t>          "raw_mean": 4.018286666666667,</a:t>
            </a:r>
          </a:p>
          <a:p>
            <a:r>
              <a:t>          "value": 25.097272578699233,</a:t>
            </a:r>
          </a:p>
          <a:p>
            <a:r>
              <a:t>          "prior_start": "2025-09-01",</a:t>
            </a:r>
          </a:p>
          <a:p>
            <a:r>
              <a:t>          "prior_end": "2025-09-30",</a:t>
            </a:r>
          </a:p>
          <a:p>
            <a:r>
              <a:t>          "prior_days": 30,</a:t>
            </a:r>
          </a:p>
          <a:p>
            <a:r>
              <a:t>          "prior_raw_mean": 4.063014,</a:t>
            </a:r>
          </a:p>
          <a:p>
            <a:r>
              <a:t>          "prior_value": 25.37662897347736,</a:t>
            </a:r>
          </a:p>
          <a:p>
            <a:r>
              <a:t>          "yoy_fraction": -0.01100841231000771,</a:t>
            </a:r>
          </a:p>
          <a:p>
            <a:r>
              <a:t>          "yoy_pct": -1.100841231000771,</a:t>
            </a:r>
          </a:p>
          <a:p>
            <a:r>
              <a:t>          "value_label": "25.1",</a:t>
            </a:r>
          </a:p>
          <a:p>
            <a:r>
              <a:t>          "yoy_label": "(-1.1%)",</a:t>
            </a:r>
          </a:p>
          <a:p>
            <a:r>
              <a:t>          "label": "25.1\n(-1.1%)"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"NV_XC02",</a:t>
            </a:r>
          </a:p>
          <a:p>
            <a:r>
              <a:t>          "month": "2026-10",</a:t>
            </a:r>
          </a:p>
          <a:p>
            <a:r>
              <a:t>          "start": "2026-10-01",</a:t>
            </a:r>
          </a:p>
          <a:p>
            <a:r>
              <a:t>          "end": "2026-10-19",</a:t>
            </a:r>
          </a:p>
          <a:p>
            <a:r>
              <a:t>          "days": 19,</a:t>
            </a:r>
          </a:p>
          <a:p>
            <a:r>
              <a:t>          "partial": true,</a:t>
            </a:r>
          </a:p>
          <a:p>
            <a:r>
              <a:t>          "raw_sum": 69.71197,</a:t>
            </a:r>
          </a:p>
          <a:p>
            <a:r>
              <a:t>          "raw_mean": 3.6690510526315787,</a:t>
            </a:r>
          </a:p>
          <a:p>
            <a:r>
              <a:t>          "value": 22.916029146682273,</a:t>
            </a:r>
          </a:p>
          <a:p>
            <a:r>
              <a:t>          "prior_start": "2025-10-01",</a:t>
            </a:r>
          </a:p>
          <a:p>
            <a:r>
              <a:t>          "prior_end": "2025-10-19",</a:t>
            </a:r>
          </a:p>
          <a:p>
            <a:r>
              <a:t>          "prior_days": 19,</a:t>
            </a:r>
          </a:p>
          <a:p>
            <a:r>
              <a:t>          "prior_raw_mean": 3.980887894736842,</a:t>
            </a:r>
          </a:p>
          <a:p>
            <a:r>
              <a:t>          "prior_value": 24.863688653237286,</a:t>
            </a:r>
          </a:p>
          <a:p>
            <a:r>
              <a:t>          "yoy_fraction": -0.07833349000295753,</a:t>
            </a:r>
          </a:p>
          <a:p>
            <a:r>
              <a:t>          "yoy_pct": -7.833349000295753,</a:t>
            </a:r>
          </a:p>
          <a:p>
            <a:r>
              <a:t>          "value_label": "22.9",</a:t>
            </a:r>
          </a:p>
          <a:p>
            <a:r>
              <a:t>          "yoy_label": "(-7.8%)",</a:t>
            </a:r>
          </a:p>
          <a:p>
            <a:r>
              <a:t>          "label": "22.9\n(-7.8%)"</a:t>
            </a:r>
          </a:p>
          <a:p>
            <a:r>
              <a:t>        }</a:t>
            </a:r>
          </a:p>
          <a:p>
            <a:r>
              <a:t>      ]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"NV_XC03",</a:t>
            </a:r>
          </a:p>
          <a:p>
            <a:r>
              <a:t>      "label": "간장",</a:t>
            </a:r>
          </a:p>
          <a:p>
            <a:r>
              <a:t>      "points": [</a:t>
            </a:r>
          </a:p>
          <a:p>
            <a:r>
              <a:t>        {</a:t>
            </a:r>
          </a:p>
          <a:p>
            <a:r>
              <a:t>          "group_id": "NV_XC03",</a:t>
            </a:r>
          </a:p>
          <a:p>
            <a:r>
              <a:t>          "month": "2025-01",</a:t>
            </a:r>
          </a:p>
          <a:p>
            <a:r>
              <a:t>          "start": "2025-01-01",</a:t>
            </a:r>
          </a:p>
          <a:p>
            <a:r>
              <a:t>          "end": "2025-01-31",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341.62509,</a:t>
            </a:r>
          </a:p>
          <a:p>
            <a:r>
              <a:t>          "raw_mean": 11.020164193548387,</a:t>
            </a:r>
          </a:p>
          <a:p>
            <a:r>
              <a:t>          "value": 35.19342906170155,</a:t>
            </a:r>
          </a:p>
          <a:p>
            <a:r>
              <a:t>          "prior_start": "2024-01-01",</a:t>
            </a:r>
          </a:p>
          <a:p>
            <a:r>
              <a:t>          "prior_end": "2024-01-31",</a:t>
            </a:r>
          </a:p>
          <a:p>
            <a:r>
              <a:t>          "prior_days": 31,</a:t>
            </a:r>
          </a:p>
          <a:p>
            <a:r>
              <a:t>          "prior_raw_mean": 10.432194193548387,</a:t>
            </a:r>
          </a:p>
          <a:p>
            <a:r>
              <a:t>          "prior_value": 33.31571833779755,</a:t>
            </a:r>
          </a:p>
          <a:p>
            <a:r>
              <a:t>          "yoy_fraction": 0.05636110573589792,</a:t>
            </a:r>
          </a:p>
          <a:p>
            <a:r>
              <a:t>          "yoy_pct": 5.636110573589792,</a:t>
            </a:r>
          </a:p>
          <a:p>
            <a:r>
              <a:t>          "value_label": "35.2",</a:t>
            </a:r>
          </a:p>
          <a:p>
            <a:r>
              <a:t>          "yoy_label": "(+5.6%)",</a:t>
            </a:r>
          </a:p>
          <a:p>
            <a:r>
              <a:t>          "label": "35.2\n(+5.6%)"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"NV_XC03",</a:t>
            </a:r>
          </a:p>
          <a:p>
            <a:r>
              <a:t>          "month": "2025-02",</a:t>
            </a:r>
          </a:p>
          <a:p>
            <a:r>
              <a:t>          "start": "2025-02-01",</a:t>
            </a:r>
          </a:p>
          <a:p>
            <a:r>
              <a:t>          "end": "2025-02-28",</a:t>
            </a:r>
          </a:p>
          <a:p>
            <a:r>
              <a:t>          "days": 28,</a:t>
            </a:r>
          </a:p>
          <a:p>
            <a:r>
              <a:t>          "partial": false,</a:t>
            </a:r>
          </a:p>
          <a:p>
            <a:r>
              <a:t>          "raw_sum": 265.9881,</a:t>
            </a:r>
          </a:p>
          <a:p>
            <a:r>
              <a:t>          "raw_mean": 9.499574999999998,</a:t>
            </a:r>
          </a:p>
          <a:p>
            <a:r>
              <a:t>          "value": 30.337353691566445,</a:t>
            </a:r>
          </a:p>
          <a:p>
            <a:r>
              <a:t>          "prior_start": "2024-02-01",</a:t>
            </a:r>
          </a:p>
          <a:p>
            <a:r>
              <a:t>          "prior_end": "2024-02-29",</a:t>
            </a:r>
          </a:p>
          <a:p>
            <a:r>
              <a:t>          "prior_days": 29,</a:t>
            </a:r>
          </a:p>
          <a:p>
            <a:r>
              <a:t>          "prior_raw_mean": 11.513483448275863,</a:t>
            </a:r>
          </a:p>
          <a:p>
            <a:r>
              <a:t>          "prior_value": 36.76886803802706,</a:t>
            </a:r>
          </a:p>
          <a:p>
            <a:r>
              <a:t>          "yoy_fraction": -0.17491738771530907,</a:t>
            </a:r>
          </a:p>
          <a:p>
            <a:r>
              <a:t>          "yoy_pct": -17.49173877153091,</a:t>
            </a:r>
          </a:p>
          <a:p>
            <a:r>
              <a:t>          "value_label": "30.3",</a:t>
            </a:r>
          </a:p>
          <a:p>
            <a:r>
              <a:t>          "yoy_label": "(-17.5%)",</a:t>
            </a:r>
          </a:p>
          <a:p>
            <a:r>
              <a:t>          "label": "30.3\n(-17.5%)"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"NV_XC03",</a:t>
            </a:r>
          </a:p>
          <a:p>
            <a:r>
              <a:t>          "month": "2025-03",</a:t>
            </a:r>
          </a:p>
          <a:p>
            <a:r>
              <a:t>          "start": "2025-03-01",</a:t>
            </a:r>
          </a:p>
          <a:p>
            <a:r>
              <a:t>          "end": "2025-03-31",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284.36588,</a:t>
            </a:r>
          </a:p>
          <a:p>
            <a:r>
              <a:t>          "raw_mean": 9.173092903225806,</a:t>
            </a:r>
          </a:p>
          <a:p>
            <a:r>
              <a:t>          "value": 29.294717274273783,</a:t>
            </a:r>
          </a:p>
          <a:p>
            <a:r>
              <a:t>          "prior_start": "2024-03-01",</a:t>
            </a:r>
          </a:p>
          <a:p>
            <a:r>
              <a:t>          "prior_end": "2024-03-31",</a:t>
            </a:r>
          </a:p>
          <a:p>
            <a:r>
              <a:t>          "prior_days": 31,</a:t>
            </a:r>
          </a:p>
          <a:p>
            <a:r>
              <a:t>          "prior_raw_mean": 9.508172903225805,</a:t>
            </a:r>
          </a:p>
          <a:p>
            <a:r>
              <a:t>          "prior_value": 30.36481151269709,</a:t>
            </a:r>
          </a:p>
          <a:p>
            <a:r>
              <a:t>          "yoy_fraction": -0.03524126069334721,</a:t>
            </a:r>
          </a:p>
          <a:p>
            <a:r>
              <a:t>          "yoy_pct": -3.524126069334721,</a:t>
            </a:r>
          </a:p>
          <a:p>
            <a:r>
              <a:t>          "value_label": "29.3",</a:t>
            </a:r>
          </a:p>
          <a:p>
            <a:r>
              <a:t>          "yoy_label": "(-3.5%)",</a:t>
            </a:r>
          </a:p>
          <a:p>
            <a:r>
              <a:t>          "label": "29.3\n(-3.5%)"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"NV_XC03",</a:t>
            </a:r>
          </a:p>
          <a:p>
            <a:r>
              <a:t>          "month": "2025-04",</a:t>
            </a:r>
          </a:p>
          <a:p>
            <a:r>
              <a:t>          "start": "2025-04-01",</a:t>
            </a:r>
          </a:p>
          <a:p>
            <a:r>
              <a:t>          "end": "2025-04-30",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260.81698,</a:t>
            </a:r>
          </a:p>
          <a:p>
            <a:r>
              <a:t>          "raw_mean": 8.693899333333333,</a:t>
            </a:r>
          </a:p>
          <a:p>
            <a:r>
              <a:t>          "value": 27.76438935786149,</a:t>
            </a:r>
          </a:p>
          <a:p>
            <a:r>
              <a:t>          "prior_start": "2024-04-01",</a:t>
            </a:r>
          </a:p>
          <a:p>
            <a:r>
              <a:t>          "prior_end": "2024-04-30",</a:t>
            </a:r>
          </a:p>
          <a:p>
            <a:r>
              <a:t>          "prior_days": 30,</a:t>
            </a:r>
          </a:p>
          <a:p>
            <a:r>
              <a:t>          "prior_raw_mean": 8.954214333333335,</a:t>
            </a:r>
          </a:p>
          <a:p>
            <a:r>
              <a:t>          "prior_value": 28.595717941110752,</a:t>
            </a:r>
          </a:p>
          <a:p>
            <a:r>
              <a:t>          "yoy_fraction": -0.029071785676487605,</a:t>
            </a:r>
          </a:p>
          <a:p>
            <a:r>
              <a:t>          "yoy_pct": -2.9071785676487605,</a:t>
            </a:r>
          </a:p>
          <a:p>
            <a:r>
              <a:t>          "value_label": "27.8",</a:t>
            </a:r>
          </a:p>
          <a:p>
            <a:r>
              <a:t>          "yoy_label": "(-2.9%)",</a:t>
            </a:r>
          </a:p>
          <a:p>
            <a:r>
              <a:t>          "label": "27.8\n(-2.9%)"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"NV_XC03",</a:t>
            </a:r>
          </a:p>
          <a:p>
            <a:r>
              <a:t>          "month": "2025-05",</a:t>
            </a:r>
          </a:p>
          <a:p>
            <a:r>
              <a:t>          "start": "2025-05-01",</a:t>
            </a:r>
          </a:p>
          <a:p>
            <a:r>
              <a:t>          "end": "2025-05-31",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308.59326,</a:t>
            </a:r>
          </a:p>
          <a:p>
            <a:r>
              <a:t>          "raw_mean": 9.95462129032258,</a:t>
            </a:r>
          </a:p>
          <a:p>
            <a:r>
              <a:t>          "value": 31.79056609902166,</a:t>
            </a:r>
          </a:p>
          <a:p>
            <a:r>
              <a:t>          "prior_start": "2024-05-01",</a:t>
            </a:r>
          </a:p>
          <a:p>
            <a:r>
              <a:t>          "prior_end": "2024-05-31",</a:t>
            </a:r>
          </a:p>
          <a:p>
            <a:r>
              <a:t>          "prior_days": 31,</a:t>
            </a:r>
          </a:p>
          <a:p>
            <a:r>
              <a:t>          "prior_raw_mean": 9.562640967741935,</a:t>
            </a:r>
          </a:p>
          <a:p>
            <a:r>
              <a:t>          "prior_value": 30.53875791957538,</a:t>
            </a:r>
          </a:p>
          <a:p>
            <a:r>
              <a:t>          "yoy_fraction": 0.04099080200782712,</a:t>
            </a:r>
          </a:p>
          <a:p>
            <a:r>
              <a:t>          "yoy_pct": 4.099080200782712,</a:t>
            </a:r>
          </a:p>
          <a:p>
            <a:r>
              <a:t>          "value_label": "31.8",</a:t>
            </a:r>
          </a:p>
          <a:p>
            <a:r>
              <a:t>          "yoy_label": "(+4.1%)",</a:t>
            </a:r>
          </a:p>
          <a:p>
            <a:r>
              <a:t>          "label": "31.8\n(+4.1%)"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"NV_XC03",</a:t>
            </a:r>
          </a:p>
          <a:p>
            <a:r>
              <a:t>          "month": "2025-06",</a:t>
            </a:r>
          </a:p>
          <a:p>
            <a:r>
              <a:t>          "start": "2025-06-01",</a:t>
            </a:r>
          </a:p>
          <a:p>
            <a:r>
              <a:t>          "end": "2025-06-30",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276.13430999999997,</a:t>
            </a:r>
          </a:p>
          <a:p>
            <a:r>
              <a:t>          "raw_mean": 9.204476999999999,</a:t>
            </a:r>
          </a:p>
          <a:p>
            <a:r>
              <a:t>          "value": 29.394943910110552,</a:t>
            </a:r>
          </a:p>
          <a:p>
            <a:r>
              <a:t>          "prior_start": "2024-06-01",</a:t>
            </a:r>
          </a:p>
          <a:p>
            <a:r>
              <a:t>          "prior_end": "2024-06-30",</a:t>
            </a:r>
          </a:p>
          <a:p>
            <a:r>
              <a:t>          "prior_days": 30,</a:t>
            </a:r>
          </a:p>
          <a:p>
            <a:r>
              <a:t>          "prior_raw_mean": 9.243173,</a:t>
            </a:r>
          </a:p>
          <a:p>
            <a:r>
              <a:t>          "prior_value": 29.51852146367993,</a:t>
            </a:r>
          </a:p>
          <a:p>
            <a:r>
              <a:t>          "yoy_fraction": -0.004186441171229793,</a:t>
            </a:r>
          </a:p>
          <a:p>
            <a:r>
              <a:t>          "yoy_pct": -0.41864411712297933,</a:t>
            </a:r>
          </a:p>
          <a:p>
            <a:r>
              <a:t>          "value_label": "29.4",</a:t>
            </a:r>
          </a:p>
          <a:p>
            <a:r>
              <a:t>          "yoy_label": "(-0.4%)",</a:t>
            </a:r>
          </a:p>
          <a:p>
            <a:r>
              <a:t>          "label": "29.4\n(-0.4%)"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"NV_XC03",</a:t>
            </a:r>
          </a:p>
          <a:p>
            <a:r>
              <a:t>          "month": "2025-07",</a:t>
            </a:r>
          </a:p>
          <a:p>
            <a:r>
              <a:t>          "start": "2025-07-01",</a:t>
            </a:r>
          </a:p>
          <a:p>
            <a:r>
              <a:t>          "end": "2025-07-31",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277.34041,</a:t>
            </a:r>
          </a:p>
          <a:p>
            <a:r>
              <a:t>          "raw_mean": 8.946464838709678,</a:t>
            </a:r>
          </a:p>
          <a:p>
            <a:r>
              <a:t>          "value": 28.570969554016727,</a:t>
            </a:r>
          </a:p>
          <a:p>
            <a:r>
              <a:t>          "prior_start": "2024-07-01",</a:t>
            </a:r>
          </a:p>
          <a:p>
            <a:r>
              <a:t>          "prior_end": "2024-07-31",</a:t>
            </a:r>
          </a:p>
          <a:p>
            <a:r>
              <a:t>          "prior_days": 31,</a:t>
            </a:r>
          </a:p>
          <a:p>
            <a:r>
              <a:t>          "prior_raw_mean": 11.222474838709678,</a:t>
            </a:r>
          </a:p>
          <a:p>
            <a:r>
              <a:t>          "prior_value": 35.839517923342946,</a:t>
            </a:r>
          </a:p>
          <a:p>
            <a:r>
              <a:t>          "yoy_fraction": -0.20280820698740698,</a:t>
            </a:r>
          </a:p>
          <a:p>
            <a:r>
              <a:t>          "yoy_pct": -20.280820698740698,</a:t>
            </a:r>
          </a:p>
          <a:p>
            <a:r>
              <a:t>          "value_label": "28.6",</a:t>
            </a:r>
          </a:p>
          <a:p>
            <a:r>
              <a:t>          "yoy_label": "(-20.3%)",</a:t>
            </a:r>
          </a:p>
          <a:p>
            <a:r>
              <a:t>          "label": "28.6\n(-20.3%)"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"NV_XC03",</a:t>
            </a:r>
          </a:p>
          <a:p>
            <a:r>
              <a:t>          "month": "2025-08",</a:t>
            </a:r>
          </a:p>
          <a:p>
            <a:r>
              <a:t>          "start": "2025-08-01",</a:t>
            </a:r>
          </a:p>
          <a:p>
            <a:r>
              <a:t>          "end": "2025-08-31",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261.60095,</a:t>
            </a:r>
          </a:p>
          <a:p>
            <a:r>
              <a:t>          "raw_mean": 8.438740322580646,</a:t>
            </a:r>
          </a:p>
          <a:p>
            <a:r>
              <a:t>          "value": 26.94952667644737,</a:t>
            </a:r>
          </a:p>
          <a:p>
            <a:r>
              <a:t>          "prior_start": "2024-08-01",</a:t>
            </a:r>
          </a:p>
          <a:p>
            <a:r>
              <a:t>          "prior_end": "2024-08-31",</a:t>
            </a:r>
          </a:p>
          <a:p>
            <a:r>
              <a:t>          "prior_days": 31,</a:t>
            </a:r>
          </a:p>
          <a:p>
            <a:r>
              <a:t>          "prior_raw_mean": 10.749766129032258,</a:t>
            </a:r>
          </a:p>
          <a:p>
            <a:r>
              <a:t>          "prior_value": 34.329899722679464,</a:t>
            </a:r>
          </a:p>
          <a:p>
            <a:r>
              <a:t>          "yoy_fraction": -0.21498382185358889,</a:t>
            </a:r>
          </a:p>
          <a:p>
            <a:r>
              <a:t>          "yoy_pct": -21.49838218535889,</a:t>
            </a:r>
          </a:p>
          <a:p>
            <a:r>
              <a:t>          "value_label": "26.9",</a:t>
            </a:r>
          </a:p>
          <a:p>
            <a:r>
              <a:t>          "yoy_label": "(-21.5%)",</a:t>
            </a:r>
          </a:p>
          <a:p>
            <a:r>
              <a:t>          "label": "26.9\n(-21.5%)"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"NV_XC03",</a:t>
            </a:r>
          </a:p>
          <a:p>
            <a:r>
              <a:t>          "month": "2025-09",</a:t>
            </a:r>
          </a:p>
          <a:p>
            <a:r>
              <a:t>          "start": "2025-09-01",</a:t>
            </a:r>
          </a:p>
          <a:p>
            <a:r>
              <a:t>          "end": "2025-09-30",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213.47793,</a:t>
            </a:r>
          </a:p>
          <a:p>
            <a:r>
              <a:t>          "raw_mean": 7.115931,</a:t>
            </a:r>
          </a:p>
          <a:p>
            <a:r>
              <a:t>          "value": 22.725070920728783,</a:t>
            </a:r>
          </a:p>
          <a:p>
            <a:r>
              <a:t>          "prior_start": "2024-09-01",</a:t>
            </a:r>
          </a:p>
          <a:p>
            <a:r>
              <a:t>          "prior_end": "2024-09-30",</a:t>
            </a:r>
          </a:p>
          <a:p>
            <a:r>
              <a:t>          "prior_days": 30,</a:t>
            </a:r>
          </a:p>
          <a:p>
            <a:r>
              <a:t>          "prior_raw_mean": 10.562836333333333,</a:t>
            </a:r>
          </a:p>
          <a:p>
            <a:r>
              <a:t>          "prior_value": 33.732930350090626,</a:t>
            </a:r>
          </a:p>
          <a:p>
            <a:r>
              <a:t>          "yoy_fraction": -0.32632384186961894,</a:t>
            </a:r>
          </a:p>
          <a:p>
            <a:r>
              <a:t>          "yoy_pct": -32.63238418696189,</a:t>
            </a:r>
          </a:p>
          <a:p>
            <a:r>
              <a:t>          "value_label": "22.7",</a:t>
            </a:r>
          </a:p>
          <a:p>
            <a:r>
              <a:t>          "yoy_label": "(-32.6%)",</a:t>
            </a:r>
          </a:p>
          <a:p>
            <a:r>
              <a:t>          "label": "22.7\n(-32.6%)"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"NV_XC03",</a:t>
            </a:r>
          </a:p>
          <a:p>
            <a:r>
              <a:t>          "month": "2025-10",</a:t>
            </a:r>
          </a:p>
          <a:p>
            <a:r>
              <a:t>          "start": "2025-10-01",</a:t>
            </a:r>
          </a:p>
          <a:p>
            <a:r>
              <a:t>          "end": "2025-10-31",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221.67931,</a:t>
            </a:r>
          </a:p>
          <a:p>
            <a:r>
              <a:t>          "raw_mean": 7.150945483870967,</a:t>
            </a:r>
          </a:p>
          <a:p>
            <a:r>
              <a:t>          "value": 22.836891373909182,</a:t>
            </a:r>
          </a:p>
          <a:p>
            <a:r>
              <a:t>          "prior_start": "2024-10-01",</a:t>
            </a:r>
          </a:p>
          <a:p>
            <a:r>
              <a:t>          "prior_end": "2024-10-31",</a:t>
            </a:r>
          </a:p>
          <a:p>
            <a:r>
              <a:t>          "prior_days": 31,</a:t>
            </a:r>
          </a:p>
          <a:p>
            <a:r>
              <a:t>          "prior_raw_mean": 11.615428064516129,</a:t>
            </a:r>
          </a:p>
          <a:p>
            <a:r>
              <a:t>          "prior_value": 37.09443311644709,</a:t>
            </a:r>
          </a:p>
          <a:p>
            <a:r>
              <a:t>          "yoy_fraction": -0.38435798972262336,</a:t>
            </a:r>
          </a:p>
          <a:p>
            <a:r>
              <a:t>          "yoy_pct": -38.43579897226233,</a:t>
            </a:r>
          </a:p>
          <a:p>
            <a:r>
              <a:t>          "value_label": "22.8",</a:t>
            </a:r>
          </a:p>
          <a:p>
            <a:r>
              <a:t>          "yoy_label": "(-38.4%)",</a:t>
            </a:r>
          </a:p>
          <a:p>
            <a:r>
              <a:t>          "label": "22.8\n(-38.4%)"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"NV_XC03",</a:t>
            </a:r>
          </a:p>
          <a:p>
            <a:r>
              <a:t>          "month": "2025-11",</a:t>
            </a:r>
          </a:p>
          <a:p>
            <a:r>
              <a:t>          "start": "2025-11-01",</a:t>
            </a:r>
          </a:p>
          <a:p>
            <a:r>
              <a:t>          "end": "2025-11-30",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210.68886,</a:t>
            </a:r>
          </a:p>
          <a:p>
            <a:r>
              <a:t>          "raw_mean": 7.022962000000001,</a:t>
            </a:r>
          </a:p>
          <a:p>
            <a:r>
              <a:t>          "value": 22.428169908278093,</a:t>
            </a:r>
          </a:p>
          <a:p>
            <a:r>
              <a:t>          "prior_start": "2024-11-01",</a:t>
            </a:r>
          </a:p>
          <a:p>
            <a:r>
              <a:t>          "prior_end": "2024-11-30",</a:t>
            </a:r>
          </a:p>
          <a:p>
            <a:r>
              <a:t>          "prior_days": 30,</a:t>
            </a:r>
          </a:p>
          <a:p>
            <a:r>
              <a:t>          "prior_raw_mean": 10.213572666666666,</a:t>
            </a:r>
          </a:p>
          <a:p>
            <a:r>
              <a:t>          "prior_value": 32.61753988396135,</a:t>
            </a:r>
          </a:p>
          <a:p>
            <a:r>
              <a:t>          "yoy_fraction": -0.3123892853946829,</a:t>
            </a:r>
          </a:p>
          <a:p>
            <a:r>
              <a:t>          "yoy_pct": -31.23892853946829,</a:t>
            </a:r>
          </a:p>
          <a:p>
            <a:r>
              <a:t>          "value_label": "22.4",</a:t>
            </a:r>
          </a:p>
          <a:p>
            <a:r>
              <a:t>          "yoy_label": "(-31.2%)",</a:t>
            </a:r>
          </a:p>
          <a:p>
            <a:r>
              <a:t>          "label": "22.4\n(-31.2%)"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"NV_XC03",</a:t>
            </a:r>
          </a:p>
          <a:p>
            <a:r>
              <a:t>          "month": "2025-12",</a:t>
            </a:r>
          </a:p>
          <a:p>
            <a:r>
              <a:t>          "start": "2025-12-01",</a:t>
            </a:r>
          </a:p>
          <a:p>
            <a:r>
              <a:t>          "end": "2025-12-31",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220.29233,</a:t>
            </a:r>
          </a:p>
          <a:p>
            <a:r>
              <a:t>          "raw_mean": 7.106204193548387,</a:t>
            </a:r>
          </a:p>
          <a:p>
            <a:r>
              <a:t>          "value": 22.694007892370987,</a:t>
            </a:r>
          </a:p>
          <a:p>
            <a:r>
              <a:t>          "prior_start": "2024-12-01",</a:t>
            </a:r>
          </a:p>
          <a:p>
            <a:r>
              <a:t>          "prior_end": "2024-12-31",</a:t>
            </a:r>
          </a:p>
          <a:p>
            <a:r>
              <a:t>          "prior_days": 31,</a:t>
            </a:r>
          </a:p>
          <a:p>
            <a:r>
              <a:t>          "prior_raw_mean": 10.271220000000001,</a:t>
            </a:r>
          </a:p>
          <a:p>
            <a:r>
              <a:t>          "prior_value": 32.80163944006875,</a:t>
            </a:r>
          </a:p>
          <a:p>
            <a:r>
              <a:t>          "yoy_fraction": -0.3081440964609474,</a:t>
            </a:r>
          </a:p>
          <a:p>
            <a:r>
              <a:t>          "yoy_pct": -30.81440964609474,</a:t>
            </a:r>
          </a:p>
          <a:p>
            <a:r>
              <a:t>          "value_label": "22.7",</a:t>
            </a:r>
          </a:p>
          <a:p>
            <a:r>
              <a:t>          "yoy_label": "(-30.8%)",</a:t>
            </a:r>
          </a:p>
          <a:p>
            <a:r>
              <a:t>          "label": "22.7\n(-30.8%)"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"NV_XC03",</a:t>
            </a:r>
          </a:p>
          <a:p>
            <a:r>
              <a:t>          "month": "2026-01",</a:t>
            </a:r>
          </a:p>
          <a:p>
            <a:r>
              <a:t>          "start": "2026-01-01",</a:t>
            </a:r>
          </a:p>
          <a:p>
            <a:r>
              <a:t>          "end": "2026-01-31",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194.76841000000002,</a:t>
            </a:r>
          </a:p>
          <a:p>
            <a:r>
              <a:t>          "raw_mean": 6.282851935483872,</a:t>
            </a:r>
          </a:p>
          <a:p>
            <a:r>
              <a:t>          "value": 20.064592506350756,</a:t>
            </a:r>
          </a:p>
          <a:p>
            <a:r>
              <a:t>          "prior_start": "2025-01-01",</a:t>
            </a:r>
          </a:p>
          <a:p>
            <a:r>
              <a:t>          "prior_end": "2025-01-31",</a:t>
            </a:r>
          </a:p>
          <a:p>
            <a:r>
              <a:t>          "prior_days": 31,</a:t>
            </a:r>
          </a:p>
          <a:p>
            <a:r>
              <a:t>          "prior_raw_mean": 11.020164193548387,</a:t>
            </a:r>
          </a:p>
          <a:p>
            <a:r>
              <a:t>          "prior_value": 35.19342906170155,</a:t>
            </a:r>
          </a:p>
          <a:p>
            <a:r>
              <a:t>          "yoy_fraction": -0.4298767400251545,</a:t>
            </a:r>
          </a:p>
          <a:p>
            <a:r>
              <a:t>          "yoy_pct": -42.987674002515455,</a:t>
            </a:r>
          </a:p>
          <a:p>
            <a:r>
              <a:t>          "value_label": "20.1",</a:t>
            </a:r>
          </a:p>
          <a:p>
            <a:r>
              <a:t>          "yoy_label": "(-43.0%)",</a:t>
            </a:r>
          </a:p>
          <a:p>
            <a:r>
              <a:t>          "label": "20.1\n(-43.0%)"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"NV_XC03",</a:t>
            </a:r>
          </a:p>
          <a:p>
            <a:r>
              <a:t>          "month": "2026-02",</a:t>
            </a:r>
          </a:p>
          <a:p>
            <a:r>
              <a:t>          "start": "2026-02-01",</a:t>
            </a:r>
          </a:p>
          <a:p>
            <a:r>
              <a:t>          "end": "2026-02-28",</a:t>
            </a:r>
          </a:p>
          <a:p>
            <a:r>
              <a:t>          "days": 28,</a:t>
            </a:r>
          </a:p>
          <a:p>
            <a:r>
              <a:t>          "partial": false,</a:t>
            </a:r>
          </a:p>
          <a:p>
            <a:r>
              <a:t>          "raw_sum": 142.9216,</a:t>
            </a:r>
          </a:p>
          <a:p>
            <a:r>
              <a:t>          "raw_mean": 5.104342857142858,</a:t>
            </a:r>
          </a:p>
          <a:p>
            <a:r>
              <a:t>          "value": 16.300966582206435,</a:t>
            </a:r>
          </a:p>
          <a:p>
            <a:r>
              <a:t>          "prior_start": "2025-02-01",</a:t>
            </a:r>
          </a:p>
          <a:p>
            <a:r>
              <a:t>          "prior_end": "2025-02-28",</a:t>
            </a:r>
          </a:p>
          <a:p>
            <a:r>
              <a:t>          "prior_days": 28,</a:t>
            </a:r>
          </a:p>
          <a:p>
            <a:r>
              <a:t>          "prior_raw_mean": 9.499574999999998,</a:t>
            </a:r>
          </a:p>
          <a:p>
            <a:r>
              <a:t>          "prior_value": 30.337353691566445,</a:t>
            </a:r>
          </a:p>
          <a:p>
            <a:r>
              <a:t>          "yoy_fraction": -0.46267671373268193,</a:t>
            </a:r>
          </a:p>
          <a:p>
            <a:r>
              <a:t>          "yoy_pct": -46.26767137326819,</a:t>
            </a:r>
          </a:p>
          <a:p>
            <a:r>
              <a:t>          "value_label": "16.3",</a:t>
            </a:r>
          </a:p>
          <a:p>
            <a:r>
              <a:t>          "yoy_label": "(-46.3%)",</a:t>
            </a:r>
          </a:p>
          <a:p>
            <a:r>
              <a:t>          "label": "16.3\n(-46.3%)"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"NV_XC03",</a:t>
            </a:r>
          </a:p>
          <a:p>
            <a:r>
              <a:t>          "month": "2026-03",</a:t>
            </a:r>
          </a:p>
          <a:p>
            <a:r>
              <a:t>          "start": "2026-03-01",</a:t>
            </a:r>
          </a:p>
          <a:p>
            <a:r>
              <a:t>          "end": "2026-03-31",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138.33843,</a:t>
            </a:r>
          </a:p>
          <a:p>
            <a:r>
              <a:t>          "raw_mean": 4.462529999999999,</a:t>
            </a:r>
          </a:p>
          <a:p>
            <a:r>
              <a:t>          "value": 14.251306081506383,</a:t>
            </a:r>
          </a:p>
          <a:p>
            <a:r>
              <a:t>          "prior_start": "2025-03-01",</a:t>
            </a:r>
          </a:p>
          <a:p>
            <a:r>
              <a:t>          "prior_end": "2025-03-31",</a:t>
            </a:r>
          </a:p>
          <a:p>
            <a:r>
              <a:t>          "prior_days": 31,</a:t>
            </a:r>
          </a:p>
          <a:p>
            <a:r>
              <a:t>          "prior_raw_mean": 9.173092903225806,</a:t>
            </a:r>
          </a:p>
          <a:p>
            <a:r>
              <a:t>          "prior_value": 29.294717274273783,</a:t>
            </a:r>
          </a:p>
          <a:p>
            <a:r>
              <a:t>          "yoy_fraction": -0.5135195896216522,</a:t>
            </a:r>
          </a:p>
          <a:p>
            <a:r>
              <a:t>          "yoy_pct": -51.35195896216522,</a:t>
            </a:r>
          </a:p>
          <a:p>
            <a:r>
              <a:t>          "value_label": "14.3",</a:t>
            </a:r>
          </a:p>
          <a:p>
            <a:r>
              <a:t>          "yoy_label": "(-51.4%)",</a:t>
            </a:r>
          </a:p>
          <a:p>
            <a:r>
              <a:t>          "label": "14.3\n(-51.4%)"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"NV_XC03",</a:t>
            </a:r>
          </a:p>
          <a:p>
            <a:r>
              <a:t>          "month": "2026-04",</a:t>
            </a:r>
          </a:p>
          <a:p>
            <a:r>
              <a:t>          "start": "2026-04-01",</a:t>
            </a:r>
          </a:p>
          <a:p>
            <a:r>
              <a:t>          "end": "2026-04-30",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135.30816,</a:t>
            </a:r>
          </a:p>
          <a:p>
            <a:r>
              <a:t>          "raw_mean": 4.510272,</a:t>
            </a:r>
          </a:p>
          <a:p>
            <a:r>
              <a:t>          "value": 14.40377247499691,</a:t>
            </a:r>
          </a:p>
          <a:p>
            <a:r>
              <a:t>          "prior_start": "2025-04-01",</a:t>
            </a:r>
          </a:p>
          <a:p>
            <a:r>
              <a:t>          "prior_end": "2025-04-30",</a:t>
            </a:r>
          </a:p>
          <a:p>
            <a:r>
              <a:t>          "prior_days": 30,</a:t>
            </a:r>
          </a:p>
          <a:p>
            <a:r>
              <a:t>          "prior_raw_mean": 8.693899333333333,</a:t>
            </a:r>
          </a:p>
          <a:p>
            <a:r>
              <a:t>          "prior_value": 27.76438935786149,</a:t>
            </a:r>
          </a:p>
          <a:p>
            <a:r>
              <a:t>          "yoy_fraction": -0.4812141448766104,</a:t>
            </a:r>
          </a:p>
          <a:p>
            <a:r>
              <a:t>          "yoy_pct": -48.12141448766104,</a:t>
            </a:r>
          </a:p>
          <a:p>
            <a:r>
              <a:t>          "value_label": "14.4",</a:t>
            </a:r>
          </a:p>
          <a:p>
            <a:r>
              <a:t>          "yoy_label": "(-48.1%)",</a:t>
            </a:r>
          </a:p>
          <a:p>
            <a:r>
              <a:t>          "label": "14.4\n(-48.1%)"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"NV_XC03",</a:t>
            </a:r>
          </a:p>
          <a:p>
            <a:r>
              <a:t>          "month": "2026-05",</a:t>
            </a:r>
          </a:p>
          <a:p>
            <a:r>
              <a:t>          "start": "2026-05-01",</a:t>
            </a:r>
          </a:p>
          <a:p>
            <a:r>
              <a:t>          "end": "2026-05-31",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137.2379,</a:t>
            </a:r>
          </a:p>
          <a:p>
            <a:r>
              <a:t>          "raw_mean": 4.427029032258065,</a:t>
            </a:r>
          </a:p>
          <a:p>
            <a:r>
              <a:t>          "value": 14.137932018479356,</a:t>
            </a:r>
          </a:p>
          <a:p>
            <a:r>
              <a:t>          "prior_start": "2025-05-01",</a:t>
            </a:r>
          </a:p>
          <a:p>
            <a:r>
              <a:t>          "prior_end": "2025-05-31",</a:t>
            </a:r>
          </a:p>
          <a:p>
            <a:r>
              <a:t>          "prior_days": 31,</a:t>
            </a:r>
          </a:p>
          <a:p>
            <a:r>
              <a:t>          "prior_raw_mean": 9.95462129032258,</a:t>
            </a:r>
          </a:p>
          <a:p>
            <a:r>
              <a:t>          "prior_value": 31.79056609902166,</a:t>
            </a:r>
          </a:p>
          <a:p>
            <a:r>
              <a:t>          "yoy_fraction": -0.5552790103063171,</a:t>
            </a:r>
          </a:p>
          <a:p>
            <a:r>
              <a:t>          "yoy_pct": -55.52790103063171,</a:t>
            </a:r>
          </a:p>
          <a:p>
            <a:r>
              <a:t>          "value_label": "14.1",</a:t>
            </a:r>
          </a:p>
          <a:p>
            <a:r>
              <a:t>          "yoy_label": "(-55.5%)",</a:t>
            </a:r>
          </a:p>
          <a:p>
            <a:r>
              <a:t>          "label": "14.1\n(-55.5%)"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"NV_XC03",</a:t>
            </a:r>
          </a:p>
          <a:p>
            <a:r>
              <a:t>          "month": "2026-06",</a:t>
            </a:r>
          </a:p>
          <a:p>
            <a:r>
              <a:t>          "start": "2026-06-01",</a:t>
            </a:r>
          </a:p>
          <a:p>
            <a:r>
              <a:t>          "end": "2026-06-30",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129.05155,</a:t>
            </a:r>
          </a:p>
          <a:p>
            <a:r>
              <a:t>          "raw_mean": 4.301718333333333,</a:t>
            </a:r>
          </a:p>
          <a:p>
            <a:r>
              <a:t>          "value": 13.737746221260325,</a:t>
            </a:r>
          </a:p>
          <a:p>
            <a:r>
              <a:t>          "prior_start": "2025-06-01",</a:t>
            </a:r>
          </a:p>
          <a:p>
            <a:r>
              <a:t>          "prior_end": "2025-06-30",</a:t>
            </a:r>
          </a:p>
          <a:p>
            <a:r>
              <a:t>          "prior_days": 30,</a:t>
            </a:r>
          </a:p>
          <a:p>
            <a:r>
              <a:t>          "prior_raw_mean": 9.204476999999999,</a:t>
            </a:r>
          </a:p>
          <a:p>
            <a:r>
              <a:t>          "prior_value": 29.394943910110552,</a:t>
            </a:r>
          </a:p>
          <a:p>
            <a:r>
              <a:t>          "yoy_fraction": -0.5326493473411544,</a:t>
            </a:r>
          </a:p>
          <a:p>
            <a:r>
              <a:t>          "yoy_pct": -53.26493473411544,</a:t>
            </a:r>
          </a:p>
          <a:p>
            <a:r>
              <a:t>          "value_label": "13.7",</a:t>
            </a:r>
          </a:p>
          <a:p>
            <a:r>
              <a:t>          "yoy_label": "(-53.3%)",</a:t>
            </a:r>
          </a:p>
          <a:p>
            <a:r>
              <a:t>          "label": "13.7\n(-53.3%)"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"NV_XC03",</a:t>
            </a:r>
          </a:p>
          <a:p>
            <a:r>
              <a:t>          "month": "2026-07",</a:t>
            </a:r>
          </a:p>
          <a:p>
            <a:r>
              <a:t>          "start": "2026-07-01",</a:t>
            </a:r>
          </a:p>
          <a:p>
            <a:r>
              <a:t>          "end": "2026-07-31",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134.93126,</a:t>
            </a:r>
          </a:p>
          <a:p>
            <a:r>
              <a:t>          "raw_mean": 4.352621290322581,</a:t>
            </a:r>
          </a:p>
          <a:p>
            <a:r>
              <a:t>          "value": 13.90030728426887,</a:t>
            </a:r>
          </a:p>
          <a:p>
            <a:r>
              <a:t>          "prior_start": "2025-07-01",</a:t>
            </a:r>
          </a:p>
          <a:p>
            <a:r>
              <a:t>          "prior_end": "2025-07-31",</a:t>
            </a:r>
          </a:p>
          <a:p>
            <a:r>
              <a:t>          "prior_days": 31,</a:t>
            </a:r>
          </a:p>
          <a:p>
            <a:r>
              <a:t>          "prior_raw_mean": 8.946464838709678,</a:t>
            </a:r>
          </a:p>
          <a:p>
            <a:r>
              <a:t>          "prior_value": 28.570969554016727,</a:t>
            </a:r>
          </a:p>
          <a:p>
            <a:r>
              <a:t>          "yoy_fraction": -0.5134814288332523,</a:t>
            </a:r>
          </a:p>
          <a:p>
            <a:r>
              <a:t>          "yoy_pct": -51.34814288332523,</a:t>
            </a:r>
          </a:p>
          <a:p>
            <a:r>
              <a:t>          "value_label": "13.9",</a:t>
            </a:r>
          </a:p>
          <a:p>
            <a:r>
              <a:t>          "yoy_label": "(-51.3%)",</a:t>
            </a:r>
          </a:p>
          <a:p>
            <a:r>
              <a:t>          "label": "13.9\n(-51.3%)"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"NV_XC03",</a:t>
            </a:r>
          </a:p>
          <a:p>
            <a:r>
              <a:t>          "month": "2026-08",</a:t>
            </a:r>
          </a:p>
          <a:p>
            <a:r>
              <a:t>          "start": "2026-08-01",</a:t>
            </a:r>
          </a:p>
          <a:p>
            <a:r>
              <a:t>          "end": "2026-08-31",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126.08156,</a:t>
            </a:r>
          </a:p>
          <a:p>
            <a:r>
              <a:t>          "raw_mean": 4.067147096774193,</a:t>
            </a:r>
          </a:p>
          <a:p>
            <a:r>
              <a:t>          "value": 12.988631595673104,</a:t>
            </a:r>
          </a:p>
          <a:p>
            <a:r>
              <a:t>          "prior_start": "2025-08-01",</a:t>
            </a:r>
          </a:p>
          <a:p>
            <a:r>
              <a:t>          "prior_end": "2025-08-31",</a:t>
            </a:r>
          </a:p>
          <a:p>
            <a:r>
              <a:t>          "prior_days": 31,</a:t>
            </a:r>
          </a:p>
          <a:p>
            <a:r>
              <a:t>          "prior_raw_mean": 8.438740322580646,</a:t>
            </a:r>
          </a:p>
          <a:p>
            <a:r>
              <a:t>          "prior_value": 26.94952667644737,</a:t>
            </a:r>
          </a:p>
          <a:p>
            <a:r>
              <a:t>          "yoy_fraction": -0.5180386003949908,</a:t>
            </a:r>
          </a:p>
          <a:p>
            <a:r>
              <a:t>          "yoy_pct": -51.803860039499085,</a:t>
            </a:r>
          </a:p>
          <a:p>
            <a:r>
              <a:t>          "value_label": "13.0",</a:t>
            </a:r>
          </a:p>
          <a:p>
            <a:r>
              <a:t>          "yoy_label": "(-51.8%)",</a:t>
            </a:r>
          </a:p>
          <a:p>
            <a:r>
              <a:t>          "label": "13.0\n(-51.8%)"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"NV_XC03",</a:t>
            </a:r>
          </a:p>
          <a:p>
            <a:r>
              <a:t>          "month": "2026-09",</a:t>
            </a:r>
          </a:p>
          <a:p>
            <a:r>
              <a:t>          "start": "2026-09-01",</a:t>
            </a:r>
          </a:p>
          <a:p>
            <a:r>
              <a:t>          "end": "2026-09-30",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109.79934,</a:t>
            </a:r>
          </a:p>
          <a:p>
            <a:r>
              <a:t>          "raw_mean": 3.659978,</a:t>
            </a:r>
          </a:p>
          <a:p>
            <a:r>
              <a:t>          "value": 11.688317328864919,</a:t>
            </a:r>
          </a:p>
          <a:p>
            <a:r>
              <a:t>          "prior_start": "2025-09-01",</a:t>
            </a:r>
          </a:p>
          <a:p>
            <a:r>
              <a:t>          "prior_end": "2025-09-30",</a:t>
            </a:r>
          </a:p>
          <a:p>
            <a:r>
              <a:t>          "prior_days": 30,</a:t>
            </a:r>
          </a:p>
          <a:p>
            <a:r>
              <a:t>          "prior_raw_mean": 7.115931,</a:t>
            </a:r>
          </a:p>
          <a:p>
            <a:r>
              <a:t>          "prior_value": 22.725070920728783,</a:t>
            </a:r>
          </a:p>
          <a:p>
            <a:r>
              <a:t>          "yoy_fraction": -0.48566420894188,</a:t>
            </a:r>
          </a:p>
          <a:p>
            <a:r>
              <a:t>          "yoy_pct": -48.566420894188,</a:t>
            </a:r>
          </a:p>
          <a:p>
            <a:r>
              <a:t>          "value_label": "11.7",</a:t>
            </a:r>
          </a:p>
          <a:p>
            <a:r>
              <a:t>          "yoy_label": "(-48.6%)",</a:t>
            </a:r>
          </a:p>
          <a:p>
            <a:r>
              <a:t>          "label": "11.7\n(-48.6%)"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"NV_XC03",</a:t>
            </a:r>
          </a:p>
          <a:p>
            <a:r>
              <a:t>          "month": "2026-10",</a:t>
            </a:r>
          </a:p>
          <a:p>
            <a:r>
              <a:t>          "start": "2026-10-01",</a:t>
            </a:r>
          </a:p>
          <a:p>
            <a:r>
              <a:t>          "end": "2026-10-19",</a:t>
            </a:r>
          </a:p>
          <a:p>
            <a:r>
              <a:t>          "days": 19,</a:t>
            </a:r>
          </a:p>
          <a:p>
            <a:r>
              <a:t>          "partial": true,</a:t>
            </a:r>
          </a:p>
          <a:p>
            <a:r>
              <a:t>          "raw_sum": 70.25467,</a:t>
            </a:r>
          </a:p>
          <a:p>
            <a:r>
              <a:t>          "raw_mean": 3.697614210526316,</a:t>
            </a:r>
          </a:p>
          <a:p>
            <a:r>
              <a:t>          "value": 11.808510393328026,</a:t>
            </a:r>
          </a:p>
          <a:p>
            <a:r>
              <a:t>          "prior_start": "2025-10-01",</a:t>
            </a:r>
          </a:p>
          <a:p>
            <a:r>
              <a:t>          "prior_end": "2025-10-19",</a:t>
            </a:r>
          </a:p>
          <a:p>
            <a:r>
              <a:t>          "prior_days": 19,</a:t>
            </a:r>
          </a:p>
          <a:p>
            <a:r>
              <a:t>          "prior_raw_mean": 7.122278421052631,</a:t>
            </a:r>
          </a:p>
          <a:p>
            <a:r>
              <a:t>          "prior_value": 22.7453417178437,</a:t>
            </a:r>
          </a:p>
          <a:p>
            <a:r>
              <a:t>          "yoy_fraction": -0.48083829472369455,</a:t>
            </a:r>
          </a:p>
          <a:p>
            <a:r>
              <a:t>          "yoy_pct": -48.08382947236945,</a:t>
            </a:r>
          </a:p>
          <a:p>
            <a:r>
              <a:t>          "value_label": "11.8",</a:t>
            </a:r>
          </a:p>
          <a:p>
            <a:r>
              <a:t>          "yoy_label": "(-48.1%)",</a:t>
            </a:r>
          </a:p>
          <a:p>
            <a:r>
              <a:t>          "label": "11.8\n(-48.1%)"</a:t>
            </a:r>
          </a:p>
          <a:p>
            <a:r>
              <a:t>        }</a:t>
            </a:r>
          </a:p>
          <a:p>
            <a:r>
              <a:t>      ]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"NV_XC05",</a:t>
            </a:r>
          </a:p>
          <a:p>
            <a:r>
              <a:t>      "label": "마늘·갈릭",</a:t>
            </a:r>
          </a:p>
          <a:p>
            <a:r>
              <a:t>      "points": [</a:t>
            </a:r>
          </a:p>
          <a:p>
            <a:r>
              <a:t>        {</a:t>
            </a:r>
          </a:p>
          <a:p>
            <a:r>
              <a:t>          "group_id": "NV_XC05",</a:t>
            </a:r>
          </a:p>
          <a:p>
            <a:r>
              <a:t>          "month": "2025-01",</a:t>
            </a:r>
          </a:p>
          <a:p>
            <a:r>
              <a:t>          "start": "2025-01-01",</a:t>
            </a:r>
          </a:p>
          <a:p>
            <a:r>
              <a:t>          "end": "2025-01-31",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131.16222,</a:t>
            </a:r>
          </a:p>
          <a:p>
            <a:r>
              <a:t>          "raw_mean": 4.2310393548387095,</a:t>
            </a:r>
          </a:p>
          <a:p>
            <a:r>
              <a:t>          "value": 13.453734353823593,</a:t>
            </a:r>
          </a:p>
          <a:p>
            <a:r>
              <a:t>          "prior_start": "2024-01-01",</a:t>
            </a:r>
          </a:p>
          <a:p>
            <a:r>
              <a:t>          "prior_end": "2024-01-31",</a:t>
            </a:r>
          </a:p>
          <a:p>
            <a:r>
              <a:t>          "prior_days": 31,</a:t>
            </a:r>
          </a:p>
          <a:p>
            <a:r>
              <a:t>          "prior_raw_mean": 2.331931935483871,</a:t>
            </a:r>
          </a:p>
          <a:p>
            <a:r>
              <a:t>          "prior_value": 7.415008502655175,</a:t>
            </a:r>
          </a:p>
          <a:p>
            <a:r>
              <a:t>          "yoy_fraction": 0.8143923029900864,</a:t>
            </a:r>
          </a:p>
          <a:p>
            <a:r>
              <a:t>          "yoy_pct": 81.43923029900864,</a:t>
            </a:r>
          </a:p>
          <a:p>
            <a:r>
              <a:t>          "value_label": "13.5",</a:t>
            </a:r>
          </a:p>
          <a:p>
            <a:r>
              <a:t>          "yoy_label": "(+81.4%)",</a:t>
            </a:r>
          </a:p>
          <a:p>
            <a:r>
              <a:t>          "label": "13.5\n(+81.4%)"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"NV_XC05",</a:t>
            </a:r>
          </a:p>
          <a:p>
            <a:r>
              <a:t>          "month": "2025-02",</a:t>
            </a:r>
          </a:p>
          <a:p>
            <a:r>
              <a:t>          "start": "2025-02-01",</a:t>
            </a:r>
          </a:p>
          <a:p>
            <a:r>
              <a:t>          "end": "2025-02-28",</a:t>
            </a:r>
          </a:p>
          <a:p>
            <a:r>
              <a:t>          "days": 28,</a:t>
            </a:r>
          </a:p>
          <a:p>
            <a:r>
              <a:t>          "partial": false,</a:t>
            </a:r>
          </a:p>
          <a:p>
            <a:r>
              <a:t>          "raw_sum": 100.33152,</a:t>
            </a:r>
          </a:p>
          <a:p>
            <a:r>
              <a:t>          "raw_mean": 3.5832685714285715,</a:t>
            </a:r>
          </a:p>
          <a:p>
            <a:r>
              <a:t>          "value": 11.39397189091915,</a:t>
            </a:r>
          </a:p>
          <a:p>
            <a:r>
              <a:t>          "prior_start": "2024-02-01",</a:t>
            </a:r>
          </a:p>
          <a:p>
            <a:r>
              <a:t>          "prior_end": "2024-02-29",</a:t>
            </a:r>
          </a:p>
          <a:p>
            <a:r>
              <a:t>          "prior_days": 29,</a:t>
            </a:r>
          </a:p>
          <a:p>
            <a:r>
              <a:t>          "prior_raw_mean": 1.9042672413793105,</a:t>
            </a:r>
          </a:p>
          <a:p>
            <a:r>
              <a:t>          "prior_value": 6.055132901306314,</a:t>
            </a:r>
          </a:p>
          <a:p>
            <a:r>
              <a:t>          "yoy_fraction": 0.8817046754598983,</a:t>
            </a:r>
          </a:p>
          <a:p>
            <a:r>
              <a:t>          "yoy_pct": 88.17046754598982,</a:t>
            </a:r>
          </a:p>
          <a:p>
            <a:r>
              <a:t>          "value_label": "11.4",</a:t>
            </a:r>
          </a:p>
          <a:p>
            <a:r>
              <a:t>          "yoy_label": "(+88.2%)",</a:t>
            </a:r>
          </a:p>
          <a:p>
            <a:r>
              <a:t>          "label": "11.4\n(+88.2%)"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"NV_XC05",</a:t>
            </a:r>
          </a:p>
          <a:p>
            <a:r>
              <a:t>          "month": "2025-03",</a:t>
            </a:r>
          </a:p>
          <a:p>
            <a:r>
              <a:t>          "start": "2025-03-01",</a:t>
            </a:r>
          </a:p>
          <a:p>
            <a:r>
              <a:t>          "end": "2025-03-31",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103.25628,</a:t>
            </a:r>
          </a:p>
          <a:p>
            <a:r>
              <a:t>          "raw_mean": 3.330847741935484,</a:t>
            </a:r>
          </a:p>
          <a:p>
            <a:r>
              <a:t>          "value": 10.591331570051407,</a:t>
            </a:r>
          </a:p>
          <a:p>
            <a:r>
              <a:t>          "prior_start": "2024-03-01",</a:t>
            </a:r>
          </a:p>
          <a:p>
            <a:r>
              <a:t>          "prior_end": "2024-03-31",</a:t>
            </a:r>
          </a:p>
          <a:p>
            <a:r>
              <a:t>          "prior_days": 31,</a:t>
            </a:r>
          </a:p>
          <a:p>
            <a:r>
              <a:t>          "prior_raw_mean": 2.2964306451612906,</a:t>
            </a:r>
          </a:p>
          <a:p>
            <a:r>
              <a:t>          "prior_value": 7.302122545054297,</a:t>
            </a:r>
          </a:p>
          <a:p>
            <a:r>
              <a:t>          "yoy_fraction": 0.4504456073836889,</a:t>
            </a:r>
          </a:p>
          <a:p>
            <a:r>
              <a:t>          "yoy_pct": 45.04456073836889,</a:t>
            </a:r>
          </a:p>
          <a:p>
            <a:r>
              <a:t>          "value_label": "10.6",</a:t>
            </a:r>
          </a:p>
          <a:p>
            <a:r>
              <a:t>          "yoy_label": "(+45.0%)",</a:t>
            </a:r>
          </a:p>
          <a:p>
            <a:r>
              <a:t>          "label": "10.6\n(+45.0%)"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"NV_XC05",</a:t>
            </a:r>
          </a:p>
          <a:p>
            <a:r>
              <a:t>          "month": "2025-04",</a:t>
            </a:r>
          </a:p>
          <a:p>
            <a:r>
              <a:t>          "start": "2025-04-01",</a:t>
            </a:r>
          </a:p>
          <a:p>
            <a:r>
              <a:t>          "end": "2025-04-30",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98.22088,</a:t>
            </a:r>
          </a:p>
          <a:p>
            <a:r>
              <a:t>          "raw_mean": 3.274029333333333,</a:t>
            </a:r>
          </a:p>
          <a:p>
            <a:r>
              <a:t>          "value": 10.410662067446538,</a:t>
            </a:r>
          </a:p>
          <a:p>
            <a:r>
              <a:t>          "prior_start": "2024-04-01",</a:t>
            </a:r>
          </a:p>
          <a:p>
            <a:r>
              <a:t>          "prior_end": "2024-04-30",</a:t>
            </a:r>
          </a:p>
          <a:p>
            <a:r>
              <a:t>          "prior_days": 30,</a:t>
            </a:r>
          </a:p>
          <a:p>
            <a:r>
              <a:t>          "prior_raw_mean": 2.2508616666666668,</a:t>
            </a:r>
          </a:p>
          <a:p>
            <a:r>
              <a:t>          "prior_value": 7.157223649055931,</a:t>
            </a:r>
          </a:p>
          <a:p>
            <a:r>
              <a:t>          "yoy_fraction": 0.45456710282062374,</a:t>
            </a:r>
          </a:p>
          <a:p>
            <a:r>
              <a:t>          "yoy_pct": 45.456710282062375,</a:t>
            </a:r>
          </a:p>
          <a:p>
            <a:r>
              <a:t>          "value_label": "10.4",</a:t>
            </a:r>
          </a:p>
          <a:p>
            <a:r>
              <a:t>          "yoy_label": "(+45.5%)",</a:t>
            </a:r>
          </a:p>
          <a:p>
            <a:r>
              <a:t>          "label": "10.4\n(+45.5%)"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"NV_XC05",</a:t>
            </a:r>
          </a:p>
          <a:p>
            <a:r>
              <a:t>          "month": "2025-05",</a:t>
            </a:r>
          </a:p>
          <a:p>
            <a:r>
              <a:t>          "start": "2025-05-01",</a:t>
            </a:r>
          </a:p>
          <a:p>
            <a:r>
              <a:t>          "end": "2025-05-31",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98.17565,</a:t>
            </a:r>
          </a:p>
          <a:p>
            <a:r>
              <a:t>          "raw_mean": 3.1669564516129034,</a:t>
            </a:r>
          </a:p>
          <a:p>
            <a:r>
              <a:t>          "value": 10.07019487100753,</a:t>
            </a:r>
          </a:p>
          <a:p>
            <a:r>
              <a:t>          "prior_start": "2024-05-01",</a:t>
            </a:r>
          </a:p>
          <a:p>
            <a:r>
              <a:t>          "prior_end": "2024-05-31",</a:t>
            </a:r>
          </a:p>
          <a:p>
            <a:r>
              <a:t>          "prior_days": 31,</a:t>
            </a:r>
          </a:p>
          <a:p>
            <a:r>
              <a:t>          "prior_raw_mean": 2.3630570967741935,</a:t>
            </a:r>
          </a:p>
          <a:p>
            <a:r>
              <a:t>          "prior_value": 7.513979374018265,</a:t>
            </a:r>
          </a:p>
          <a:p>
            <a:r>
              <a:t>          "yoy_fraction": 0.34019463851978515,</a:t>
            </a:r>
          </a:p>
          <a:p>
            <a:r>
              <a:t>          "yoy_pct": 34.019463851978514,</a:t>
            </a:r>
          </a:p>
          <a:p>
            <a:r>
              <a:t>          "value_label": "10.1",</a:t>
            </a:r>
          </a:p>
          <a:p>
            <a:r>
              <a:t>          "yoy_label": "(+34.0%)",</a:t>
            </a:r>
          </a:p>
          <a:p>
            <a:r>
              <a:t>          "label": "10.1\n(+34.0%)"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"NV_XC05",</a:t>
            </a:r>
          </a:p>
          <a:p>
            <a:r>
              <a:t>          "month": "2025-06",</a:t>
            </a:r>
          </a:p>
          <a:p>
            <a:r>
              <a:t>          "start": "2025-06-01",</a:t>
            </a:r>
          </a:p>
          <a:p>
            <a:r>
              <a:t>          "end": "2025-06-30",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81.81803,</a:t>
            </a:r>
          </a:p>
          <a:p>
            <a:r>
              <a:t>          "raw_mean": 2.7272676666666666,</a:t>
            </a:r>
          </a:p>
          <a:p>
            <a:r>
              <a:t>          "value": 8.672085419660288,</a:t>
            </a:r>
          </a:p>
          <a:p>
            <a:r>
              <a:t>          "prior_start": "2024-06-01",</a:t>
            </a:r>
          </a:p>
          <a:p>
            <a:r>
              <a:t>          "prior_end": "2024-06-30",</a:t>
            </a:r>
          </a:p>
          <a:p>
            <a:r>
              <a:t>          "prior_days": 30,</a:t>
            </a:r>
          </a:p>
          <a:p>
            <a:r>
              <a:t>          "prior_raw_mean": 2.692091,</a:t>
            </a:r>
          </a:p>
          <a:p>
            <a:r>
              <a:t>          "prior_value": 8.560231690801654,</a:t>
            </a:r>
          </a:p>
          <a:p>
            <a:r>
              <a:t>          "yoy_fraction": 0.013066670727946095,</a:t>
            </a:r>
          </a:p>
          <a:p>
            <a:r>
              <a:t>          "yoy_pct": 1.3066670727946095,</a:t>
            </a:r>
          </a:p>
          <a:p>
            <a:r>
              <a:t>          "value_label": "8.7",</a:t>
            </a:r>
          </a:p>
          <a:p>
            <a:r>
              <a:t>          "yoy_label": "(+1.3%)",</a:t>
            </a:r>
          </a:p>
          <a:p>
            <a:r>
              <a:t>          "label": "8.7\n(+1.3%)"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"NV_XC05",</a:t>
            </a:r>
          </a:p>
          <a:p>
            <a:r>
              <a:t>          "month": "2025-07",</a:t>
            </a:r>
          </a:p>
          <a:p>
            <a:r>
              <a:t>          "start": "2025-07-01",</a:t>
            </a:r>
          </a:p>
          <a:p>
            <a:r>
              <a:t>          "end": "2025-07-31",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87.95402,</a:t>
            </a:r>
          </a:p>
          <a:p>
            <a:r>
              <a:t>          "raw_mean": 2.8372264516129033,</a:t>
            </a:r>
          </a:p>
          <a:p>
            <a:r>
              <a:t>          "value": 9.021729126198744,</a:t>
            </a:r>
          </a:p>
          <a:p>
            <a:r>
              <a:t>          "prior_start": "2024-07-01",</a:t>
            </a:r>
          </a:p>
          <a:p>
            <a:r>
              <a:t>          "prior_end": "2024-07-31",</a:t>
            </a:r>
          </a:p>
          <a:p>
            <a:r>
              <a:t>          "prior_days": 31,</a:t>
            </a:r>
          </a:p>
          <a:p>
            <a:r>
              <a:t>          "prior_raw_mean": 3.3079903225806455,</a:t>
            </a:r>
          </a:p>
          <a:p>
            <a:r>
              <a:t>          "prior_value": 10.518650221043801,</a:t>
            </a:r>
          </a:p>
          <a:p>
            <a:r>
              <a:t>          "yoy_fraction": -0.1423111391089219,</a:t>
            </a:r>
          </a:p>
          <a:p>
            <a:r>
              <a:t>          "yoy_pct": -14.23111391089219,</a:t>
            </a:r>
          </a:p>
          <a:p>
            <a:r>
              <a:t>          "value_label": "9.0",</a:t>
            </a:r>
          </a:p>
          <a:p>
            <a:r>
              <a:t>          "yoy_label": "(-14.2%)",</a:t>
            </a:r>
          </a:p>
          <a:p>
            <a:r>
              <a:t>          "label": "9.0\n(-14.2%)"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"NV_XC05",</a:t>
            </a:r>
          </a:p>
          <a:p>
            <a:r>
              <a:t>          "month": "2025-08",</a:t>
            </a:r>
          </a:p>
          <a:p>
            <a:r>
              <a:t>          "start": "2025-08-01",</a:t>
            </a:r>
          </a:p>
          <a:p>
            <a:r>
              <a:t>          "end": "2025-08-31",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79.04402,</a:t>
            </a:r>
          </a:p>
          <a:p>
            <a:r>
              <a:t>          "raw_mean": 2.5498070967741935,</a:t>
            </a:r>
          </a:p>
          <a:p>
            <a:r>
              <a:t>          "value": 8.107801524999495,</a:t>
            </a:r>
          </a:p>
          <a:p>
            <a:r>
              <a:t>          "prior_start": "2024-08-01",</a:t>
            </a:r>
          </a:p>
          <a:p>
            <a:r>
              <a:t>          "prior_end": "2024-08-31",</a:t>
            </a:r>
          </a:p>
          <a:p>
            <a:r>
              <a:t>          "prior_days": 31,</a:t>
            </a:r>
          </a:p>
          <a:p>
            <a:r>
              <a:t>          "prior_raw_mean": 2.761359032258065,</a:t>
            </a:r>
          </a:p>
          <a:p>
            <a:r>
              <a:t>          "prior_value": 8.78048814011743,</a:t>
            </a:r>
          </a:p>
          <a:p>
            <a:r>
              <a:t>          "yoy_fraction": -0.07661152824117812,</a:t>
            </a:r>
          </a:p>
          <a:p>
            <a:r>
              <a:t>          "yoy_pct": -7.661152824117812,</a:t>
            </a:r>
          </a:p>
          <a:p>
            <a:r>
              <a:t>          "value_label": "8.1",</a:t>
            </a:r>
          </a:p>
          <a:p>
            <a:r>
              <a:t>          "yoy_label": "(-7.7%)",</a:t>
            </a:r>
          </a:p>
          <a:p>
            <a:r>
              <a:t>          "label": "8.1\n(-7.7%)"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"NV_XC05",</a:t>
            </a:r>
          </a:p>
          <a:p>
            <a:r>
              <a:t>          "month": "2025-09",</a:t>
            </a:r>
          </a:p>
          <a:p>
            <a:r>
              <a:t>          "start": "2025-09-01",</a:t>
            </a:r>
          </a:p>
          <a:p>
            <a:r>
              <a:t>          "end": "2025-09-30",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72.57636,</a:t>
            </a:r>
          </a:p>
          <a:p>
            <a:r>
              <a:t>          "raw_mean": 2.419212,</a:t>
            </a:r>
          </a:p>
          <a:p>
            <a:r>
              <a:t>          "value": 7.692539081764937,</a:t>
            </a:r>
          </a:p>
          <a:p>
            <a:r>
              <a:t>          "prior_start": "2024-09-01",</a:t>
            </a:r>
          </a:p>
          <a:p>
            <a:r>
              <a:t>          "prior_end": "2024-09-30",</a:t>
            </a:r>
          </a:p>
          <a:p>
            <a:r>
              <a:t>          "prior_days": 30,</a:t>
            </a:r>
          </a:p>
          <a:p>
            <a:r>
              <a:t>          "prior_raw_mean": 1.9729586666666667,</a:t>
            </a:r>
          </a:p>
          <a:p>
            <a:r>
              <a:t>          "prior_value": 6.273555872755334,</a:t>
            </a:r>
          </a:p>
          <a:p>
            <a:r>
              <a:t>          "yoy_fraction": 0.22618483644529785,</a:t>
            </a:r>
          </a:p>
          <a:p>
            <a:r>
              <a:t>          "yoy_pct": 22.618483644529785,</a:t>
            </a:r>
          </a:p>
          <a:p>
            <a:r>
              <a:t>          "value_label": "7.7",</a:t>
            </a:r>
          </a:p>
          <a:p>
            <a:r>
              <a:t>          "yoy_label": "(+22.6%)",</a:t>
            </a:r>
          </a:p>
          <a:p>
            <a:r>
              <a:t>          "label": "7.7\n(+22.6%)"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"NV_XC05",</a:t>
            </a:r>
          </a:p>
          <a:p>
            <a:r>
              <a:t>          "month": "2025-10",</a:t>
            </a:r>
          </a:p>
          <a:p>
            <a:r>
              <a:t>          "start": "2025-10-01",</a:t>
            </a:r>
          </a:p>
          <a:p>
            <a:r>
              <a:t>          "end": "2025-10-31",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76.33031,</a:t>
            </a:r>
          </a:p>
          <a:p>
            <a:r>
              <a:t>          "raw_mean": 2.462268064516129,</a:t>
            </a:r>
          </a:p>
          <a:p>
            <a:r>
              <a:t>          "value": 7.829447487889459,</a:t>
            </a:r>
          </a:p>
          <a:p>
            <a:r>
              <a:t>          "prior_start": "2024-10-01",</a:t>
            </a:r>
          </a:p>
          <a:p>
            <a:r>
              <a:t>          "prior_end": "2024-10-31",</a:t>
            </a:r>
          </a:p>
          <a:p>
            <a:r>
              <a:t>          "prior_days": 31,</a:t>
            </a:r>
          </a:p>
          <a:p>
            <a:r>
              <a:t>          "prior_raw_mean": 6.859636129032258,</a:t>
            </a:r>
          </a:p>
          <a:p>
            <a:r>
              <a:t>          "prior_value": 21.812068975049478,</a:t>
            </a:r>
          </a:p>
          <a:p>
            <a:r>
              <a:t>          "yoy_fraction": -0.6410497556721715,</a:t>
            </a:r>
          </a:p>
          <a:p>
            <a:r>
              <a:t>          "yoy_pct": -64.10497556721715,</a:t>
            </a:r>
          </a:p>
          <a:p>
            <a:r>
              <a:t>          "value_label": "7.8",</a:t>
            </a:r>
          </a:p>
          <a:p>
            <a:r>
              <a:t>          "yoy_label": "(-64.1%)",</a:t>
            </a:r>
          </a:p>
          <a:p>
            <a:r>
              <a:t>          "label": "7.8\n(-64.1%)"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"NV_XC05",</a:t>
            </a:r>
          </a:p>
          <a:p>
            <a:r>
              <a:t>          "month": "2025-11",</a:t>
            </a:r>
          </a:p>
          <a:p>
            <a:r>
              <a:t>          "start": "2025-11-01",</a:t>
            </a:r>
          </a:p>
          <a:p>
            <a:r>
              <a:t>          "end": "2025-11-30",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80.23504,</a:t>
            </a:r>
          </a:p>
          <a:p>
            <a:r>
              <a:t>          "raw_mean": 2.674501333333333,</a:t>
            </a:r>
          </a:p>
          <a:p>
            <a:r>
              <a:t>          "value": 8.504300586678266,</a:t>
            </a:r>
          </a:p>
          <a:p>
            <a:r>
              <a:t>          "prior_start": "2024-11-01",</a:t>
            </a:r>
          </a:p>
          <a:p>
            <a:r>
              <a:t>          "prior_end": "2024-11-30",</a:t>
            </a:r>
          </a:p>
          <a:p>
            <a:r>
              <a:t>          "prior_days": 30,</a:t>
            </a:r>
          </a:p>
          <a:p>
            <a:r>
              <a:t>          "prior_raw_mean": 8.390868333333334,</a:t>
            </a:r>
          </a:p>
          <a:p>
            <a:r>
              <a:t>          "prior_value": 26.681036049800717,</a:t>
            </a:r>
          </a:p>
          <a:p>
            <a:r>
              <a:t>          "yoy_fraction": -0.6812604813844256,</a:t>
            </a:r>
          </a:p>
          <a:p>
            <a:r>
              <a:t>          "yoy_pct": -68.12604813844257,</a:t>
            </a:r>
          </a:p>
          <a:p>
            <a:r>
              <a:t>          "value_label": "8.5",</a:t>
            </a:r>
          </a:p>
          <a:p>
            <a:r>
              <a:t>          "yoy_label": "(-68.1%)",</a:t>
            </a:r>
          </a:p>
          <a:p>
            <a:r>
              <a:t>          "label": "8.5\n(-68.1%)"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"NV_XC05",</a:t>
            </a:r>
          </a:p>
          <a:p>
            <a:r>
              <a:t>          "month": "2025-12",</a:t>
            </a:r>
          </a:p>
          <a:p>
            <a:r>
              <a:t>          "start": "2025-12-01",</a:t>
            </a:r>
          </a:p>
          <a:p>
            <a:r>
              <a:t>          "end": "2025-12-31",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72.54621,</a:t>
            </a:r>
          </a:p>
          <a:p>
            <a:r>
              <a:t>          "raw_mean": 2.340200322580645,</a:t>
            </a:r>
          </a:p>
          <a:p>
            <a:r>
              <a:t>          "value": 7.441300076475533,</a:t>
            </a:r>
          </a:p>
          <a:p>
            <a:r>
              <a:t>          "prior_start": "2024-12-01",</a:t>
            </a:r>
          </a:p>
          <a:p>
            <a:r>
              <a:t>          "prior_end": "2024-12-31",</a:t>
            </a:r>
          </a:p>
          <a:p>
            <a:r>
              <a:t>          "prior_days": 31,</a:t>
            </a:r>
          </a:p>
          <a:p>
            <a:r>
              <a:t>          "prior_raw_mean": 5.817437741935485,</a:t>
            </a:r>
          </a:p>
          <a:p>
            <a:r>
              <a:t>          "prior_value": 18.498117232211595,</a:t>
            </a:r>
          </a:p>
          <a:p>
            <a:r>
              <a:t>          "yoy_fraction": -0.5977266235767138,</a:t>
            </a:r>
          </a:p>
          <a:p>
            <a:r>
              <a:t>          "yoy_pct": -59.77266235767138,</a:t>
            </a:r>
          </a:p>
          <a:p>
            <a:r>
              <a:t>          "value_label": "7.4",</a:t>
            </a:r>
          </a:p>
          <a:p>
            <a:r>
              <a:t>          "yoy_label": "(-59.8%)",</a:t>
            </a:r>
          </a:p>
          <a:p>
            <a:r>
              <a:t>          "label": "7.4\n(-59.8%)"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"NV_XC05",</a:t>
            </a:r>
          </a:p>
          <a:p>
            <a:r>
              <a:t>          "month": "2026-01",</a:t>
            </a:r>
          </a:p>
          <a:p>
            <a:r>
              <a:t>          "start": "2026-01-01",</a:t>
            </a:r>
          </a:p>
          <a:p>
            <a:r>
              <a:t>          "end": "2026-01-31",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59.55057,</a:t>
            </a:r>
          </a:p>
          <a:p>
            <a:r>
              <a:t>          "raw_mean": 1.920986129032258,</a:t>
            </a:r>
          </a:p>
          <a:p>
            <a:r>
              <a:t>          "value": 6.108295127962737,</a:t>
            </a:r>
          </a:p>
          <a:p>
            <a:r>
              <a:t>          "prior_start": "2025-01-01",</a:t>
            </a:r>
          </a:p>
          <a:p>
            <a:r>
              <a:t>          "prior_end": "2025-01-31",</a:t>
            </a:r>
          </a:p>
          <a:p>
            <a:r>
              <a:t>          "prior_days": 31,</a:t>
            </a:r>
          </a:p>
          <a:p>
            <a:r>
              <a:t>          "prior_raw_mean": 4.2310393548387095,</a:t>
            </a:r>
          </a:p>
          <a:p>
            <a:r>
              <a:t>          "prior_value": 13.453734353823593,</a:t>
            </a:r>
          </a:p>
          <a:p>
            <a:r>
              <a:t>          "yoy_fraction": -0.5459777213285959,</a:t>
            </a:r>
          </a:p>
          <a:p>
            <a:r>
              <a:t>          "yoy_pct": -54.59777213285959,</a:t>
            </a:r>
          </a:p>
          <a:p>
            <a:r>
              <a:t>          "value_label": "6.1",</a:t>
            </a:r>
          </a:p>
          <a:p>
            <a:r>
              <a:t>          "yoy_label": "(-54.6%)",</a:t>
            </a:r>
          </a:p>
          <a:p>
            <a:r>
              <a:t>          "label": "6.1\n(-54.6%)"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"NV_XC05",</a:t>
            </a:r>
          </a:p>
          <a:p>
            <a:r>
              <a:t>          "month": "2026-02",</a:t>
            </a:r>
          </a:p>
          <a:p>
            <a:r>
              <a:t>          "start": "2026-02-01",</a:t>
            </a:r>
          </a:p>
          <a:p>
            <a:r>
              <a:t>          "end": "2026-02-28",</a:t>
            </a:r>
          </a:p>
          <a:p>
            <a:r>
              <a:t>          "days": 28,</a:t>
            </a:r>
          </a:p>
          <a:p>
            <a:r>
              <a:t>          "partial": false,</a:t>
            </a:r>
          </a:p>
          <a:p>
            <a:r>
              <a:t>          "raw_sum": 52.47988,</a:t>
            </a:r>
          </a:p>
          <a:p>
            <a:r>
              <a:t>          "raw_mean": 1.8742814285714287,</a:t>
            </a:r>
          </a:p>
          <a:p>
            <a:r>
              <a:t>          "value": 5.959784896698566,</a:t>
            </a:r>
          </a:p>
          <a:p>
            <a:r>
              <a:t>          "prior_start": "2025-02-01",</a:t>
            </a:r>
          </a:p>
          <a:p>
            <a:r>
              <a:t>          "prior_end": "2025-02-28",</a:t>
            </a:r>
          </a:p>
          <a:p>
            <a:r>
              <a:t>          "prior_days": 28,</a:t>
            </a:r>
          </a:p>
          <a:p>
            <a:r>
              <a:t>          "prior_raw_mean": 3.5832685714285715,</a:t>
            </a:r>
          </a:p>
          <a:p>
            <a:r>
              <a:t>          "prior_value": 11.39397189091915,</a:t>
            </a:r>
          </a:p>
          <a:p>
            <a:r>
              <a:t>          "yoy_fraction": -0.4769352642120841,</a:t>
            </a:r>
          </a:p>
          <a:p>
            <a:r>
              <a:t>          "yoy_pct": -47.69352642120841,</a:t>
            </a:r>
          </a:p>
          <a:p>
            <a:r>
              <a:t>          "value_label": "6.0",</a:t>
            </a:r>
          </a:p>
          <a:p>
            <a:r>
              <a:t>          "yoy_label": "(-47.7%)",</a:t>
            </a:r>
          </a:p>
          <a:p>
            <a:r>
              <a:t>          "label": "6.0\n(-47.7%)"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"NV_XC05",</a:t>
            </a:r>
          </a:p>
          <a:p>
            <a:r>
              <a:t>          "month": "2026-03",</a:t>
            </a:r>
          </a:p>
          <a:p>
            <a:r>
              <a:t>          "start": "2026-03-01",</a:t>
            </a:r>
          </a:p>
          <a:p>
            <a:r>
              <a:t>          "end": "2026-03-31",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54.10808,</a:t>
            </a:r>
          </a:p>
          <a:p>
            <a:r>
              <a:t>          "raw_mean": 1.745421935483871,</a:t>
            </a:r>
          </a:p>
          <a:p>
            <a:r>
              <a:t>          "value": 5.550041274960391,</a:t>
            </a:r>
          </a:p>
          <a:p>
            <a:r>
              <a:t>          "prior_start": "2025-03-01",</a:t>
            </a:r>
          </a:p>
          <a:p>
            <a:r>
              <a:t>          "prior_end": "2025-03-31",</a:t>
            </a:r>
          </a:p>
          <a:p>
            <a:r>
              <a:t>          "prior_days": 31,</a:t>
            </a:r>
          </a:p>
          <a:p>
            <a:r>
              <a:t>          "prior_raw_mean": 3.330847741935484,</a:t>
            </a:r>
          </a:p>
          <a:p>
            <a:r>
              <a:t>          "prior_value": 10.591331570051407,</a:t>
            </a:r>
          </a:p>
          <a:p>
            <a:r>
              <a:t>          "yoy_fraction": -0.4759826714656,</a:t>
            </a:r>
          </a:p>
          <a:p>
            <a:r>
              <a:t>          "yoy_pct": -47.598267146560005,</a:t>
            </a:r>
          </a:p>
          <a:p>
            <a:r>
              <a:t>          "value_label": "5.6",</a:t>
            </a:r>
          </a:p>
          <a:p>
            <a:r>
              <a:t>          "yoy_label": "(-47.6%)",</a:t>
            </a:r>
          </a:p>
          <a:p>
            <a:r>
              <a:t>          "label": "5.6\n(-47.6%)"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"NV_XC05",</a:t>
            </a:r>
          </a:p>
          <a:p>
            <a:r>
              <a:t>          "month": "2026-04",</a:t>
            </a:r>
          </a:p>
          <a:p>
            <a:r>
              <a:t>          "start": "2026-04-01",</a:t>
            </a:r>
          </a:p>
          <a:p>
            <a:r>
              <a:t>          "end": "2026-04-30",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49.01237,</a:t>
            </a:r>
          </a:p>
          <a:p>
            <a:r>
              <a:t>          "raw_mean": 1.6337456666666665,</a:t>
            </a:r>
          </a:p>
          <a:p>
            <a:r>
              <a:t>          "value": 5.194936363781862,</a:t>
            </a:r>
          </a:p>
          <a:p>
            <a:r>
              <a:t>          "prior_start": "2025-04-01",</a:t>
            </a:r>
          </a:p>
          <a:p>
            <a:r>
              <a:t>          "prior_end": "2025-04-30",</a:t>
            </a:r>
          </a:p>
          <a:p>
            <a:r>
              <a:t>          "prior_days": 30,</a:t>
            </a:r>
          </a:p>
          <a:p>
            <a:r>
              <a:t>          "prior_raw_mean": 3.274029333333333,</a:t>
            </a:r>
          </a:p>
          <a:p>
            <a:r>
              <a:t>          "prior_value": 10.410662067446538,</a:t>
            </a:r>
          </a:p>
          <a:p>
            <a:r>
              <a:t>          "yoy_fraction": -0.5009984638704112,</a:t>
            </a:r>
          </a:p>
          <a:p>
            <a:r>
              <a:t>          "yoy_pct": -50.099846387041126,</a:t>
            </a:r>
          </a:p>
          <a:p>
            <a:r>
              <a:t>          "value_label": "5.2",</a:t>
            </a:r>
          </a:p>
          <a:p>
            <a:r>
              <a:t>          "yoy_label": "(-50.1%)",</a:t>
            </a:r>
          </a:p>
          <a:p>
            <a:r>
              <a:t>          "label": "5.2\n(-50.1%)"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"NV_XC05",</a:t>
            </a:r>
          </a:p>
          <a:p>
            <a:r>
              <a:t>          "month": "2026-05",</a:t>
            </a:r>
          </a:p>
          <a:p>
            <a:r>
              <a:t>          "start": "2026-05-01",</a:t>
            </a:r>
          </a:p>
          <a:p>
            <a:r>
              <a:t>          "end": "2026-05-31",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49.94708,</a:t>
            </a:r>
          </a:p>
          <a:p>
            <a:r>
              <a:t>          "raw_mean": 1.611196129032258,</a:t>
            </a:r>
          </a:p>
          <a:p>
            <a:r>
              <a:t>          "value": 5.123234008003031,</a:t>
            </a:r>
          </a:p>
          <a:p>
            <a:r>
              <a:t>          "prior_start": "2025-05-01",</a:t>
            </a:r>
          </a:p>
          <a:p>
            <a:r>
              <a:t>          "prior_end": "2025-05-31",</a:t>
            </a:r>
          </a:p>
          <a:p>
            <a:r>
              <a:t>          "prior_days": 31,</a:t>
            </a:r>
          </a:p>
          <a:p>
            <a:r>
              <a:t>          "prior_raw_mean": 3.1669564516129034,</a:t>
            </a:r>
          </a:p>
          <a:p>
            <a:r>
              <a:t>          "prior_value": 10.07019487100753,</a:t>
            </a:r>
          </a:p>
          <a:p>
            <a:r>
              <a:t>          "yoy_fraction": -0.4912477788535141,</a:t>
            </a:r>
          </a:p>
          <a:p>
            <a:r>
              <a:t>          "yoy_pct": -49.12477788535141,</a:t>
            </a:r>
          </a:p>
          <a:p>
            <a:r>
              <a:t>          "value_label": "5.1",</a:t>
            </a:r>
          </a:p>
          <a:p>
            <a:r>
              <a:t>          "yoy_label": "(-49.1%)",</a:t>
            </a:r>
          </a:p>
          <a:p>
            <a:r>
              <a:t>          "label": "5.1\n(-49.1%)"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"NV_XC05",</a:t>
            </a:r>
          </a:p>
          <a:p>
            <a:r>
              <a:t>          "month": "2026-06",</a:t>
            </a:r>
          </a:p>
          <a:p>
            <a:r>
              <a:t>          "start": "2026-06-01",</a:t>
            </a:r>
          </a:p>
          <a:p>
            <a:r>
              <a:t>          "end": "2026-06-30",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48.28871,</a:t>
            </a:r>
          </a:p>
          <a:p>
            <a:r>
              <a:t>          "raw_mean": 1.6096236666666668,</a:t>
            </a:r>
          </a:p>
          <a:p>
            <a:r>
              <a:t>          "value": 5.118233938475467,</a:t>
            </a:r>
          </a:p>
          <a:p>
            <a:r>
              <a:t>          "prior_start": "2025-06-01",</a:t>
            </a:r>
          </a:p>
          <a:p>
            <a:r>
              <a:t>          "prior_end": "2025-06-30",</a:t>
            </a:r>
          </a:p>
          <a:p>
            <a:r>
              <a:t>          "prior_days": 30,</a:t>
            </a:r>
          </a:p>
          <a:p>
            <a:r>
              <a:t>          "prior_raw_mean": 2.7272676666666666,</a:t>
            </a:r>
          </a:p>
          <a:p>
            <a:r>
              <a:t>          "prior_value": 8.672085419660288,</a:t>
            </a:r>
          </a:p>
          <a:p>
            <a:r>
              <a:t>          "yoy_fraction": -0.40980356041327326,</a:t>
            </a:r>
          </a:p>
          <a:p>
            <a:r>
              <a:t>          "yoy_pct": -40.980356041327326,</a:t>
            </a:r>
          </a:p>
          <a:p>
            <a:r>
              <a:t>          "value_label": "5.1",</a:t>
            </a:r>
          </a:p>
          <a:p>
            <a:r>
              <a:t>          "yoy_label": "(-41.0%)",</a:t>
            </a:r>
          </a:p>
          <a:p>
            <a:r>
              <a:t>          "label": "5.1\n(-41.0%)"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"NV_XC05",</a:t>
            </a:r>
          </a:p>
          <a:p>
            <a:r>
              <a:t>          "month": "2026-07",</a:t>
            </a:r>
          </a:p>
          <a:p>
            <a:r>
              <a:t>          "start": "2026-07-01",</a:t>
            </a:r>
          </a:p>
          <a:p>
            <a:r>
              <a:t>          "end": "2026-07-31",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171.23461,</a:t>
            </a:r>
          </a:p>
          <a:p>
            <a:r>
              <a:t>          "raw_mean": 5.523697096774193,</a:t>
            </a:r>
          </a:p>
          <a:p>
            <a:r>
              <a:t>          "value": 17.564089378180583,</a:t>
            </a:r>
          </a:p>
          <a:p>
            <a:r>
              <a:t>          "prior_start": "2025-07-01",</a:t>
            </a:r>
          </a:p>
          <a:p>
            <a:r>
              <a:t>          "prior_end": "2025-07-31",</a:t>
            </a:r>
          </a:p>
          <a:p>
            <a:r>
              <a:t>          "prior_days": 31,</a:t>
            </a:r>
          </a:p>
          <a:p>
            <a:r>
              <a:t>          "prior_raw_mean": 2.8372264516129033,</a:t>
            </a:r>
          </a:p>
          <a:p>
            <a:r>
              <a:t>          "prior_value": 9.021729126198744,</a:t>
            </a:r>
          </a:p>
          <a:p>
            <a:r>
              <a:t>          "yoy_fraction": 0.9468650779122998,</a:t>
            </a:r>
          </a:p>
          <a:p>
            <a:r>
              <a:t>          "yoy_pct": 94.68650779122999,</a:t>
            </a:r>
          </a:p>
          <a:p>
            <a:r>
              <a:t>          "value_label": "17.6",</a:t>
            </a:r>
          </a:p>
          <a:p>
            <a:r>
              <a:t>          "yoy_label": "(+94.7%)",</a:t>
            </a:r>
          </a:p>
          <a:p>
            <a:r>
              <a:t>          "label": "17.6\n(+94.7%)"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"NV_XC05",</a:t>
            </a:r>
          </a:p>
          <a:p>
            <a:r>
              <a:t>          "month": "2026-08",</a:t>
            </a:r>
          </a:p>
          <a:p>
            <a:r>
              <a:t>          "start": "2026-08-01",</a:t>
            </a:r>
          </a:p>
          <a:p>
            <a:r>
              <a:t>          "end": "2026-08-31",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56.62582,</a:t>
            </a:r>
          </a:p>
          <a:p>
            <a:r>
              <a:t>          "raw_mean": 1.8266393548387097,</a:t>
            </a:r>
          </a:p>
          <a:p>
            <a:r>
              <a:t>          "value": 5.808294033506227,</a:t>
            </a:r>
          </a:p>
          <a:p>
            <a:r>
              <a:t>          "prior_start": "2025-08-01",</a:t>
            </a:r>
          </a:p>
          <a:p>
            <a:r>
              <a:t>          "prior_end": "2025-08-31",</a:t>
            </a:r>
          </a:p>
          <a:p>
            <a:r>
              <a:t>          "prior_days": 31,</a:t>
            </a:r>
          </a:p>
          <a:p>
            <a:r>
              <a:t>          "prior_raw_mean": 2.5498070967741935,</a:t>
            </a:r>
          </a:p>
          <a:p>
            <a:r>
              <a:t>          "prior_value": 8.107801524999495,</a:t>
            </a:r>
          </a:p>
          <a:p>
            <a:r>
              <a:t>          "yoy_fraction": -0.28361664803991493,</a:t>
            </a:r>
          </a:p>
          <a:p>
            <a:r>
              <a:t>          "yoy_pct": -28.361664803991495,</a:t>
            </a:r>
          </a:p>
          <a:p>
            <a:r>
              <a:t>          "value_label": "5.8",</a:t>
            </a:r>
          </a:p>
          <a:p>
            <a:r>
              <a:t>          "yoy_label": "(-28.4%)",</a:t>
            </a:r>
          </a:p>
          <a:p>
            <a:r>
              <a:t>          "label": "5.8\n(-28.4%)"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"NV_XC05",</a:t>
            </a:r>
          </a:p>
          <a:p>
            <a:r>
              <a:t>          "month": "2026-09",</a:t>
            </a:r>
          </a:p>
          <a:p>
            <a:r>
              <a:t>          "start": "2026-09-01",</a:t>
            </a:r>
          </a:p>
          <a:p>
            <a:r>
              <a:t>          "end": "2026-09-30",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39.2581,</a:t>
            </a:r>
          </a:p>
          <a:p>
            <a:r>
              <a:t>          "raw_mean": 1.3086033333333333,</a:t>
            </a:r>
          </a:p>
          <a:p>
            <a:r>
              <a:t>          "value": 4.161058346351844,</a:t>
            </a:r>
          </a:p>
          <a:p>
            <a:r>
              <a:t>          "prior_start": "2025-09-01",</a:t>
            </a:r>
          </a:p>
          <a:p>
            <a:r>
              <a:t>          "prior_end": "2025-09-30",</a:t>
            </a:r>
          </a:p>
          <a:p>
            <a:r>
              <a:t>          "prior_days": 30,</a:t>
            </a:r>
          </a:p>
          <a:p>
            <a:r>
              <a:t>          "prior_raw_mean": 2.419212,</a:t>
            </a:r>
          </a:p>
          <a:p>
            <a:r>
              <a:t>          "prior_value": 7.692539081764937,</a:t>
            </a:r>
          </a:p>
          <a:p>
            <a:r>
              <a:t>          "yoy_fraction": -0.4590786862278571,</a:t>
            </a:r>
          </a:p>
          <a:p>
            <a:r>
              <a:t>          "yoy_pct": -45.907868622785706,</a:t>
            </a:r>
          </a:p>
          <a:p>
            <a:r>
              <a:t>          "value_label": "4.2",</a:t>
            </a:r>
          </a:p>
          <a:p>
            <a:r>
              <a:t>          "yoy_label": "(-45.9%)",</a:t>
            </a:r>
          </a:p>
          <a:p>
            <a:r>
              <a:t>          "label": "4.2\n(-45.9%)"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"NV_XC05",</a:t>
            </a:r>
          </a:p>
          <a:p>
            <a:r>
              <a:t>          "month": "2026-10",</a:t>
            </a:r>
          </a:p>
          <a:p>
            <a:r>
              <a:t>          "start": "2026-10-01",</a:t>
            </a:r>
          </a:p>
          <a:p>
            <a:r>
              <a:t>          "end": "2026-10-19",</a:t>
            </a:r>
          </a:p>
          <a:p>
            <a:r>
              <a:t>          "days": 19,</a:t>
            </a:r>
          </a:p>
          <a:p>
            <a:r>
              <a:t>          "partial": true,</a:t>
            </a:r>
          </a:p>
          <a:p>
            <a:r>
              <a:t>          "raw_sum": 26.79019,</a:t>
            </a:r>
          </a:p>
          <a:p>
            <a:r>
              <a:t>          "raw_mean": 1.41001,</a:t>
            </a:r>
          </a:p>
          <a:p>
            <a:r>
              <a:t>          "value": 4.483508279009603,</a:t>
            </a:r>
          </a:p>
          <a:p>
            <a:r>
              <a:t>          "prior_start": "2025-10-01",</a:t>
            </a:r>
          </a:p>
          <a:p>
            <a:r>
              <a:t>          "prior_end": "2025-10-19",</a:t>
            </a:r>
          </a:p>
          <a:p>
            <a:r>
              <a:t>          "prior_days": 19,</a:t>
            </a:r>
          </a:p>
          <a:p>
            <a:r>
              <a:t>          "prior_raw_mean": 2.460578421052632,</a:t>
            </a:r>
          </a:p>
          <a:p>
            <a:r>
              <a:t>          "prior_value": 7.824074809357274,</a:t>
            </a:r>
          </a:p>
          <a:p>
            <a:r>
              <a:t>          "yoy_fraction": -0.42695994245255553,</a:t>
            </a:r>
          </a:p>
          <a:p>
            <a:r>
              <a:t>          "yoy_pct": -42.695994245255555,</a:t>
            </a:r>
          </a:p>
          <a:p>
            <a:r>
              <a:t>          "value_label": "4.5",</a:t>
            </a:r>
          </a:p>
          <a:p>
            <a:r>
              <a:t>          "yoy_label": "(-42.7%)",</a:t>
            </a:r>
          </a:p>
          <a:p>
            <a:r>
              <a:t>          "label": "4.5\n(-42.7%)"</a:t>
            </a:r>
          </a:p>
          <a:p>
            <a:r>
              <a:t>        }</a:t>
            </a:r>
          </a:p>
          <a:p>
            <a:r>
              <a:t>      ]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"NV_XC14",</a:t>
            </a:r>
          </a:p>
          <a:p>
            <a:r>
              <a:t>      "label": "매운맛",</a:t>
            </a:r>
          </a:p>
          <a:p>
            <a:r>
              <a:t>      "points": [</a:t>
            </a:r>
          </a:p>
          <a:p>
            <a:r>
              <a:t>        {</a:t>
            </a:r>
          </a:p>
          <a:p>
            <a:r>
              <a:t>          "group_id": "NV_XC14",</a:t>
            </a:r>
          </a:p>
          <a:p>
            <a:r>
              <a:t>          "month": "2025-01",</a:t>
            </a:r>
          </a:p>
          <a:p>
            <a:r>
              <a:t>          "start": "2025-01-01",</a:t>
            </a:r>
          </a:p>
          <a:p>
            <a:r>
              <a:t>          "end": "2025-01-31",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27.46614,</a:t>
            </a:r>
          </a:p>
          <a:p>
            <a:r>
              <a:t>          "raw_mean": 0.8860045161290322,</a:t>
            </a:r>
          </a:p>
          <a:p>
            <a:r>
              <a:t>          "value": 8.445135646955404,</a:t>
            </a:r>
          </a:p>
          <a:p>
            <a:r>
              <a:t>          "prior_start": "2024-01-01",</a:t>
            </a:r>
          </a:p>
          <a:p>
            <a:r>
              <a:t>          "prior_end": "2024-01-31",</a:t>
            </a:r>
          </a:p>
          <a:p>
            <a:r>
              <a:t>          "prior_days": 31,</a:t>
            </a:r>
          </a:p>
          <a:p>
            <a:r>
              <a:t>          "prior_raw_mean": 0.920081935483871,</a:t>
            </a:r>
          </a:p>
          <a:p>
            <a:r>
              <a:t>          "prior_value": 8.769951631197953,</a:t>
            </a:r>
          </a:p>
          <a:p>
            <a:r>
              <a:t>          "yoy_fraction": -0.0370373746517666,</a:t>
            </a:r>
          </a:p>
          <a:p>
            <a:r>
              <a:t>          "yoy_pct": -3.7037374651766597,</a:t>
            </a:r>
          </a:p>
          <a:p>
            <a:r>
              <a:t>          "value_label": "8.4",</a:t>
            </a:r>
          </a:p>
          <a:p>
            <a:r>
              <a:t>          "yoy_label": "(-3.7%)",</a:t>
            </a:r>
          </a:p>
          <a:p>
            <a:r>
              <a:t>          "label": "8.4\n(-3.7%)"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"NV_XC14",</a:t>
            </a:r>
          </a:p>
          <a:p>
            <a:r>
              <a:t>          "month": "2025-02",</a:t>
            </a:r>
          </a:p>
          <a:p>
            <a:r>
              <a:t>          "start": "2025-02-01",</a:t>
            </a:r>
          </a:p>
          <a:p>
            <a:r>
              <a:t>          "end": "2025-02-28",</a:t>
            </a:r>
          </a:p>
          <a:p>
            <a:r>
              <a:t>          "days": 28,</a:t>
            </a:r>
          </a:p>
          <a:p>
            <a:r>
              <a:t>          "partial": false,</a:t>
            </a:r>
          </a:p>
          <a:p>
            <a:r>
              <a:t>          "raw_sum": 23.1847,</a:t>
            </a:r>
          </a:p>
          <a:p>
            <a:r>
              <a:t>          "raw_mean": 0.828025,</a:t>
            </a:r>
          </a:p>
          <a:p>
            <a:r>
              <a:t>          "value": 7.8924918742195915,</a:t>
            </a:r>
          </a:p>
          <a:p>
            <a:r>
              <a:t>          "prior_start": "2024-02-01",</a:t>
            </a:r>
          </a:p>
          <a:p>
            <a:r>
              <a:t>          "prior_end": "2024-02-29",</a:t>
            </a:r>
          </a:p>
          <a:p>
            <a:r>
              <a:t>          "prior_days": 29,</a:t>
            </a:r>
          </a:p>
          <a:p>
            <a:r>
              <a:t>          "prior_raw_mean": 0.9201268965517241,</a:t>
            </a:r>
          </a:p>
          <a:p>
            <a:r>
              <a:t>          "prior_value": 8.770380186933211,</a:t>
            </a:r>
          </a:p>
          <a:p>
            <a:r>
              <a:t>          "yoy_fraction": -0.10009695064548807,</a:t>
            </a:r>
          </a:p>
          <a:p>
            <a:r>
              <a:t>          "yoy_pct": -10.009695064548808,</a:t>
            </a:r>
          </a:p>
          <a:p>
            <a:r>
              <a:t>          "value_label": "7.9",</a:t>
            </a:r>
          </a:p>
          <a:p>
            <a:r>
              <a:t>          "yoy_label": "(-10.0%)",</a:t>
            </a:r>
          </a:p>
          <a:p>
            <a:r>
              <a:t>          "label": "7.9\n(-10.0%)"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"NV_XC14",</a:t>
            </a:r>
          </a:p>
          <a:p>
            <a:r>
              <a:t>          "month": "2025-03",</a:t>
            </a:r>
          </a:p>
          <a:p>
            <a:r>
              <a:t>          "start": "2025-03-01",</a:t>
            </a:r>
          </a:p>
          <a:p>
            <a:r>
              <a:t>          "end": "2025-03-31",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26.23093,</a:t>
            </a:r>
          </a:p>
          <a:p>
            <a:r>
              <a:t>          "raw_mean": 0.8461590322580645,</a:t>
            </a:r>
          </a:p>
          <a:p>
            <a:r>
              <a:t>          "value": 8.0653401604955,</a:t>
            </a:r>
          </a:p>
          <a:p>
            <a:r>
              <a:t>          "prior_start": "2024-03-01",</a:t>
            </a:r>
          </a:p>
          <a:p>
            <a:r>
              <a:t>          "prior_end": "2024-03-31",</a:t>
            </a:r>
          </a:p>
          <a:p>
            <a:r>
              <a:t>          "prior_days": 31,</a:t>
            </a:r>
          </a:p>
          <a:p>
            <a:r>
              <a:t>          "prior_raw_mean": 0.8549935483870967,</a:t>
            </a:r>
          </a:p>
          <a:p>
            <a:r>
              <a:t>          "prior_value": 8.149548181703857,</a:t>
            </a:r>
          </a:p>
          <a:p>
            <a:r>
              <a:t>          "yoy_fraction": -0.010332845371404442,</a:t>
            </a:r>
          </a:p>
          <a:p>
            <a:r>
              <a:t>          "yoy_pct": -1.0332845371404442,</a:t>
            </a:r>
          </a:p>
          <a:p>
            <a:r>
              <a:t>          "value_label": "8.1",</a:t>
            </a:r>
          </a:p>
          <a:p>
            <a:r>
              <a:t>          "yoy_label": "(-1.0%)",</a:t>
            </a:r>
          </a:p>
          <a:p>
            <a:r>
              <a:t>          "label": "8.1\n(-1.0%)"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"NV_XC14",</a:t>
            </a:r>
          </a:p>
          <a:p>
            <a:r>
              <a:t>          "month": "2025-04",</a:t>
            </a:r>
          </a:p>
          <a:p>
            <a:r>
              <a:t>          "start": "2025-04-01",</a:t>
            </a:r>
          </a:p>
          <a:p>
            <a:r>
              <a:t>          "end": "2025-04-30",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21.56379,</a:t>
            </a:r>
          </a:p>
          <a:p>
            <a:r>
              <a:t>          "raw_mean": 0.718793,</a:t>
            </a:r>
          </a:p>
          <a:p>
            <a:r>
              <a:t>          "value": 6.851324430718786,</a:t>
            </a:r>
          </a:p>
          <a:p>
            <a:r>
              <a:t>          "prior_start": "2024-04-01",</a:t>
            </a:r>
          </a:p>
          <a:p>
            <a:r>
              <a:t>          "prior_end": "2024-04-30",</a:t>
            </a:r>
          </a:p>
          <a:p>
            <a:r>
              <a:t>          "prior_days": 30,</a:t>
            </a:r>
          </a:p>
          <a:p>
            <a:r>
              <a:t>          "prior_raw_mean": 0.7851206666666666,</a:t>
            </a:r>
          </a:p>
          <a:p>
            <a:r>
              <a:t>          "prior_value": 7.483540330241882,</a:t>
            </a:r>
          </a:p>
          <a:p>
            <a:r>
              <a:t>          "yoy_fraction": -0.08448085687040885,</a:t>
            </a:r>
          </a:p>
          <a:p>
            <a:r>
              <a:t>          "yoy_pct": -8.448085687040885,</a:t>
            </a:r>
          </a:p>
          <a:p>
            <a:r>
              <a:t>          "value_label": "6.9",</a:t>
            </a:r>
          </a:p>
          <a:p>
            <a:r>
              <a:t>          "yoy_label": "(-8.4%)",</a:t>
            </a:r>
          </a:p>
          <a:p>
            <a:r>
              <a:t>          "label": "6.9\n(-8.4%)"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"NV_XC14",</a:t>
            </a:r>
          </a:p>
          <a:p>
            <a:r>
              <a:t>          "month": "2025-05",</a:t>
            </a:r>
          </a:p>
          <a:p>
            <a:r>
              <a:t>          "start": "2025-05-01",</a:t>
            </a:r>
          </a:p>
          <a:p>
            <a:r>
              <a:t>          "end": "2025-05-31",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21.21163,</a:t>
            </a:r>
          </a:p>
          <a:p>
            <a:r>
              <a:t>          "raw_mean": 0.684246129032258,</a:t>
            </a:r>
          </a:p>
          <a:p>
            <a:r>
              <a:t>          "value": 6.522033771146169,</a:t>
            </a:r>
          </a:p>
          <a:p>
            <a:r>
              <a:t>          "prior_start": "2024-05-01",</a:t>
            </a:r>
          </a:p>
          <a:p>
            <a:r>
              <a:t>          "prior_end": "2024-05-31",</a:t>
            </a:r>
          </a:p>
          <a:p>
            <a:r>
              <a:t>          "prior_days": 31,</a:t>
            </a:r>
          </a:p>
          <a:p>
            <a:r>
              <a:t>          "prior_raw_mean": 0.7733154838709677,</a:t>
            </a:r>
          </a:p>
          <a:p>
            <a:r>
              <a:t>          "prior_value": 7.371016784106524,</a:t>
            </a:r>
          </a:p>
          <a:p>
            <a:r>
              <a:t>          "yoy_fraction": -0.11517854833690555,</a:t>
            </a:r>
          </a:p>
          <a:p>
            <a:r>
              <a:t>          "yoy_pct": -11.517854833690555,</a:t>
            </a:r>
          </a:p>
          <a:p>
            <a:r>
              <a:t>          "value_label": "6.5",</a:t>
            </a:r>
          </a:p>
          <a:p>
            <a:r>
              <a:t>          "yoy_label": "(-11.5%)",</a:t>
            </a:r>
          </a:p>
          <a:p>
            <a:r>
              <a:t>          "label": "6.5\n(-11.5%)"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"NV_XC14",</a:t>
            </a:r>
          </a:p>
          <a:p>
            <a:r>
              <a:t>          "month": "2025-06",</a:t>
            </a:r>
          </a:p>
          <a:p>
            <a:r>
              <a:t>          "start": "2025-06-01",</a:t>
            </a:r>
          </a:p>
          <a:p>
            <a:r>
              <a:t>          "end": "2025-06-30",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19.97636,</a:t>
            </a:r>
          </a:p>
          <a:p>
            <a:r>
              <a:t>          "raw_mean": 0.6658786666666666,</a:t>
            </a:r>
          </a:p>
          <a:p>
            <a:r>
              <a:t>          "value": 6.346960497428027,</a:t>
            </a:r>
          </a:p>
          <a:p>
            <a:r>
              <a:t>          "prior_start": "2024-06-01",</a:t>
            </a:r>
          </a:p>
          <a:p>
            <a:r>
              <a:t>          "prior_end": "2024-06-30",</a:t>
            </a:r>
          </a:p>
          <a:p>
            <a:r>
              <a:t>          "prior_days": 30,</a:t>
            </a:r>
          </a:p>
          <a:p>
            <a:r>
              <a:t>          "prior_raw_mean": 0.9119996666666667,</a:t>
            </a:r>
          </a:p>
          <a:p>
            <a:r>
              <a:t>          "prior_value": 8.692913811126044,</a:t>
            </a:r>
          </a:p>
          <a:p>
            <a:r>
              <a:t>          "yoy_fraction": -0.2698696161804153,</a:t>
            </a:r>
          </a:p>
          <a:p>
            <a:r>
              <a:t>          "yoy_pct": -26.986961618041526,</a:t>
            </a:r>
          </a:p>
          <a:p>
            <a:r>
              <a:t>          "value_label": "6.3",</a:t>
            </a:r>
          </a:p>
          <a:p>
            <a:r>
              <a:t>          "yoy_label": "(-27.0%)",</a:t>
            </a:r>
          </a:p>
          <a:p>
            <a:r>
              <a:t>          "label": "6.3\n(-27.0%)"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"NV_XC14",</a:t>
            </a:r>
          </a:p>
          <a:p>
            <a:r>
              <a:t>          "month": "2025-07",</a:t>
            </a:r>
          </a:p>
          <a:p>
            <a:r>
              <a:t>          "start": "2025-07-01",</a:t>
            </a:r>
          </a:p>
          <a:p>
            <a:r>
              <a:t>          "end": "2025-07-31",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21.43522,</a:t>
            </a:r>
          </a:p>
          <a:p>
            <a:r>
              <a:t>          "raw_mean": 0.6914587096774194,</a:t>
            </a:r>
          </a:p>
          <a:p>
            <a:r>
              <a:t>          "value": 6.59078197818592,</a:t>
            </a:r>
          </a:p>
          <a:p>
            <a:r>
              <a:t>          "prior_start": "2024-07-01",</a:t>
            </a:r>
          </a:p>
          <a:p>
            <a:r>
              <a:t>          "prior_end": "2024-07-31",</a:t>
            </a:r>
          </a:p>
          <a:p>
            <a:r>
              <a:t>          "prior_days": 31,</a:t>
            </a:r>
          </a:p>
          <a:p>
            <a:r>
              <a:t>          "prior_raw_mean": 1.0708170967741935,</a:t>
            </a:r>
          </a:p>
          <a:p>
            <a:r>
              <a:t>          "prior_value": 10.206715056991921,</a:t>
            </a:r>
          </a:p>
          <a:p>
            <a:r>
              <a:t>          "yoy_fraction": -0.3542700132819887,</a:t>
            </a:r>
          </a:p>
          <a:p>
            <a:r>
              <a:t>          "yoy_pct": -35.42700132819887,</a:t>
            </a:r>
          </a:p>
          <a:p>
            <a:r>
              <a:t>          "value_label": "6.6",</a:t>
            </a:r>
          </a:p>
          <a:p>
            <a:r>
              <a:t>          "yoy_label": "(-35.4%)",</a:t>
            </a:r>
          </a:p>
          <a:p>
            <a:r>
              <a:t>          "label": "6.6\n(-35.4%)"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"NV_XC14",</a:t>
            </a:r>
          </a:p>
          <a:p>
            <a:r>
              <a:t>          "month": "2025-08",</a:t>
            </a:r>
          </a:p>
          <a:p>
            <a:r>
              <a:t>          "start": "2025-08-01",</a:t>
            </a:r>
          </a:p>
          <a:p>
            <a:r>
              <a:t>          "end": "2025-08-31",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22.005300000000002,</a:t>
            </a:r>
          </a:p>
          <a:p>
            <a:r>
              <a:t>          "raw_mean": 0.7098483870967742,</a:t>
            </a:r>
          </a:p>
          <a:p>
            <a:r>
              <a:t>          "value": 6.766066999292501,</a:t>
            </a:r>
          </a:p>
          <a:p>
            <a:r>
              <a:t>          "prior_start": "2024-08-01",</a:t>
            </a:r>
          </a:p>
          <a:p>
            <a:r>
              <a:t>          "prior_end": "2024-08-31",</a:t>
            </a:r>
          </a:p>
          <a:p>
            <a:r>
              <a:t>          "prior_days": 31,</a:t>
            </a:r>
          </a:p>
          <a:p>
            <a:r>
              <a:t>          "prior_raw_mean": 0.9772387096774193,</a:t>
            </a:r>
          </a:p>
          <a:p>
            <a:r>
              <a:t>          "prior_value": 9.31475326868376,</a:t>
            </a:r>
          </a:p>
          <a:p>
            <a:r>
              <a:t>          "yoy_fraction": -0.27361822647089895,</a:t>
            </a:r>
          </a:p>
          <a:p>
            <a:r>
              <a:t>          "yoy_pct": -27.361822647089895,</a:t>
            </a:r>
          </a:p>
          <a:p>
            <a:r>
              <a:t>          "value_label": "6.8",</a:t>
            </a:r>
          </a:p>
          <a:p>
            <a:r>
              <a:t>          "yoy_label": "(-27.4%)",</a:t>
            </a:r>
          </a:p>
          <a:p>
            <a:r>
              <a:t>          "label": "6.8\n(-27.4%)"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"NV_XC14",</a:t>
            </a:r>
          </a:p>
          <a:p>
            <a:r>
              <a:t>          "month": "2025-09",</a:t>
            </a:r>
          </a:p>
          <a:p>
            <a:r>
              <a:t>          "start": "2025-09-01",</a:t>
            </a:r>
          </a:p>
          <a:p>
            <a:r>
              <a:t>          "end": "2025-09-30",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19.16589,</a:t>
            </a:r>
          </a:p>
          <a:p>
            <a:r>
              <a:t>          "raw_mean": 0.6388630000000001,</a:t>
            </a:r>
          </a:p>
          <a:p>
            <a:r>
              <a:t>          "value": 6.089455072297999,</a:t>
            </a:r>
          </a:p>
          <a:p>
            <a:r>
              <a:t>          "prior_start": "2024-09-01",</a:t>
            </a:r>
          </a:p>
          <a:p>
            <a:r>
              <a:t>          "prior_end": "2024-09-30",</a:t>
            </a:r>
          </a:p>
          <a:p>
            <a:r>
              <a:t>          "prior_days": 30,</a:t>
            </a:r>
          </a:p>
          <a:p>
            <a:r>
              <a:t>          "prior_raw_mean": 0.8784639999999999,</a:t>
            </a:r>
          </a:p>
          <a:p>
            <a:r>
              <a:t>          "prior_value": 8.373261654895007,</a:t>
            </a:r>
          </a:p>
          <a:p>
            <a:r>
              <a:t>          "yoy_fraction": -0.27274993625236776,</a:t>
            </a:r>
          </a:p>
          <a:p>
            <a:r>
              <a:t>          "yoy_pct": -27.274993625236775,</a:t>
            </a:r>
          </a:p>
          <a:p>
            <a:r>
              <a:t>          "value_label": "6.1",</a:t>
            </a:r>
          </a:p>
          <a:p>
            <a:r>
              <a:t>          "yoy_label": "(-27.3%)",</a:t>
            </a:r>
          </a:p>
          <a:p>
            <a:r>
              <a:t>          "label": "6.1\n(-27.3%)"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"NV_XC14",</a:t>
            </a:r>
          </a:p>
          <a:p>
            <a:r>
              <a:t>          "month": "2025-10",</a:t>
            </a:r>
          </a:p>
          <a:p>
            <a:r>
              <a:t>          "start": "2025-10-01",</a:t>
            </a:r>
          </a:p>
          <a:p>
            <a:r>
              <a:t>          "end": "2025-10-31",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20.81479,</a:t>
            </a:r>
          </a:p>
          <a:p>
            <a:r>
              <a:t>          "raw_mean": 0.6714448387096774,</a:t>
            </a:r>
          </a:p>
          <a:p>
            <a:r>
              <a:t>          "value": 6.40001561970087,</a:t>
            </a:r>
          </a:p>
          <a:p>
            <a:r>
              <a:t>          "prior_start": "2024-10-01",</a:t>
            </a:r>
          </a:p>
          <a:p>
            <a:r>
              <a:t>          "prior_end": "2024-10-31",</a:t>
            </a:r>
          </a:p>
          <a:p>
            <a:r>
              <a:t>          "prior_days": 31,</a:t>
            </a:r>
          </a:p>
          <a:p>
            <a:r>
              <a:t>          "prior_raw_mean": 0.7799867741935484,</a:t>
            </a:r>
          </a:p>
          <a:p>
            <a:r>
              <a:t>          "prior_value": 7.434605570268207,</a:t>
            </a:r>
          </a:p>
          <a:p>
            <a:r>
              <a:t>          "yoy_fraction": -0.13915868714068358,</a:t>
            </a:r>
          </a:p>
          <a:p>
            <a:r>
              <a:t>          "yoy_pct": -13.915868714068358,</a:t>
            </a:r>
          </a:p>
          <a:p>
            <a:r>
              <a:t>          "value_label": "6.4",</a:t>
            </a:r>
          </a:p>
          <a:p>
            <a:r>
              <a:t>          "yoy_label": "(-13.9%)",</a:t>
            </a:r>
          </a:p>
          <a:p>
            <a:r>
              <a:t>          "label": "6.4\n(-13.9%)"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"NV_XC14",</a:t>
            </a:r>
          </a:p>
          <a:p>
            <a:r>
              <a:t>          "month": "2025-11",</a:t>
            </a:r>
          </a:p>
          <a:p>
            <a:r>
              <a:t>          "start": "2025-11-01",</a:t>
            </a:r>
          </a:p>
          <a:p>
            <a:r>
              <a:t>          "end": "2025-11-30",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17.46113,</a:t>
            </a:r>
          </a:p>
          <a:p>
            <a:r>
              <a:t>          "raw_mean": 0.5820376666666667,</a:t>
            </a:r>
          </a:p>
          <a:p>
            <a:r>
              <a:t>          "value": 5.54781263205386,</a:t>
            </a:r>
          </a:p>
          <a:p>
            <a:r>
              <a:t>          "prior_start": "2024-11-01",</a:t>
            </a:r>
          </a:p>
          <a:p>
            <a:r>
              <a:t>          "prior_end": "2024-11-30",</a:t>
            </a:r>
          </a:p>
          <a:p>
            <a:r>
              <a:t>          "prior_days": 30,</a:t>
            </a:r>
          </a:p>
          <a:p>
            <a:r>
              <a:t>          "prior_raw_mean": 0.8091550000000001,</a:t>
            </a:r>
          </a:p>
          <a:p>
            <a:r>
              <a:t>          "prior_value": 7.7126285589011845,</a:t>
            </a:r>
          </a:p>
          <a:p>
            <a:r>
              <a:t>          "yoy_fraction": -0.2806845824759574,</a:t>
            </a:r>
          </a:p>
          <a:p>
            <a:r>
              <a:t>          "yoy_pct": -28.06845824759574,</a:t>
            </a:r>
          </a:p>
          <a:p>
            <a:r>
              <a:t>          "value_label": "5.5",</a:t>
            </a:r>
          </a:p>
          <a:p>
            <a:r>
              <a:t>          "yoy_label": "(-28.1%)",</a:t>
            </a:r>
          </a:p>
          <a:p>
            <a:r>
              <a:t>          "label": "5.5\n(-28.1%)"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"NV_XC14",</a:t>
            </a:r>
          </a:p>
          <a:p>
            <a:r>
              <a:t>          "month": "2025-12",</a:t>
            </a:r>
          </a:p>
          <a:p>
            <a:r>
              <a:t>          "start": "2025-12-01",</a:t>
            </a:r>
          </a:p>
          <a:p>
            <a:r>
              <a:t>          "end": "2025-12-31",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18.4952,</a:t>
            </a:r>
          </a:p>
          <a:p>
            <a:r>
              <a:t>          "raw_mean": 0.5966193548387096,</a:t>
            </a:r>
          </a:p>
          <a:p>
            <a:r>
              <a:t>          "value": 5.686801014542618,</a:t>
            </a:r>
          </a:p>
          <a:p>
            <a:r>
              <a:t>          "prior_start": "2024-12-01",</a:t>
            </a:r>
          </a:p>
          <a:p>
            <a:r>
              <a:t>          "prior_end": "2024-12-31",</a:t>
            </a:r>
          </a:p>
          <a:p>
            <a:r>
              <a:t>          "prior_days": 31,</a:t>
            </a:r>
          </a:p>
          <a:p>
            <a:r>
              <a:t>          "prior_raw_mean": 0.8187529032258065,</a:t>
            </a:r>
          </a:p>
          <a:p>
            <a:r>
              <a:t>          "prior_value": 7.804112962414632,</a:t>
            </a:r>
          </a:p>
          <a:p>
            <a:r>
              <a:t>          "yoy_fraction": -0.2713071886669497,</a:t>
            </a:r>
          </a:p>
          <a:p>
            <a:r>
              <a:t>          "yoy_pct": -27.13071886669497,</a:t>
            </a:r>
          </a:p>
          <a:p>
            <a:r>
              <a:t>          "value_label": "5.7",</a:t>
            </a:r>
          </a:p>
          <a:p>
            <a:r>
              <a:t>          "yoy_label": "(-27.1%)",</a:t>
            </a:r>
          </a:p>
          <a:p>
            <a:r>
              <a:t>          "label": "5.7\n(-27.1%)"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"NV_XC14",</a:t>
            </a:r>
          </a:p>
          <a:p>
            <a:r>
              <a:t>          "month": "2026-01",</a:t>
            </a:r>
          </a:p>
          <a:p>
            <a:r>
              <a:t>          "start": "2026-01-01",</a:t>
            </a:r>
          </a:p>
          <a:p>
            <a:r>
              <a:t>          "end": "2026-01-31",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17.00281,</a:t>
            </a:r>
          </a:p>
          <a:p>
            <a:r>
              <a:t>          "raw_mean": 0.5484777419354839,</a:t>
            </a:r>
          </a:p>
          <a:p>
            <a:r>
              <a:t>          "value": 5.2279292550540335,</a:t>
            </a:r>
          </a:p>
          <a:p>
            <a:r>
              <a:t>          "prior_start": "2025-01-01",</a:t>
            </a:r>
          </a:p>
          <a:p>
            <a:r>
              <a:t>          "prior_end": "2025-01-31",</a:t>
            </a:r>
          </a:p>
          <a:p>
            <a:r>
              <a:t>          "prior_days": 31,</a:t>
            </a:r>
          </a:p>
          <a:p>
            <a:r>
              <a:t>          "prior_raw_mean": 0.8860045161290322,</a:t>
            </a:r>
          </a:p>
          <a:p>
            <a:r>
              <a:t>          "prior_value": 8.445135646955404,</a:t>
            </a:r>
          </a:p>
          <a:p>
            <a:r>
              <a:t>          "yoy_fraction": -0.38095378527889256,</a:t>
            </a:r>
          </a:p>
          <a:p>
            <a:r>
              <a:t>          "yoy_pct": -38.09537852788926,</a:t>
            </a:r>
          </a:p>
          <a:p>
            <a:r>
              <a:t>          "value_label": "5.2",</a:t>
            </a:r>
          </a:p>
          <a:p>
            <a:r>
              <a:t>          "yoy_label": "(-38.1%)",</a:t>
            </a:r>
          </a:p>
          <a:p>
            <a:r>
              <a:t>          "label": "5.2\n(-38.1%)"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"NV_XC14",</a:t>
            </a:r>
          </a:p>
          <a:p>
            <a:r>
              <a:t>          "month": "2026-02",</a:t>
            </a:r>
          </a:p>
          <a:p>
            <a:r>
              <a:t>          "start": "2026-02-01",</a:t>
            </a:r>
          </a:p>
          <a:p>
            <a:r>
              <a:t>          "end": "2026-02-28",</a:t>
            </a:r>
          </a:p>
          <a:p>
            <a:r>
              <a:t>          "days": 28,</a:t>
            </a:r>
          </a:p>
          <a:p>
            <a:r>
              <a:t>          "partial": false,</a:t>
            </a:r>
          </a:p>
          <a:p>
            <a:r>
              <a:t>          "raw_sum": 103.43735,</a:t>
            </a:r>
          </a:p>
          <a:p>
            <a:r>
              <a:t>          "raw_mean": 3.694191071428571,</a:t>
            </a:r>
          </a:p>
          <a:p>
            <a:r>
              <a:t>          "value": 35.21194772267089,</a:t>
            </a:r>
          </a:p>
          <a:p>
            <a:r>
              <a:t>          "prior_start": "2025-02-01",</a:t>
            </a:r>
          </a:p>
          <a:p>
            <a:r>
              <a:t>          "prior_end": "2025-02-28",</a:t>
            </a:r>
          </a:p>
          <a:p>
            <a:r>
              <a:t>          "prior_days": 28,</a:t>
            </a:r>
          </a:p>
          <a:p>
            <a:r>
              <a:t>          "prior_raw_mean": 0.828025,</a:t>
            </a:r>
          </a:p>
          <a:p>
            <a:r>
              <a:t>          "prior_value": 7.8924918742195915,</a:t>
            </a:r>
          </a:p>
          <a:p>
            <a:r>
              <a:t>          "yoy_fraction": 3.46144871402261,</a:t>
            </a:r>
          </a:p>
          <a:p>
            <a:r>
              <a:t>          "yoy_pct": 346.144871402261,</a:t>
            </a:r>
          </a:p>
          <a:p>
            <a:r>
              <a:t>          "value_label": "35.2",</a:t>
            </a:r>
          </a:p>
          <a:p>
            <a:r>
              <a:t>          "yoy_label": "(+346.1%)",</a:t>
            </a:r>
          </a:p>
          <a:p>
            <a:r>
              <a:t>          "label": "35.2\n(+346.1%)"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"NV_XC14",</a:t>
            </a:r>
          </a:p>
          <a:p>
            <a:r>
              <a:t>          "month": "2026-03",</a:t>
            </a:r>
          </a:p>
          <a:p>
            <a:r>
              <a:t>          "start": "2026-03-01",</a:t>
            </a:r>
          </a:p>
          <a:p>
            <a:r>
              <a:t>          "end": "2026-03-31",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40.71305,</a:t>
            </a:r>
          </a:p>
          <a:p>
            <a:r>
              <a:t>          "raw_mean": 1.3133241935483873,</a:t>
            </a:r>
          </a:p>
          <a:p>
            <a:r>
              <a:t>          "value": 12.518221703205388,</a:t>
            </a:r>
          </a:p>
          <a:p>
            <a:r>
              <a:t>          "prior_start": "2025-03-01",</a:t>
            </a:r>
          </a:p>
          <a:p>
            <a:r>
              <a:t>          "prior_end": "2025-03-31",</a:t>
            </a:r>
          </a:p>
          <a:p>
            <a:r>
              <a:t>          "prior_days": 31,</a:t>
            </a:r>
          </a:p>
          <a:p>
            <a:r>
              <a:t>          "prior_raw_mean": 0.8461590322580645,</a:t>
            </a:r>
          </a:p>
          <a:p>
            <a:r>
              <a:t>          "prior_value": 8.0653401604955,</a:t>
            </a:r>
          </a:p>
          <a:p>
            <a:r>
              <a:t>          "yoy_fraction": 0.5521008976807149,</a:t>
            </a:r>
          </a:p>
          <a:p>
            <a:r>
              <a:t>          "yoy_pct": 55.21008976807149,</a:t>
            </a:r>
          </a:p>
          <a:p>
            <a:r>
              <a:t>          "value_label": "12.5",</a:t>
            </a:r>
          </a:p>
          <a:p>
            <a:r>
              <a:t>          "yoy_label": "(+55.2%)",</a:t>
            </a:r>
          </a:p>
          <a:p>
            <a:r>
              <a:t>          "label": "12.5\n(+55.2%)"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"NV_XC14",</a:t>
            </a:r>
          </a:p>
          <a:p>
            <a:r>
              <a:t>          "month": "2026-04",</a:t>
            </a:r>
          </a:p>
          <a:p>
            <a:r>
              <a:t>          "start": "2026-04-01",</a:t>
            </a:r>
          </a:p>
          <a:p>
            <a:r>
              <a:t>          "end": "2026-04-30",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24.42554,</a:t>
            </a:r>
          </a:p>
          <a:p>
            <a:r>
              <a:t>          "raw_mean": 0.8141846666666667,</a:t>
            </a:r>
          </a:p>
          <a:p>
            <a:r>
              <a:t>          "value": 7.76056986900257,</a:t>
            </a:r>
          </a:p>
          <a:p>
            <a:r>
              <a:t>          "prior_start": "2025-04-01",</a:t>
            </a:r>
          </a:p>
          <a:p>
            <a:r>
              <a:t>          "prior_end": "2025-04-30",</a:t>
            </a:r>
          </a:p>
          <a:p>
            <a:r>
              <a:t>          "prior_days": 30,</a:t>
            </a:r>
          </a:p>
          <a:p>
            <a:r>
              <a:t>          "prior_raw_mean": 0.718793,</a:t>
            </a:r>
          </a:p>
          <a:p>
            <a:r>
              <a:t>          "prior_value": 6.851324430718786,</a:t>
            </a:r>
          </a:p>
          <a:p>
            <a:r>
              <a:t>          "yoy_fraction": 0.13271090100580651,</a:t>
            </a:r>
          </a:p>
          <a:p>
            <a:r>
              <a:t>          "yoy_pct": 13.27109010058065,</a:t>
            </a:r>
          </a:p>
          <a:p>
            <a:r>
              <a:t>          "value_label": "7.8",</a:t>
            </a:r>
          </a:p>
          <a:p>
            <a:r>
              <a:t>          "yoy_label": "(+13.3%)",</a:t>
            </a:r>
          </a:p>
          <a:p>
            <a:r>
              <a:t>          "label": "7.8\n(+13.3%)"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"NV_XC14",</a:t>
            </a:r>
          </a:p>
          <a:p>
            <a:r>
              <a:t>          "month": "2026-05",</a:t>
            </a:r>
          </a:p>
          <a:p>
            <a:r>
              <a:t>          "start": "2026-05-01",</a:t>
            </a:r>
          </a:p>
          <a:p>
            <a:r>
              <a:t>          "end": "2026-05-31",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19.82543,</a:t>
            </a:r>
          </a:p>
          <a:p>
            <a:r>
              <a:t>          "raw_mean": 0.63953,</a:t>
            </a:r>
          </a:p>
          <a:p>
            <a:r>
              <a:t>          "value": 6.095812721016461,</a:t>
            </a:r>
          </a:p>
          <a:p>
            <a:r>
              <a:t>          "prior_start": "2025-05-01",</a:t>
            </a:r>
          </a:p>
          <a:p>
            <a:r>
              <a:t>          "prior_end": "2025-05-31",</a:t>
            </a:r>
          </a:p>
          <a:p>
            <a:r>
              <a:t>          "prior_days": 31,</a:t>
            </a:r>
          </a:p>
          <a:p>
            <a:r>
              <a:t>          "prior_raw_mean": 0.684246129032258,</a:t>
            </a:r>
          </a:p>
          <a:p>
            <a:r>
              <a:t>          "prior_value": 6.522033771146169,</a:t>
            </a:r>
          </a:p>
          <a:p>
            <a:r>
              <a:t>          "yoy_fraction": -0.06535094191252622,</a:t>
            </a:r>
          </a:p>
          <a:p>
            <a:r>
              <a:t>          "yoy_pct": -6.535094191252622,</a:t>
            </a:r>
          </a:p>
          <a:p>
            <a:r>
              <a:t>          "value_label": "6.1",</a:t>
            </a:r>
          </a:p>
          <a:p>
            <a:r>
              <a:t>          "yoy_label": "(-6.5%)",</a:t>
            </a:r>
          </a:p>
          <a:p>
            <a:r>
              <a:t>          "label": "6.1\n(-6.5%)"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"NV_XC14",</a:t>
            </a:r>
          </a:p>
          <a:p>
            <a:r>
              <a:t>          "month": "2026-06",</a:t>
            </a:r>
          </a:p>
          <a:p>
            <a:r>
              <a:t>          "start": "2026-06-01",</a:t>
            </a:r>
          </a:p>
          <a:p>
            <a:r>
              <a:t>          "end": "2026-06-30",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16.68981,</a:t>
            </a:r>
          </a:p>
          <a:p>
            <a:r>
              <a:t>          "raw_mean": 0.556327,</a:t>
            </a:r>
          </a:p>
          <a:p>
            <a:r>
              <a:t>          "value": 5.302746084851257,</a:t>
            </a:r>
          </a:p>
          <a:p>
            <a:r>
              <a:t>          "prior_start": "2025-06-01",</a:t>
            </a:r>
          </a:p>
          <a:p>
            <a:r>
              <a:t>          "prior_end": "2025-06-30",</a:t>
            </a:r>
          </a:p>
          <a:p>
            <a:r>
              <a:t>          "prior_days": 30,</a:t>
            </a:r>
          </a:p>
          <a:p>
            <a:r>
              <a:t>          "prior_raw_mean": 0.6658786666666666,</a:t>
            </a:r>
          </a:p>
          <a:p>
            <a:r>
              <a:t>          "prior_value": 6.346960497428027,</a:t>
            </a:r>
          </a:p>
          <a:p>
            <a:r>
              <a:t>          "yoy_fraction": -0.16452196496258586,</a:t>
            </a:r>
          </a:p>
          <a:p>
            <a:r>
              <a:t>          "yoy_pct": -16.452196496258587,</a:t>
            </a:r>
          </a:p>
          <a:p>
            <a:r>
              <a:t>          "value_label": "5.3",</a:t>
            </a:r>
          </a:p>
          <a:p>
            <a:r>
              <a:t>          "yoy_label": "(-16.5%)",</a:t>
            </a:r>
          </a:p>
          <a:p>
            <a:r>
              <a:t>          "label": "5.3\n(-16.5%)"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"NV_XC14",</a:t>
            </a:r>
          </a:p>
          <a:p>
            <a:r>
              <a:t>          "month": "2026-07",</a:t>
            </a:r>
          </a:p>
          <a:p>
            <a:r>
              <a:t>          "start": "2026-07-01",</a:t>
            </a:r>
          </a:p>
          <a:p>
            <a:r>
              <a:t>          "end": "2026-07-31",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16.18674,</a:t>
            </a:r>
          </a:p>
          <a:p>
            <a:r>
              <a:t>          "raw_mean": 0.5221529032258064,</a:t>
            </a:r>
          </a:p>
          <a:p>
            <a:r>
              <a:t>          "value": 4.977008599752236,</a:t>
            </a:r>
          </a:p>
          <a:p>
            <a:r>
              <a:t>          "prior_start": "2025-07-01",</a:t>
            </a:r>
          </a:p>
          <a:p>
            <a:r>
              <a:t>          "prior_end": "2025-07-31",</a:t>
            </a:r>
          </a:p>
          <a:p>
            <a:r>
              <a:t>          "prior_days": 31,</a:t>
            </a:r>
          </a:p>
          <a:p>
            <a:r>
              <a:t>          "prior_raw_mean": 0.6914587096774194,</a:t>
            </a:r>
          </a:p>
          <a:p>
            <a:r>
              <a:t>          "prior_value": 6.59078197818592,</a:t>
            </a:r>
          </a:p>
          <a:p>
            <a:r>
              <a:t>          "yoy_fraction": -0.24485309691246482,</a:t>
            </a:r>
          </a:p>
          <a:p>
            <a:r>
              <a:t>          "yoy_pct": -24.48530969124648,</a:t>
            </a:r>
          </a:p>
          <a:p>
            <a:r>
              <a:t>          "value_label": "5.0",</a:t>
            </a:r>
          </a:p>
          <a:p>
            <a:r>
              <a:t>          "yoy_label": "(-24.5%)",</a:t>
            </a:r>
          </a:p>
          <a:p>
            <a:r>
              <a:t>          "label": "5.0\n(-24.5%)"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"NV_XC14",</a:t>
            </a:r>
          </a:p>
          <a:p>
            <a:r>
              <a:t>          "month": "2026-08",</a:t>
            </a:r>
          </a:p>
          <a:p>
            <a:r>
              <a:t>          "start": "2026-08-01",</a:t>
            </a:r>
          </a:p>
          <a:p>
            <a:r>
              <a:t>          "end": "2026-08-31",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14.76144,</a:t>
            </a:r>
          </a:p>
          <a:p>
            <a:r>
              <a:t>          "raw_mean": 0.47617548387096775,</a:t>
            </a:r>
          </a:p>
          <a:p>
            <a:r>
              <a:t>          "value": 4.538765299543123,</a:t>
            </a:r>
          </a:p>
          <a:p>
            <a:r>
              <a:t>          "prior_start": "2025-08-01",</a:t>
            </a:r>
          </a:p>
          <a:p>
            <a:r>
              <a:t>          "prior_end": "2025-08-31",</a:t>
            </a:r>
          </a:p>
          <a:p>
            <a:r>
              <a:t>          "prior_days": 31,</a:t>
            </a:r>
          </a:p>
          <a:p>
            <a:r>
              <a:t>          "prior_raw_mean": 0.7098483870967742,</a:t>
            </a:r>
          </a:p>
          <a:p>
            <a:r>
              <a:t>          "prior_value": 6.766066999292501,</a:t>
            </a:r>
          </a:p>
          <a:p>
            <a:r>
              <a:t>          "yoy_fraction": -0.32918705948112503,</a:t>
            </a:r>
          </a:p>
          <a:p>
            <a:r>
              <a:t>          "yoy_pct": -32.9187059481125,</a:t>
            </a:r>
          </a:p>
          <a:p>
            <a:r>
              <a:t>          "value_label": "4.5",</a:t>
            </a:r>
          </a:p>
          <a:p>
            <a:r>
              <a:t>          "yoy_label": "(-32.9%)",</a:t>
            </a:r>
          </a:p>
          <a:p>
            <a:r>
              <a:t>          "label": "4.5\n(-32.9%)"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"NV_XC14",</a:t>
            </a:r>
          </a:p>
          <a:p>
            <a:r>
              <a:t>          "month": "2026-09",</a:t>
            </a:r>
          </a:p>
          <a:p>
            <a:r>
              <a:t>          "start": "2026-09-01",</a:t>
            </a:r>
          </a:p>
          <a:p>
            <a:r>
              <a:t>          "end": "2026-09-30",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12.52013,</a:t>
            </a:r>
          </a:p>
          <a:p>
            <a:r>
              <a:t>          "raw_mean": 0.41733766666666666,</a:t>
            </a:r>
          </a:p>
          <a:p>
            <a:r>
              <a:t>          "value": 3.977940452247735,</a:t>
            </a:r>
          </a:p>
          <a:p>
            <a:r>
              <a:t>          "prior_start": "2025-09-01",</a:t>
            </a:r>
          </a:p>
          <a:p>
            <a:r>
              <a:t>          "prior_end": "2025-09-30",</a:t>
            </a:r>
          </a:p>
          <a:p>
            <a:r>
              <a:t>          "prior_days": 30,</a:t>
            </a:r>
          </a:p>
          <a:p>
            <a:r>
              <a:t>          "prior_raw_mean": 0.6388630000000001,</a:t>
            </a:r>
          </a:p>
          <a:p>
            <a:r>
              <a:t>          "prior_value": 6.089455072297999,</a:t>
            </a:r>
          </a:p>
          <a:p>
            <a:r>
              <a:t>          "yoy_fraction": -0.3467493552347426,</a:t>
            </a:r>
          </a:p>
          <a:p>
            <a:r>
              <a:t>          "yoy_pct": -34.67493552347426,</a:t>
            </a:r>
          </a:p>
          <a:p>
            <a:r>
              <a:t>          "value_label": "4.0",</a:t>
            </a:r>
          </a:p>
          <a:p>
            <a:r>
              <a:t>          "yoy_label": "(-34.7%)",</a:t>
            </a:r>
          </a:p>
          <a:p>
            <a:r>
              <a:t>          "label": "4.0\n(-34.7%)"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"NV_XC14",</a:t>
            </a:r>
          </a:p>
          <a:p>
            <a:r>
              <a:t>          "month": "2026-10",</a:t>
            </a:r>
          </a:p>
          <a:p>
            <a:r>
              <a:t>          "start": "2026-10-01",</a:t>
            </a:r>
          </a:p>
          <a:p>
            <a:r>
              <a:t>          "end": "2026-10-19",</a:t>
            </a:r>
          </a:p>
          <a:p>
            <a:r>
              <a:t>          "days": 19,</a:t>
            </a:r>
          </a:p>
          <a:p>
            <a:r>
              <a:t>          "partial": true,</a:t>
            </a:r>
          </a:p>
          <a:p>
            <a:r>
              <a:t>          "raw_sum": 7.81387,</a:t>
            </a:r>
          </a:p>
          <a:p>
            <a:r>
              <a:t>          "raw_mean": 0.4112563157894737,</a:t>
            </a:r>
          </a:p>
          <a:p>
            <a:r>
              <a:t>          "value": 3.919974796159424,</a:t>
            </a:r>
          </a:p>
          <a:p>
            <a:r>
              <a:t>          "prior_start": "2025-10-01",</a:t>
            </a:r>
          </a:p>
          <a:p>
            <a:r>
              <a:t>          "prior_end": "2025-10-19",</a:t>
            </a:r>
          </a:p>
          <a:p>
            <a:r>
              <a:t>          "prior_days": 19,</a:t>
            </a:r>
          </a:p>
          <a:p>
            <a:r>
              <a:t>          "prior_raw_mean": 0.7063194736842106,</a:t>
            </a:r>
          </a:p>
          <a:p>
            <a:r>
              <a:t>          "prior_value": 6.732430429824812,</a:t>
            </a:r>
          </a:p>
          <a:p>
            <a:r>
              <a:t>          "yoy_fraction": -0.4177474484112229,</a:t>
            </a:r>
          </a:p>
          <a:p>
            <a:r>
              <a:t>          "yoy_pct": -41.77474484112229,</a:t>
            </a:r>
          </a:p>
          <a:p>
            <a:r>
              <a:t>          "value_label": "3.9",</a:t>
            </a:r>
          </a:p>
          <a:p>
            <a:r>
              <a:t>          "yoy_label": "(-41.8%)",</a:t>
            </a:r>
          </a:p>
          <a:p>
            <a:r>
              <a:t>          "label": "3.9\n(-41.8%)"</a:t>
            </a:r>
          </a:p>
          <a:p>
            <a:r>
              <a:t>        }</a:t>
            </a:r>
          </a:p>
          <a:p>
            <a:r>
              <a:t>      ]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"NV_FL_CONSOMME",</a:t>
            </a:r>
          </a:p>
          <a:p>
            <a:r>
              <a:t>      "label": "콘소메",</a:t>
            </a:r>
          </a:p>
          <a:p>
            <a:r>
              <a:t>      "points": [</a:t>
            </a:r>
          </a:p>
          <a:p>
            <a:r>
              <a:t>        {</a:t>
            </a:r>
          </a:p>
          <a:p>
            <a:r>
              <a:t>          "group_id": "NV_FL_CONSOMME",</a:t>
            </a:r>
          </a:p>
          <a:p>
            <a:r>
              <a:t>          "month": "2025-01",</a:t>
            </a:r>
          </a:p>
          <a:p>
            <a:r>
              <a:t>          "start": "2025-01-01",</a:t>
            </a:r>
          </a:p>
          <a:p>
            <a:r>
              <a:t>          "end": "2025-01-31",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959.58414,</a:t>
            </a:r>
          </a:p>
          <a:p>
            <a:r>
              <a:t>          "raw_mean": 30.954327096774197,</a:t>
            </a:r>
          </a:p>
          <a:p>
            <a:r>
              <a:t>          "value": 45.28116564895691,</a:t>
            </a:r>
          </a:p>
          <a:p>
            <a:r>
              <a:t>          "prior_start": "2024-01-01",</a:t>
            </a:r>
          </a:p>
          <a:p>
            <a:r>
              <a:t>          "prior_end": "2024-01-31",</a:t>
            </a:r>
          </a:p>
          <a:p>
            <a:r>
              <a:t>          "prior_days": 31,</a:t>
            </a:r>
          </a:p>
          <a:p>
            <a:r>
              <a:t>          "prior_raw_mean": 39.55151129032258,</a:t>
            </a:r>
          </a:p>
          <a:p>
            <a:r>
              <a:t>          "prior_value": 57.857453299003325,</a:t>
            </a:r>
          </a:p>
          <a:p>
            <a:r>
              <a:t>          "yoy_fraction": -0.21736676837559776,</a:t>
            </a:r>
          </a:p>
          <a:p>
            <a:r>
              <a:t>          "yoy_pct": -21.736676837559777,</a:t>
            </a:r>
          </a:p>
          <a:p>
            <a:r>
              <a:t>          "value_label": "45.3",</a:t>
            </a:r>
          </a:p>
          <a:p>
            <a:r>
              <a:t>          "yoy_label": "(-21.7%)",</a:t>
            </a:r>
          </a:p>
          <a:p>
            <a:r>
              <a:t>          "label": "45.3\n(-21.7%)"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"NV_FL_CONSOMME",</a:t>
            </a:r>
          </a:p>
          <a:p>
            <a:r>
              <a:t>          "month": "2025-02",</a:t>
            </a:r>
          </a:p>
          <a:p>
            <a:r>
              <a:t>          "start": "2025-02-01",</a:t>
            </a:r>
          </a:p>
          <a:p>
            <a:r>
              <a:t>          "end": "2025-02-28",</a:t>
            </a:r>
          </a:p>
          <a:p>
            <a:r>
              <a:t>          "days": 28,</a:t>
            </a:r>
          </a:p>
          <a:p>
            <a:r>
              <a:t>          "partial": false,</a:t>
            </a:r>
          </a:p>
          <a:p>
            <a:r>
              <a:t>          "raw_sum": 929.79204,</a:t>
            </a:r>
          </a:p>
          <a:p>
            <a:r>
              <a:t>          "raw_mean": 33.206858571428576,</a:t>
            </a:r>
          </a:p>
          <a:p>
            <a:r>
              <a:t>          "value": 48.57625426498253,</a:t>
            </a:r>
          </a:p>
          <a:p>
            <a:r>
              <a:t>          "prior_start": "2024-02-01",</a:t>
            </a:r>
          </a:p>
          <a:p>
            <a:r>
              <a:t>          "prior_end": "2024-02-29",</a:t>
            </a:r>
          </a:p>
          <a:p>
            <a:r>
              <a:t>          "prior_days": 29,</a:t>
            </a:r>
          </a:p>
          <a:p>
            <a:r>
              <a:t>          "prior_raw_mean": 38.72739827586207,</a:t>
            </a:r>
          </a:p>
          <a:p>
            <a:r>
              <a:t>          "prior_value": 56.65190947294688,</a:t>
            </a:r>
          </a:p>
          <a:p>
            <a:r>
              <a:t>          "yoy_fraction": -0.14254868517398767,</a:t>
            </a:r>
          </a:p>
          <a:p>
            <a:r>
              <a:t>          "yoy_pct": -14.254868517398766,</a:t>
            </a:r>
          </a:p>
          <a:p>
            <a:r>
              <a:t>          "value_label": "48.6",</a:t>
            </a:r>
          </a:p>
          <a:p>
            <a:r>
              <a:t>          "yoy_label": "(-14.3%)",</a:t>
            </a:r>
          </a:p>
          <a:p>
            <a:r>
              <a:t>          "label": "48.6\n(-14.3%)"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"NV_FL_CONSOMME",</a:t>
            </a:r>
          </a:p>
          <a:p>
            <a:r>
              <a:t>          "month": "2025-03",</a:t>
            </a:r>
          </a:p>
          <a:p>
            <a:r>
              <a:t>          "start": "2025-03-01",</a:t>
            </a:r>
          </a:p>
          <a:p>
            <a:r>
              <a:t>          "end": "2025-03-31",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913.39478,</a:t>
            </a:r>
          </a:p>
          <a:p>
            <a:r>
              <a:t>          "raw_mean": 29.464347741935484,</a:t>
            </a:r>
          </a:p>
          <a:p>
            <a:r>
              <a:t>          "value": 43.10156724356923,</a:t>
            </a:r>
          </a:p>
          <a:p>
            <a:r>
              <a:t>          "prior_start": "2024-03-01",</a:t>
            </a:r>
          </a:p>
          <a:p>
            <a:r>
              <a:t>          "prior_end": "2024-03-31",</a:t>
            </a:r>
          </a:p>
          <a:p>
            <a:r>
              <a:t>          "prior_days": 31,</a:t>
            </a:r>
          </a:p>
          <a:p>
            <a:r>
              <a:t>          "prior_raw_mean": 31.483270322580648,</a:t>
            </a:r>
          </a:p>
          <a:p>
            <a:r>
              <a:t>          "prior_value": 46.054923894508676,</a:t>
            </a:r>
          </a:p>
          <a:p>
            <a:r>
              <a:t>          "yoy_fraction": -0.06412683815750675,</a:t>
            </a:r>
          </a:p>
          <a:p>
            <a:r>
              <a:t>          "yoy_pct": -6.412683815750675,</a:t>
            </a:r>
          </a:p>
          <a:p>
            <a:r>
              <a:t>          "value_label": "43.1",</a:t>
            </a:r>
          </a:p>
          <a:p>
            <a:r>
              <a:t>          "yoy_label": "(-6.4%)",</a:t>
            </a:r>
          </a:p>
          <a:p>
            <a:r>
              <a:t>          "label": "43.1\n(-6.4%)"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"NV_FL_CONSOMME",</a:t>
            </a:r>
          </a:p>
          <a:p>
            <a:r>
              <a:t>          "month": "2025-04",</a:t>
            </a:r>
          </a:p>
          <a:p>
            <a:r>
              <a:t>          "start": "2025-04-01",</a:t>
            </a:r>
          </a:p>
          <a:p>
            <a:r>
              <a:t>          "end": "2025-04-30",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671.59337,</a:t>
            </a:r>
          </a:p>
          <a:p>
            <a:r>
              <a:t>          "raw_mean": 22.386445666666667,</a:t>
            </a:r>
          </a:p>
          <a:p>
            <a:r>
              <a:t>          "value": 32.74774319449977,</a:t>
            </a:r>
          </a:p>
          <a:p>
            <a:r>
              <a:t>          "prior_start": "2024-04-01",</a:t>
            </a:r>
          </a:p>
          <a:p>
            <a:r>
              <a:t>          "prior_end": "2024-04-30",</a:t>
            </a:r>
          </a:p>
          <a:p>
            <a:r>
              <a:t>          "prior_days": 30,</a:t>
            </a:r>
          </a:p>
          <a:p>
            <a:r>
              <a:t>          "prior_raw_mean": 26.805229333333333,</a:t>
            </a:r>
          </a:p>
          <a:p>
            <a:r>
              <a:t>          "prior_value": 39.21170781410509,</a:t>
            </a:r>
          </a:p>
          <a:p>
            <a:r>
              <a:t>          "yoy_fraction": -0.16484782173349066,</a:t>
            </a:r>
          </a:p>
          <a:p>
            <a:r>
              <a:t>          "yoy_pct": -16.484782173349068,</a:t>
            </a:r>
          </a:p>
          <a:p>
            <a:r>
              <a:t>          "value_label": "32.7",</a:t>
            </a:r>
          </a:p>
          <a:p>
            <a:r>
              <a:t>          "yoy_label": "(-16.5%)",</a:t>
            </a:r>
          </a:p>
          <a:p>
            <a:r>
              <a:t>          "label": "32.7\n(-16.5%)"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"NV_FL_CONSOMME",</a:t>
            </a:r>
          </a:p>
          <a:p>
            <a:r>
              <a:t>          "month": "2025-05",</a:t>
            </a:r>
          </a:p>
          <a:p>
            <a:r>
              <a:t>          "start": "2025-05-01",</a:t>
            </a:r>
          </a:p>
          <a:p>
            <a:r>
              <a:t>          "end": "2025-05-31",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742.72501,</a:t>
            </a:r>
          </a:p>
          <a:p>
            <a:r>
              <a:t>          "raw_mean": 23.95887129032258,</a:t>
            </a:r>
          </a:p>
          <a:p>
            <a:r>
              <a:t>          "value": 35.04794713409204,</a:t>
            </a:r>
          </a:p>
          <a:p>
            <a:r>
              <a:t>          "prior_start": "2024-05-01",</a:t>
            </a:r>
          </a:p>
          <a:p>
            <a:r>
              <a:t>          "prior_end": "2024-05-31",</a:t>
            </a:r>
          </a:p>
          <a:p>
            <a:r>
              <a:t>          "prior_days": 31,</a:t>
            </a:r>
          </a:p>
          <a:p>
            <a:r>
              <a:t>          "prior_raw_mean": 27.542273548387097,</a:t>
            </a:r>
          </a:p>
          <a:p>
            <a:r>
              <a:t>          "prior_value": 40.28988409259808,</a:t>
            </a:r>
          </a:p>
          <a:p>
            <a:r>
              <a:t>          "yoy_fraction": -0.13010553583272955,</a:t>
            </a:r>
          </a:p>
          <a:p>
            <a:r>
              <a:t>          "yoy_pct": -13.010553583272955,</a:t>
            </a:r>
          </a:p>
          <a:p>
            <a:r>
              <a:t>          "value_label": "35.0",</a:t>
            </a:r>
          </a:p>
          <a:p>
            <a:r>
              <a:t>          "yoy_label": "(-13.0%)",</a:t>
            </a:r>
          </a:p>
          <a:p>
            <a:r>
              <a:t>          "label": "35.0\n(-13.0%)"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"NV_FL_CONSOMME",</a:t>
            </a:r>
          </a:p>
          <a:p>
            <a:r>
              <a:t>          "month": "2025-06",</a:t>
            </a:r>
          </a:p>
          <a:p>
            <a:r>
              <a:t>          "start": "2025-06-01",</a:t>
            </a:r>
          </a:p>
          <a:p>
            <a:r>
              <a:t>          "end": "2025-06-30",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788.9144,</a:t>
            </a:r>
          </a:p>
          <a:p>
            <a:r>
              <a:t>          "raw_mean": 26.297146666666666,</a:t>
            </a:r>
          </a:p>
          <a:p>
            <a:r>
              <a:t>          "value": 38.46846518696703,</a:t>
            </a:r>
          </a:p>
          <a:p>
            <a:r>
              <a:t>          "prior_start": "2024-06-01",</a:t>
            </a:r>
          </a:p>
          <a:p>
            <a:r>
              <a:t>          "prior_end": "2024-06-30",</a:t>
            </a:r>
          </a:p>
          <a:p>
            <a:r>
              <a:t>          "prior_days": 30,</a:t>
            </a:r>
          </a:p>
          <a:p>
            <a:r>
              <a:t>          "prior_raw_mean": 27.713621,</a:t>
            </a:r>
          </a:p>
          <a:p>
            <a:r>
              <a:t>          "prior_value": 40.54053765440072,</a:t>
            </a:r>
          </a:p>
          <a:p>
            <a:r>
              <a:t>          "yoy_fraction": -0.05111112450203936,</a:t>
            </a:r>
          </a:p>
          <a:p>
            <a:r>
              <a:t>          "yoy_pct": -5.111112450203937,</a:t>
            </a:r>
          </a:p>
          <a:p>
            <a:r>
              <a:t>          "value_label": "38.5",</a:t>
            </a:r>
          </a:p>
          <a:p>
            <a:r>
              <a:t>          "yoy_label": "(-5.1%)",</a:t>
            </a:r>
          </a:p>
          <a:p>
            <a:r>
              <a:t>          "label": "38.5\n(-5.1%)"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"NV_FL_CONSOMME",</a:t>
            </a:r>
          </a:p>
          <a:p>
            <a:r>
              <a:t>          "month": "2025-07",</a:t>
            </a:r>
          </a:p>
          <a:p>
            <a:r>
              <a:t>          "start": "2025-07-01",</a:t>
            </a:r>
          </a:p>
          <a:p>
            <a:r>
              <a:t>          "end": "2025-07-31",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775.51949,</a:t>
            </a:r>
          </a:p>
          <a:p>
            <a:r>
              <a:t>          "raw_mean": 25.016757741935486,</a:t>
            </a:r>
          </a:p>
          <a:p>
            <a:r>
              <a:t>          "value": 36.59546362519558,</a:t>
            </a:r>
          </a:p>
          <a:p>
            <a:r>
              <a:t>          "prior_start": "2024-07-01",</a:t>
            </a:r>
          </a:p>
          <a:p>
            <a:r>
              <a:t>          "prior_end": "2024-07-31",</a:t>
            </a:r>
          </a:p>
          <a:p>
            <a:r>
              <a:t>          "prior_days": 31,</a:t>
            </a:r>
          </a:p>
          <a:p>
            <a:r>
              <a:t>          "prior_raw_mean": 31.796165806451615,</a:t>
            </a:r>
          </a:p>
          <a:p>
            <a:r>
              <a:t>          "prior_value": 46.51263929538548,</a:t>
            </a:r>
          </a:p>
          <a:p>
            <a:r>
              <a:t>          "yoy_fraction": -0.21321464058853756,</a:t>
            </a:r>
          </a:p>
          <a:p>
            <a:r>
              <a:t>          "yoy_pct": -21.321464058853756,</a:t>
            </a:r>
          </a:p>
          <a:p>
            <a:r>
              <a:t>          "value_label": "36.6",</a:t>
            </a:r>
          </a:p>
          <a:p>
            <a:r>
              <a:t>          "yoy_label": "(-21.3%)",</a:t>
            </a:r>
          </a:p>
          <a:p>
            <a:r>
              <a:t>          "label": "36.6\n(-21.3%)"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"NV_FL_CONSOMME",</a:t>
            </a:r>
          </a:p>
          <a:p>
            <a:r>
              <a:t>          "month": "2025-08",</a:t>
            </a:r>
          </a:p>
          <a:p>
            <a:r>
              <a:t>          "start": "2025-08-01",</a:t>
            </a:r>
          </a:p>
          <a:p>
            <a:r>
              <a:t>          "end": "2025-08-31",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840.64649,</a:t>
            </a:r>
          </a:p>
          <a:p>
            <a:r>
              <a:t>          "raw_mean": 27.11762870967742,</a:t>
            </a:r>
          </a:p>
          <a:p>
            <a:r>
              <a:t>          "value": 39.668697490044174,</a:t>
            </a:r>
          </a:p>
          <a:p>
            <a:r>
              <a:t>          "prior_start": "2024-08-01",</a:t>
            </a:r>
          </a:p>
          <a:p>
            <a:r>
              <a:t>          "prior_end": "2024-08-31",</a:t>
            </a:r>
          </a:p>
          <a:p>
            <a:r>
              <a:t>          "prior_days": 31,</a:t>
            </a:r>
          </a:p>
          <a:p>
            <a:r>
              <a:t>          "prior_raw_mean": 34.1279835483871,</a:t>
            </a:r>
          </a:p>
          <a:p>
            <a:r>
              <a:t>          "prior_value": 49.923710875318505,</a:t>
            </a:r>
          </a:p>
          <a:p>
            <a:r>
              <a:t>          "yoy_fraction": -0.20541368430895723,</a:t>
            </a:r>
          </a:p>
          <a:p>
            <a:r>
              <a:t>          "yoy_pct": -20.541368430895723,</a:t>
            </a:r>
          </a:p>
          <a:p>
            <a:r>
              <a:t>          "value_label": "39.7",</a:t>
            </a:r>
          </a:p>
          <a:p>
            <a:r>
              <a:t>          "yoy_label": "(-20.5%)",</a:t>
            </a:r>
          </a:p>
          <a:p>
            <a:r>
              <a:t>          "label": "39.7\n(-20.5%)"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"NV_FL_CONSOMME",</a:t>
            </a:r>
          </a:p>
          <a:p>
            <a:r>
              <a:t>          "month": "2025-09",</a:t>
            </a:r>
          </a:p>
          <a:p>
            <a:r>
              <a:t>          "start": "2025-09-01",</a:t>
            </a:r>
          </a:p>
          <a:p>
            <a:r>
              <a:t>          "end": "2025-09-30",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617.08995,</a:t>
            </a:r>
          </a:p>
          <a:p>
            <a:r>
              <a:t>          "raw_mean": 20.569665,</a:t>
            </a:r>
          </a:p>
          <a:p>
            <a:r>
              <a:t>          "value": 30.090087414809805,</a:t>
            </a:r>
          </a:p>
          <a:p>
            <a:r>
              <a:t>          "prior_start": "2024-09-01",</a:t>
            </a:r>
          </a:p>
          <a:p>
            <a:r>
              <a:t>          "prior_end": "2024-09-30",</a:t>
            </a:r>
          </a:p>
          <a:p>
            <a:r>
              <a:t>          "prior_days": 30,</a:t>
            </a:r>
          </a:p>
          <a:p>
            <a:r>
              <a:t>          "prior_raw_mean": 28.960733,</a:t>
            </a:r>
          </a:p>
          <a:p>
            <a:r>
              <a:t>          "prior_value": 42.36486046646686,</a:t>
            </a:r>
          </a:p>
          <a:p>
            <a:r>
              <a:t>          "yoy_fraction": -0.28973948967382834,</a:t>
            </a:r>
          </a:p>
          <a:p>
            <a:r>
              <a:t>          "yoy_pct": -28.973948967382835,</a:t>
            </a:r>
          </a:p>
          <a:p>
            <a:r>
              <a:t>          "value_label": "30.1",</a:t>
            </a:r>
          </a:p>
          <a:p>
            <a:r>
              <a:t>          "yoy_label": "(-29.0%)",</a:t>
            </a:r>
          </a:p>
          <a:p>
            <a:r>
              <a:t>          "label": "30.1\n(-29.0%)"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"NV_FL_CONSOMME",</a:t>
            </a:r>
          </a:p>
          <a:p>
            <a:r>
              <a:t>          "month": "2025-10",</a:t>
            </a:r>
          </a:p>
          <a:p>
            <a:r>
              <a:t>          "start": "2025-10-01",</a:t>
            </a:r>
          </a:p>
          <a:p>
            <a:r>
              <a:t>          "end": "2025-10-31",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688.68343,</a:t>
            </a:r>
          </a:p>
          <a:p>
            <a:r>
              <a:t>          "raw_mean": 22.215594516129034,</a:t>
            </a:r>
          </a:p>
          <a:p>
            <a:r>
              <a:t>          "value": 32.49781564076478,</a:t>
            </a:r>
          </a:p>
          <a:p>
            <a:r>
              <a:t>          "prior_start": "2024-10-01",</a:t>
            </a:r>
          </a:p>
          <a:p>
            <a:r>
              <a:t>          "prior_end": "2024-10-31",</a:t>
            </a:r>
          </a:p>
          <a:p>
            <a:r>
              <a:t>          "prior_days": 31,</a:t>
            </a:r>
          </a:p>
          <a:p>
            <a:r>
              <a:t>          "prior_raw_mean": 39.19391548387097,</a:t>
            </a:r>
          </a:p>
          <a:p>
            <a:r>
              <a:t>          "prior_value": 57.33434856806588,</a:t>
            </a:r>
          </a:p>
          <a:p>
            <a:r>
              <a:t>          "yoy_fraction": -0.4331876710488094,</a:t>
            </a:r>
          </a:p>
          <a:p>
            <a:r>
              <a:t>          "yoy_pct": -43.31876710488094,</a:t>
            </a:r>
          </a:p>
          <a:p>
            <a:r>
              <a:t>          "value_label": "32.5",</a:t>
            </a:r>
          </a:p>
          <a:p>
            <a:r>
              <a:t>          "yoy_label": "(-43.3%)",</a:t>
            </a:r>
          </a:p>
          <a:p>
            <a:r>
              <a:t>          "label": "32.5\n(-43.3%)"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"NV_FL_CONSOMME",</a:t>
            </a:r>
          </a:p>
          <a:p>
            <a:r>
              <a:t>          "month": "2025-11",</a:t>
            </a:r>
          </a:p>
          <a:p>
            <a:r>
              <a:t>          "start": "2025-11-01",</a:t>
            </a:r>
          </a:p>
          <a:p>
            <a:r>
              <a:t>          "end": "2025-11-30",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602.3093,</a:t>
            </a:r>
          </a:p>
          <a:p>
            <a:r>
              <a:t>          "raw_mean": 20.076976666666667,</a:t>
            </a:r>
          </a:p>
          <a:p>
            <a:r>
              <a:t>          "value": 29.369364203310884,</a:t>
            </a:r>
          </a:p>
          <a:p>
            <a:r>
              <a:t>          "prior_start": "2024-11-01",</a:t>
            </a:r>
          </a:p>
          <a:p>
            <a:r>
              <a:t>          "prior_end": "2024-11-30",</a:t>
            </a:r>
          </a:p>
          <a:p>
            <a:r>
              <a:t>          "prior_days": 30,</a:t>
            </a:r>
          </a:p>
          <a:p>
            <a:r>
              <a:t>          "prior_raw_mean": 33.494991,</a:t>
            </a:r>
          </a:p>
          <a:p>
            <a:r>
              <a:t>          "prior_value": 48.99774532780518,</a:t>
            </a:r>
          </a:p>
          <a:p>
            <a:r>
              <a:t>          "yoy_fraction": -0.40059763960925776,</a:t>
            </a:r>
          </a:p>
          <a:p>
            <a:r>
              <a:t>          "yoy_pct": -40.05976396092578,</a:t>
            </a:r>
          </a:p>
          <a:p>
            <a:r>
              <a:t>          "value_label": "29.4",</a:t>
            </a:r>
          </a:p>
          <a:p>
            <a:r>
              <a:t>          "yoy_label": "(-40.1%)",</a:t>
            </a:r>
          </a:p>
          <a:p>
            <a:r>
              <a:t>          "label": "29.4\n(-40.1%)"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"NV_FL_CONSOMME",</a:t>
            </a:r>
          </a:p>
          <a:p>
            <a:r>
              <a:t>          "month": "2025-12",</a:t>
            </a:r>
          </a:p>
          <a:p>
            <a:r>
              <a:t>          "start": "2025-12-01",</a:t>
            </a:r>
          </a:p>
          <a:p>
            <a:r>
              <a:t>          "end": "2025-12-31",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657.96749,</a:t>
            </a:r>
          </a:p>
          <a:p>
            <a:r>
              <a:t>          "raw_mean": 21.224757741935484,</a:t>
            </a:r>
          </a:p>
          <a:p>
            <a:r>
              <a:t>          "value": 31.048381965044147,</a:t>
            </a:r>
          </a:p>
          <a:p>
            <a:r>
              <a:t>          "prior_start": "2024-12-01",</a:t>
            </a:r>
          </a:p>
          <a:p>
            <a:r>
              <a:t>          "prior_end": "2024-12-31",</a:t>
            </a:r>
          </a:p>
          <a:p>
            <a:r>
              <a:t>          "prior_days": 31,</a:t>
            </a:r>
          </a:p>
          <a:p>
            <a:r>
              <a:t>          "prior_raw_mean": 31.37152129032258,</a:t>
            </a:r>
          </a:p>
          <a:p>
            <a:r>
              <a:t>          "prior_value": 45.891453164714804,</a:t>
            </a:r>
          </a:p>
          <a:p>
            <a:r>
              <a:t>          "yoy_fraction": -0.3234386835909405,</a:t>
            </a:r>
          </a:p>
          <a:p>
            <a:r>
              <a:t>          "yoy_pct": -32.34386835909405,</a:t>
            </a:r>
          </a:p>
          <a:p>
            <a:r>
              <a:t>          "value_label": "31.0",</a:t>
            </a:r>
          </a:p>
          <a:p>
            <a:r>
              <a:t>          "yoy_label": "(-32.3%)",</a:t>
            </a:r>
          </a:p>
          <a:p>
            <a:r>
              <a:t>          "label": "31.0\n(-32.3%)"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"NV_FL_CONSOMME",</a:t>
            </a:r>
          </a:p>
          <a:p>
            <a:r>
              <a:t>          "month": "2026-01",</a:t>
            </a:r>
          </a:p>
          <a:p>
            <a:r>
              <a:t>          "start": "2026-01-01",</a:t>
            </a:r>
          </a:p>
          <a:p>
            <a:r>
              <a:t>          "end": "2026-01-31",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507.39016000000004,</a:t>
            </a:r>
          </a:p>
          <a:p>
            <a:r>
              <a:t>          "raw_mean": 16.367424516129034,</a:t>
            </a:r>
          </a:p>
          <a:p>
            <a:r>
              <a:t>          "value": 23.942890389591838,</a:t>
            </a:r>
          </a:p>
          <a:p>
            <a:r>
              <a:t>          "prior_start": "2025-01-01",</a:t>
            </a:r>
          </a:p>
          <a:p>
            <a:r>
              <a:t>          "prior_end": "2025-01-31",</a:t>
            </a:r>
          </a:p>
          <a:p>
            <a:r>
              <a:t>          "prior_days": 31,</a:t>
            </a:r>
          </a:p>
          <a:p>
            <a:r>
              <a:t>          "prior_raw_mean": 30.954327096774197,</a:t>
            </a:r>
          </a:p>
          <a:p>
            <a:r>
              <a:t>          "prior_value": 45.28116564895691,</a:t>
            </a:r>
          </a:p>
          <a:p>
            <a:r>
              <a:t>          "yoy_fraction": -0.4712395309076284,</a:t>
            </a:r>
          </a:p>
          <a:p>
            <a:r>
              <a:t>          "yoy_pct": -47.12395309076284,</a:t>
            </a:r>
          </a:p>
          <a:p>
            <a:r>
              <a:t>          "value_label": "23.9",</a:t>
            </a:r>
          </a:p>
          <a:p>
            <a:r>
              <a:t>          "yoy_label": "(-47.1%)",</a:t>
            </a:r>
          </a:p>
          <a:p>
            <a:r>
              <a:t>          "label": "23.9\n(-47.1%)"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"NV_FL_CONSOMME",</a:t>
            </a:r>
          </a:p>
          <a:p>
            <a:r>
              <a:t>          "month": "2026-02",</a:t>
            </a:r>
          </a:p>
          <a:p>
            <a:r>
              <a:t>          "start": "2026-02-01",</a:t>
            </a:r>
          </a:p>
          <a:p>
            <a:r>
              <a:t>          "end": "2026-02-28",</a:t>
            </a:r>
          </a:p>
          <a:p>
            <a:r>
              <a:t>          "days": 28,</a:t>
            </a:r>
          </a:p>
          <a:p>
            <a:r>
              <a:t>          "partial": false,</a:t>
            </a:r>
          </a:p>
          <a:p>
            <a:r>
              <a:t>          "raw_sum": 349.19151,</a:t>
            </a:r>
          </a:p>
          <a:p>
            <a:r>
              <a:t>          "raw_mean": 12.471125357142856,</a:t>
            </a:r>
          </a:p>
          <a:p>
            <a:r>
              <a:t>          "value": 18.243235957293404,</a:t>
            </a:r>
          </a:p>
          <a:p>
            <a:r>
              <a:t>          "prior_start": "2025-02-01",</a:t>
            </a:r>
          </a:p>
          <a:p>
            <a:r>
              <a:t>          "prior_end": "2025-02-28",</a:t>
            </a:r>
          </a:p>
          <a:p>
            <a:r>
              <a:t>          "prior_days": 28,</a:t>
            </a:r>
          </a:p>
          <a:p>
            <a:r>
              <a:t>          "prior_raw_mean": 33.206858571428576,</a:t>
            </a:r>
          </a:p>
          <a:p>
            <a:r>
              <a:t>          "prior_value": 48.57625426498253,</a:t>
            </a:r>
          </a:p>
          <a:p>
            <a:r>
              <a:t>          "yoy_fraction": -0.6244412782884226,</a:t>
            </a:r>
          </a:p>
          <a:p>
            <a:r>
              <a:t>          "yoy_pct": -62.444127828842255,</a:t>
            </a:r>
          </a:p>
          <a:p>
            <a:r>
              <a:t>          "value_label": "18.2",</a:t>
            </a:r>
          </a:p>
          <a:p>
            <a:r>
              <a:t>          "yoy_label": "(-62.4%)",</a:t>
            </a:r>
          </a:p>
          <a:p>
            <a:r>
              <a:t>          "label": "18.2\n(-62.4%)"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"NV_FL_CONSOMME",</a:t>
            </a:r>
          </a:p>
          <a:p>
            <a:r>
              <a:t>          "month": "2026-03",</a:t>
            </a:r>
          </a:p>
          <a:p>
            <a:r>
              <a:t>          "start": "2026-03-01",</a:t>
            </a:r>
          </a:p>
          <a:p>
            <a:r>
              <a:t>          "end": "2026-03-31",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432.56336,</a:t>
            </a:r>
          </a:p>
          <a:p>
            <a:r>
              <a:t>          "raw_mean": 13.953656774193549,</a:t>
            </a:r>
          </a:p>
          <a:p>
            <a:r>
              <a:t>          "value": 20.41193923633354,</a:t>
            </a:r>
          </a:p>
          <a:p>
            <a:r>
              <a:t>          "prior_start": "2025-03-01",</a:t>
            </a:r>
          </a:p>
          <a:p>
            <a:r>
              <a:t>          "prior_end": "2025-03-31",</a:t>
            </a:r>
          </a:p>
          <a:p>
            <a:r>
              <a:t>          "prior_days": 31,</a:t>
            </a:r>
          </a:p>
          <a:p>
            <a:r>
              <a:t>          "prior_raw_mean": 29.464347741935484,</a:t>
            </a:r>
          </a:p>
          <a:p>
            <a:r>
              <a:t>          "prior_value": 43.10156724356923,</a:t>
            </a:r>
          </a:p>
          <a:p>
            <a:r>
              <a:t>          "yoy_fraction": -0.5264223428121628,</a:t>
            </a:r>
          </a:p>
          <a:p>
            <a:r>
              <a:t>          "yoy_pct": -52.64223428121628,</a:t>
            </a:r>
          </a:p>
          <a:p>
            <a:r>
              <a:t>          "value_label": "20.4",</a:t>
            </a:r>
          </a:p>
          <a:p>
            <a:r>
              <a:t>          "yoy_label": "(-52.6%)",</a:t>
            </a:r>
          </a:p>
          <a:p>
            <a:r>
              <a:t>          "label": "20.4\n(-52.6%)"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"NV_FL_CONSOMME",</a:t>
            </a:r>
          </a:p>
          <a:p>
            <a:r>
              <a:t>          "month": "2026-04",</a:t>
            </a:r>
          </a:p>
          <a:p>
            <a:r>
              <a:t>          "start": "2026-04-01",</a:t>
            </a:r>
          </a:p>
          <a:p>
            <a:r>
              <a:t>          "end": "2026-04-30",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341.10838,</a:t>
            </a:r>
          </a:p>
          <a:p>
            <a:r>
              <a:t>          "raw_mean": 11.370279333333334,</a:t>
            </a:r>
          </a:p>
          <a:p>
            <a:r>
              <a:t>          "value": 16.63287657192304,</a:t>
            </a:r>
          </a:p>
          <a:p>
            <a:r>
              <a:t>          "prior_start": "2025-04-01",</a:t>
            </a:r>
          </a:p>
          <a:p>
            <a:r>
              <a:t>          "prior_end": "2025-04-30",</a:t>
            </a:r>
          </a:p>
          <a:p>
            <a:r>
              <a:t>          "prior_days": 30,</a:t>
            </a:r>
          </a:p>
          <a:p>
            <a:r>
              <a:t>          "prior_raw_mean": 22.386445666666667,</a:t>
            </a:r>
          </a:p>
          <a:p>
            <a:r>
              <a:t>          "prior_value": 32.74774319449977,</a:t>
            </a:r>
          </a:p>
          <a:p>
            <a:r>
              <a:t>          "yoy_fraction": -0.4920909061386357,</a:t>
            </a:r>
          </a:p>
          <a:p>
            <a:r>
              <a:t>          "yoy_pct": -49.20909061386357,</a:t>
            </a:r>
          </a:p>
          <a:p>
            <a:r>
              <a:t>          "value_label": "16.6",</a:t>
            </a:r>
          </a:p>
          <a:p>
            <a:r>
              <a:t>          "yoy_label": "(-49.2%)",</a:t>
            </a:r>
          </a:p>
          <a:p>
            <a:r>
              <a:t>          "label": "16.6\n(-49.2%)"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"NV_FL_CONSOMME",</a:t>
            </a:r>
          </a:p>
          <a:p>
            <a:r>
              <a:t>          "month": "2026-05",</a:t>
            </a:r>
          </a:p>
          <a:p>
            <a:r>
              <a:t>          "start": "2026-05-01",</a:t>
            </a:r>
          </a:p>
          <a:p>
            <a:r>
              <a:t>          "end": "2026-05-31",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324.94208,</a:t>
            </a:r>
          </a:p>
          <a:p>
            <a:r>
              <a:t>          "raw_mean": 10.48200258064516,</a:t>
            </a:r>
          </a:p>
          <a:p>
            <a:r>
              <a:t>          "value": 15.333471591971714,</a:t>
            </a:r>
          </a:p>
          <a:p>
            <a:r>
              <a:t>          "prior_start": "2025-05-01",</a:t>
            </a:r>
          </a:p>
          <a:p>
            <a:r>
              <a:t>          "prior_end": "2025-05-31",</a:t>
            </a:r>
          </a:p>
          <a:p>
            <a:r>
              <a:t>          "prior_days": 31,</a:t>
            </a:r>
          </a:p>
          <a:p>
            <a:r>
              <a:t>          "prior_raw_mean": 23.95887129032258,</a:t>
            </a:r>
          </a:p>
          <a:p>
            <a:r>
              <a:t>          "prior_value": 35.04794713409204,</a:t>
            </a:r>
          </a:p>
          <a:p>
            <a:r>
              <a:t>          "yoy_fraction": -0.5625001506277538,</a:t>
            </a:r>
          </a:p>
          <a:p>
            <a:r>
              <a:t>          "yoy_pct": -56.25001506277538,</a:t>
            </a:r>
          </a:p>
          <a:p>
            <a:r>
              <a:t>          "value_label": "15.3",</a:t>
            </a:r>
          </a:p>
          <a:p>
            <a:r>
              <a:t>          "yoy_label": "(-56.3%)",</a:t>
            </a:r>
          </a:p>
          <a:p>
            <a:r>
              <a:t>          "label": "15.3\n(-56.3%)"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"NV_FL_CONSOMME",</a:t>
            </a:r>
          </a:p>
          <a:p>
            <a:r>
              <a:t>          "month": "2026-06",</a:t>
            </a:r>
          </a:p>
          <a:p>
            <a:r>
              <a:t>          "start": "2026-06-01",</a:t>
            </a:r>
          </a:p>
          <a:p>
            <a:r>
              <a:t>          "end": "2026-06-30",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284.52643,</a:t>
            </a:r>
          </a:p>
          <a:p>
            <a:r>
              <a:t>          "raw_mean": 9.484214333333334,</a:t>
            </a:r>
          </a:p>
          <a:p>
            <a:r>
              <a:t>          "value": 13.8738690372834,</a:t>
            </a:r>
          </a:p>
          <a:p>
            <a:r>
              <a:t>          "prior_start": "2025-06-01",</a:t>
            </a:r>
          </a:p>
          <a:p>
            <a:r>
              <a:t>          "prior_end": "2025-06-30",</a:t>
            </a:r>
          </a:p>
          <a:p>
            <a:r>
              <a:t>          "prior_days": 30,</a:t>
            </a:r>
          </a:p>
          <a:p>
            <a:r>
              <a:t>          "prior_raw_mean": 26.297146666666666,</a:t>
            </a:r>
          </a:p>
          <a:p>
            <a:r>
              <a:t>          "prior_value": 38.46846518696703,</a:t>
            </a:r>
          </a:p>
          <a:p>
            <a:r>
              <a:t>          "yoy_fraction": -0.6393443572585316,</a:t>
            </a:r>
          </a:p>
          <a:p>
            <a:r>
              <a:t>          "yoy_pct": -63.934435725853156,</a:t>
            </a:r>
          </a:p>
          <a:p>
            <a:r>
              <a:t>          "value_label": "13.9",</a:t>
            </a:r>
          </a:p>
          <a:p>
            <a:r>
              <a:t>          "yoy_label": "(-63.9%)",</a:t>
            </a:r>
          </a:p>
          <a:p>
            <a:r>
              <a:t>          "label": "13.9\n(-63.9%)"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"NV_FL_CONSOMME",</a:t>
            </a:r>
          </a:p>
          <a:p>
            <a:r>
              <a:t>          "month": "2026-07",</a:t>
            </a:r>
          </a:p>
          <a:p>
            <a:r>
              <a:t>          "start": "2026-07-01",</a:t>
            </a:r>
          </a:p>
          <a:p>
            <a:r>
              <a:t>          "end": "2026-07-31",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303.00214,</a:t>
            </a:r>
          </a:p>
          <a:p>
            <a:r>
              <a:t>          "raw_mean": 9.77426258064516,</a:t>
            </a:r>
          </a:p>
          <a:p>
            <a:r>
              <a:t>          "value": 14.298162632542502,</a:t>
            </a:r>
          </a:p>
          <a:p>
            <a:r>
              <a:t>          "prior_start": "2025-07-01",</a:t>
            </a:r>
          </a:p>
          <a:p>
            <a:r>
              <a:t>          "prior_end": "2025-07-31",</a:t>
            </a:r>
          </a:p>
          <a:p>
            <a:r>
              <a:t>          "prior_days": 31,</a:t>
            </a:r>
          </a:p>
          <a:p>
            <a:r>
              <a:t>          "prior_raw_mean": 25.016757741935486,</a:t>
            </a:r>
          </a:p>
          <a:p>
            <a:r>
              <a:t>          "prior_value": 36.59546362519558,</a:t>
            </a:r>
          </a:p>
          <a:p>
            <a:r>
              <a:t>          "yoy_fraction": -0.6092913925348284,</a:t>
            </a:r>
          </a:p>
          <a:p>
            <a:r>
              <a:t>          "yoy_pct": -60.929139253482845,</a:t>
            </a:r>
          </a:p>
          <a:p>
            <a:r>
              <a:t>          "value_label": "14.3",</a:t>
            </a:r>
          </a:p>
          <a:p>
            <a:r>
              <a:t>          "yoy_label": "(-60.9%)",</a:t>
            </a:r>
          </a:p>
          <a:p>
            <a:r>
              <a:t>          "label": "14.3\n(-60.9%)"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"NV_FL_CONSOMME",</a:t>
            </a:r>
          </a:p>
          <a:p>
            <a:r>
              <a:t>          "month": "2026-08",</a:t>
            </a:r>
          </a:p>
          <a:p>
            <a:r>
              <a:t>          "start": "2026-08-01",</a:t>
            </a:r>
          </a:p>
          <a:p>
            <a:r>
              <a:t>          "end": "2026-08-31",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267.43635,</a:t>
            </a:r>
          </a:p>
          <a:p>
            <a:r>
              <a:t>          "raw_mean": 8.626979032258065,</a:t>
            </a:r>
          </a:p>
          <a:p>
            <a:r>
              <a:t>          "value": 12.619872672033132,</a:t>
            </a:r>
          </a:p>
          <a:p>
            <a:r>
              <a:t>          "prior_start": "2025-08-01",</a:t>
            </a:r>
          </a:p>
          <a:p>
            <a:r>
              <a:t>          "prior_end": "2025-08-31",</a:t>
            </a:r>
          </a:p>
          <a:p>
            <a:r>
              <a:t>          "prior_days": 31,</a:t>
            </a:r>
          </a:p>
          <a:p>
            <a:r>
              <a:t>          "prior_raw_mean": 27.11762870967742,</a:t>
            </a:r>
          </a:p>
          <a:p>
            <a:r>
              <a:t>          "prior_value": 39.668697490044174,</a:t>
            </a:r>
          </a:p>
          <a:p>
            <a:r>
              <a:t>          "yoy_fraction": -0.6818682369089533,</a:t>
            </a:r>
          </a:p>
          <a:p>
            <a:r>
              <a:t>          "yoy_pct": -68.18682369089532,</a:t>
            </a:r>
          </a:p>
          <a:p>
            <a:r>
              <a:t>          "value_label": "12.6",</a:t>
            </a:r>
          </a:p>
          <a:p>
            <a:r>
              <a:t>          "yoy_label": "(-68.2%)",</a:t>
            </a:r>
          </a:p>
          <a:p>
            <a:r>
              <a:t>          "label": "12.6\n(-68.2%)"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"NV_FL_CONSOMME",</a:t>
            </a:r>
          </a:p>
          <a:p>
            <a:r>
              <a:t>          "month": "2026-09",</a:t>
            </a:r>
          </a:p>
          <a:p>
            <a:r>
              <a:t>          "start": "2026-09-01",</a:t>
            </a:r>
          </a:p>
          <a:p>
            <a:r>
              <a:t>          "end": "2026-09-30",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280.83127,</a:t>
            </a:r>
          </a:p>
          <a:p>
            <a:r>
              <a:t>          "raw_mean": 9.361042333333334,</a:t>
            </a:r>
          </a:p>
          <a:p>
            <a:r>
              <a:t>          "value": 13.693688356311837,</a:t>
            </a:r>
          </a:p>
          <a:p>
            <a:r>
              <a:t>          "prior_start": "2025-09-01",</a:t>
            </a:r>
          </a:p>
          <a:p>
            <a:r>
              <a:t>          "prior_end": "2025-09-30",</a:t>
            </a:r>
          </a:p>
          <a:p>
            <a:r>
              <a:t>          "prior_days": 30,</a:t>
            </a:r>
          </a:p>
          <a:p>
            <a:r>
              <a:t>          "prior_raw_mean": 20.569665,</a:t>
            </a:r>
          </a:p>
          <a:p>
            <a:r>
              <a:t>          "prior_value": 30.090087414809805,</a:t>
            </a:r>
          </a:p>
          <a:p>
            <a:r>
              <a:t>          "yoy_fraction": -0.5449103165591986,</a:t>
            </a:r>
          </a:p>
          <a:p>
            <a:r>
              <a:t>          "yoy_pct": -54.49103165591986,</a:t>
            </a:r>
          </a:p>
          <a:p>
            <a:r>
              <a:t>          "value_label": "13.7",</a:t>
            </a:r>
          </a:p>
          <a:p>
            <a:r>
              <a:t>          "yoy_label": "(-54.5%)",</a:t>
            </a:r>
          </a:p>
          <a:p>
            <a:r>
              <a:t>          "label": "13.7\n(-54.5%)"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"NV_FL_CONSOMME",</a:t>
            </a:r>
          </a:p>
          <a:p>
            <a:r>
              <a:t>          "month": "2026-10",</a:t>
            </a:r>
          </a:p>
          <a:p>
            <a:r>
              <a:t>          "start": "2026-10-01",</a:t>
            </a:r>
          </a:p>
          <a:p>
            <a:r>
              <a:t>          "end": "2026-10-19",</a:t>
            </a:r>
          </a:p>
          <a:p>
            <a:r>
              <a:t>          "days": 19,</a:t>
            </a:r>
          </a:p>
          <a:p>
            <a:r>
              <a:t>          "partial": true,</a:t>
            </a:r>
          </a:p>
          <a:p>
            <a:r>
              <a:t>          "raw_sum": 157.96759,</a:t>
            </a:r>
          </a:p>
          <a:p>
            <a:r>
              <a:t>          "raw_mean": 8.314083684210527,</a:t>
            </a:r>
          </a:p>
          <a:p>
            <a:r>
              <a:t>          "value": 12.162157469843999,</a:t>
            </a:r>
          </a:p>
          <a:p>
            <a:r>
              <a:t>          "prior_start": "2025-10-01",</a:t>
            </a:r>
          </a:p>
          <a:p>
            <a:r>
              <a:t>          "prior_end": "2025-10-19",</a:t>
            </a:r>
          </a:p>
          <a:p>
            <a:r>
              <a:t>          "prior_days": 19,</a:t>
            </a:r>
          </a:p>
          <a:p>
            <a:r>
              <a:t>          "prior_raw_mean": 23.593041578947368,</a:t>
            </a:r>
          </a:p>
          <a:p>
            <a:r>
              <a:t>          "prior_value": 34.512797534221804,</a:t>
            </a:r>
          </a:p>
          <a:p>
            <a:r>
              <a:t>          "yoy_fraction": -0.6476044152090428,</a:t>
            </a:r>
          </a:p>
          <a:p>
            <a:r>
              <a:t>          "yoy_pct": -64.76044152090428,</a:t>
            </a:r>
          </a:p>
          <a:p>
            <a:r>
              <a:t>          "value_label": "12.2",</a:t>
            </a:r>
          </a:p>
          <a:p>
            <a:r>
              <a:t>          "yoy_label": "(-64.8%)",</a:t>
            </a:r>
          </a:p>
          <a:p>
            <a:r>
              <a:t>          "label": "12.2\n(-64.8%)"</a:t>
            </a:r>
          </a:p>
          <a:p>
            <a:r>
              <a:t>        }</a:t>
            </a:r>
          </a:p>
          <a:p>
            <a:r>
              <a:t>      ]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"NV_FL_SPICE",</a:t>
            </a:r>
          </a:p>
          <a:p>
            <a:r>
              <a:t>      "label": "스파이스·스파이시",</a:t>
            </a:r>
          </a:p>
          <a:p>
            <a:r>
              <a:t>      "points": [</a:t>
            </a:r>
          </a:p>
          <a:p>
            <a:r>
              <a:t>        {</a:t>
            </a:r>
          </a:p>
          <a:p>
            <a:r>
              <a:t>          "group_id": "NV_FL_SPICE",</a:t>
            </a:r>
          </a:p>
          <a:p>
            <a:r>
              <a:t>          "month": "2025-01",</a:t>
            </a:r>
          </a:p>
          <a:p>
            <a:r>
              <a:t>          "start": "2025-01-01",</a:t>
            </a:r>
          </a:p>
          <a:p>
            <a:r>
              <a:t>          "end": "2025-01-31",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54.27239,</a:t>
            </a:r>
          </a:p>
          <a:p>
            <a:r>
              <a:t>          "raw_mean": 1.750722258064516,</a:t>
            </a:r>
          </a:p>
          <a:p>
            <a:r>
              <a:t>          "value": 12.032744829356831,</a:t>
            </a:r>
          </a:p>
          <a:p>
            <a:r>
              <a:t>          "prior_start": "2024-01-01",</a:t>
            </a:r>
          </a:p>
          <a:p>
            <a:r>
              <a:t>          "prior_end": "2024-01-31",</a:t>
            </a:r>
          </a:p>
          <a:p>
            <a:r>
              <a:t>          "prior_days": 31,</a:t>
            </a:r>
          </a:p>
          <a:p>
            <a:r>
              <a:t>          "prior_raw_mean": 2.5031609677419353,</a:t>
            </a:r>
          </a:p>
          <a:p>
            <a:r>
              <a:t>          "prior_value": 17.20426929680051,</a:t>
            </a:r>
          </a:p>
          <a:p>
            <a:r>
              <a:t>          "yoy_fraction": -0.3005954149070098,</a:t>
            </a:r>
          </a:p>
          <a:p>
            <a:r>
              <a:t>          "yoy_pct": -30.05954149070098,</a:t>
            </a:r>
          </a:p>
          <a:p>
            <a:r>
              <a:t>          "value_label": "12.0",</a:t>
            </a:r>
          </a:p>
          <a:p>
            <a:r>
              <a:t>          "yoy_label": "(-30.1%)",</a:t>
            </a:r>
          </a:p>
          <a:p>
            <a:r>
              <a:t>          "label": "12.0\n(-30.1%)"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"NV_FL_SPICE",</a:t>
            </a:r>
          </a:p>
          <a:p>
            <a:r>
              <a:t>          "month": "2025-02",</a:t>
            </a:r>
          </a:p>
          <a:p>
            <a:r>
              <a:t>          "start": "2025-02-01",</a:t>
            </a:r>
          </a:p>
          <a:p>
            <a:r>
              <a:t>          "end": "2025-02-28",</a:t>
            </a:r>
          </a:p>
          <a:p>
            <a:r>
              <a:t>          "days": 28,</a:t>
            </a:r>
          </a:p>
          <a:p>
            <a:r>
              <a:t>          "partial": false,</a:t>
            </a:r>
          </a:p>
          <a:p>
            <a:r>
              <a:t>          "raw_sum": 65.81972999999999,</a:t>
            </a:r>
          </a:p>
          <a:p>
            <a:r>
              <a:t>          "raw_mean": 2.3507046428571425,</a:t>
            </a:r>
          </a:p>
          <a:p>
            <a:r>
              <a:t>          "value": 16.156434298124992,</a:t>
            </a:r>
          </a:p>
          <a:p>
            <a:r>
              <a:t>          "prior_start": "2024-02-01",</a:t>
            </a:r>
          </a:p>
          <a:p>
            <a:r>
              <a:t>          "prior_end": "2024-02-29",</a:t>
            </a:r>
          </a:p>
          <a:p>
            <a:r>
              <a:t>          "prior_days": 29,</a:t>
            </a:r>
          </a:p>
          <a:p>
            <a:r>
              <a:t>          "prior_raw_mean": 1.7440434482758622,</a:t>
            </a:r>
          </a:p>
          <a:p>
            <a:r>
              <a:t>          "prior_value": 11.98684125237282,</a:t>
            </a:r>
          </a:p>
          <a:p>
            <a:r>
              <a:t>          "yoy_fraction": 0.3478475236273604,</a:t>
            </a:r>
          </a:p>
          <a:p>
            <a:r>
              <a:t>          "yoy_pct": 34.784752362736036,</a:t>
            </a:r>
          </a:p>
          <a:p>
            <a:r>
              <a:t>          "value_label": "16.2",</a:t>
            </a:r>
          </a:p>
          <a:p>
            <a:r>
              <a:t>          "yoy_label": "(+34.8%)",</a:t>
            </a:r>
          </a:p>
          <a:p>
            <a:r>
              <a:t>          "label": "16.2\n(+34.8%)"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"NV_FL_SPICE",</a:t>
            </a:r>
          </a:p>
          <a:p>
            <a:r>
              <a:t>          "month": "2025-03",</a:t>
            </a:r>
          </a:p>
          <a:p>
            <a:r>
              <a:t>          "start": "2025-03-01",</a:t>
            </a:r>
          </a:p>
          <a:p>
            <a:r>
              <a:t>          "end": "2025-03-31",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57.04374,</a:t>
            </a:r>
          </a:p>
          <a:p>
            <a:r>
              <a:t>          "raw_mean": 1.8401206451612904,</a:t>
            </a:r>
          </a:p>
          <a:p>
            <a:r>
              <a:t>          "value": 12.647181514065908,</a:t>
            </a:r>
          </a:p>
          <a:p>
            <a:r>
              <a:t>          "prior_start": "2024-03-01",</a:t>
            </a:r>
          </a:p>
          <a:p>
            <a:r>
              <a:t>          "prior_end": "2024-03-31",</a:t>
            </a:r>
          </a:p>
          <a:p>
            <a:r>
              <a:t>          "prior_days": 31,</a:t>
            </a:r>
          </a:p>
          <a:p>
            <a:r>
              <a:t>          "prior_raw_mean": 2.4137629032258063,</a:t>
            </a:r>
          </a:p>
          <a:p>
            <a:r>
              <a:t>          "prior_value": 16.589834829193872,</a:t>
            </a:r>
          </a:p>
          <a:p>
            <a:r>
              <a:t>          "yoy_fraction": -0.23765476604926183,</a:t>
            </a:r>
          </a:p>
          <a:p>
            <a:r>
              <a:t>          "yoy_pct": -23.765476604926185,</a:t>
            </a:r>
          </a:p>
          <a:p>
            <a:r>
              <a:t>          "value_label": "12.6",</a:t>
            </a:r>
          </a:p>
          <a:p>
            <a:r>
              <a:t>          "yoy_label": "(-23.8%)",</a:t>
            </a:r>
          </a:p>
          <a:p>
            <a:r>
              <a:t>          "label": "12.6\n(-23.8%)"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"NV_FL_SPICE",</a:t>
            </a:r>
          </a:p>
          <a:p>
            <a:r>
              <a:t>          "month": "2025-04",</a:t>
            </a:r>
          </a:p>
          <a:p>
            <a:r>
              <a:t>          "start": "2025-04-01",</a:t>
            </a:r>
          </a:p>
          <a:p>
            <a:r>
              <a:t>          "end": "2025-04-30",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44.341680000000004,</a:t>
            </a:r>
          </a:p>
          <a:p>
            <a:r>
              <a:t>          "raw_mean": 1.478056,</a:t>
            </a:r>
          </a:p>
          <a:p>
            <a:r>
              <a:t>          "value": 10.15870484857024,</a:t>
            </a:r>
          </a:p>
          <a:p>
            <a:r>
              <a:t>          "prior_start": "2024-04-01",</a:t>
            </a:r>
          </a:p>
          <a:p>
            <a:r>
              <a:t>          "prior_end": "2024-04-30",</a:t>
            </a:r>
          </a:p>
          <a:p>
            <a:r>
              <a:t>          "prior_days": 30,</a:t>
            </a:r>
          </a:p>
          <a:p>
            <a:r>
              <a:t>          "prior_raw_mean": 2.016931666666667,</a:t>
            </a:r>
          </a:p>
          <a:p>
            <a:r>
              <a:t>          "prior_value": 13.8624067703805,</a:t>
            </a:r>
          </a:p>
          <a:p>
            <a:r>
              <a:t>          "yoy_fraction": -0.2671759661333758,</a:t>
            </a:r>
          </a:p>
          <a:p>
            <a:r>
              <a:t>          "yoy_pct": -26.71759661333758,</a:t>
            </a:r>
          </a:p>
          <a:p>
            <a:r>
              <a:t>          "value_label": "10.2",</a:t>
            </a:r>
          </a:p>
          <a:p>
            <a:r>
              <a:t>          "yoy_label": "(-26.7%)",</a:t>
            </a:r>
          </a:p>
          <a:p>
            <a:r>
              <a:t>          "label": "10.2\n(-26.7%)"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"NV_FL_SPICE",</a:t>
            </a:r>
          </a:p>
          <a:p>
            <a:r>
              <a:t>          "month": "2025-05",</a:t>
            </a:r>
          </a:p>
          <a:p>
            <a:r>
              <a:t>          "start": "2025-05-01",</a:t>
            </a:r>
          </a:p>
          <a:p>
            <a:r>
              <a:t>          "end": "2025-05-31",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51.96293,</a:t>
            </a:r>
          </a:p>
          <a:p>
            <a:r>
              <a:t>          "raw_mean": 1.6762235483870969,</a:t>
            </a:r>
          </a:p>
          <a:p>
            <a:r>
              <a:t>          "value": 11.52071388924886,</a:t>
            </a:r>
          </a:p>
          <a:p>
            <a:r>
              <a:t>          "prior_start": "2024-05-01",</a:t>
            </a:r>
          </a:p>
          <a:p>
            <a:r>
              <a:t>          "prior_end": "2024-05-31",</a:t>
            </a:r>
          </a:p>
          <a:p>
            <a:r>
              <a:t>          "prior_days": 31,</a:t>
            </a:r>
          </a:p>
          <a:p>
            <a:r>
              <a:t>          "prior_raw_mean": 1.97422,</a:t>
            </a:r>
          </a:p>
          <a:p>
            <a:r>
              <a:t>          "prior_value": 13.568848735192944,</a:t>
            </a:r>
          </a:p>
          <a:p>
            <a:r>
              <a:t>          "yoy_fraction": -0.1509438925818315,</a:t>
            </a:r>
          </a:p>
          <a:p>
            <a:r>
              <a:t>          "yoy_pct": -15.09438925818315,</a:t>
            </a:r>
          </a:p>
          <a:p>
            <a:r>
              <a:t>          "value_label": "11.5",</a:t>
            </a:r>
          </a:p>
          <a:p>
            <a:r>
              <a:t>          "yoy_label": "(-15.1%)",</a:t>
            </a:r>
          </a:p>
          <a:p>
            <a:r>
              <a:t>          "label": "11.5\n(-15.1%)"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"NV_FL_SPICE",</a:t>
            </a:r>
          </a:p>
          <a:p>
            <a:r>
              <a:t>          "month": "2025-06",</a:t>
            </a:r>
          </a:p>
          <a:p>
            <a:r>
              <a:t>          "start": "2025-06-01",</a:t>
            </a:r>
          </a:p>
          <a:p>
            <a:r>
              <a:t>          "end": "2025-06-30",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41.57034,</a:t>
            </a:r>
          </a:p>
          <a:p>
            <a:r>
              <a:t>          "raw_mean": 1.385678,</a:t>
            </a:r>
          </a:p>
          <a:p>
            <a:r>
              <a:t>          "value": 9.523789232043383,</a:t>
            </a:r>
          </a:p>
          <a:p>
            <a:r>
              <a:t>          "prior_start": "2024-06-01",</a:t>
            </a:r>
          </a:p>
          <a:p>
            <a:r>
              <a:t>          "prior_end": "2024-06-30",</a:t>
            </a:r>
          </a:p>
          <a:p>
            <a:r>
              <a:t>          "prior_days": 30,</a:t>
            </a:r>
          </a:p>
          <a:p>
            <a:r>
              <a:t>          "prior_raw_mean": 2.463429,</a:t>
            </a:r>
          </a:p>
          <a:p>
            <a:r>
              <a:t>          "prior_value": 16.93119078465805,</a:t>
            </a:r>
          </a:p>
          <a:p>
            <a:r>
              <a:t>          "yoy_fraction": -0.43750032982480924,</a:t>
            </a:r>
          </a:p>
          <a:p>
            <a:r>
              <a:t>          "yoy_pct": -43.750032982480924,</a:t>
            </a:r>
          </a:p>
          <a:p>
            <a:r>
              <a:t>          "value_label": "9.5",</a:t>
            </a:r>
          </a:p>
          <a:p>
            <a:r>
              <a:t>          "yoy_label": "(-43.8%)",</a:t>
            </a:r>
          </a:p>
          <a:p>
            <a:r>
              <a:t>          "label": "9.5\n(-43.8%)"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"NV_FL_SPICE",</a:t>
            </a:r>
          </a:p>
          <a:p>
            <a:r>
              <a:t>          "month": "2025-07",</a:t>
            </a:r>
          </a:p>
          <a:p>
            <a:r>
              <a:t>          "start": "2025-07-01",</a:t>
            </a:r>
          </a:p>
          <a:p>
            <a:r>
              <a:t>          "end": "2025-07-31",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36.72046,</a:t>
            </a:r>
          </a:p>
          <a:p>
            <a:r>
              <a:t>          "raw_mean": 1.1845309677419356,</a:t>
            </a:r>
          </a:p>
          <a:p>
            <a:r>
              <a:t>          "value": 8.141302146387957,</a:t>
            </a:r>
          </a:p>
          <a:p>
            <a:r>
              <a:t>          "prior_start": "2024-07-01",</a:t>
            </a:r>
          </a:p>
          <a:p>
            <a:r>
              <a:t>          "prior_end": "2024-07-31",</a:t>
            </a:r>
          </a:p>
          <a:p>
            <a:r>
              <a:t>          "prior_days": 31,</a:t>
            </a:r>
          </a:p>
          <a:p>
            <a:r>
              <a:t>          "prior_raw_mean": 2.346713870967742,</a:t>
            </a:r>
          </a:p>
          <a:p>
            <a:r>
              <a:t>          "prior_value": 16.129005652835236,</a:t>
            </a:r>
          </a:p>
          <a:p>
            <a:r>
              <a:t>          "yoy_fraction": -0.495238434307521,</a:t>
            </a:r>
          </a:p>
          <a:p>
            <a:r>
              <a:t>          "yoy_pct": -49.5238434307521,</a:t>
            </a:r>
          </a:p>
          <a:p>
            <a:r>
              <a:t>          "value_label": "8.1",</a:t>
            </a:r>
          </a:p>
          <a:p>
            <a:r>
              <a:t>          "yoy_label": "(-49.5%)",</a:t>
            </a:r>
          </a:p>
          <a:p>
            <a:r>
              <a:t>          "label": "8.1\n(-49.5%)"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"NV_FL_SPICE",</a:t>
            </a:r>
          </a:p>
          <a:p>
            <a:r>
              <a:t>          "month": "2025-08",</a:t>
            </a:r>
          </a:p>
          <a:p>
            <a:r>
              <a:t>          "start": "2025-08-01",</a:t>
            </a:r>
          </a:p>
          <a:p>
            <a:r>
              <a:t>          "end": "2025-08-31",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48.96061,</a:t>
            </a:r>
          </a:p>
          <a:p>
            <a:r>
              <a:t>          "raw_mean": 1.5793745161290322,</a:t>
            </a:r>
          </a:p>
          <a:p>
            <a:r>
              <a:t>          "value": 10.85506878948313,</a:t>
            </a:r>
          </a:p>
          <a:p>
            <a:r>
              <a:t>          "prior_start": "2024-08-01",</a:t>
            </a:r>
          </a:p>
          <a:p>
            <a:r>
              <a:t>          "prior_end": "2024-08-31",</a:t>
            </a:r>
          </a:p>
          <a:p>
            <a:r>
              <a:t>          "prior_days": 31,</a:t>
            </a:r>
          </a:p>
          <a:p>
            <a:r>
              <a:t>          "prior_raw_mean": 1.869921612903226,</a:t>
            </a:r>
          </a:p>
          <a:p>
            <a:r>
              <a:t>          "prior_value": 12.85200408878032,</a:t>
            </a:r>
          </a:p>
          <a:p>
            <a:r>
              <a:t>          "yoy_fraction": -0.1553792922490973,</a:t>
            </a:r>
          </a:p>
          <a:p>
            <a:r>
              <a:t>          "yoy_pct": -15.53792922490973,</a:t>
            </a:r>
          </a:p>
          <a:p>
            <a:r>
              <a:t>          "value_label": "10.9",</a:t>
            </a:r>
          </a:p>
          <a:p>
            <a:r>
              <a:t>          "yoy_label": "(-15.5%)",</a:t>
            </a:r>
          </a:p>
          <a:p>
            <a:r>
              <a:t>          "label": "10.9\n(-15.5%)"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"NV_FL_SPICE",</a:t>
            </a:r>
          </a:p>
          <a:p>
            <a:r>
              <a:t>          "month": "2025-09",</a:t>
            </a:r>
          </a:p>
          <a:p>
            <a:r>
              <a:t>          "start": "2025-09-01",</a:t>
            </a:r>
          </a:p>
          <a:p>
            <a:r>
              <a:t>          "end": "2025-09-30",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42.03225,</a:t>
            </a:r>
          </a:p>
          <a:p>
            <a:r>
              <a:t>          "raw_mean": 1.4010749999999998,</a:t>
            </a:r>
          </a:p>
          <a:p>
            <a:r>
              <a:t>          "value": 9.629613083476237,</a:t>
            </a:r>
          </a:p>
          <a:p>
            <a:r>
              <a:t>          "prior_start": "2024-09-01",</a:t>
            </a:r>
          </a:p>
          <a:p>
            <a:r>
              <a:t>          "prior_end": "2024-09-30",</a:t>
            </a:r>
          </a:p>
          <a:p>
            <a:r>
              <a:t>          "prior_days": 30,</a:t>
            </a:r>
          </a:p>
          <a:p>
            <a:r>
              <a:t>          "prior_raw_mean": 2.4018433333333333,</a:t>
            </a:r>
          </a:p>
          <a:p>
            <a:r>
              <a:t>          "prior_value": 16.507911415967623,</a:t>
            </a:r>
          </a:p>
          <a:p>
            <a:r>
              <a:t>          "yoy_fraction": -0.41666678231858023,</a:t>
            </a:r>
          </a:p>
          <a:p>
            <a:r>
              <a:t>          "yoy_pct": -41.66667823185802,</a:t>
            </a:r>
          </a:p>
          <a:p>
            <a:r>
              <a:t>          "value_label": "9.6",</a:t>
            </a:r>
          </a:p>
          <a:p>
            <a:r>
              <a:t>          "yoy_label": "(-41.7%)",</a:t>
            </a:r>
          </a:p>
          <a:p>
            <a:r>
              <a:t>          "label": "9.6\n(-41.7%)"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"NV_FL_SPICE",</a:t>
            </a:r>
          </a:p>
          <a:p>
            <a:r>
              <a:t>          "month": "2025-10",</a:t>
            </a:r>
          </a:p>
          <a:p>
            <a:r>
              <a:t>          "start": "2025-10-01",</a:t>
            </a:r>
          </a:p>
          <a:p>
            <a:r>
              <a:t>          "end": "2025-10-31",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42.26318,</a:t>
            </a:r>
          </a:p>
          <a:p>
            <a:r>
              <a:t>          "raw_mean": 1.363328387096774,</a:t>
            </a:r>
          </a:p>
          <a:p>
            <a:r>
              <a:t>          "value": 9.370179950010991,</a:t>
            </a:r>
          </a:p>
          <a:p>
            <a:r>
              <a:t>          "prior_start": "2024-10-01",</a:t>
            </a:r>
          </a:p>
          <a:p>
            <a:r>
              <a:t>          "prior_end": "2024-10-31",</a:t>
            </a:r>
          </a:p>
          <a:p>
            <a:r>
              <a:t>          "prior_days": 31,</a:t>
            </a:r>
          </a:p>
          <a:p>
            <a:r>
              <a:t>          "prior_raw_mean": 2.1604667741935484,</a:t>
            </a:r>
          </a:p>
          <a:p>
            <a:r>
              <a:t>          "prior_value": 14.848926085462871,</a:t>
            </a:r>
          </a:p>
          <a:p>
            <a:r>
              <a:t>          "yoy_fraction": -0.36896581637749437,</a:t>
            </a:r>
          </a:p>
          <a:p>
            <a:r>
              <a:t>          "yoy_pct": -36.896581637749435,</a:t>
            </a:r>
          </a:p>
          <a:p>
            <a:r>
              <a:t>          "value_label": "9.4",</a:t>
            </a:r>
          </a:p>
          <a:p>
            <a:r>
              <a:t>          "yoy_label": "(-36.9%)",</a:t>
            </a:r>
          </a:p>
          <a:p>
            <a:r>
              <a:t>          "label": "9.4\n(-36.9%)"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"NV_FL_SPICE",</a:t>
            </a:r>
          </a:p>
          <a:p>
            <a:r>
              <a:t>          "month": "2025-11",</a:t>
            </a:r>
          </a:p>
          <a:p>
            <a:r>
              <a:t>          "start": "2025-11-01",</a:t>
            </a:r>
          </a:p>
          <a:p>
            <a:r>
              <a:t>          "end": "2025-11-30",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39.49183,</a:t>
            </a:r>
          </a:p>
          <a:p>
            <a:r>
              <a:t>          "raw_mean": 1.3163943333333334,</a:t>
            </a:r>
          </a:p>
          <a:p>
            <a:r>
              <a:t>          "value": 9.047601374145312,</a:t>
            </a:r>
          </a:p>
          <a:p>
            <a:r>
              <a:t>          "prior_start": "2024-11-01",</a:t>
            </a:r>
          </a:p>
          <a:p>
            <a:r>
              <a:t>          "prior_end": "2024-11-30",</a:t>
            </a:r>
          </a:p>
          <a:p>
            <a:r>
              <a:t>          "prior_days": 30,</a:t>
            </a:r>
          </a:p>
          <a:p>
            <a:r>
              <a:t>          "prior_raw_mean": 1.5781333333333334,</a:t>
            </a:r>
          </a:p>
          <a:p>
            <a:r>
              <a:t>          "prior_value": 10.846538118328162,</a:t>
            </a:r>
          </a:p>
          <a:p>
            <a:r>
              <a:t>          "yoy_fraction": -0.16585354004731323,</a:t>
            </a:r>
          </a:p>
          <a:p>
            <a:r>
              <a:t>          "yoy_pct": -16.58535400473132,</a:t>
            </a:r>
          </a:p>
          <a:p>
            <a:r>
              <a:t>          "value_label": "9.0",</a:t>
            </a:r>
          </a:p>
          <a:p>
            <a:r>
              <a:t>          "yoy_label": "(-16.6%)",</a:t>
            </a:r>
          </a:p>
          <a:p>
            <a:r>
              <a:t>          "label": "9.0\n(-16.6%)"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"NV_FL_SPICE",</a:t>
            </a:r>
          </a:p>
          <a:p>
            <a:r>
              <a:t>          "month": "2025-12",</a:t>
            </a:r>
          </a:p>
          <a:p>
            <a:r>
              <a:t>          "start": "2025-12-01",</a:t>
            </a:r>
          </a:p>
          <a:p>
            <a:r>
              <a:t>          "end": "2025-12-31",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40.87754,</a:t>
            </a:r>
          </a:p>
          <a:p>
            <a:r>
              <a:t>          "raw_mean": 1.3186303225806453,</a:t>
            </a:r>
          </a:p>
          <a:p>
            <a:r>
              <a:t>          "value": 9.062969367514993,</a:t>
            </a:r>
          </a:p>
          <a:p>
            <a:r>
              <a:t>          "prior_start": "2024-12-01",</a:t>
            </a:r>
          </a:p>
          <a:p>
            <a:r>
              <a:t>          "prior_end": "2024-12-31",</a:t>
            </a:r>
          </a:p>
          <a:p>
            <a:r>
              <a:t>          "prior_days": 31,</a:t>
            </a:r>
          </a:p>
          <a:p>
            <a:r>
              <a:t>          "prior_raw_mean": 1.4825264516129033,</a:t>
            </a:r>
          </a:p>
          <a:p>
            <a:r>
              <a:t>          "prior_value": 10.189430341024721,</a:t>
            </a:r>
          </a:p>
          <a:p>
            <a:r>
              <a:t>          "yoy_fraction": -0.11055190877299259,</a:t>
            </a:r>
          </a:p>
          <a:p>
            <a:r>
              <a:t>          "yoy_pct": -11.055190877299259,</a:t>
            </a:r>
          </a:p>
          <a:p>
            <a:r>
              <a:t>          "value_label": "9.1",</a:t>
            </a:r>
          </a:p>
          <a:p>
            <a:r>
              <a:t>          "yoy_label": "(-11.1%)",</a:t>
            </a:r>
          </a:p>
          <a:p>
            <a:r>
              <a:t>          "label": "9.1\n(-11.1%)"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"NV_FL_SPICE",</a:t>
            </a:r>
          </a:p>
          <a:p>
            <a:r>
              <a:t>          "month": "2026-01",</a:t>
            </a:r>
          </a:p>
          <a:p>
            <a:r>
              <a:t>          "start": "2026-01-01",</a:t>
            </a:r>
          </a:p>
          <a:p>
            <a:r>
              <a:t>          "end": "2026-01-31",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30.48492,</a:t>
            </a:r>
          </a:p>
          <a:p>
            <a:r>
              <a:t>          "raw_mean": 0.9833845161290322,</a:t>
            </a:r>
          </a:p>
          <a:p>
            <a:r>
              <a:t>          "value": 6.758819051516925,</a:t>
            </a:r>
          </a:p>
          <a:p>
            <a:r>
              <a:t>          "prior_start": "2025-01-01",</a:t>
            </a:r>
          </a:p>
          <a:p>
            <a:r>
              <a:t>          "prior_end": "2025-01-31",</a:t>
            </a:r>
          </a:p>
          <a:p>
            <a:r>
              <a:t>          "prior_days": 31,</a:t>
            </a:r>
          </a:p>
          <a:p>
            <a:r>
              <a:t>          "prior_raw_mean": 1.750722258064516,</a:t>
            </a:r>
          </a:p>
          <a:p>
            <a:r>
              <a:t>          "prior_value": 12.032744829356831,</a:t>
            </a:r>
          </a:p>
          <a:p>
            <a:r>
              <a:t>          "yoy_fraction": -0.43829781588759964,</a:t>
            </a:r>
          </a:p>
          <a:p>
            <a:r>
              <a:t>          "yoy_pct": -43.829781588759964,</a:t>
            </a:r>
          </a:p>
          <a:p>
            <a:r>
              <a:t>          "value_label": "6.8",</a:t>
            </a:r>
          </a:p>
          <a:p>
            <a:r>
              <a:t>          "yoy_label": "(-43.8%)",</a:t>
            </a:r>
          </a:p>
          <a:p>
            <a:r>
              <a:t>          "label": "6.8\n(-43.8%)"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"NV_FL_SPICE",</a:t>
            </a:r>
          </a:p>
          <a:p>
            <a:r>
              <a:t>          "month": "2026-02",</a:t>
            </a:r>
          </a:p>
          <a:p>
            <a:r>
              <a:t>          "start": "2026-02-01",</a:t>
            </a:r>
          </a:p>
          <a:p>
            <a:r>
              <a:t>          "end": "2026-02-28",</a:t>
            </a:r>
          </a:p>
          <a:p>
            <a:r>
              <a:t>          "days": 28,</a:t>
            </a:r>
          </a:p>
          <a:p>
            <a:r>
              <a:t>          "partial": false,</a:t>
            </a:r>
          </a:p>
          <a:p>
            <a:r>
              <a:t>          "raw_sum": 19.86138,</a:t>
            </a:r>
          </a:p>
          <a:p>
            <a:r>
              <a:t>          "raw_mean": 0.709335,</a:t>
            </a:r>
          </a:p>
          <a:p>
            <a:r>
              <a:t>          "value": 4.875271913757375,</a:t>
            </a:r>
          </a:p>
          <a:p>
            <a:r>
              <a:t>          "prior_start": "2025-02-01",</a:t>
            </a:r>
          </a:p>
          <a:p>
            <a:r>
              <a:t>          "prior_end": "2025-02-28",</a:t>
            </a:r>
          </a:p>
          <a:p>
            <a:r>
              <a:t>          "prior_days": 28,</a:t>
            </a:r>
          </a:p>
          <a:p>
            <a:r>
              <a:t>          "prior_raw_mean": 2.3507046428571425,</a:t>
            </a:r>
          </a:p>
          <a:p>
            <a:r>
              <a:t>          "prior_value": 16.156434298124992,</a:t>
            </a:r>
          </a:p>
          <a:p>
            <a:r>
              <a:t>          "yoy_fraction": -0.6982457995497703,</a:t>
            </a:r>
          </a:p>
          <a:p>
            <a:r>
              <a:t>          "yoy_pct": -69.82457995497703,</a:t>
            </a:r>
          </a:p>
          <a:p>
            <a:r>
              <a:t>          "value_label": "4.9",</a:t>
            </a:r>
          </a:p>
          <a:p>
            <a:r>
              <a:t>          "yoy_label": "(-69.8%)",</a:t>
            </a:r>
          </a:p>
          <a:p>
            <a:r>
              <a:t>          "label": "4.9\n(-69.8%)"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"NV_FL_SPICE",</a:t>
            </a:r>
          </a:p>
          <a:p>
            <a:r>
              <a:t>          "month": "2026-03",</a:t>
            </a:r>
          </a:p>
          <a:p>
            <a:r>
              <a:t>          "start": "2026-03-01",</a:t>
            </a:r>
          </a:p>
          <a:p>
            <a:r>
              <a:t>          "end": "2026-03-31",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31.87059,</a:t>
            </a:r>
          </a:p>
          <a:p>
            <a:r>
              <a:t>          "raw_mean": 1.0280835483870967,</a:t>
            </a:r>
          </a:p>
          <a:p>
            <a:r>
              <a:t>          "value": 7.066036285320243,</a:t>
            </a:r>
          </a:p>
          <a:p>
            <a:r>
              <a:t>          "prior_start": "2025-03-01",</a:t>
            </a:r>
          </a:p>
          <a:p>
            <a:r>
              <a:t>          "prior_end": "2025-03-31",</a:t>
            </a:r>
          </a:p>
          <a:p>
            <a:r>
              <a:t>          "prior_days": 31,</a:t>
            </a:r>
          </a:p>
          <a:p>
            <a:r>
              <a:t>          "prior_raw_mean": 1.8401206451612904,</a:t>
            </a:r>
          </a:p>
          <a:p>
            <a:r>
              <a:t>          "prior_value": 12.647181514065908,</a:t>
            </a:r>
          </a:p>
          <a:p>
            <a:r>
              <a:t>          "yoy_fraction": -0.441295574238295,</a:t>
            </a:r>
          </a:p>
          <a:p>
            <a:r>
              <a:t>          "yoy_pct": -44.1295574238295,</a:t>
            </a:r>
          </a:p>
          <a:p>
            <a:r>
              <a:t>          "value_label": "7.1",</a:t>
            </a:r>
          </a:p>
          <a:p>
            <a:r>
              <a:t>          "yoy_label": "(-44.1%)",</a:t>
            </a:r>
          </a:p>
          <a:p>
            <a:r>
              <a:t>          "label": "7.1\n(-44.1%)"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"NV_FL_SPICE",</a:t>
            </a:r>
          </a:p>
          <a:p>
            <a:r>
              <a:t>          "month": "2026-04",</a:t>
            </a:r>
          </a:p>
          <a:p>
            <a:r>
              <a:t>          "start": "2026-04-01",</a:t>
            </a:r>
          </a:p>
          <a:p>
            <a:r>
              <a:t>          "end": "2026-04-30",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25.17314,</a:t>
            </a:r>
          </a:p>
          <a:p>
            <a:r>
              <a:t>          "raw_mean": 0.8391046666666667,</a:t>
            </a:r>
          </a:p>
          <a:p>
            <a:r>
              <a:t>          "value": 5.7671811120313325,</a:t>
            </a:r>
          </a:p>
          <a:p>
            <a:r>
              <a:t>          "prior_start": "2025-04-01",</a:t>
            </a:r>
          </a:p>
          <a:p>
            <a:r>
              <a:t>          "prior_end": "2025-04-30",</a:t>
            </a:r>
          </a:p>
          <a:p>
            <a:r>
              <a:t>          "prior_days": 30,</a:t>
            </a:r>
          </a:p>
          <a:p>
            <a:r>
              <a:t>          "prior_raw_mean": 1.478056,</a:t>
            </a:r>
          </a:p>
          <a:p>
            <a:r>
              <a:t>          "prior_value": 10.15870484857024,</a:t>
            </a:r>
          </a:p>
          <a:p>
            <a:r>
              <a:t>          "yoy_fraction": -0.43229169485684793,</a:t>
            </a:r>
          </a:p>
          <a:p>
            <a:r>
              <a:t>          "yoy_pct": -43.22916948568479,</a:t>
            </a:r>
          </a:p>
          <a:p>
            <a:r>
              <a:t>          "value_label": "5.8",</a:t>
            </a:r>
          </a:p>
          <a:p>
            <a:r>
              <a:t>          "yoy_label": "(-43.2%)",</a:t>
            </a:r>
          </a:p>
          <a:p>
            <a:r>
              <a:t>          "label": "5.8\n(-43.2%)"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"NV_FL_SPICE",</a:t>
            </a:r>
          </a:p>
          <a:p>
            <a:r>
              <a:t>          "month": "2026-05",</a:t>
            </a:r>
          </a:p>
          <a:p>
            <a:r>
              <a:t>          "start": "2026-05-01",</a:t>
            </a:r>
          </a:p>
          <a:p>
            <a:r>
              <a:t>          "end": "2026-05-31",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26.78979,</a:t>
            </a:r>
          </a:p>
          <a:p>
            <a:r>
              <a:t>          "raw_mean": 0.8641867741935484,</a:t>
            </a:r>
          </a:p>
          <a:p>
            <a:r>
              <a:t>          "value": 5.939570877605636,</a:t>
            </a:r>
          </a:p>
          <a:p>
            <a:r>
              <a:t>          "prior_start": "2025-05-01",</a:t>
            </a:r>
          </a:p>
          <a:p>
            <a:r>
              <a:t>          "prior_end": "2025-05-31",</a:t>
            </a:r>
          </a:p>
          <a:p>
            <a:r>
              <a:t>          "prior_days": 31,</a:t>
            </a:r>
          </a:p>
          <a:p>
            <a:r>
              <a:t>          "prior_raw_mean": 1.6762235483870969,</a:t>
            </a:r>
          </a:p>
          <a:p>
            <a:r>
              <a:t>          "prior_value": 11.52071388924886,</a:t>
            </a:r>
          </a:p>
          <a:p>
            <a:r>
              <a:t>          "yoy_fraction": -0.48444419897030444,</a:t>
            </a:r>
          </a:p>
          <a:p>
            <a:r>
              <a:t>          "yoy_pct": -48.44441989703044,</a:t>
            </a:r>
          </a:p>
          <a:p>
            <a:r>
              <a:t>          "value_label": "5.9",</a:t>
            </a:r>
          </a:p>
          <a:p>
            <a:r>
              <a:t>          "yoy_label": "(-48.4%)",</a:t>
            </a:r>
          </a:p>
          <a:p>
            <a:r>
              <a:t>          "label": "5.9\n(-48.4%)"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"NV_FL_SPICE",</a:t>
            </a:r>
          </a:p>
          <a:p>
            <a:r>
              <a:t>          "month": "2026-06",</a:t>
            </a:r>
          </a:p>
          <a:p>
            <a:r>
              <a:t>          "start": "2026-06-01",</a:t>
            </a:r>
          </a:p>
          <a:p>
            <a:r>
              <a:t>          "end": "2026-06-30",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45.03455,</a:t>
            </a:r>
          </a:p>
          <a:p>
            <a:r>
              <a:t>          "raw_mean": 1.5011516666666667,</a:t>
            </a:r>
          </a:p>
          <a:p>
            <a:r>
              <a:t>          "value": 10.317441771222446,</a:t>
            </a:r>
          </a:p>
          <a:p>
            <a:r>
              <a:t>          "prior_start": "2025-06-01",</a:t>
            </a:r>
          </a:p>
          <a:p>
            <a:r>
              <a:t>          "prior_end": "2025-06-30",</a:t>
            </a:r>
          </a:p>
          <a:p>
            <a:r>
              <a:t>          "prior_days": 30,</a:t>
            </a:r>
          </a:p>
          <a:p>
            <a:r>
              <a:t>          "prior_raw_mean": 1.385678,</a:t>
            </a:r>
          </a:p>
          <a:p>
            <a:r>
              <a:t>          "prior_value": 9.523789232043383,</a:t>
            </a:r>
          </a:p>
          <a:p>
            <a:r>
              <a:t>          "yoy_fraction": 0.08333369416752423,</a:t>
            </a:r>
          </a:p>
          <a:p>
            <a:r>
              <a:t>          "yoy_pct": 8.333369416752422,</a:t>
            </a:r>
          </a:p>
          <a:p>
            <a:r>
              <a:t>          "value_label": "10.3",</a:t>
            </a:r>
          </a:p>
          <a:p>
            <a:r>
              <a:t>          "yoy_label": "(+8.3%)",</a:t>
            </a:r>
          </a:p>
          <a:p>
            <a:r>
              <a:t>          "label": "10.3\n(+8.3%)"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"NV_FL_SPICE",</a:t>
            </a:r>
          </a:p>
          <a:p>
            <a:r>
              <a:t>          "month": "2026-07",</a:t>
            </a:r>
          </a:p>
          <a:p>
            <a:r>
              <a:t>          "start": "2026-07-01",</a:t>
            </a:r>
          </a:p>
          <a:p>
            <a:r>
              <a:t>          "end": "2026-07-31",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50.8082,</a:t>
            </a:r>
          </a:p>
          <a:p>
            <a:r>
              <a:t>          "raw_mean": 1.638974193548387,</a:t>
            </a:r>
          </a:p>
          <a:p>
            <a:r>
              <a:t>          "value": 11.264698419194875,</a:t>
            </a:r>
          </a:p>
          <a:p>
            <a:r>
              <a:t>          "prior_start": "2025-07-01",</a:t>
            </a:r>
          </a:p>
          <a:p>
            <a:r>
              <a:t>          "prior_end": "2025-07-31",</a:t>
            </a:r>
          </a:p>
          <a:p>
            <a:r>
              <a:t>          "prior_days": 31,</a:t>
            </a:r>
          </a:p>
          <a:p>
            <a:r>
              <a:t>          "prior_raw_mean": 1.1845309677419356,</a:t>
            </a:r>
          </a:p>
          <a:p>
            <a:r>
              <a:t>          "prior_value": 8.141302146387957,</a:t>
            </a:r>
          </a:p>
          <a:p>
            <a:r>
              <a:t>          "yoy_fraction": 0.38364824405794495,</a:t>
            </a:r>
          </a:p>
          <a:p>
            <a:r>
              <a:t>          "yoy_pct": 38.364824405794494,</a:t>
            </a:r>
          </a:p>
          <a:p>
            <a:r>
              <a:t>          "value_label": "11.3",</a:t>
            </a:r>
          </a:p>
          <a:p>
            <a:r>
              <a:t>          "yoy_label": "(+38.4%)",</a:t>
            </a:r>
          </a:p>
          <a:p>
            <a:r>
              <a:t>          "label": "11.3\n(+38.4%)"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"NV_FL_SPICE",</a:t>
            </a:r>
          </a:p>
          <a:p>
            <a:r>
              <a:t>          "month": "2026-08",</a:t>
            </a:r>
          </a:p>
          <a:p>
            <a:r>
              <a:t>          "start": "2026-08-01",</a:t>
            </a:r>
          </a:p>
          <a:p>
            <a:r>
              <a:t>          "end": "2026-08-31",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42.49412,</a:t>
            </a:r>
          </a:p>
          <a:p>
            <a:r>
              <a:t>          "raw_mean": 1.3707780645161292,</a:t>
            </a:r>
          </a:p>
          <a:p>
            <a:r>
              <a:t>          "value": 9.421381713760324,</a:t>
            </a:r>
          </a:p>
          <a:p>
            <a:r>
              <a:t>          "prior_start": "2025-08-01",</a:t>
            </a:r>
          </a:p>
          <a:p>
            <a:r>
              <a:t>          "prior_end": "2025-08-31",</a:t>
            </a:r>
          </a:p>
          <a:p>
            <a:r>
              <a:t>          "prior_days": 31,</a:t>
            </a:r>
          </a:p>
          <a:p>
            <a:r>
              <a:t>          "prior_raw_mean": 1.5793745161290322,</a:t>
            </a:r>
          </a:p>
          <a:p>
            <a:r>
              <a:t>          "prior_value": 10.85506878948313,</a:t>
            </a:r>
          </a:p>
          <a:p>
            <a:r>
              <a:t>          "yoy_fraction": -0.13207535608727106,</a:t>
            </a:r>
          </a:p>
          <a:p>
            <a:r>
              <a:t>          "yoy_pct": -13.207535608727106,</a:t>
            </a:r>
          </a:p>
          <a:p>
            <a:r>
              <a:t>          "value_label": "9.4",</a:t>
            </a:r>
          </a:p>
          <a:p>
            <a:r>
              <a:t>          "yoy_label": "(-13.2%)",</a:t>
            </a:r>
          </a:p>
          <a:p>
            <a:r>
              <a:t>          "label": "9.4\n(-13.2%)"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"NV_FL_SPICE",</a:t>
            </a:r>
          </a:p>
          <a:p>
            <a:r>
              <a:t>          "month": "2026-09",</a:t>
            </a:r>
          </a:p>
          <a:p>
            <a:r>
              <a:t>          "start": "2026-09-01",</a:t>
            </a:r>
          </a:p>
          <a:p>
            <a:r>
              <a:t>          "end": "2026-09-30",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27.02072,</a:t>
            </a:r>
          </a:p>
          <a:p>
            <a:r>
              <a:t>          "raw_mean": 0.9006906666666666,</a:t>
            </a:r>
          </a:p>
          <a:p>
            <a:r>
              <a:t>          "value": 6.1904627717276135,</a:t>
            </a:r>
          </a:p>
          <a:p>
            <a:r>
              <a:t>          "prior_start": "2025-09-01",</a:t>
            </a:r>
          </a:p>
          <a:p>
            <a:r>
              <a:t>          "prior_end": "2025-09-30",</a:t>
            </a:r>
          </a:p>
          <a:p>
            <a:r>
              <a:t>          "prior_days": 30,</a:t>
            </a:r>
          </a:p>
          <a:p>
            <a:r>
              <a:t>          "prior_raw_mean": 1.4010749999999998,</a:t>
            </a:r>
          </a:p>
          <a:p>
            <a:r>
              <a:t>          "prior_value": 9.629613083476237,</a:t>
            </a:r>
          </a:p>
          <a:p>
            <a:r>
              <a:t>          "yoy_fraction": -0.3571431460366743,</a:t>
            </a:r>
          </a:p>
          <a:p>
            <a:r>
              <a:t>          "yoy_pct": -35.71431460366743,</a:t>
            </a:r>
          </a:p>
          <a:p>
            <a:r>
              <a:t>          "value_label": "6.2",</a:t>
            </a:r>
          </a:p>
          <a:p>
            <a:r>
              <a:t>          "yoy_label": "(-35.7%)",</a:t>
            </a:r>
          </a:p>
          <a:p>
            <a:r>
              <a:t>          "label": "6.2\n(-35.7%)"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"NV_FL_SPICE",</a:t>
            </a:r>
          </a:p>
          <a:p>
            <a:r>
              <a:t>          "month": "2026-10",</a:t>
            </a:r>
          </a:p>
          <a:p>
            <a:r>
              <a:t>          "start": "2026-10-01",</a:t>
            </a:r>
          </a:p>
          <a:p>
            <a:r>
              <a:t>          "end": "2026-10-19",</a:t>
            </a:r>
          </a:p>
          <a:p>
            <a:r>
              <a:t>          "days": 19,</a:t>
            </a:r>
          </a:p>
          <a:p>
            <a:r>
              <a:t>          "partial": true,</a:t>
            </a:r>
          </a:p>
          <a:p>
            <a:r>
              <a:t>          "raw_sum": 21.478,</a:t>
            </a:r>
          </a:p>
          <a:p>
            <a:r>
              <a:t>          "raw_mean": 1.130421052631579,</a:t>
            </a:r>
          </a:p>
          <a:p>
            <a:r>
              <a:t>          "value": 7.769403749448124,</a:t>
            </a:r>
          </a:p>
          <a:p>
            <a:r>
              <a:t>          "prior_start": "2025-10-01",</a:t>
            </a:r>
          </a:p>
          <a:p>
            <a:r>
              <a:t>          "prior_end": "2025-10-19",</a:t>
            </a:r>
          </a:p>
          <a:p>
            <a:r>
              <a:t>          "prior_days": 19,</a:t>
            </a:r>
          </a:p>
          <a:p>
            <a:r>
              <a:t>          "prior_raw_mean": 1.409987894736842,</a:t>
            </a:r>
          </a:p>
          <a:p>
            <a:r>
              <a:t>          "prior_value": 9.690871565548601,</a:t>
            </a:r>
          </a:p>
          <a:p>
            <a:r>
              <a:t>          "yoy_fraction": -0.1982760583610833,</a:t>
            </a:r>
          </a:p>
          <a:p>
            <a:r>
              <a:t>          "yoy_pct": -19.82760583610833,</a:t>
            </a:r>
          </a:p>
          <a:p>
            <a:r>
              <a:t>          "value_label": "7.8",</a:t>
            </a:r>
          </a:p>
          <a:p>
            <a:r>
              <a:t>          "yoy_label": "(-19.8%)",</a:t>
            </a:r>
          </a:p>
          <a:p>
            <a:r>
              <a:t>          "label": "7.8\n(-19.8%)"</a:t>
            </a:r>
          </a:p>
          <a:p>
            <a:r>
              <a:t>        }</a:t>
            </a:r>
          </a:p>
          <a:p>
            <a:r>
              <a:t>      ]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"NV_FL_FLAKE",</a:t>
            </a:r>
          </a:p>
          <a:p>
            <a:r>
              <a:t>      "label": "후레이크·크런치",</a:t>
            </a:r>
          </a:p>
          <a:p>
            <a:r>
              <a:t>      "points": [</a:t>
            </a:r>
          </a:p>
          <a:p>
            <a:r>
              <a:t>        {</a:t>
            </a:r>
          </a:p>
          <a:p>
            <a:r>
              <a:t>          "group_id": "NV_FL_FLAKE",</a:t>
            </a:r>
          </a:p>
          <a:p>
            <a:r>
              <a:t>          "month": "2025-01",</a:t>
            </a:r>
          </a:p>
          <a:p>
            <a:r>
              <a:t>          "start": "2025-01-01",</a:t>
            </a:r>
          </a:p>
          <a:p>
            <a:r>
              <a:t>          "end": "2025-01-31",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69.74583,</a:t>
            </a:r>
          </a:p>
          <a:p>
            <a:r>
              <a:t>          "raw_mean": 2.2498654838709675,</a:t>
            </a:r>
          </a:p>
          <a:p>
            <a:r>
              <a:t>          "value": 16.511731985144188,</a:t>
            </a:r>
          </a:p>
          <a:p>
            <a:r>
              <a:t>          "prior_start": "2024-01-01",</a:t>
            </a:r>
          </a:p>
          <a:p>
            <a:r>
              <a:t>          "prior_end": "2024-01-31",</a:t>
            </a:r>
          </a:p>
          <a:p>
            <a:r>
              <a:t>          "prior_days": 31,</a:t>
            </a:r>
          </a:p>
          <a:p>
            <a:r>
              <a:t>          "prior_raw_mean": 2.5776609677419353,</a:t>
            </a:r>
          </a:p>
          <a:p>
            <a:r>
              <a:t>          "prior_value": 18.917418553705495,</a:t>
            </a:r>
          </a:p>
          <a:p>
            <a:r>
              <a:t>          "yoy_fraction": -0.12716780366896774,</a:t>
            </a:r>
          </a:p>
          <a:p>
            <a:r>
              <a:t>          "yoy_pct": -12.716780366896774,</a:t>
            </a:r>
          </a:p>
          <a:p>
            <a:r>
              <a:t>          "value_label": "16.5",</a:t>
            </a:r>
          </a:p>
          <a:p>
            <a:r>
              <a:t>          "yoy_label": "(-12.7%)",</a:t>
            </a:r>
          </a:p>
          <a:p>
            <a:r>
              <a:t>          "label": "16.5\n(-12.7%)"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"NV_FL_FLAKE",</a:t>
            </a:r>
          </a:p>
          <a:p>
            <a:r>
              <a:t>          "month": "2025-02",</a:t>
            </a:r>
          </a:p>
          <a:p>
            <a:r>
              <a:t>          "start": "2025-02-01",</a:t>
            </a:r>
          </a:p>
          <a:p>
            <a:r>
              <a:t>          "end": "2025-02-28",</a:t>
            </a:r>
          </a:p>
          <a:p>
            <a:r>
              <a:t>          "days": 28,</a:t>
            </a:r>
          </a:p>
          <a:p>
            <a:r>
              <a:t>          "partial": false,</a:t>
            </a:r>
          </a:p>
          <a:p>
            <a:r>
              <a:t>          "raw_sum": 75.28855,</a:t>
            </a:r>
          </a:p>
          <a:p>
            <a:r>
              <a:t>          "raw_mean": 2.6888767857142857,</a:t>
            </a:r>
          </a:p>
          <a:p>
            <a:r>
              <a:t>          "value": 19.733629919243892,</a:t>
            </a:r>
          </a:p>
          <a:p>
            <a:r>
              <a:t>          "prior_start": "2024-02-01",</a:t>
            </a:r>
          </a:p>
          <a:p>
            <a:r>
              <a:t>          "prior_end": "2024-02-29",</a:t>
            </a:r>
          </a:p>
          <a:p>
            <a:r>
              <a:t>          "prior_days": 29,</a:t>
            </a:r>
          </a:p>
          <a:p>
            <a:r>
              <a:t>          "prior_raw_mean": 2.1422268965517244,</a:t>
            </a:r>
          </a:p>
          <a:p>
            <a:r>
              <a:t>          "prior_value": 15.721773866396134,</a:t>
            </a:r>
          </a:p>
          <a:p>
            <a:r>
              <a:t>          "yoy_fraction": 0.255178333370049,</a:t>
            </a:r>
          </a:p>
          <a:p>
            <a:r>
              <a:t>          "yoy_pct": 25.5178333370049,</a:t>
            </a:r>
          </a:p>
          <a:p>
            <a:r>
              <a:t>          "value_label": "19.7",</a:t>
            </a:r>
          </a:p>
          <a:p>
            <a:r>
              <a:t>          "yoy_label": "(+25.5%)",</a:t>
            </a:r>
          </a:p>
          <a:p>
            <a:r>
              <a:t>          "label": "19.7\n(+25.5%)"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"NV_FL_FLAKE",</a:t>
            </a:r>
          </a:p>
          <a:p>
            <a:r>
              <a:t>          "month": "2025-03",</a:t>
            </a:r>
          </a:p>
          <a:p>
            <a:r>
              <a:t>          "start": "2025-03-01",</a:t>
            </a:r>
          </a:p>
          <a:p>
            <a:r>
              <a:t>          "end": "2025-03-31",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113.62572,</a:t>
            </a:r>
          </a:p>
          <a:p>
            <a:r>
              <a:t>          "raw_mean": 3.665345806451613,</a:t>
            </a:r>
          </a:p>
          <a:p>
            <a:r>
              <a:t>          "value": 26.899922694432593,</a:t>
            </a:r>
          </a:p>
          <a:p>
            <a:r>
              <a:t>          "prior_start": "2024-03-01",</a:t>
            </a:r>
          </a:p>
          <a:p>
            <a:r>
              <a:t>          "prior_end": "2024-03-31",</a:t>
            </a:r>
          </a:p>
          <a:p>
            <a:r>
              <a:t>          "prior_days": 31,</a:t>
            </a:r>
          </a:p>
          <a:p>
            <a:r>
              <a:t>          "prior_raw_mean": 2.4286625806451614,</a:t>
            </a:r>
          </a:p>
          <a:p>
            <a:r>
              <a:t>          "prior_value": 17.8239214306118,</a:t>
            </a:r>
          </a:p>
          <a:p>
            <a:r>
              <a:t>          "yoy_fraction": 0.5092033927075756,</a:t>
            </a:r>
          </a:p>
          <a:p>
            <a:r>
              <a:t>          "yoy_pct": 50.920339270757566,</a:t>
            </a:r>
          </a:p>
          <a:p>
            <a:r>
              <a:t>          "value_label": "26.9",</a:t>
            </a:r>
          </a:p>
          <a:p>
            <a:r>
              <a:t>          "yoy_label": "(+50.9%)",</a:t>
            </a:r>
          </a:p>
          <a:p>
            <a:r>
              <a:t>          "label": "26.9\n(+50.9%)"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"NV_FL_FLAKE",</a:t>
            </a:r>
          </a:p>
          <a:p>
            <a:r>
              <a:t>          "month": "2025-04",</a:t>
            </a:r>
          </a:p>
          <a:p>
            <a:r>
              <a:t>          "start": "2025-04-01",</a:t>
            </a:r>
          </a:p>
          <a:p>
            <a:r>
              <a:t>          "end": "2025-04-30",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100.46173,</a:t>
            </a:r>
          </a:p>
          <a:p>
            <a:r>
              <a:t>          "raw_mean": 3.3487243333333336,</a:t>
            </a:r>
          </a:p>
          <a:p>
            <a:r>
              <a:t>          "value": 24.576242037811436,</a:t>
            </a:r>
          </a:p>
          <a:p>
            <a:r>
              <a:t>          "prior_start": "2024-04-01",</a:t>
            </a:r>
          </a:p>
          <a:p>
            <a:r>
              <a:t>          "prior_end": "2024-04-30",</a:t>
            </a:r>
          </a:p>
          <a:p>
            <a:r>
              <a:t>          "prior_days": 30,</a:t>
            </a:r>
          </a:p>
          <a:p>
            <a:r>
              <a:t>          "prior_raw_mean": 2.0477243333333335,</a:t>
            </a:r>
          </a:p>
          <a:p>
            <a:r>
              <a:t>          "prior_value": 15.028220848690163,</a:t>
            </a:r>
          </a:p>
          <a:p>
            <a:r>
              <a:t>          "yoy_fraction": 0.6353394247565549,</a:t>
            </a:r>
          </a:p>
          <a:p>
            <a:r>
              <a:t>          "yoy_pct": 63.53394247565549,</a:t>
            </a:r>
          </a:p>
          <a:p>
            <a:r>
              <a:t>          "value_label": "24.6",</a:t>
            </a:r>
          </a:p>
          <a:p>
            <a:r>
              <a:t>          "yoy_label": "(+63.5%)",</a:t>
            </a:r>
          </a:p>
          <a:p>
            <a:r>
              <a:t>          "label": "24.6\n(+63.5%)"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"NV_FL_FLAKE",</a:t>
            </a:r>
          </a:p>
          <a:p>
            <a:r>
              <a:t>          "month": "2025-05",</a:t>
            </a:r>
          </a:p>
          <a:p>
            <a:r>
              <a:t>          "start": "2025-05-01",</a:t>
            </a:r>
          </a:p>
          <a:p>
            <a:r>
              <a:t>          "end": "2025-05-31",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91.91673,</a:t>
            </a:r>
          </a:p>
          <a:p>
            <a:r>
              <a:t>          "raw_mean": 2.965055806451613,</a:t>
            </a:r>
          </a:p>
          <a:p>
            <a:r>
              <a:t>          "value": 21.760503971504278,</a:t>
            </a:r>
          </a:p>
          <a:p>
            <a:r>
              <a:t>          "prior_start": "2024-05-01",</a:t>
            </a:r>
          </a:p>
          <a:p>
            <a:r>
              <a:t>          "prior_end": "2024-05-31",</a:t>
            </a:r>
          </a:p>
          <a:p>
            <a:r>
              <a:t>          "prior_days": 31,</a:t>
            </a:r>
          </a:p>
          <a:p>
            <a:r>
              <a:t>          "prior_raw_mean": 2.6149087096774193,</a:t>
            </a:r>
          </a:p>
          <a:p>
            <a:r>
              <a:t>          "prior_value": 19.190779221843023,</a:t>
            </a:r>
          </a:p>
          <a:p>
            <a:r>
              <a:t>          "yoy_fraction": 0.13390413802147139,</a:t>
            </a:r>
          </a:p>
          <a:p>
            <a:r>
              <a:t>          "yoy_pct": 13.390413802147139,</a:t>
            </a:r>
          </a:p>
          <a:p>
            <a:r>
              <a:t>          "value_label": "21.8",</a:t>
            </a:r>
          </a:p>
          <a:p>
            <a:r>
              <a:t>          "yoy_label": "(+13.4%)",</a:t>
            </a:r>
          </a:p>
          <a:p>
            <a:r>
              <a:t>          "label": "21.8\n(+13.4%)"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"NV_FL_FLAKE",</a:t>
            </a:r>
          </a:p>
          <a:p>
            <a:r>
              <a:t>          "month": "2025-06",</a:t>
            </a:r>
          </a:p>
          <a:p>
            <a:r>
              <a:t>          "start": "2025-06-01",</a:t>
            </a:r>
          </a:p>
          <a:p>
            <a:r>
              <a:t>          "end": "2025-06-30",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84.98828,</a:t>
            </a:r>
          </a:p>
          <a:p>
            <a:r>
              <a:t>          "raw_mean": 2.832942666666667,</a:t>
            </a:r>
          </a:p>
          <a:p>
            <a:r>
              <a:t>          "value": 20.790927447270608,</a:t>
            </a:r>
          </a:p>
          <a:p>
            <a:r>
              <a:t>          "prior_start": "2024-06-01",</a:t>
            </a:r>
          </a:p>
          <a:p>
            <a:r>
              <a:t>          "prior_end": "2024-06-30",</a:t>
            </a:r>
          </a:p>
          <a:p>
            <a:r>
              <a:t>          "prior_days": 30,</a:t>
            </a:r>
          </a:p>
          <a:p>
            <a:r>
              <a:t>          "prior_raw_mean": 3.7259386666666665,</a:t>
            </a:r>
          </a:p>
          <a:p>
            <a:r>
              <a:t>          "prior_value": 27.34461286602583,</a:t>
            </a:r>
          </a:p>
          <a:p>
            <a:r>
              <a:t>          "yoy_fraction": -0.23967007508443516,</a:t>
            </a:r>
          </a:p>
          <a:p>
            <a:r>
              <a:t>          "yoy_pct": -23.967007508443515,</a:t>
            </a:r>
          </a:p>
          <a:p>
            <a:r>
              <a:t>          "value_label": "20.8",</a:t>
            </a:r>
          </a:p>
          <a:p>
            <a:r>
              <a:t>          "yoy_label": "(-24.0%)",</a:t>
            </a:r>
          </a:p>
          <a:p>
            <a:r>
              <a:t>          "label": "20.8\n(-24.0%)"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"NV_FL_FLAKE",</a:t>
            </a:r>
          </a:p>
          <a:p>
            <a:r>
              <a:t>          "month": "2025-07",</a:t>
            </a:r>
          </a:p>
          <a:p>
            <a:r>
              <a:t>          "start": "2025-07-01",</a:t>
            </a:r>
          </a:p>
          <a:p>
            <a:r>
              <a:t>          "end": "2025-07-31",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74.82664,</a:t>
            </a:r>
          </a:p>
          <a:p>
            <a:r>
              <a:t>          "raw_mean": 2.413762580645161,</a:t>
            </a:r>
          </a:p>
          <a:p>
            <a:r>
              <a:t>          "value": 17.714570534594962,</a:t>
            </a:r>
          </a:p>
          <a:p>
            <a:r>
              <a:t>          "prior_start": "2024-07-01",</a:t>
            </a:r>
          </a:p>
          <a:p>
            <a:r>
              <a:t>          "prior_end": "2024-07-31",</a:t>
            </a:r>
          </a:p>
          <a:p>
            <a:r>
              <a:t>          "prior_days": 31,</a:t>
            </a:r>
          </a:p>
          <a:p>
            <a:r>
              <a:t>          "prior_raw_mean": 4.641282580645162,</a:t>
            </a:r>
          </a:p>
          <a:p>
            <a:r>
              <a:t>          "prior_value": 34.06230931952304,</a:t>
            </a:r>
          </a:p>
          <a:p>
            <a:r>
              <a:t>          "yoy_fraction": -0.479936302368033,</a:t>
            </a:r>
          </a:p>
          <a:p>
            <a:r>
              <a:t>          "yoy_pct": -47.9936302368033,</a:t>
            </a:r>
          </a:p>
          <a:p>
            <a:r>
              <a:t>          "value_label": "17.7",</a:t>
            </a:r>
          </a:p>
          <a:p>
            <a:r>
              <a:t>          "yoy_label": "(-48.0%)",</a:t>
            </a:r>
          </a:p>
          <a:p>
            <a:r>
              <a:t>          "label": "17.7\n(-48.0%)"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"NV_FL_FLAKE",</a:t>
            </a:r>
          </a:p>
          <a:p>
            <a:r>
              <a:t>          "month": "2025-08",</a:t>
            </a:r>
          </a:p>
          <a:p>
            <a:r>
              <a:t>          "start": "2025-08-01",</a:t>
            </a:r>
          </a:p>
          <a:p>
            <a:r>
              <a:t>          "end": "2025-08-31",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82.90977,</a:t>
            </a:r>
          </a:p>
          <a:p>
            <a:r>
              <a:t>          "raw_mean": 2.6745087096774194,</a:t>
            </a:r>
          </a:p>
          <a:p>
            <a:r>
              <a:t>          "value": 19.628182805910374,</a:t>
            </a:r>
          </a:p>
          <a:p>
            <a:r>
              <a:t>          "prior_start": "2024-08-01",</a:t>
            </a:r>
          </a:p>
          <a:p>
            <a:r>
              <a:t>          "prior_end": "2024-08-31",</a:t>
            </a:r>
          </a:p>
          <a:p>
            <a:r>
              <a:t>          "prior_days": 31,</a:t>
            </a:r>
          </a:p>
          <a:p>
            <a:r>
              <a:t>          "prior_raw_mean": 5.252174193548387,</a:t>
            </a:r>
          </a:p>
          <a:p>
            <a:r>
              <a:t>          "prior_value": 38.545634503425006,</a:t>
            </a:r>
          </a:p>
          <a:p>
            <a:r>
              <a:t>          "yoy_fraction": -0.4907806536647803,</a:t>
            </a:r>
          </a:p>
          <a:p>
            <a:r>
              <a:t>          "yoy_pct": -49.07806536647803,</a:t>
            </a:r>
          </a:p>
          <a:p>
            <a:r>
              <a:t>          "value_label": "19.6",</a:t>
            </a:r>
          </a:p>
          <a:p>
            <a:r>
              <a:t>          "yoy_label": "(-49.1%)",</a:t>
            </a:r>
          </a:p>
          <a:p>
            <a:r>
              <a:t>          "label": "19.6\n(-49.1%)"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"NV_FL_FLAKE",</a:t>
            </a:r>
          </a:p>
          <a:p>
            <a:r>
              <a:t>          "month": "2025-09",</a:t>
            </a:r>
          </a:p>
          <a:p>
            <a:r>
              <a:t>          "start": "2025-09-01",</a:t>
            </a:r>
          </a:p>
          <a:p>
            <a:r>
              <a:t>          "end": "2025-09-30",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62.1246,</a:t>
            </a:r>
          </a:p>
          <a:p>
            <a:r>
              <a:t>          "raw_mean": 2.07082,</a:t>
            </a:r>
          </a:p>
          <a:p>
            <a:r>
              <a:t>          "value": 15.197719630173802,</a:t>
            </a:r>
          </a:p>
          <a:p>
            <a:r>
              <a:t>          "prior_start": "2024-09-01",</a:t>
            </a:r>
          </a:p>
          <a:p>
            <a:r>
              <a:t>          "prior_end": "2024-09-30",</a:t>
            </a:r>
          </a:p>
          <a:p>
            <a:r>
              <a:t>          "prior_days": 30,</a:t>
            </a:r>
          </a:p>
          <a:p>
            <a:r>
              <a:t>          "prior_raw_mean": 4.349494666666667,</a:t>
            </a:r>
          </a:p>
          <a:p>
            <a:r>
              <a:t>          "prior_value": 31.920881813453732,</a:t>
            </a:r>
          </a:p>
          <a:p>
            <a:r>
              <a:t>          "yoy_fraction": -0.5238941167418376,</a:t>
            </a:r>
          </a:p>
          <a:p>
            <a:r>
              <a:t>          "yoy_pct": -52.38941167418376,</a:t>
            </a:r>
          </a:p>
          <a:p>
            <a:r>
              <a:t>          "value_label": "15.2",</a:t>
            </a:r>
          </a:p>
          <a:p>
            <a:r>
              <a:t>          "yoy_label": "(-52.4%)",</a:t>
            </a:r>
          </a:p>
          <a:p>
            <a:r>
              <a:t>          "label": "15.2\n(-52.4%)"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"NV_FL_FLAKE",</a:t>
            </a:r>
          </a:p>
          <a:p>
            <a:r>
              <a:t>          "month": "2025-10",</a:t>
            </a:r>
          </a:p>
          <a:p>
            <a:r>
              <a:t>          "start": "2025-10-01",</a:t>
            </a:r>
          </a:p>
          <a:p>
            <a:r>
              <a:t>          "end": "2025-10-31",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57.73659,</a:t>
            </a:r>
          </a:p>
          <a:p>
            <a:r>
              <a:t>          "raw_mean": 1.8624706451612902,</a:t>
            </a:r>
          </a:p>
          <a:p>
            <a:r>
              <a:t>          "value": 13.668646567345403,</a:t>
            </a:r>
          </a:p>
          <a:p>
            <a:r>
              <a:t>          "prior_start": "2024-10-01",</a:t>
            </a:r>
          </a:p>
          <a:p>
            <a:r>
              <a:t>          "prior_end": "2024-10-31",</a:t>
            </a:r>
          </a:p>
          <a:p>
            <a:r>
              <a:t>          "prior_days": 31,</a:t>
            </a:r>
          </a:p>
          <a:p>
            <a:r>
              <a:t>          "prior_raw_mean": 3.0246548387096777,</a:t>
            </a:r>
          </a:p>
          <a:p>
            <a:r>
              <a:t>          "prior_value": 22.19790045332682,</a:t>
            </a:r>
          </a:p>
          <a:p>
            <a:r>
              <a:t>          "yoy_fraction": -0.3842369643883654,</a:t>
            </a:r>
          </a:p>
          <a:p>
            <a:r>
              <a:t>          "yoy_pct": -38.423696438836544,</a:t>
            </a:r>
          </a:p>
          <a:p>
            <a:r>
              <a:t>          "value_label": "13.7",</a:t>
            </a:r>
          </a:p>
          <a:p>
            <a:r>
              <a:t>          "yoy_label": "(-38.4%)",</a:t>
            </a:r>
          </a:p>
          <a:p>
            <a:r>
              <a:t>          "label": "13.7\n(-38.4%)"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"NV_FL_FLAKE",</a:t>
            </a:r>
          </a:p>
          <a:p>
            <a:r>
              <a:t>          "month": "2025-11",</a:t>
            </a:r>
          </a:p>
          <a:p>
            <a:r>
              <a:t>          "start": "2025-11-01",</a:t>
            </a:r>
          </a:p>
          <a:p>
            <a:r>
              <a:t>          "end": "2025-11-30",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66.97447,</a:t>
            </a:r>
          </a:p>
          <a:p>
            <a:r>
              <a:t>          "raw_mean": 2.232482333333333,</a:t>
            </a:r>
          </a:p>
          <a:p>
            <a:r>
              <a:t>          "value": 16.384157281326342,</a:t>
            </a:r>
          </a:p>
          <a:p>
            <a:r>
              <a:t>          "prior_start": "2024-11-01",</a:t>
            </a:r>
          </a:p>
          <a:p>
            <a:r>
              <a:t>          "prior_end": "2024-11-30",</a:t>
            </a:r>
          </a:p>
          <a:p>
            <a:r>
              <a:t>          "prior_days": 30,</a:t>
            </a:r>
          </a:p>
          <a:p>
            <a:r>
              <a:t>          "prior_raw_mean": 3.1331743333333333,</a:t>
            </a:r>
          </a:p>
          <a:p>
            <a:r>
              <a:t>          "prior_value": 22.994323538722206,</a:t>
            </a:r>
          </a:p>
          <a:p>
            <a:r>
              <a:t>          "yoy_fraction": -0.28746948116409743,</a:t>
            </a:r>
          </a:p>
          <a:p>
            <a:r>
              <a:t>          "yoy_pct": -28.746948116409744,</a:t>
            </a:r>
          </a:p>
          <a:p>
            <a:r>
              <a:t>          "value_label": "16.4",</a:t>
            </a:r>
          </a:p>
          <a:p>
            <a:r>
              <a:t>          "yoy_label": "(-28.7%)",</a:t>
            </a:r>
          </a:p>
          <a:p>
            <a:r>
              <a:t>          "label": "16.4\n(-28.7%)"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"NV_FL_FLAKE",</a:t>
            </a:r>
          </a:p>
          <a:p>
            <a:r>
              <a:t>          "month": "2025-12",</a:t>
            </a:r>
          </a:p>
          <a:p>
            <a:r>
              <a:t>          "start": "2025-12-01",</a:t>
            </a:r>
          </a:p>
          <a:p>
            <a:r>
              <a:t>          "end": "2025-12-31",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50.80819,</a:t>
            </a:r>
          </a:p>
          <a:p>
            <a:r>
              <a:t>          "raw_mean": 1.638973870967742,</a:t>
            </a:r>
          </a:p>
          <a:p>
            <a:r>
              <a:t>          "value": 12.028406801242213,</a:t>
            </a:r>
          </a:p>
          <a:p>
            <a:r>
              <a:t>          "prior_start": "2024-12-01",</a:t>
            </a:r>
          </a:p>
          <a:p>
            <a:r>
              <a:t>          "prior_end": "2024-12-31",</a:t>
            </a:r>
          </a:p>
          <a:p>
            <a:r>
              <a:t>          "prior_days": 31,</a:t>
            </a:r>
          </a:p>
          <a:p>
            <a:r>
              <a:t>          "prior_raw_mean": 2.5553109677419354,</a:t>
            </a:r>
          </a:p>
          <a:p>
            <a:r>
              <a:t>          "prior_value": 18.753392209680236,</a:t>
            </a:r>
          </a:p>
          <a:p>
            <a:r>
              <a:t>          "yoy_fraction": -0.358601011126226,</a:t>
            </a:r>
          </a:p>
          <a:p>
            <a:r>
              <a:t>          "yoy_pct": -35.8601011126226,</a:t>
            </a:r>
          </a:p>
          <a:p>
            <a:r>
              <a:t>          "value_label": "12.0",</a:t>
            </a:r>
          </a:p>
          <a:p>
            <a:r>
              <a:t>          "yoy_label": "(-35.9%)",</a:t>
            </a:r>
          </a:p>
          <a:p>
            <a:r>
              <a:t>          "label": "12.0\n(-35.9%)"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"NV_FL_FLAKE",</a:t>
            </a:r>
          </a:p>
          <a:p>
            <a:r>
              <a:t>          "month": "2026-01",</a:t>
            </a:r>
          </a:p>
          <a:p>
            <a:r>
              <a:t>          "start": "2026-01-01",</a:t>
            </a:r>
          </a:p>
          <a:p>
            <a:r>
              <a:t>          "end": "2026-01-31",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63.74119,</a:t>
            </a:r>
          </a:p>
          <a:p>
            <a:r>
              <a:t>          "raw_mean": 2.0561674193548387,</a:t>
            </a:r>
          </a:p>
          <a:p>
            <a:r>
              <a:t>          "value": 15.090184541414919,</a:t>
            </a:r>
          </a:p>
          <a:p>
            <a:r>
              <a:t>          "prior_start": "2025-01-01",</a:t>
            </a:r>
          </a:p>
          <a:p>
            <a:r>
              <a:t>          "prior_end": "2025-01-31",</a:t>
            </a:r>
          </a:p>
          <a:p>
            <a:r>
              <a:t>          "prior_days": 31,</a:t>
            </a:r>
          </a:p>
          <a:p>
            <a:r>
              <a:t>          "prior_raw_mean": 2.2498654838709675,</a:t>
            </a:r>
          </a:p>
          <a:p>
            <a:r>
              <a:t>          "prior_value": 16.511731985144188,</a:t>
            </a:r>
          </a:p>
          <a:p>
            <a:r>
              <a:t>          "yoy_fraction": -0.08609317574971864,</a:t>
            </a:r>
          </a:p>
          <a:p>
            <a:r>
              <a:t>          "yoy_pct": -8.609317574971865,</a:t>
            </a:r>
          </a:p>
          <a:p>
            <a:r>
              <a:t>          "value_label": "15.1",</a:t>
            </a:r>
          </a:p>
          <a:p>
            <a:r>
              <a:t>          "yoy_label": "(-8.6%)",</a:t>
            </a:r>
          </a:p>
          <a:p>
            <a:r>
              <a:t>          "label": "15.1\n(-8.6%)"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"NV_FL_FLAKE",</a:t>
            </a:r>
          </a:p>
          <a:p>
            <a:r>
              <a:t>          "month": "2026-02",</a:t>
            </a:r>
          </a:p>
          <a:p>
            <a:r>
              <a:t>          "start": "2026-02-01",</a:t>
            </a:r>
          </a:p>
          <a:p>
            <a:r>
              <a:t>          "end": "2026-02-28",</a:t>
            </a:r>
          </a:p>
          <a:p>
            <a:r>
              <a:t>          "days": 28,</a:t>
            </a:r>
          </a:p>
          <a:p>
            <a:r>
              <a:t>          "partial": false,</a:t>
            </a:r>
          </a:p>
          <a:p>
            <a:r>
              <a:t>          "raw_sum": 51.73199,</a:t>
            </a:r>
          </a:p>
          <a:p>
            <a:r>
              <a:t>          "raw_mean": 1.8475710714285716,</a:t>
            </a:r>
          </a:p>
          <a:p>
            <a:r>
              <a:t>          "value": 13.559298799698306,</a:t>
            </a:r>
          </a:p>
          <a:p>
            <a:r>
              <a:t>          "prior_start": "2025-02-01",</a:t>
            </a:r>
          </a:p>
          <a:p>
            <a:r>
              <a:t>          "prior_end": "2025-02-28",</a:t>
            </a:r>
          </a:p>
          <a:p>
            <a:r>
              <a:t>          "prior_days": 28,</a:t>
            </a:r>
          </a:p>
          <a:p>
            <a:r>
              <a:t>          "prior_raw_mean": 2.6888767857142857,</a:t>
            </a:r>
          </a:p>
          <a:p>
            <a:r>
              <a:t>          "prior_value": 19.733629919243892,</a:t>
            </a:r>
          </a:p>
          <a:p>
            <a:r>
              <a:t>          "yoy_fraction": -0.3128836987828826,</a:t>
            </a:r>
          </a:p>
          <a:p>
            <a:r>
              <a:t>          "yoy_pct": -31.288369878288258,</a:t>
            </a:r>
          </a:p>
          <a:p>
            <a:r>
              <a:t>          "value_label": "13.6",</a:t>
            </a:r>
          </a:p>
          <a:p>
            <a:r>
              <a:t>          "yoy_label": "(-31.3%)",</a:t>
            </a:r>
          </a:p>
          <a:p>
            <a:r>
              <a:t>          "label": "13.6\n(-31.3%)"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"NV_FL_FLAKE",</a:t>
            </a:r>
          </a:p>
          <a:p>
            <a:r>
              <a:t>          "month": "2026-03",</a:t>
            </a:r>
          </a:p>
          <a:p>
            <a:r>
              <a:t>          "start": "2026-03-01",</a:t>
            </a:r>
          </a:p>
          <a:p>
            <a:r>
              <a:t>          "end": "2026-03-31",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56.8128,</a:t>
            </a:r>
          </a:p>
          <a:p>
            <a:r>
              <a:t>          "raw_mean": 1.8326709677419355,</a:t>
            </a:r>
          </a:p>
          <a:p>
            <a:r>
              <a:t>          "value": 13.449947142726666,</a:t>
            </a:r>
          </a:p>
          <a:p>
            <a:r>
              <a:t>          "prior_start": "2025-03-01",</a:t>
            </a:r>
          </a:p>
          <a:p>
            <a:r>
              <a:t>          "prior_end": "2025-03-31",</a:t>
            </a:r>
          </a:p>
          <a:p>
            <a:r>
              <a:t>          "prior_days": 31,</a:t>
            </a:r>
          </a:p>
          <a:p>
            <a:r>
              <a:t>          "prior_raw_mean": 3.665345806451613,</a:t>
            </a:r>
          </a:p>
          <a:p>
            <a:r>
              <a:t>          "prior_value": 26.899922694432593,</a:t>
            </a:r>
          </a:p>
          <a:p>
            <a:r>
              <a:t>          "yoy_fraction": -0.5000005280494592,</a:t>
            </a:r>
          </a:p>
          <a:p>
            <a:r>
              <a:t>          "yoy_pct": -50.000052804945916,</a:t>
            </a:r>
          </a:p>
          <a:p>
            <a:r>
              <a:t>          "value_label": "13.4",</a:t>
            </a:r>
          </a:p>
          <a:p>
            <a:r>
              <a:t>          "yoy_label": "(-50.0%)",</a:t>
            </a:r>
          </a:p>
          <a:p>
            <a:r>
              <a:t>          "label": "13.4\n(-50.0%)"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"NV_FL_FLAKE",</a:t>
            </a:r>
          </a:p>
          <a:p>
            <a:r>
              <a:t>          "month": "2026-04",</a:t>
            </a:r>
          </a:p>
          <a:p>
            <a:r>
              <a:t>          "start": "2026-04-01",</a:t>
            </a:r>
          </a:p>
          <a:p>
            <a:r>
              <a:t>          "end": "2026-04-30",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61.66268,</a:t>
            </a:r>
          </a:p>
          <a:p>
            <a:r>
              <a:t>          "raw_mean": 2.055422666666667,</a:t>
            </a:r>
          </a:p>
          <a:p>
            <a:r>
              <a:t>          "value": 15.084718811632197,</a:t>
            </a:r>
          </a:p>
          <a:p>
            <a:r>
              <a:t>          "prior_start": "2025-04-01",</a:t>
            </a:r>
          </a:p>
          <a:p>
            <a:r>
              <a:t>          "prior_end": "2025-04-30",</a:t>
            </a:r>
          </a:p>
          <a:p>
            <a:r>
              <a:t>          "prior_days": 30,</a:t>
            </a:r>
          </a:p>
          <a:p>
            <a:r>
              <a:t>          "prior_raw_mean": 3.3487243333333336,</a:t>
            </a:r>
          </a:p>
          <a:p>
            <a:r>
              <a:t>          "prior_value": 24.576242037811436,</a:t>
            </a:r>
          </a:p>
          <a:p>
            <a:r>
              <a:t>          "yoy_fraction": -0.3862072651944177,</a:t>
            </a:r>
          </a:p>
          <a:p>
            <a:r>
              <a:t>          "yoy_pct": -38.620726519441774,</a:t>
            </a:r>
          </a:p>
          <a:p>
            <a:r>
              <a:t>          "value_label": "15.1",</a:t>
            </a:r>
          </a:p>
          <a:p>
            <a:r>
              <a:t>          "yoy_label": "(-38.6%)",</a:t>
            </a:r>
          </a:p>
          <a:p>
            <a:r>
              <a:t>          "label": "15.1\n(-38.6%)"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"NV_FL_FLAKE",</a:t>
            </a:r>
          </a:p>
          <a:p>
            <a:r>
              <a:t>          "month": "2026-05",</a:t>
            </a:r>
          </a:p>
          <a:p>
            <a:r>
              <a:t>          "start": "2026-05-01",</a:t>
            </a:r>
          </a:p>
          <a:p>
            <a:r>
              <a:t>          "end": "2026-05-31",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96.30469,</a:t>
            </a:r>
          </a:p>
          <a:p>
            <a:r>
              <a:t>          "raw_mean": 3.1066029032258062,</a:t>
            </a:r>
          </a:p>
          <a:p>
            <a:r>
              <a:t>          "value": 22.7993161769298,</a:t>
            </a:r>
          </a:p>
          <a:p>
            <a:r>
              <a:t>          "prior_start": "2025-05-01",</a:t>
            </a:r>
          </a:p>
          <a:p>
            <a:r>
              <a:t>          "prior_end": "2025-05-31",</a:t>
            </a:r>
          </a:p>
          <a:p>
            <a:r>
              <a:t>          "prior_days": 31,</a:t>
            </a:r>
          </a:p>
          <a:p>
            <a:r>
              <a:t>          "prior_raw_mean": 2.965055806451613,</a:t>
            </a:r>
          </a:p>
          <a:p>
            <a:r>
              <a:t>          "prior_value": 21.760503971504278,</a:t>
            </a:r>
          </a:p>
          <a:p>
            <a:r>
              <a:t>          "yoy_fraction": 0.047738425855663236,</a:t>
            </a:r>
          </a:p>
          <a:p>
            <a:r>
              <a:t>          "yoy_pct": 4.773842585566324,</a:t>
            </a:r>
          </a:p>
          <a:p>
            <a:r>
              <a:t>          "value_label": "22.8",</a:t>
            </a:r>
          </a:p>
          <a:p>
            <a:r>
              <a:t>          "yoy_label": "(+4.8%)",</a:t>
            </a:r>
          </a:p>
          <a:p>
            <a:r>
              <a:t>          "label": "22.8\n(+4.8%)"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"NV_FL_FLAKE",</a:t>
            </a:r>
          </a:p>
          <a:p>
            <a:r>
              <a:t>          "month": "2026-06",</a:t>
            </a:r>
          </a:p>
          <a:p>
            <a:r>
              <a:t>          "start": "2026-06-01",</a:t>
            </a:r>
          </a:p>
          <a:p>
            <a:r>
              <a:t>          "end": "2026-06-30",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93.30239,</a:t>
            </a:r>
          </a:p>
          <a:p>
            <a:r>
              <a:t>          "raw_mean": 3.1100796666666666,</a:t>
            </a:r>
          </a:p>
          <a:p>
            <a:r>
              <a:t>          "value": 22.824832096224878,</a:t>
            </a:r>
          </a:p>
          <a:p>
            <a:r>
              <a:t>          "prior_start": "2025-06-01",</a:t>
            </a:r>
          </a:p>
          <a:p>
            <a:r>
              <a:t>          "prior_end": "2025-06-30",</a:t>
            </a:r>
          </a:p>
          <a:p>
            <a:r>
              <a:t>          "prior_days": 30,</a:t>
            </a:r>
          </a:p>
          <a:p>
            <a:r>
              <a:t>          "prior_raw_mean": 2.832942666666667,</a:t>
            </a:r>
          </a:p>
          <a:p>
            <a:r>
              <a:t>          "prior_value": 20.790927447270608,</a:t>
            </a:r>
          </a:p>
          <a:p>
            <a:r>
              <a:t>          "yoy_fraction": 0.09782654737806218,</a:t>
            </a:r>
          </a:p>
          <a:p>
            <a:r>
              <a:t>          "yoy_pct": 9.782654737806219,</a:t>
            </a:r>
          </a:p>
          <a:p>
            <a:r>
              <a:t>          "value_label": "22.8",</a:t>
            </a:r>
          </a:p>
          <a:p>
            <a:r>
              <a:t>          "yoy_label": "(+9.8%)",</a:t>
            </a:r>
          </a:p>
          <a:p>
            <a:r>
              <a:t>          "label": "22.8\n(+9.8%)"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"NV_FL_FLAKE",</a:t>
            </a:r>
          </a:p>
          <a:p>
            <a:r>
              <a:t>          "month": "2026-07",</a:t>
            </a:r>
          </a:p>
          <a:p>
            <a:r>
              <a:t>          "start": "2026-07-01",</a:t>
            </a:r>
          </a:p>
          <a:p>
            <a:r>
              <a:t>          "end": "2026-07-31",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85.45018,</a:t>
            </a:r>
          </a:p>
          <a:p>
            <a:r>
              <a:t>          "raw_mean": 2.756457419354839,</a:t>
            </a:r>
          </a:p>
          <a:p>
            <a:r>
              <a:t>          "value": 20.229603264343236,</a:t>
            </a:r>
          </a:p>
          <a:p>
            <a:r>
              <a:t>          "prior_start": "2025-07-01",</a:t>
            </a:r>
          </a:p>
          <a:p>
            <a:r>
              <a:t>          "prior_end": "2025-07-31",</a:t>
            </a:r>
          </a:p>
          <a:p>
            <a:r>
              <a:t>          "prior_days": 31,</a:t>
            </a:r>
          </a:p>
          <a:p>
            <a:r>
              <a:t>          "prior_raw_mean": 2.413762580645161,</a:t>
            </a:r>
          </a:p>
          <a:p>
            <a:r>
              <a:t>          "prior_value": 17.714570534594962,</a:t>
            </a:r>
          </a:p>
          <a:p>
            <a:r>
              <a:t>          "yoy_fraction": 0.1419753713383365,</a:t>
            </a:r>
          </a:p>
          <a:p>
            <a:r>
              <a:t>          "yoy_pct": 14.197537133833649,</a:t>
            </a:r>
          </a:p>
          <a:p>
            <a:r>
              <a:t>          "value_label": "20.2",</a:t>
            </a:r>
          </a:p>
          <a:p>
            <a:r>
              <a:t>          "yoy_label": "(+14.2%)",</a:t>
            </a:r>
          </a:p>
          <a:p>
            <a:r>
              <a:t>          "label": "20.2\n(+14.2%)"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"NV_FL_FLAKE",</a:t>
            </a:r>
          </a:p>
          <a:p>
            <a:r>
              <a:t>          "month": "2026-08",</a:t>
            </a:r>
          </a:p>
          <a:p>
            <a:r>
              <a:t>          "start": "2026-08-01",</a:t>
            </a:r>
          </a:p>
          <a:p>
            <a:r>
              <a:t>          "end": "2026-08-31",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90.30007,</a:t>
            </a:r>
          </a:p>
          <a:p>
            <a:r>
              <a:t>          "raw_mean": 2.912905483870968,</a:t>
            </a:r>
          </a:p>
          <a:p>
            <a:r>
              <a:t>          "value": 21.37777346803041,</a:t>
            </a:r>
          </a:p>
          <a:p>
            <a:r>
              <a:t>          "prior_start": "2025-08-01",</a:t>
            </a:r>
          </a:p>
          <a:p>
            <a:r>
              <a:t>          "prior_end": "2025-08-31",</a:t>
            </a:r>
          </a:p>
          <a:p>
            <a:r>
              <a:t>          "prior_days": 31,</a:t>
            </a:r>
          </a:p>
          <a:p>
            <a:r>
              <a:t>          "prior_raw_mean": 2.6745087096774194,</a:t>
            </a:r>
          </a:p>
          <a:p>
            <a:r>
              <a:t>          "prior_value": 19.628182805910374,</a:t>
            </a:r>
          </a:p>
          <a:p>
            <a:r>
              <a:t>          "yoy_fraction": 0.08913666025125888,</a:t>
            </a:r>
          </a:p>
          <a:p>
            <a:r>
              <a:t>          "yoy_pct": 8.913666025125888,</a:t>
            </a:r>
          </a:p>
          <a:p>
            <a:r>
              <a:t>          "value_label": "21.4",</a:t>
            </a:r>
          </a:p>
          <a:p>
            <a:r>
              <a:t>          "yoy_label": "(+8.9%)",</a:t>
            </a:r>
          </a:p>
          <a:p>
            <a:r>
              <a:t>          "label": "21.4\n(+8.9%)"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"NV_FL_FLAKE",</a:t>
            </a:r>
          </a:p>
          <a:p>
            <a:r>
              <a:t>          "month": "2026-09",</a:t>
            </a:r>
          </a:p>
          <a:p>
            <a:r>
              <a:t>          "start": "2026-09-01",</a:t>
            </a:r>
          </a:p>
          <a:p>
            <a:r>
              <a:t>          "end": "2026-09-30",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56.58183,</a:t>
            </a:r>
          </a:p>
          <a:p>
            <a:r>
              <a:t>          "raw_mean": 1.886061,</a:t>
            </a:r>
          </a:p>
          <a:p>
            <a:r>
              <a:t>          "value": 13.841775858551314,</a:t>
            </a:r>
          </a:p>
          <a:p>
            <a:r>
              <a:t>          "prior_start": "2025-09-01",</a:t>
            </a:r>
          </a:p>
          <a:p>
            <a:r>
              <a:t>          "prior_end": "2025-09-30",</a:t>
            </a:r>
          </a:p>
          <a:p>
            <a:r>
              <a:t>          "prior_days": 30,</a:t>
            </a:r>
          </a:p>
          <a:p>
            <a:r>
              <a:t>          "prior_raw_mean": 2.07082,</a:t>
            </a:r>
          </a:p>
          <a:p>
            <a:r>
              <a:t>          "prior_value": 15.197719630173802,</a:t>
            </a:r>
          </a:p>
          <a:p>
            <a:r>
              <a:t>          "yoy_fraction": -0.08922021228305699,</a:t>
            </a:r>
          </a:p>
          <a:p>
            <a:r>
              <a:t>          "yoy_pct": -8.922021228305699,</a:t>
            </a:r>
          </a:p>
          <a:p>
            <a:r>
              <a:t>          "value_label": "13.8",</a:t>
            </a:r>
          </a:p>
          <a:p>
            <a:r>
              <a:t>          "yoy_label": "(-8.9%)",</a:t>
            </a:r>
          </a:p>
          <a:p>
            <a:r>
              <a:t>          "label": "13.8\n(-8.9%)"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"NV_FL_FLAKE",</a:t>
            </a:r>
          </a:p>
          <a:p>
            <a:r>
              <a:t>          "month": "2026-10",</a:t>
            </a:r>
          </a:p>
          <a:p>
            <a:r>
              <a:t>          "start": "2026-10-01",</a:t>
            </a:r>
          </a:p>
          <a:p>
            <a:r>
              <a:t>          "end": "2026-10-19",</a:t>
            </a:r>
          </a:p>
          <a:p>
            <a:r>
              <a:t>          "days": 19,</a:t>
            </a:r>
          </a:p>
          <a:p>
            <a:r>
              <a:t>          "partial": true,</a:t>
            </a:r>
          </a:p>
          <a:p>
            <a:r>
              <a:t>          "raw_sum": 31.8706,</a:t>
            </a:r>
          </a:p>
          <a:p>
            <a:r>
              <a:t>          "raw_mean": 1.6774,</a:t>
            </a:r>
          </a:p>
          <a:p>
            <a:r>
              <a:t>          "value": 12.310415636150674,</a:t>
            </a:r>
          </a:p>
          <a:p>
            <a:r>
              <a:t>          "prior_start": "2025-10-01",</a:t>
            </a:r>
          </a:p>
          <a:p>
            <a:r>
              <a:t>          "prior_end": "2025-10-19",</a:t>
            </a:r>
          </a:p>
          <a:p>
            <a:r>
              <a:t>          "prior_days": 19,</a:t>
            </a:r>
          </a:p>
          <a:p>
            <a:r>
              <a:t>          "prior_raw_mean": 1.956966842105263,</a:t>
            </a:r>
          </a:p>
          <a:p>
            <a:r>
              <a:t>          "prior_value": 14.362152863050575,</a:t>
            </a:r>
          </a:p>
          <a:p>
            <a:r>
              <a:t>          "yoy_fraction": -0.1428572196984752,</a:t>
            </a:r>
          </a:p>
          <a:p>
            <a:r>
              <a:t>          "yoy_pct": -14.28572196984752,</a:t>
            </a:r>
          </a:p>
          <a:p>
            <a:r>
              <a:t>          "value_label": "12.3",</a:t>
            </a:r>
          </a:p>
          <a:p>
            <a:r>
              <a:t>          "yoy_label": "(-14.3%)",</a:t>
            </a:r>
          </a:p>
          <a:p>
            <a:r>
              <a:t>          "label": "12.3\n(-14.3%)"</a:t>
            </a:r>
          </a:p>
          <a:p>
            <a:r>
              <a:t>        }</a:t>
            </a:r>
          </a:p>
          <a:p>
            <a:r>
              <a:t>      ]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"formulas": {</a:t>
            </a:r>
          </a:p>
          <a:p>
            <a:r>
              <a:t>    "normalization": "raw_ratio/group_raw_max*100",</a:t>
            </a:r>
          </a:p>
          <a:p>
            <a:r>
              <a:t>    "monthly_average": "AVERAGE(normalized daily within actual start-end)",</a:t>
            </a:r>
          </a:p>
          <a:p>
            <a:r>
              <a:t>    "year_over_year": "current_mean/prior_same_period_mean-1",</a:t>
            </a:r>
          </a:p>
          <a:p>
            <a:r>
              <a:t>    "october": "2026Oct1~20 vs2025Oct1~20;2025Octplotpointfull31days",</a:t>
            </a:r>
          </a:p>
          <a:p>
            <a:r>
              <a:t>    "some": "monthly_documents/actual_calendar_days_or_Oct20",</a:t>
            </a:r>
          </a:p>
          <a:p>
            <a:r>
              <a:t>    "pos": "monthly_kg/calendar_days"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"metric": "Naverrelativeinterestnotsearchcounts/sales/preferences",</a:t>
            </a:r>
          </a:p>
          <a:p>
            <a:r>
              <a:t>  "analysis_end": "2026-10-19",</a:t>
            </a:r>
          </a:p>
          <a:p>
            <a:r>
              <a:t>  "original_query_capture_end": "2026-10-20",</a:t>
            </a:r>
          </a:p>
          <a:p>
            <a:r>
              <a:t>  "method": "trimdailycacheto19,recomputegroupmaxandmonthlydailymean;nointerpolation",</a:t>
            </a:r>
          </a:p>
          <a:p>
            <a:r>
              <a:t>  "latest_comparison": [</a:t>
            </a:r>
          </a:p>
          <a:p>
            <a:r>
              <a:t>    "2025-10-01..19",</a:t>
            </a:r>
          </a:p>
          <a:p>
            <a:r>
              <a:t>    "2026-10-01..19"</a:t>
            </a:r>
          </a:p>
          <a:p>
            <a:r>
              <a:t>  ],</a:t>
            </a:r>
          </a:p>
          <a:p>
            <a:r>
              <a:t>  "key": "chicken_cooking",</a:t>
            </a:r>
          </a:p>
          <a:p>
            <a:r>
              <a:t>  "insight": "2026.10.1~19 전년비, 전기구이 24.3→26.1(+7.3%)만 상승,\n후라이드 -61.5%·오븐/로스트 -38.3% 등 나머지7개 묶음 하락",</a:t>
            </a:r>
          </a:p>
          <a:p>
            <a:r>
              <a:t>  "series": [</a:t>
            </a:r>
          </a:p>
          <a:p>
            <a:r>
              <a:t>    {</a:t>
            </a:r>
          </a:p>
          <a:p>
            <a:r>
              <a:t>      "id": "NV_XC01",</a:t>
            </a:r>
          </a:p>
          <a:p>
            <a:r>
              <a:t>      "label": "튀김·후라이드",</a:t>
            </a:r>
          </a:p>
          <a:p>
            <a:r>
              <a:t>      "points": [</a:t>
            </a:r>
          </a:p>
          <a:p>
            <a:r>
              <a:t>        {</a:t>
            </a:r>
          </a:p>
          <a:p>
            <a:r>
              <a:t>          "group_id": "NV_XC01",</a:t>
            </a:r>
          </a:p>
          <a:p>
            <a:r>
              <a:t>          "month": "2025-01",</a:t>
            </a:r>
          </a:p>
          <a:p>
            <a:r>
              <a:t>          "start": "2025-01-01",</a:t>
            </a:r>
          </a:p>
          <a:p>
            <a:r>
              <a:t>          "end": "2025-01-31",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300.64811,</a:t>
            </a:r>
          </a:p>
          <a:p>
            <a:r>
              <a:t>          "raw_mean": 9.698326129032257,</a:t>
            </a:r>
          </a:p>
          <a:p>
            <a:r>
              <a:t>          "value": 9.698326129032257,</a:t>
            </a:r>
          </a:p>
          <a:p>
            <a:r>
              <a:t>          "prior_start": "2024-01-01",</a:t>
            </a:r>
          </a:p>
          <a:p>
            <a:r>
              <a:t>          "prior_end": "2024-01-31",</a:t>
            </a:r>
          </a:p>
          <a:p>
            <a:r>
              <a:t>          "prior_days": 31,</a:t>
            </a:r>
          </a:p>
          <a:p>
            <a:r>
              <a:t>          "prior_raw_mean": 10.065016774193548,</a:t>
            </a:r>
          </a:p>
          <a:p>
            <a:r>
              <a:t>          "prior_value": 10.065016774193548,</a:t>
            </a:r>
          </a:p>
          <a:p>
            <a:r>
              <a:t>          "yoy_fraction": -0.03643219414213772,</a:t>
            </a:r>
          </a:p>
          <a:p>
            <a:r>
              <a:t>          "yoy_pct": -3.643219414213772,</a:t>
            </a:r>
          </a:p>
          <a:p>
            <a:r>
              <a:t>          "value_label": "9.7",</a:t>
            </a:r>
          </a:p>
          <a:p>
            <a:r>
              <a:t>          "yoy_label": "(-3.6%)",</a:t>
            </a:r>
          </a:p>
          <a:p>
            <a:r>
              <a:t>          "label": "9.7\n(-3.6%)"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"NV_XC01",</a:t>
            </a:r>
          </a:p>
          <a:p>
            <a:r>
              <a:t>          "month": "2025-02",</a:t>
            </a:r>
          </a:p>
          <a:p>
            <a:r>
              <a:t>          "start": "2025-02-01",</a:t>
            </a:r>
          </a:p>
          <a:p>
            <a:r>
              <a:t>          "end": "2025-02-28",</a:t>
            </a:r>
          </a:p>
          <a:p>
            <a:r>
              <a:t>          "days": 28,</a:t>
            </a:r>
          </a:p>
          <a:p>
            <a:r>
              <a:t>          "partial": false,</a:t>
            </a:r>
          </a:p>
          <a:p>
            <a:r>
              <a:t>          "raw_sum": 225.79511,</a:t>
            </a:r>
          </a:p>
          <a:p>
            <a:r>
              <a:t>          "raw_mean": 8.064111071428572,</a:t>
            </a:r>
          </a:p>
          <a:p>
            <a:r>
              <a:t>          "value": 8.064111071428572,</a:t>
            </a:r>
          </a:p>
          <a:p>
            <a:r>
              <a:t>          "prior_start": "2024-02-01",</a:t>
            </a:r>
          </a:p>
          <a:p>
            <a:r>
              <a:t>          "prior_end": "2024-02-29",</a:t>
            </a:r>
          </a:p>
          <a:p>
            <a:r>
              <a:t>          "prior_days": 29,</a:t>
            </a:r>
          </a:p>
          <a:p>
            <a:r>
              <a:t>          "prior_raw_mean": 9.60817172413793,</a:t>
            </a:r>
          </a:p>
          <a:p>
            <a:r>
              <a:t>          "prior_value": 9.60817172413793,</a:t>
            </a:r>
          </a:p>
          <a:p>
            <a:r>
              <a:t>          "yoy_fraction": -0.16070285763422865,</a:t>
            </a:r>
          </a:p>
          <a:p>
            <a:r>
              <a:t>          "yoy_pct": -16.070285763422866,</a:t>
            </a:r>
          </a:p>
          <a:p>
            <a:r>
              <a:t>          "value_label": "8.1",</a:t>
            </a:r>
          </a:p>
          <a:p>
            <a:r>
              <a:t>          "yoy_label": "(-16.1%)",</a:t>
            </a:r>
          </a:p>
          <a:p>
            <a:r>
              <a:t>          "label": "8.1\n(-16.1%)"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"NV_XC01",</a:t>
            </a:r>
          </a:p>
          <a:p>
            <a:r>
              <a:t>          "month": "2025-03",</a:t>
            </a:r>
          </a:p>
          <a:p>
            <a:r>
              <a:t>          "start": "2025-03-01",</a:t>
            </a:r>
          </a:p>
          <a:p>
            <a:r>
              <a:t>          "end": "2025-03-31",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269.63651,</a:t>
            </a:r>
          </a:p>
          <a:p>
            <a:r>
              <a:t>          "raw_mean": 8.69795193548387,</a:t>
            </a:r>
          </a:p>
          <a:p>
            <a:r>
              <a:t>          "value": 8.69795193548387,</a:t>
            </a:r>
          </a:p>
          <a:p>
            <a:r>
              <a:t>          "prior_start": "2024-03-01",</a:t>
            </a:r>
          </a:p>
          <a:p>
            <a:r>
              <a:t>          "prior_end": "2024-03-31",</a:t>
            </a:r>
          </a:p>
          <a:p>
            <a:r>
              <a:t>          "prior_days": 31,</a:t>
            </a:r>
          </a:p>
          <a:p>
            <a:r>
              <a:t>          "prior_raw_mean": 9.479479032258064,</a:t>
            </a:r>
          </a:p>
          <a:p>
            <a:r>
              <a:t>          "prior_value": 9.479479032258064,</a:t>
            </a:r>
          </a:p>
          <a:p>
            <a:r>
              <a:t>          "yoy_fraction": -0.08244409783646411,</a:t>
            </a:r>
          </a:p>
          <a:p>
            <a:r>
              <a:t>          "yoy_pct": -8.244409783646411,</a:t>
            </a:r>
          </a:p>
          <a:p>
            <a:r>
              <a:t>          "value_label": "8.7",</a:t>
            </a:r>
          </a:p>
          <a:p>
            <a:r>
              <a:t>          "yoy_label": "(-8.2%)",</a:t>
            </a:r>
          </a:p>
          <a:p>
            <a:r>
              <a:t>          "label": "8.7\n(-8.2%)"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"NV_XC01",</a:t>
            </a:r>
          </a:p>
          <a:p>
            <a:r>
              <a:t>          "month": "2025-04",</a:t>
            </a:r>
          </a:p>
          <a:p>
            <a:r>
              <a:t>          "start": "2025-04-01",</a:t>
            </a:r>
          </a:p>
          <a:p>
            <a:r>
              <a:t>          "end": "2025-04-30",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224.42323,</a:t>
            </a:r>
          </a:p>
          <a:p>
            <a:r>
              <a:t>          "raw_mean": 7.480774333333333,</a:t>
            </a:r>
          </a:p>
          <a:p>
            <a:r>
              <a:t>          "value": 7.480774333333333,</a:t>
            </a:r>
          </a:p>
          <a:p>
            <a:r>
              <a:t>          "prior_start": "2024-04-01",</a:t>
            </a:r>
          </a:p>
          <a:p>
            <a:r>
              <a:t>          "prior_end": "2024-04-30",</a:t>
            </a:r>
          </a:p>
          <a:p>
            <a:r>
              <a:t>          "prior_days": 30,</a:t>
            </a:r>
          </a:p>
          <a:p>
            <a:r>
              <a:t>          "prior_raw_mean": 8.736615,</a:t>
            </a:r>
          </a:p>
          <a:p>
            <a:r>
              <a:t>          "prior_value": 8.736615,</a:t>
            </a:r>
          </a:p>
          <a:p>
            <a:r>
              <a:t>          "yoy_fraction": -0.1437445356887842,</a:t>
            </a:r>
          </a:p>
          <a:p>
            <a:r>
              <a:t>          "yoy_pct": -14.37445356887842,</a:t>
            </a:r>
          </a:p>
          <a:p>
            <a:r>
              <a:t>          "value_label": "7.5",</a:t>
            </a:r>
          </a:p>
          <a:p>
            <a:r>
              <a:t>          "yoy_label": "(-14.4%)",</a:t>
            </a:r>
          </a:p>
          <a:p>
            <a:r>
              <a:t>          "label": "7.5\n(-14.4%)"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"NV_XC01",</a:t>
            </a:r>
          </a:p>
          <a:p>
            <a:r>
              <a:t>          "month": "2025-05",</a:t>
            </a:r>
          </a:p>
          <a:p>
            <a:r>
              <a:t>          "start": "2025-05-01",</a:t>
            </a:r>
          </a:p>
          <a:p>
            <a:r>
              <a:t>          "end": "2025-05-31",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384.3056,</a:t>
            </a:r>
          </a:p>
          <a:p>
            <a:r>
              <a:t>          "raw_mean": 12.396954838709679,</a:t>
            </a:r>
          </a:p>
          <a:p>
            <a:r>
              <a:t>          "value": 12.396954838709679,</a:t>
            </a:r>
          </a:p>
          <a:p>
            <a:r>
              <a:t>          "prior_start": "2024-05-01",</a:t>
            </a:r>
          </a:p>
          <a:p>
            <a:r>
              <a:t>          "prior_end": "2024-05-31",</a:t>
            </a:r>
          </a:p>
          <a:p>
            <a:r>
              <a:t>          "prior_days": 31,</a:t>
            </a:r>
          </a:p>
          <a:p>
            <a:r>
              <a:t>          "prior_raw_mean": 10.216263548387095,</a:t>
            </a:r>
          </a:p>
          <a:p>
            <a:r>
              <a:t>          "prior_value": 10.216263548387095,</a:t>
            </a:r>
          </a:p>
          <a:p>
            <a:r>
              <a:t>          "yoy_fraction": 0.21345292043360242,</a:t>
            </a:r>
          </a:p>
          <a:p>
            <a:r>
              <a:t>          "yoy_pct": 21.345292043360242,</a:t>
            </a:r>
          </a:p>
          <a:p>
            <a:r>
              <a:t>          "value_label": "12.4",</a:t>
            </a:r>
          </a:p>
          <a:p>
            <a:r>
              <a:t>          "yoy_label": "(+21.3%)",</a:t>
            </a:r>
          </a:p>
          <a:p>
            <a:r>
              <a:t>          "label": "12.4\n(+21.3%)"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"NV_XC01",</a:t>
            </a:r>
          </a:p>
          <a:p>
            <a:r>
              <a:t>          "month": "2025-06",</a:t>
            </a:r>
          </a:p>
          <a:p>
            <a:r>
              <a:t>          "start": "2025-06-01",</a:t>
            </a:r>
          </a:p>
          <a:p>
            <a:r>
              <a:t>          "end": "2025-06-30",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248.96712,</a:t>
            </a:r>
          </a:p>
          <a:p>
            <a:r>
              <a:t>          "raw_mean": 8.298904,</a:t>
            </a:r>
          </a:p>
          <a:p>
            <a:r>
              <a:t>          "value": 8.298904,</a:t>
            </a:r>
          </a:p>
          <a:p>
            <a:r>
              <a:t>          "prior_start": "2024-06-01",</a:t>
            </a:r>
          </a:p>
          <a:p>
            <a:r>
              <a:t>          "prior_end": "2024-06-30",</a:t>
            </a:r>
          </a:p>
          <a:p>
            <a:r>
              <a:t>          "prior_days": 30,</a:t>
            </a:r>
          </a:p>
          <a:p>
            <a:r>
              <a:t>          "prior_raw_mean": 10.308049666666667,</a:t>
            </a:r>
          </a:p>
          <a:p>
            <a:r>
              <a:t>          "prior_value": 10.308049666666667,</a:t>
            </a:r>
          </a:p>
          <a:p>
            <a:r>
              <a:t>          "yoy_fraction": -0.19491035953810731,</a:t>
            </a:r>
          </a:p>
          <a:p>
            <a:r>
              <a:t>          "yoy_pct": -19.49103595381073,</a:t>
            </a:r>
          </a:p>
          <a:p>
            <a:r>
              <a:t>          "value_label": "8.3",</a:t>
            </a:r>
          </a:p>
          <a:p>
            <a:r>
              <a:t>          "yoy_label": "(-19.5%)",</a:t>
            </a:r>
          </a:p>
          <a:p>
            <a:r>
              <a:t>          "label": "8.3\n(-19.5%)"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"NV_XC01",</a:t>
            </a:r>
          </a:p>
          <a:p>
            <a:r>
              <a:t>          "month": "2025-07",</a:t>
            </a:r>
          </a:p>
          <a:p>
            <a:r>
              <a:t>          "start": "2025-07-01",</a:t>
            </a:r>
          </a:p>
          <a:p>
            <a:r>
              <a:t>          "end": "2025-07-31",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287.93894,</a:t>
            </a:r>
          </a:p>
          <a:p>
            <a:r>
              <a:t>          "raw_mean": 9.288352903225807,</a:t>
            </a:r>
          </a:p>
          <a:p>
            <a:r>
              <a:t>          "value": 9.288352903225807,</a:t>
            </a:r>
          </a:p>
          <a:p>
            <a:r>
              <a:t>          "prior_start": "2024-07-01",</a:t>
            </a:r>
          </a:p>
          <a:p>
            <a:r>
              <a:t>          "prior_end": "2024-07-31",</a:t>
            </a:r>
          </a:p>
          <a:p>
            <a:r>
              <a:t>          "prior_days": 31,</a:t>
            </a:r>
          </a:p>
          <a:p>
            <a:r>
              <a:t>          "prior_raw_mean": 9.352547741935485,</a:t>
            </a:r>
          </a:p>
          <a:p>
            <a:r>
              <a:t>          "prior_value": 9.352547741935485,</a:t>
            </a:r>
          </a:p>
          <a:p>
            <a:r>
              <a:t>          "yoy_fraction": -0.006863887839015037,</a:t>
            </a:r>
          </a:p>
          <a:p>
            <a:r>
              <a:t>          "yoy_pct": -0.6863887839015037,</a:t>
            </a:r>
          </a:p>
          <a:p>
            <a:r>
              <a:t>          "value_label": "9.3",</a:t>
            </a:r>
          </a:p>
          <a:p>
            <a:r>
              <a:t>          "yoy_label": "(-0.7%)",</a:t>
            </a:r>
          </a:p>
          <a:p>
            <a:r>
              <a:t>          "label": "9.3\n(-0.7%)"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"NV_XC01",</a:t>
            </a:r>
          </a:p>
          <a:p>
            <a:r>
              <a:t>          "month": "2025-08",</a:t>
            </a:r>
          </a:p>
          <a:p>
            <a:r>
              <a:t>          "start": "2025-08-01",</a:t>
            </a:r>
          </a:p>
          <a:p>
            <a:r>
              <a:t>          "end": "2025-08-31",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273.63167,</a:t>
            </a:r>
          </a:p>
          <a:p>
            <a:r>
              <a:t>          "raw_mean": 8.826828064516128,</a:t>
            </a:r>
          </a:p>
          <a:p>
            <a:r>
              <a:t>          "value": 8.826828064516128,</a:t>
            </a:r>
          </a:p>
          <a:p>
            <a:r>
              <a:t>          "prior_start": "2024-08-01",</a:t>
            </a:r>
          </a:p>
          <a:p>
            <a:r>
              <a:t>          "prior_end": "2024-08-31",</a:t>
            </a:r>
          </a:p>
          <a:p>
            <a:r>
              <a:t>          "prior_days": 31,</a:t>
            </a:r>
          </a:p>
          <a:p>
            <a:r>
              <a:t>          "prior_raw_mean": 9.099657741935482,</a:t>
            </a:r>
          </a:p>
          <a:p>
            <a:r>
              <a:t>          "prior_value": 9.099657741935482,</a:t>
            </a:r>
          </a:p>
          <a:p>
            <a:r>
              <a:t>          "yoy_fraction": -0.029982410894645817,</a:t>
            </a:r>
          </a:p>
          <a:p>
            <a:r>
              <a:t>          "yoy_pct": -2.9982410894645817,</a:t>
            </a:r>
          </a:p>
          <a:p>
            <a:r>
              <a:t>          "value_label": "8.8",</a:t>
            </a:r>
          </a:p>
          <a:p>
            <a:r>
              <a:t>          "yoy_label": "(-3.0%)",</a:t>
            </a:r>
          </a:p>
          <a:p>
            <a:r>
              <a:t>          "label": "8.8\n(-3.0%)"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"NV_XC01",</a:t>
            </a:r>
          </a:p>
          <a:p>
            <a:r>
              <a:t>          "month": "2025-09",</a:t>
            </a:r>
          </a:p>
          <a:p>
            <a:r>
              <a:t>          "start": "2025-09-01",</a:t>
            </a:r>
          </a:p>
          <a:p>
            <a:r>
              <a:t>          "end": "2025-09-30",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236.72534,</a:t>
            </a:r>
          </a:p>
          <a:p>
            <a:r>
              <a:t>          "raw_mean": 7.890844666666666,</a:t>
            </a:r>
          </a:p>
          <a:p>
            <a:r>
              <a:t>          "value": 7.890844666666666,</a:t>
            </a:r>
          </a:p>
          <a:p>
            <a:r>
              <a:t>          "prior_start": "2024-09-01",</a:t>
            </a:r>
          </a:p>
          <a:p>
            <a:r>
              <a:t>          "prior_end": "2024-09-30",</a:t>
            </a:r>
          </a:p>
          <a:p>
            <a:r>
              <a:t>          "prior_days": 30,</a:t>
            </a:r>
          </a:p>
          <a:p>
            <a:r>
              <a:t>          "prior_raw_mean": 10.110553000000001,</a:t>
            </a:r>
          </a:p>
          <a:p>
            <a:r>
              <a:t>          "prior_value": 10.110553000000001,</a:t>
            </a:r>
          </a:p>
          <a:p>
            <a:r>
              <a:t>          "yoy_fraction": -0.21954371173696774,</a:t>
            </a:r>
          </a:p>
          <a:p>
            <a:r>
              <a:t>          "yoy_pct": -21.954371173696774,</a:t>
            </a:r>
          </a:p>
          <a:p>
            <a:r>
              <a:t>          "value_label": "7.9",</a:t>
            </a:r>
          </a:p>
          <a:p>
            <a:r>
              <a:t>          "yoy_label": "(-22.0%)",</a:t>
            </a:r>
          </a:p>
          <a:p>
            <a:r>
              <a:t>          "label": "7.9\n(-22.0%)"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"NV_XC01",</a:t>
            </a:r>
          </a:p>
          <a:p>
            <a:r>
              <a:t>          "month": "2025-10",</a:t>
            </a:r>
          </a:p>
          <a:p>
            <a:r>
              <a:t>          "start": "2025-10-01",</a:t>
            </a:r>
          </a:p>
          <a:p>
            <a:r>
              <a:t>          "end": "2025-10-31",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238.08216000000002,</a:t>
            </a:r>
          </a:p>
          <a:p>
            <a:r>
              <a:t>          "raw_mean": 7.680069677419356,</a:t>
            </a:r>
          </a:p>
          <a:p>
            <a:r>
              <a:t>          "value": 7.680069677419356,</a:t>
            </a:r>
          </a:p>
          <a:p>
            <a:r>
              <a:t>          "prior_start": "2024-10-01",</a:t>
            </a:r>
          </a:p>
          <a:p>
            <a:r>
              <a:t>          "prior_end": "2024-10-31",</a:t>
            </a:r>
          </a:p>
          <a:p>
            <a:r>
              <a:t>          "prior_days": 31,</a:t>
            </a:r>
          </a:p>
          <a:p>
            <a:r>
              <a:t>          "prior_raw_mean": 9.414797741935484,</a:t>
            </a:r>
          </a:p>
          <a:p>
            <a:r>
              <a:t>          "prior_value": 9.414797741935484,</a:t>
            </a:r>
          </a:p>
          <a:p>
            <a:r>
              <a:t>          "yoy_fraction": -0.18425547866942327,</a:t>
            </a:r>
          </a:p>
          <a:p>
            <a:r>
              <a:t>          "yoy_pct": -18.425547866942328,</a:t>
            </a:r>
          </a:p>
          <a:p>
            <a:r>
              <a:t>          "value_label": "7.7",</a:t>
            </a:r>
          </a:p>
          <a:p>
            <a:r>
              <a:t>          "yoy_label": "(-18.4%)",</a:t>
            </a:r>
          </a:p>
          <a:p>
            <a:r>
              <a:t>          "label": "7.7\n(-18.4%)"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"NV_XC01",</a:t>
            </a:r>
          </a:p>
          <a:p>
            <a:r>
              <a:t>          "month": "2025-11",</a:t>
            </a:r>
          </a:p>
          <a:p>
            <a:r>
              <a:t>          "start": "2025-11-01",</a:t>
            </a:r>
          </a:p>
          <a:p>
            <a:r>
              <a:t>          "end": "2025-11-30",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234.78051,</a:t>
            </a:r>
          </a:p>
          <a:p>
            <a:r>
              <a:t>          "raw_mean": 7.826016999999999,</a:t>
            </a:r>
          </a:p>
          <a:p>
            <a:r>
              <a:t>          "value": 7.826016999999999,</a:t>
            </a:r>
          </a:p>
          <a:p>
            <a:r>
              <a:t>          "prior_start": "2024-11-01",</a:t>
            </a:r>
          </a:p>
          <a:p>
            <a:r>
              <a:t>          "prior_end": "2024-11-30",</a:t>
            </a:r>
          </a:p>
          <a:p>
            <a:r>
              <a:t>          "prior_days": 30,</a:t>
            </a:r>
          </a:p>
          <a:p>
            <a:r>
              <a:t>          "prior_raw_mean": 8.855214,</a:t>
            </a:r>
          </a:p>
          <a:p>
            <a:r>
              <a:t>          "prior_value": 8.855214,</a:t>
            </a:r>
          </a:p>
          <a:p>
            <a:r>
              <a:t>          "yoy_fraction": -0.11622497208988969,</a:t>
            </a:r>
          </a:p>
          <a:p>
            <a:r>
              <a:t>          "yoy_pct": -11.62249720898897,</a:t>
            </a:r>
          </a:p>
          <a:p>
            <a:r>
              <a:t>          "value_label": "7.8",</a:t>
            </a:r>
          </a:p>
          <a:p>
            <a:r>
              <a:t>          "yoy_label": "(-11.6%)",</a:t>
            </a:r>
          </a:p>
          <a:p>
            <a:r>
              <a:t>          "label": "7.8\n(-11.6%)"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"NV_XC01",</a:t>
            </a:r>
          </a:p>
          <a:p>
            <a:r>
              <a:t>          "month": "2025-12",</a:t>
            </a:r>
          </a:p>
          <a:p>
            <a:r>
              <a:t>          "start": "2025-12-01",</a:t>
            </a:r>
          </a:p>
          <a:p>
            <a:r>
              <a:t>          "end": "2025-12-31",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260.1687,</a:t>
            </a:r>
          </a:p>
          <a:p>
            <a:r>
              <a:t>          "raw_mean": 8.392538709677419,</a:t>
            </a:r>
          </a:p>
          <a:p>
            <a:r>
              <a:t>          "value": 8.392538709677419,</a:t>
            </a:r>
          </a:p>
          <a:p>
            <a:r>
              <a:t>          "prior_start": "2024-12-01",</a:t>
            </a:r>
          </a:p>
          <a:p>
            <a:r>
              <a:t>          "prior_end": "2024-12-31",</a:t>
            </a:r>
          </a:p>
          <a:p>
            <a:r>
              <a:t>          "prior_days": 31,</a:t>
            </a:r>
          </a:p>
          <a:p>
            <a:r>
              <a:t>          "prior_raw_mean": 10.440947419354838,</a:t>
            </a:r>
          </a:p>
          <a:p>
            <a:r>
              <a:t>          "prior_value": 10.440947419354838,</a:t>
            </a:r>
          </a:p>
          <a:p>
            <a:r>
              <a:t>          "yoy_fraction": -0.19618992677620373,</a:t>
            </a:r>
          </a:p>
          <a:p>
            <a:r>
              <a:t>          "yoy_pct": -19.618992677620373,</a:t>
            </a:r>
          </a:p>
          <a:p>
            <a:r>
              <a:t>          "value_label": "8.4",</a:t>
            </a:r>
          </a:p>
          <a:p>
            <a:r>
              <a:t>          "yoy_label": "(-19.6%)",</a:t>
            </a:r>
          </a:p>
          <a:p>
            <a:r>
              <a:t>          "label": "8.4\n(-19.6%)"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"NV_XC01",</a:t>
            </a:r>
          </a:p>
          <a:p>
            <a:r>
              <a:t>          "month": "2026-01",</a:t>
            </a:r>
          </a:p>
          <a:p>
            <a:r>
              <a:t>          "start": "2026-01-01",</a:t>
            </a:r>
          </a:p>
          <a:p>
            <a:r>
              <a:t>          "end": "2026-01-31",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239.51439,</a:t>
            </a:r>
          </a:p>
          <a:p>
            <a:r>
              <a:t>          "raw_mean": 7.72627064516129,</a:t>
            </a:r>
          </a:p>
          <a:p>
            <a:r>
              <a:t>          "value": 7.72627064516129,</a:t>
            </a:r>
          </a:p>
          <a:p>
            <a:r>
              <a:t>          "prior_start": "2025-01-01",</a:t>
            </a:r>
          </a:p>
          <a:p>
            <a:r>
              <a:t>          "prior_end": "2025-01-31",</a:t>
            </a:r>
          </a:p>
          <a:p>
            <a:r>
              <a:t>          "prior_days": 31,</a:t>
            </a:r>
          </a:p>
          <a:p>
            <a:r>
              <a:t>          "prior_raw_mean": 9.698326129032257,</a:t>
            </a:r>
          </a:p>
          <a:p>
            <a:r>
              <a:t>          "prior_value": 9.698326129032257,</a:t>
            </a:r>
          </a:p>
          <a:p>
            <a:r>
              <a:t>          "yoy_fraction": -0.20333977818786209,</a:t>
            </a:r>
          </a:p>
          <a:p>
            <a:r>
              <a:t>          "yoy_pct": -20.33397781878621,</a:t>
            </a:r>
          </a:p>
          <a:p>
            <a:r>
              <a:t>          "value_label": "7.7",</a:t>
            </a:r>
          </a:p>
          <a:p>
            <a:r>
              <a:t>          "yoy_label": "(-20.3%)",</a:t>
            </a:r>
          </a:p>
          <a:p>
            <a:r>
              <a:t>          "label": "7.7\n(-20.3%)"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"NV_XC01",</a:t>
            </a:r>
          </a:p>
          <a:p>
            <a:r>
              <a:t>          "month": "2026-02",</a:t>
            </a:r>
          </a:p>
          <a:p>
            <a:r>
              <a:t>          "start": "2026-02-01",</a:t>
            </a:r>
          </a:p>
          <a:p>
            <a:r>
              <a:t>          "end": "2026-02-28",</a:t>
            </a:r>
          </a:p>
          <a:p>
            <a:r>
              <a:t>          "days": 28,</a:t>
            </a:r>
          </a:p>
          <a:p>
            <a:r>
              <a:t>          "partial": false,</a:t>
            </a:r>
          </a:p>
          <a:p>
            <a:r>
              <a:t>          "raw_sum": 183.83825,</a:t>
            </a:r>
          </a:p>
          <a:p>
            <a:r>
              <a:t>          "raw_mean": 6.5656517857142855,</a:t>
            </a:r>
          </a:p>
          <a:p>
            <a:r>
              <a:t>          "value": 6.5656517857142855,</a:t>
            </a:r>
          </a:p>
          <a:p>
            <a:r>
              <a:t>          "prior_start": "2025-02-01",</a:t>
            </a:r>
          </a:p>
          <a:p>
            <a:r>
              <a:t>          "prior_end": "2025-02-28",</a:t>
            </a:r>
          </a:p>
          <a:p>
            <a:r>
              <a:t>          "prior_days": 28,</a:t>
            </a:r>
          </a:p>
          <a:p>
            <a:r>
              <a:t>          "prior_raw_mean": 8.064111071428572,</a:t>
            </a:r>
          </a:p>
          <a:p>
            <a:r>
              <a:t>          "prior_value": 8.064111071428572,</a:t>
            </a:r>
          </a:p>
          <a:p>
            <a:r>
              <a:t>          "yoy_fraction": -0.18581828455009508,</a:t>
            </a:r>
          </a:p>
          <a:p>
            <a:r>
              <a:t>          "yoy_pct": -18.581828455009507,</a:t>
            </a:r>
          </a:p>
          <a:p>
            <a:r>
              <a:t>          "value_label": "6.6",</a:t>
            </a:r>
          </a:p>
          <a:p>
            <a:r>
              <a:t>          "yoy_label": "(-18.6%)",</a:t>
            </a:r>
          </a:p>
          <a:p>
            <a:r>
              <a:t>          "label": "6.6\n(-18.6%)"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"NV_XC01",</a:t>
            </a:r>
          </a:p>
          <a:p>
            <a:r>
              <a:t>          "month": "2026-03",</a:t>
            </a:r>
          </a:p>
          <a:p>
            <a:r>
              <a:t>          "start": "2026-03-01",</a:t>
            </a:r>
          </a:p>
          <a:p>
            <a:r>
              <a:t>          "end": "2026-03-31",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196.89416,</a:t>
            </a:r>
          </a:p>
          <a:p>
            <a:r>
              <a:t>          "raw_mean": 6.351424516129033,</a:t>
            </a:r>
          </a:p>
          <a:p>
            <a:r>
              <a:t>          "value": 6.351424516129033,</a:t>
            </a:r>
          </a:p>
          <a:p>
            <a:r>
              <a:t>          "prior_start": "2025-03-01",</a:t>
            </a:r>
          </a:p>
          <a:p>
            <a:r>
              <a:t>          "prior_end": "2025-03-31",</a:t>
            </a:r>
          </a:p>
          <a:p>
            <a:r>
              <a:t>          "prior_days": 31,</a:t>
            </a:r>
          </a:p>
          <a:p>
            <a:r>
              <a:t>          "prior_raw_mean": 8.69795193548387,</a:t>
            </a:r>
          </a:p>
          <a:p>
            <a:r>
              <a:t>          "prior_value": 8.69795193548387,</a:t>
            </a:r>
          </a:p>
          <a:p>
            <a:r>
              <a:t>          "yoy_fraction": -0.2697793039970735,</a:t>
            </a:r>
          </a:p>
          <a:p>
            <a:r>
              <a:t>          "yoy_pct": -26.97793039970735,</a:t>
            </a:r>
          </a:p>
          <a:p>
            <a:r>
              <a:t>          "value_label": "6.4",</a:t>
            </a:r>
          </a:p>
          <a:p>
            <a:r>
              <a:t>          "yoy_label": "(-27.0%)",</a:t>
            </a:r>
          </a:p>
          <a:p>
            <a:r>
              <a:t>          "label": "6.4\n(-27.0%)"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"NV_XC01",</a:t>
            </a:r>
          </a:p>
          <a:p>
            <a:r>
              <a:t>          "month": "2026-04",</a:t>
            </a:r>
          </a:p>
          <a:p>
            <a:r>
              <a:t>          "start": "2026-04-01",</a:t>
            </a:r>
          </a:p>
          <a:p>
            <a:r>
              <a:t>          "end": "2026-04-30",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258.16355,</a:t>
            </a:r>
          </a:p>
          <a:p>
            <a:r>
              <a:t>          "raw_mean": 8.605451666666665,</a:t>
            </a:r>
          </a:p>
          <a:p>
            <a:r>
              <a:t>          "value": 8.605451666666665,</a:t>
            </a:r>
          </a:p>
          <a:p>
            <a:r>
              <a:t>          "prior_start": "2025-04-01",</a:t>
            </a:r>
          </a:p>
          <a:p>
            <a:r>
              <a:t>          "prior_end": "2025-04-30",</a:t>
            </a:r>
          </a:p>
          <a:p>
            <a:r>
              <a:t>          "prior_days": 30,</a:t>
            </a:r>
          </a:p>
          <a:p>
            <a:r>
              <a:t>          "prior_raw_mean": 7.480774333333333,</a:t>
            </a:r>
          </a:p>
          <a:p>
            <a:r>
              <a:t>          "prior_value": 7.480774333333333,</a:t>
            </a:r>
          </a:p>
          <a:p>
            <a:r>
              <a:t>          "yoy_fraction": 0.15034236874676465,</a:t>
            </a:r>
          </a:p>
          <a:p>
            <a:r>
              <a:t>          "yoy_pct": 15.034236874676466,</a:t>
            </a:r>
          </a:p>
          <a:p>
            <a:r>
              <a:t>          "value_label": "8.6",</a:t>
            </a:r>
          </a:p>
          <a:p>
            <a:r>
              <a:t>          "yoy_label": "(+15.0%)",</a:t>
            </a:r>
          </a:p>
          <a:p>
            <a:r>
              <a:t>          "label": "8.6\n(+15.0%)"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"NV_XC01",</a:t>
            </a:r>
          </a:p>
          <a:p>
            <a:r>
              <a:t>          "month": "2026-05",</a:t>
            </a:r>
          </a:p>
          <a:p>
            <a:r>
              <a:t>          "start": "2026-05-01",</a:t>
            </a:r>
          </a:p>
          <a:p>
            <a:r>
              <a:t>          "end": "2026-05-31",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224.66439,</a:t>
            </a:r>
          </a:p>
          <a:p>
            <a:r>
              <a:t>          "raw_mean": 7.2472383870967745,</a:t>
            </a:r>
          </a:p>
          <a:p>
            <a:r>
              <a:t>          "value": 7.2472383870967745,</a:t>
            </a:r>
          </a:p>
          <a:p>
            <a:r>
              <a:t>          "prior_start": "2025-05-01",</a:t>
            </a:r>
          </a:p>
          <a:p>
            <a:r>
              <a:t>          "prior_end": "2025-05-31",</a:t>
            </a:r>
          </a:p>
          <a:p>
            <a:r>
              <a:t>          "prior_days": 31,</a:t>
            </a:r>
          </a:p>
          <a:p>
            <a:r>
              <a:t>          "prior_raw_mean": 12.396954838709679,</a:t>
            </a:r>
          </a:p>
          <a:p>
            <a:r>
              <a:t>          "prior_value": 12.396954838709679,</a:t>
            </a:r>
          </a:p>
          <a:p>
            <a:r>
              <a:t>          "yoy_fraction": -0.41540172716712953,</a:t>
            </a:r>
          </a:p>
          <a:p>
            <a:r>
              <a:t>          "yoy_pct": -41.54017271671295,</a:t>
            </a:r>
          </a:p>
          <a:p>
            <a:r>
              <a:t>          "value_label": "7.2",</a:t>
            </a:r>
          </a:p>
          <a:p>
            <a:r>
              <a:t>          "yoy_label": "(-41.5%)",</a:t>
            </a:r>
          </a:p>
          <a:p>
            <a:r>
              <a:t>          "label": "7.2\n(-41.5%)"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"NV_XC01",</a:t>
            </a:r>
          </a:p>
          <a:p>
            <a:r>
              <a:t>          "month": "2026-06",</a:t>
            </a:r>
          </a:p>
          <a:p>
            <a:r>
              <a:t>          "start": "2026-06-01",</a:t>
            </a:r>
          </a:p>
          <a:p>
            <a:r>
              <a:t>          "end": "2026-06-30",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184.72773,</a:t>
            </a:r>
          </a:p>
          <a:p>
            <a:r>
              <a:t>          "raw_mean": 6.157591,</a:t>
            </a:r>
          </a:p>
          <a:p>
            <a:r>
              <a:t>          "value": 6.157591,</a:t>
            </a:r>
          </a:p>
          <a:p>
            <a:r>
              <a:t>          "prior_start": "2025-06-01",</a:t>
            </a:r>
          </a:p>
          <a:p>
            <a:r>
              <a:t>          "prior_end": "2025-06-30",</a:t>
            </a:r>
          </a:p>
          <a:p>
            <a:r>
              <a:t>          "prior_days": 30,</a:t>
            </a:r>
          </a:p>
          <a:p>
            <a:r>
              <a:t>          "prior_raw_mean": 8.298904,</a:t>
            </a:r>
          </a:p>
          <a:p>
            <a:r>
              <a:t>          "prior_value": 8.298904,</a:t>
            </a:r>
          </a:p>
          <a:p>
            <a:r>
              <a:t>          "yoy_fraction": -0.2580235896209909,</a:t>
            </a:r>
          </a:p>
          <a:p>
            <a:r>
              <a:t>          "yoy_pct": -25.802358962099092,</a:t>
            </a:r>
          </a:p>
          <a:p>
            <a:r>
              <a:t>          "value_label": "6.2",</a:t>
            </a:r>
          </a:p>
          <a:p>
            <a:r>
              <a:t>          "yoy_label": "(-25.8%)",</a:t>
            </a:r>
          </a:p>
          <a:p>
            <a:r>
              <a:t>          "label": "6.2\n(-25.8%)"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"NV_XC01",</a:t>
            </a:r>
          </a:p>
          <a:p>
            <a:r>
              <a:t>          "month": "2026-07",</a:t>
            </a:r>
          </a:p>
          <a:p>
            <a:r>
              <a:t>          "start": "2026-07-01",</a:t>
            </a:r>
          </a:p>
          <a:p>
            <a:r>
              <a:t>          "end": "2026-07-31",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183.55179,</a:t>
            </a:r>
          </a:p>
          <a:p>
            <a:r>
              <a:t>          "raw_mean": 5.921025483870968,</a:t>
            </a:r>
          </a:p>
          <a:p>
            <a:r>
              <a:t>          "value": 5.921025483870968,</a:t>
            </a:r>
          </a:p>
          <a:p>
            <a:r>
              <a:t>          "prior_start": "2025-07-01",</a:t>
            </a:r>
          </a:p>
          <a:p>
            <a:r>
              <a:t>          "prior_end": "2025-07-31",</a:t>
            </a:r>
          </a:p>
          <a:p>
            <a:r>
              <a:t>          "prior_days": 31,</a:t>
            </a:r>
          </a:p>
          <a:p>
            <a:r>
              <a:t>          "prior_raw_mean": 9.288352903225807,</a:t>
            </a:r>
          </a:p>
          <a:p>
            <a:r>
              <a:t>          "prior_value": 9.288352903225807,</a:t>
            </a:r>
          </a:p>
          <a:p>
            <a:r>
              <a:t>          "yoy_fraction": -0.36253224381530325,</a:t>
            </a:r>
          </a:p>
          <a:p>
            <a:r>
              <a:t>          "yoy_pct": -36.25322438153032,</a:t>
            </a:r>
          </a:p>
          <a:p>
            <a:r>
              <a:t>          "value_label": "5.9",</a:t>
            </a:r>
          </a:p>
          <a:p>
            <a:r>
              <a:t>          "yoy_label": "(-36.3%)",</a:t>
            </a:r>
          </a:p>
          <a:p>
            <a:r>
              <a:t>          "label": "5.9\n(-36.3%)"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"NV_XC01",</a:t>
            </a:r>
          </a:p>
          <a:p>
            <a:r>
              <a:t>          "month": "2026-08",</a:t>
            </a:r>
          </a:p>
          <a:p>
            <a:r>
              <a:t>          "start": "2026-08-01",</a:t>
            </a:r>
          </a:p>
          <a:p>
            <a:r>
              <a:t>          "end": "2026-08-31",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159.6561,</a:t>
            </a:r>
          </a:p>
          <a:p>
            <a:r>
              <a:t>          "raw_mean": 5.150196774193549,</a:t>
            </a:r>
          </a:p>
          <a:p>
            <a:r>
              <a:t>          "value": 5.150196774193549,</a:t>
            </a:r>
          </a:p>
          <a:p>
            <a:r>
              <a:t>          "prior_start": "2025-08-01",</a:t>
            </a:r>
          </a:p>
          <a:p>
            <a:r>
              <a:t>          "prior_end": "2025-08-31",</a:t>
            </a:r>
          </a:p>
          <a:p>
            <a:r>
              <a:t>          "prior_days": 31,</a:t>
            </a:r>
          </a:p>
          <a:p>
            <a:r>
              <a:t>          "prior_raw_mean": 8.826828064516128,</a:t>
            </a:r>
          </a:p>
          <a:p>
            <a:r>
              <a:t>          "prior_value": 8.826828064516128,</a:t>
            </a:r>
          </a:p>
          <a:p>
            <a:r>
              <a:t>          "yoy_fraction": -0.4165291612626564,</a:t>
            </a:r>
          </a:p>
          <a:p>
            <a:r>
              <a:t>          "yoy_pct": -41.65291612626564,</a:t>
            </a:r>
          </a:p>
          <a:p>
            <a:r>
              <a:t>          "value_label": "5.2",</a:t>
            </a:r>
          </a:p>
          <a:p>
            <a:r>
              <a:t>          "yoy_label": "(-41.7%)",</a:t>
            </a:r>
          </a:p>
          <a:p>
            <a:r>
              <a:t>          "label": "5.2\n(-41.7%)"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"NV_XC01",</a:t>
            </a:r>
          </a:p>
          <a:p>
            <a:r>
              <a:t>          "month": "2026-09",</a:t>
            </a:r>
          </a:p>
          <a:p>
            <a:r>
              <a:t>          "start": "2026-09-01",</a:t>
            </a:r>
          </a:p>
          <a:p>
            <a:r>
              <a:t>          "end": "2026-09-30",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101.85421,</a:t>
            </a:r>
          </a:p>
          <a:p>
            <a:r>
              <a:t>          "raw_mean": 3.395140333333333,</a:t>
            </a:r>
          </a:p>
          <a:p>
            <a:r>
              <a:t>          "value": 3.3951403333333334,</a:t>
            </a:r>
          </a:p>
          <a:p>
            <a:r>
              <a:t>          "prior_start": "2025-09-01",</a:t>
            </a:r>
          </a:p>
          <a:p>
            <a:r>
              <a:t>          "prior_end": "2025-09-30",</a:t>
            </a:r>
          </a:p>
          <a:p>
            <a:r>
              <a:t>          "prior_days": 30,</a:t>
            </a:r>
          </a:p>
          <a:p>
            <a:r>
              <a:t>          "prior_raw_mean": 7.890844666666666,</a:t>
            </a:r>
          </a:p>
          <a:p>
            <a:r>
              <a:t>          "prior_value": 7.890844666666666,</a:t>
            </a:r>
          </a:p>
          <a:p>
            <a:r>
              <a:t>          "yoy_fraction": -0.5697367675129329,</a:t>
            </a:r>
          </a:p>
          <a:p>
            <a:r>
              <a:t>          "yoy_pct": -56.97367675129329,</a:t>
            </a:r>
          </a:p>
          <a:p>
            <a:r>
              <a:t>          "value_label": "3.4",</a:t>
            </a:r>
          </a:p>
          <a:p>
            <a:r>
              <a:t>          "yoy_label": "(-57.0%)",</a:t>
            </a:r>
          </a:p>
          <a:p>
            <a:r>
              <a:t>          "label": "3.4\n(-57.0%)"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"NV_XC01",</a:t>
            </a:r>
          </a:p>
          <a:p>
            <a:r>
              <a:t>          "month": "2026-10",</a:t>
            </a:r>
          </a:p>
          <a:p>
            <a:r>
              <a:t>          "start": "2026-10-01",</a:t>
            </a:r>
          </a:p>
          <a:p>
            <a:r>
              <a:t>          "end": "2026-10-19",</a:t>
            </a:r>
          </a:p>
          <a:p>
            <a:r>
              <a:t>          "days": 19,</a:t>
            </a:r>
          </a:p>
          <a:p>
            <a:r>
              <a:t>          "partial": true,</a:t>
            </a:r>
          </a:p>
          <a:p>
            <a:r>
              <a:t>          "raw_sum": 56.98769,</a:t>
            </a:r>
          </a:p>
          <a:p>
            <a:r>
              <a:t>          "raw_mean": 2.9993521052631578,</a:t>
            </a:r>
          </a:p>
          <a:p>
            <a:r>
              <a:t>          "value": 2.9993521052631578,</a:t>
            </a:r>
          </a:p>
          <a:p>
            <a:r>
              <a:t>          "prior_start": "2025-10-01",</a:t>
            </a:r>
          </a:p>
          <a:p>
            <a:r>
              <a:t>          "prior_end": "2025-10-19",</a:t>
            </a:r>
          </a:p>
          <a:p>
            <a:r>
              <a:t>          "prior_days": 19,</a:t>
            </a:r>
          </a:p>
          <a:p>
            <a:r>
              <a:t>          "prior_raw_mean": 7.797530526315789,</a:t>
            </a:r>
          </a:p>
          <a:p>
            <a:r>
              <a:t>          "prior_value": 7.797530526315789,</a:t>
            </a:r>
          </a:p>
          <a:p>
            <a:r>
              <a:t>          "yoy_fraction": -0.6153458976350678,</a:t>
            </a:r>
          </a:p>
          <a:p>
            <a:r>
              <a:t>          "yoy_pct": -61.53458976350677,</a:t>
            </a:r>
          </a:p>
          <a:p>
            <a:r>
              <a:t>          "value_label": "3.0",</a:t>
            </a:r>
          </a:p>
          <a:p>
            <a:r>
              <a:t>          "yoy_label": "(-61.5%)",</a:t>
            </a:r>
          </a:p>
          <a:p>
            <a:r>
              <a:t>          "label": "3.0\n(-61.5%)"</a:t>
            </a:r>
          </a:p>
          <a:p>
            <a:r>
              <a:t>        }</a:t>
            </a:r>
          </a:p>
          <a:p>
            <a:r>
              <a:t>      ]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"NV_XC06",</a:t>
            </a:r>
          </a:p>
          <a:p>
            <a:r>
              <a:t>      "label": "닭강정",</a:t>
            </a:r>
          </a:p>
          <a:p>
            <a:r>
              <a:t>      "points": [</a:t>
            </a:r>
          </a:p>
          <a:p>
            <a:r>
              <a:t>        {</a:t>
            </a:r>
          </a:p>
          <a:p>
            <a:r>
              <a:t>          "group_id": "NV_XC06",</a:t>
            </a:r>
          </a:p>
          <a:p>
            <a:r>
              <a:t>          "month": "2025-01",</a:t>
            </a:r>
          </a:p>
          <a:p>
            <a:r>
              <a:t>          "start": "2025-01-01",</a:t>
            </a:r>
          </a:p>
          <a:p>
            <a:r>
              <a:t>          "end": "2025-01-31",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36.73212,</a:t>
            </a:r>
          </a:p>
          <a:p>
            <a:r>
              <a:t>          "raw_mean": 1.1849070967741937,</a:t>
            </a:r>
          </a:p>
          <a:p>
            <a:r>
              <a:t>          "value": 1.1849070967741937,</a:t>
            </a:r>
          </a:p>
          <a:p>
            <a:r>
              <a:t>          "prior_start": "2024-01-01",</a:t>
            </a:r>
          </a:p>
          <a:p>
            <a:r>
              <a:t>          "prior_end": "2024-01-31",</a:t>
            </a:r>
          </a:p>
          <a:p>
            <a:r>
              <a:t>          "prior_days": 31,</a:t>
            </a:r>
          </a:p>
          <a:p>
            <a:r>
              <a:t>          "prior_raw_mean": 1.334416129032258,</a:t>
            </a:r>
          </a:p>
          <a:p>
            <a:r>
              <a:t>          "prior_value": 1.334416129032258,</a:t>
            </a:r>
          </a:p>
          <a:p>
            <a:r>
              <a:t>          "yoy_fraction": -0.11204078623247071,</a:t>
            </a:r>
          </a:p>
          <a:p>
            <a:r>
              <a:t>          "yoy_pct": -11.20407862324707,</a:t>
            </a:r>
          </a:p>
          <a:p>
            <a:r>
              <a:t>          "value_label": "1.2",</a:t>
            </a:r>
          </a:p>
          <a:p>
            <a:r>
              <a:t>          "yoy_label": "(-11.2%)",</a:t>
            </a:r>
          </a:p>
          <a:p>
            <a:r>
              <a:t>          "label": "1.2\n(-11.2%)"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"NV_XC06",</a:t>
            </a:r>
          </a:p>
          <a:p>
            <a:r>
              <a:t>          "month": "2025-02",</a:t>
            </a:r>
          </a:p>
          <a:p>
            <a:r>
              <a:t>          "start": "2025-02-01",</a:t>
            </a:r>
          </a:p>
          <a:p>
            <a:r>
              <a:t>          "end": "2025-02-28",</a:t>
            </a:r>
          </a:p>
          <a:p>
            <a:r>
              <a:t>          "days": 28,</a:t>
            </a:r>
          </a:p>
          <a:p>
            <a:r>
              <a:t>          "partial": false,</a:t>
            </a:r>
          </a:p>
          <a:p>
            <a:r>
              <a:t>          "raw_sum": 33.54507,</a:t>
            </a:r>
          </a:p>
          <a:p>
            <a:r>
              <a:t>          "raw_mean": 1.1980382142857144,</a:t>
            </a:r>
          </a:p>
          <a:p>
            <a:r>
              <a:t>          "value": 1.1980382142857144,</a:t>
            </a:r>
          </a:p>
          <a:p>
            <a:r>
              <a:t>          "prior_start": "2024-02-01",</a:t>
            </a:r>
          </a:p>
          <a:p>
            <a:r>
              <a:t>          "prior_end": "2024-02-29",</a:t>
            </a:r>
          </a:p>
          <a:p>
            <a:r>
              <a:t>          "prior_days": 29,</a:t>
            </a:r>
          </a:p>
          <a:p>
            <a:r>
              <a:t>          "prior_raw_mean": 2.858063103448276,</a:t>
            </a:r>
          </a:p>
          <a:p>
            <a:r>
              <a:t>          "prior_value": 2.858063103448276,</a:t>
            </a:r>
          </a:p>
          <a:p>
            <a:r>
              <a:t>          "yoy_fraction": -0.5808216365690906,</a:t>
            </a:r>
          </a:p>
          <a:p>
            <a:r>
              <a:t>          "yoy_pct": -58.08216365690906,</a:t>
            </a:r>
          </a:p>
          <a:p>
            <a:r>
              <a:t>          "value_label": "1.2",</a:t>
            </a:r>
          </a:p>
          <a:p>
            <a:r>
              <a:t>          "yoy_label": "(-58.1%)",</a:t>
            </a:r>
          </a:p>
          <a:p>
            <a:r>
              <a:t>          "label": "1.2\n(-58.1%)"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"NV_XC06",</a:t>
            </a:r>
          </a:p>
          <a:p>
            <a:r>
              <a:t>          "month": "2025-03",</a:t>
            </a:r>
          </a:p>
          <a:p>
            <a:r>
              <a:t>          "start": "2025-03-01",</a:t>
            </a:r>
          </a:p>
          <a:p>
            <a:r>
              <a:t>          "end": "2025-03-31",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37.961149999999996,</a:t>
            </a:r>
          </a:p>
          <a:p>
            <a:r>
              <a:t>          "raw_mean": 1.2245532258064515,</a:t>
            </a:r>
          </a:p>
          <a:p>
            <a:r>
              <a:t>          "value": 1.2245532258064518,</a:t>
            </a:r>
          </a:p>
          <a:p>
            <a:r>
              <a:t>          "prior_start": "2024-03-01",</a:t>
            </a:r>
          </a:p>
          <a:p>
            <a:r>
              <a:t>          "prior_end": "2024-03-31",</a:t>
            </a:r>
          </a:p>
          <a:p>
            <a:r>
              <a:t>          "prior_days": 31,</a:t>
            </a:r>
          </a:p>
          <a:p>
            <a:r>
              <a:t>          "prior_raw_mean": 22.119155483870966,</a:t>
            </a:r>
          </a:p>
          <a:p>
            <a:r>
              <a:t>          "prior_value": 22.119155483870966,</a:t>
            </a:r>
          </a:p>
          <a:p>
            <a:r>
              <a:t>          "yoy_fraction": -0.9446383372683744,</a:t>
            </a:r>
          </a:p>
          <a:p>
            <a:r>
              <a:t>          "yoy_pct": -94.46383372683744,</a:t>
            </a:r>
          </a:p>
          <a:p>
            <a:r>
              <a:t>          "value_label": "1.2",</a:t>
            </a:r>
          </a:p>
          <a:p>
            <a:r>
              <a:t>          "yoy_label": "(-94.5%)",</a:t>
            </a:r>
          </a:p>
          <a:p>
            <a:r>
              <a:t>          "label": "1.2\n(-94.5%)"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"NV_XC06",</a:t>
            </a:r>
          </a:p>
          <a:p>
            <a:r>
              <a:t>          "month": "2025-04",</a:t>
            </a:r>
          </a:p>
          <a:p>
            <a:r>
              <a:t>          "start": "2025-04-01",</a:t>
            </a:r>
          </a:p>
          <a:p>
            <a:r>
              <a:t>          "end": "2025-04-30",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34.55301,</a:t>
            </a:r>
          </a:p>
          <a:p>
            <a:r>
              <a:t>          "raw_mean": 1.151767,</a:t>
            </a:r>
          </a:p>
          <a:p>
            <a:r>
              <a:t>          "value": 1.151767,</a:t>
            </a:r>
          </a:p>
          <a:p>
            <a:r>
              <a:t>          "prior_start": "2024-04-01",</a:t>
            </a:r>
          </a:p>
          <a:p>
            <a:r>
              <a:t>          "prior_end": "2024-04-30",</a:t>
            </a:r>
          </a:p>
          <a:p>
            <a:r>
              <a:t>          "prior_days": 30,</a:t>
            </a:r>
          </a:p>
          <a:p>
            <a:r>
              <a:t>          "prior_raw_mean": 4.714064333333334,</a:t>
            </a:r>
          </a:p>
          <a:p>
            <a:r>
              <a:t>          "prior_value": 4.714064333333334,</a:t>
            </a:r>
          </a:p>
          <a:p>
            <a:r>
              <a:t>          "yoy_fraction": -0.7556743144433116,</a:t>
            </a:r>
          </a:p>
          <a:p>
            <a:r>
              <a:t>          "yoy_pct": -75.56743144433116,</a:t>
            </a:r>
          </a:p>
          <a:p>
            <a:r>
              <a:t>          "value_label": "1.2",</a:t>
            </a:r>
          </a:p>
          <a:p>
            <a:r>
              <a:t>          "yoy_label": "(-75.6%)",</a:t>
            </a:r>
          </a:p>
          <a:p>
            <a:r>
              <a:t>          "label": "1.2\n(-75.6%)"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"NV_XC06",</a:t>
            </a:r>
          </a:p>
          <a:p>
            <a:r>
              <a:t>          "month": "2025-05",</a:t>
            </a:r>
          </a:p>
          <a:p>
            <a:r>
              <a:t>          "start": "2025-05-01",</a:t>
            </a:r>
          </a:p>
          <a:p>
            <a:r>
              <a:t>          "end": "2025-05-31",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37.85251,</a:t>
            </a:r>
          </a:p>
          <a:p>
            <a:r>
              <a:t>          "raw_mean": 1.2210487096774194,</a:t>
            </a:r>
          </a:p>
          <a:p>
            <a:r>
              <a:t>          "value": 1.2210487096774194,</a:t>
            </a:r>
          </a:p>
          <a:p>
            <a:r>
              <a:t>          "prior_start": "2024-05-01",</a:t>
            </a:r>
          </a:p>
          <a:p>
            <a:r>
              <a:t>          "prior_end": "2024-05-31",</a:t>
            </a:r>
          </a:p>
          <a:p>
            <a:r>
              <a:t>          "prior_days": 31,</a:t>
            </a:r>
          </a:p>
          <a:p>
            <a:r>
              <a:t>          "prior_raw_mean": 2.017478064516129,</a:t>
            </a:r>
          </a:p>
          <a:p>
            <a:r>
              <a:t>          "prior_value": 2.017478064516129,</a:t>
            </a:r>
          </a:p>
          <a:p>
            <a:r>
              <a:t>          "yoy_fraction": -0.3947648149670092,</a:t>
            </a:r>
          </a:p>
          <a:p>
            <a:r>
              <a:t>          "yoy_pct": -39.47648149670092,</a:t>
            </a:r>
          </a:p>
          <a:p>
            <a:r>
              <a:t>          "value_label": "1.2",</a:t>
            </a:r>
          </a:p>
          <a:p>
            <a:r>
              <a:t>          "yoy_label": "(-39.5%)",</a:t>
            </a:r>
          </a:p>
          <a:p>
            <a:r>
              <a:t>          "label": "1.2\n(-39.5%)"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"NV_XC06",</a:t>
            </a:r>
          </a:p>
          <a:p>
            <a:r>
              <a:t>          "month": "2025-06",</a:t>
            </a:r>
          </a:p>
          <a:p>
            <a:r>
              <a:t>          "start": "2025-06-01",</a:t>
            </a:r>
          </a:p>
          <a:p>
            <a:r>
              <a:t>          "end": "2025-06-30",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33.85387,</a:t>
            </a:r>
          </a:p>
          <a:p>
            <a:r>
              <a:t>          "raw_mean": 1.1284623333333335,</a:t>
            </a:r>
          </a:p>
          <a:p>
            <a:r>
              <a:t>          "value": 1.1284623333333335,</a:t>
            </a:r>
          </a:p>
          <a:p>
            <a:r>
              <a:t>          "prior_start": "2024-06-01",</a:t>
            </a:r>
          </a:p>
          <a:p>
            <a:r>
              <a:t>          "prior_end": "2024-06-30",</a:t>
            </a:r>
          </a:p>
          <a:p>
            <a:r>
              <a:t>          "prior_days": 30,</a:t>
            </a:r>
          </a:p>
          <a:p>
            <a:r>
              <a:t>          "prior_raw_mean": 1.600349,</a:t>
            </a:r>
          </a:p>
          <a:p>
            <a:r>
              <a:t>          "prior_value": 1.600349,</a:t>
            </a:r>
          </a:p>
          <a:p>
            <a:r>
              <a:t>          "yoy_fraction": -0.2948648492714193,</a:t>
            </a:r>
          </a:p>
          <a:p>
            <a:r>
              <a:t>          "yoy_pct": -29.48648492714193,</a:t>
            </a:r>
          </a:p>
          <a:p>
            <a:r>
              <a:t>          "value_label": "1.1",</a:t>
            </a:r>
          </a:p>
          <a:p>
            <a:r>
              <a:t>          "yoy_label": "(-29.5%)",</a:t>
            </a:r>
          </a:p>
          <a:p>
            <a:r>
              <a:t>          "label": "1.1\n(-29.5%)"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"NV_XC06",</a:t>
            </a:r>
          </a:p>
          <a:p>
            <a:r>
              <a:t>          "month": "2025-07",</a:t>
            </a:r>
          </a:p>
          <a:p>
            <a:r>
              <a:t>          "start": "2025-07-01",</a:t>
            </a:r>
          </a:p>
          <a:p>
            <a:r>
              <a:t>          "end": "2025-07-31",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34.8955,</a:t>
            </a:r>
          </a:p>
          <a:p>
            <a:r>
              <a:t>          "raw_mean": 1.1256612903225807,</a:t>
            </a:r>
          </a:p>
          <a:p>
            <a:r>
              <a:t>          "value": 1.1256612903225807,</a:t>
            </a:r>
          </a:p>
          <a:p>
            <a:r>
              <a:t>          "prior_start": "2024-07-01",</a:t>
            </a:r>
          </a:p>
          <a:p>
            <a:r>
              <a:t>          "prior_end": "2024-07-31",</a:t>
            </a:r>
          </a:p>
          <a:p>
            <a:r>
              <a:t>          "prior_days": 31,</a:t>
            </a:r>
          </a:p>
          <a:p>
            <a:r>
              <a:t>          "prior_raw_mean": 1.4980477419354838,</a:t>
            </a:r>
          </a:p>
          <a:p>
            <a:r>
              <a:t>          "prior_value": 1.498047741935484,</a:t>
            </a:r>
          </a:p>
          <a:p>
            <a:r>
              <a:t>          "yoy_fraction": -0.2485811641301755,</a:t>
            </a:r>
          </a:p>
          <a:p>
            <a:r>
              <a:t>          "yoy_pct": -24.85811641301755,</a:t>
            </a:r>
          </a:p>
          <a:p>
            <a:r>
              <a:t>          "value_label": "1.1",</a:t>
            </a:r>
          </a:p>
          <a:p>
            <a:r>
              <a:t>          "yoy_label": "(-24.9%)",</a:t>
            </a:r>
          </a:p>
          <a:p>
            <a:r>
              <a:t>          "label": "1.1\n(-24.9%)"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"NV_XC06",</a:t>
            </a:r>
          </a:p>
          <a:p>
            <a:r>
              <a:t>          "month": "2025-08",</a:t>
            </a:r>
          </a:p>
          <a:p>
            <a:r>
              <a:t>          "start": "2025-08-01",</a:t>
            </a:r>
          </a:p>
          <a:p>
            <a:r>
              <a:t>          "end": "2025-08-31",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40.42056,</a:t>
            </a:r>
          </a:p>
          <a:p>
            <a:r>
              <a:t>          "raw_mean": 1.3038890322580645,</a:t>
            </a:r>
          </a:p>
          <a:p>
            <a:r>
              <a:t>          "value": 1.3038890322580645,</a:t>
            </a:r>
          </a:p>
          <a:p>
            <a:r>
              <a:t>          "prior_start": "2024-08-01",</a:t>
            </a:r>
          </a:p>
          <a:p>
            <a:r>
              <a:t>          "prior_end": "2024-08-31",</a:t>
            </a:r>
          </a:p>
          <a:p>
            <a:r>
              <a:t>          "prior_days": 31,</a:t>
            </a:r>
          </a:p>
          <a:p>
            <a:r>
              <a:t>          "prior_raw_mean": 1.4897393548387097,</a:t>
            </a:r>
          </a:p>
          <a:p>
            <a:r>
              <a:t>          "prior_value": 1.4897393548387097,</a:t>
            </a:r>
          </a:p>
          <a:p>
            <a:r>
              <a:t>          "yoy_fraction": -0.12475358322044638,</a:t>
            </a:r>
          </a:p>
          <a:p>
            <a:r>
              <a:t>          "yoy_pct": -12.475358322044638,</a:t>
            </a:r>
          </a:p>
          <a:p>
            <a:r>
              <a:t>          "value_label": "1.3",</a:t>
            </a:r>
          </a:p>
          <a:p>
            <a:r>
              <a:t>          "yoy_label": "(-12.5%)",</a:t>
            </a:r>
          </a:p>
          <a:p>
            <a:r>
              <a:t>          "label": "1.3\n(-12.5%)"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"NV_XC06",</a:t>
            </a:r>
          </a:p>
          <a:p>
            <a:r>
              <a:t>          "month": "2025-09",</a:t>
            </a:r>
          </a:p>
          <a:p>
            <a:r>
              <a:t>          "start": "2025-09-01",</a:t>
            </a:r>
          </a:p>
          <a:p>
            <a:r>
              <a:t>          "end": "2025-09-30",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36.00023,</a:t>
            </a:r>
          </a:p>
          <a:p>
            <a:r>
              <a:t>          "raw_mean": 1.2000076666666668,</a:t>
            </a:r>
          </a:p>
          <a:p>
            <a:r>
              <a:t>          "value": 1.2000076666666668,</a:t>
            </a:r>
          </a:p>
          <a:p>
            <a:r>
              <a:t>          "prior_start": "2024-09-01",</a:t>
            </a:r>
          </a:p>
          <a:p>
            <a:r>
              <a:t>          "prior_end": "2024-09-30",</a:t>
            </a:r>
          </a:p>
          <a:p>
            <a:r>
              <a:t>          "prior_days": 30,</a:t>
            </a:r>
          </a:p>
          <a:p>
            <a:r>
              <a:t>          "prior_raw_mean": 1.3615043333333332,</a:t>
            </a:r>
          </a:p>
          <a:p>
            <a:r>
              <a:t>          "prior_value": 1.3615043333333332,</a:t>
            </a:r>
          </a:p>
          <a:p>
            <a:r>
              <a:t>          "yoy_fraction": -0.11861634422512535,</a:t>
            </a:r>
          </a:p>
          <a:p>
            <a:r>
              <a:t>          "yoy_pct": -11.861634422512534,</a:t>
            </a:r>
          </a:p>
          <a:p>
            <a:r>
              <a:t>          "value_label": "1.2",</a:t>
            </a:r>
          </a:p>
          <a:p>
            <a:r>
              <a:t>          "yoy_label": "(-11.9%)",</a:t>
            </a:r>
          </a:p>
          <a:p>
            <a:r>
              <a:t>          "label": "1.2\n(-11.9%)"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"NV_XC06",</a:t>
            </a:r>
          </a:p>
          <a:p>
            <a:r>
              <a:t>          "month": "2025-10",</a:t>
            </a:r>
          </a:p>
          <a:p>
            <a:r>
              <a:t>          "start": "2025-10-01",</a:t>
            </a:r>
          </a:p>
          <a:p>
            <a:r>
              <a:t>          "end": "2025-10-31",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35.62408,</a:t>
            </a:r>
          </a:p>
          <a:p>
            <a:r>
              <a:t>          "raw_mean": 1.1491638709677419,</a:t>
            </a:r>
          </a:p>
          <a:p>
            <a:r>
              <a:t>          "value": 1.1491638709677419,</a:t>
            </a:r>
          </a:p>
          <a:p>
            <a:r>
              <a:t>          "prior_start": "2024-10-01",</a:t>
            </a:r>
          </a:p>
          <a:p>
            <a:r>
              <a:t>          "prior_end": "2024-10-31",</a:t>
            </a:r>
          </a:p>
          <a:p>
            <a:r>
              <a:t>          "prior_days": 31,</a:t>
            </a:r>
          </a:p>
          <a:p>
            <a:r>
              <a:t>          "prior_raw_mean": 1.3516899999999998,</a:t>
            </a:r>
          </a:p>
          <a:p>
            <a:r>
              <a:t>          "prior_value": 1.3516899999999998,</a:t>
            </a:r>
          </a:p>
          <a:p>
            <a:r>
              <a:t>          "yoy_fraction": -0.14983178763788885,</a:t>
            </a:r>
          </a:p>
          <a:p>
            <a:r>
              <a:t>          "yoy_pct": -14.983178763788885,</a:t>
            </a:r>
          </a:p>
          <a:p>
            <a:r>
              <a:t>          "value_label": "1.1",</a:t>
            </a:r>
          </a:p>
          <a:p>
            <a:r>
              <a:t>          "yoy_label": "(-15.0%)",</a:t>
            </a:r>
          </a:p>
          <a:p>
            <a:r>
              <a:t>          "label": "1.1\n(-15.0%)"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"NV_XC06",</a:t>
            </a:r>
          </a:p>
          <a:p>
            <a:r>
              <a:t>          "month": "2025-11",</a:t>
            </a:r>
          </a:p>
          <a:p>
            <a:r>
              <a:t>          "start": "2025-11-01",</a:t>
            </a:r>
          </a:p>
          <a:p>
            <a:r>
              <a:t>          "end": "2025-11-30",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31.645789999999998,</a:t>
            </a:r>
          </a:p>
          <a:p>
            <a:r>
              <a:t>          "raw_mean": 1.0548596666666665,</a:t>
            </a:r>
          </a:p>
          <a:p>
            <a:r>
              <a:t>          "value": 1.0548596666666665,</a:t>
            </a:r>
          </a:p>
          <a:p>
            <a:r>
              <a:t>          "prior_start": "2024-11-01",</a:t>
            </a:r>
          </a:p>
          <a:p>
            <a:r>
              <a:t>          "prior_end": "2024-11-30",</a:t>
            </a:r>
          </a:p>
          <a:p>
            <a:r>
              <a:t>          "prior_days": 30,</a:t>
            </a:r>
          </a:p>
          <a:p>
            <a:r>
              <a:t>          "prior_raw_mean": 1.1894776666666667,</a:t>
            </a:r>
          </a:p>
          <a:p>
            <a:r>
              <a:t>          "prior_value": 1.1894776666666667,</a:t>
            </a:r>
          </a:p>
          <a:p>
            <a:r>
              <a:t>          "yoy_fraction": -0.11317404586270796,</a:t>
            </a:r>
          </a:p>
          <a:p>
            <a:r>
              <a:t>          "yoy_pct": -11.317404586270797,</a:t>
            </a:r>
          </a:p>
          <a:p>
            <a:r>
              <a:t>          "value_label": "1.1",</a:t>
            </a:r>
          </a:p>
          <a:p>
            <a:r>
              <a:t>          "yoy_label": "(-11.3%)",</a:t>
            </a:r>
          </a:p>
          <a:p>
            <a:r>
              <a:t>          "label": "1.1\n(-11.3%)"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"NV_XC06",</a:t>
            </a:r>
          </a:p>
          <a:p>
            <a:r>
              <a:t>          "month": "2025-12",</a:t>
            </a:r>
          </a:p>
          <a:p>
            <a:r>
              <a:t>          "start": "2025-12-01",</a:t>
            </a:r>
          </a:p>
          <a:p>
            <a:r>
              <a:t>          "end": "2025-12-31",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32.74249,</a:t>
            </a:r>
          </a:p>
          <a:p>
            <a:r>
              <a:t>          "raw_mean": 1.0562093548387095,</a:t>
            </a:r>
          </a:p>
          <a:p>
            <a:r>
              <a:t>          "value": 1.0562093548387095,</a:t>
            </a:r>
          </a:p>
          <a:p>
            <a:r>
              <a:t>          "prior_start": "2024-12-01",</a:t>
            </a:r>
          </a:p>
          <a:p>
            <a:r>
              <a:t>          "prior_end": "2024-12-31",</a:t>
            </a:r>
          </a:p>
          <a:p>
            <a:r>
              <a:t>          "prior_days": 31,</a:t>
            </a:r>
          </a:p>
          <a:p>
            <a:r>
              <a:t>          "prior_raw_mean": 1.1032751612903224,</a:t>
            </a:r>
          </a:p>
          <a:p>
            <a:r>
              <a:t>          "prior_value": 1.1032751612903224,</a:t>
            </a:r>
          </a:p>
          <a:p>
            <a:r>
              <a:t>          "yoy_fraction": -0.04266007982683817,</a:t>
            </a:r>
          </a:p>
          <a:p>
            <a:r>
              <a:t>          "yoy_pct": -4.266007982683817,</a:t>
            </a:r>
          </a:p>
          <a:p>
            <a:r>
              <a:t>          "value_label": "1.1",</a:t>
            </a:r>
          </a:p>
          <a:p>
            <a:r>
              <a:t>          "yoy_label": "(-4.3%)",</a:t>
            </a:r>
          </a:p>
          <a:p>
            <a:r>
              <a:t>          "label": "1.1\n(-4.3%)"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"NV_XC06",</a:t>
            </a:r>
          </a:p>
          <a:p>
            <a:r>
              <a:t>          "month": "2026-01",</a:t>
            </a:r>
          </a:p>
          <a:p>
            <a:r>
              <a:t>          "start": "2026-01-01",</a:t>
            </a:r>
          </a:p>
          <a:p>
            <a:r>
              <a:t>          "end": "2026-01-31",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27.04851,</a:t>
            </a:r>
          </a:p>
          <a:p>
            <a:r>
              <a:t>          "raw_mean": 0.8725325806451613,</a:t>
            </a:r>
          </a:p>
          <a:p>
            <a:r>
              <a:t>          "value": 0.8725325806451613,</a:t>
            </a:r>
          </a:p>
          <a:p>
            <a:r>
              <a:t>          "prior_start": "2025-01-01",</a:t>
            </a:r>
          </a:p>
          <a:p>
            <a:r>
              <a:t>          "prior_end": "2025-01-31",</a:t>
            </a:r>
          </a:p>
          <a:p>
            <a:r>
              <a:t>          "prior_days": 31,</a:t>
            </a:r>
          </a:p>
          <a:p>
            <a:r>
              <a:t>          "prior_raw_mean": 1.1849070967741937,</a:t>
            </a:r>
          </a:p>
          <a:p>
            <a:r>
              <a:t>          "prior_value": 1.1849070967741937,</a:t>
            </a:r>
          </a:p>
          <a:p>
            <a:r>
              <a:t>          "yoy_fraction": -0.2636278548583638,</a:t>
            </a:r>
          </a:p>
          <a:p>
            <a:r>
              <a:t>          "yoy_pct": -26.362785485836383,</a:t>
            </a:r>
          </a:p>
          <a:p>
            <a:r>
              <a:t>          "value_label": "0.9",</a:t>
            </a:r>
          </a:p>
          <a:p>
            <a:r>
              <a:t>          "yoy_label": "(-26.4%)",</a:t>
            </a:r>
          </a:p>
          <a:p>
            <a:r>
              <a:t>          "label": "0.9\n(-26.4%)"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"NV_XC06",</a:t>
            </a:r>
          </a:p>
          <a:p>
            <a:r>
              <a:t>          "month": "2026-02",</a:t>
            </a:r>
          </a:p>
          <a:p>
            <a:r>
              <a:t>          "start": "2026-02-01",</a:t>
            </a:r>
          </a:p>
          <a:p>
            <a:r>
              <a:t>          "end": "2026-02-28",</a:t>
            </a:r>
          </a:p>
          <a:p>
            <a:r>
              <a:t>          "days": 28,</a:t>
            </a:r>
          </a:p>
          <a:p>
            <a:r>
              <a:t>          "partial": false,</a:t>
            </a:r>
          </a:p>
          <a:p>
            <a:r>
              <a:t>          "raw_sum": 24.30923,</a:t>
            </a:r>
          </a:p>
          <a:p>
            <a:r>
              <a:t>          "raw_mean": 0.8681867857142856,</a:t>
            </a:r>
          </a:p>
          <a:p>
            <a:r>
              <a:t>          "value": 0.8681867857142856,</a:t>
            </a:r>
          </a:p>
          <a:p>
            <a:r>
              <a:t>          "prior_start": "2025-02-01",</a:t>
            </a:r>
          </a:p>
          <a:p>
            <a:r>
              <a:t>          "prior_end": "2025-02-28",</a:t>
            </a:r>
          </a:p>
          <a:p>
            <a:r>
              <a:t>          "prior_days": 28,</a:t>
            </a:r>
          </a:p>
          <a:p>
            <a:r>
              <a:t>          "prior_raw_mean": 1.1980382142857144,</a:t>
            </a:r>
          </a:p>
          <a:p>
            <a:r>
              <a:t>          "prior_value": 1.1980382142857144,</a:t>
            </a:r>
          </a:p>
          <a:p>
            <a:r>
              <a:t>          "yoy_fraction": -0.2753262998109709,</a:t>
            </a:r>
          </a:p>
          <a:p>
            <a:r>
              <a:t>          "yoy_pct": -27.532629981097088,</a:t>
            </a:r>
          </a:p>
          <a:p>
            <a:r>
              <a:t>          "value_label": "0.9",</a:t>
            </a:r>
          </a:p>
          <a:p>
            <a:r>
              <a:t>          "yoy_label": "(-27.5%)",</a:t>
            </a:r>
          </a:p>
          <a:p>
            <a:r>
              <a:t>          "label": "0.9\n(-27.5%)"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"NV_XC06",</a:t>
            </a:r>
          </a:p>
          <a:p>
            <a:r>
              <a:t>          "month": "2026-03",</a:t>
            </a:r>
          </a:p>
          <a:p>
            <a:r>
              <a:t>          "start": "2026-03-01",</a:t>
            </a:r>
          </a:p>
          <a:p>
            <a:r>
              <a:t>          "end": "2026-03-31",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28.74951,</a:t>
            </a:r>
          </a:p>
          <a:p>
            <a:r>
              <a:t>          "raw_mean": 0.9274035483870968,</a:t>
            </a:r>
          </a:p>
          <a:p>
            <a:r>
              <a:t>          "value": 0.9274035483870968,</a:t>
            </a:r>
          </a:p>
          <a:p>
            <a:r>
              <a:t>          "prior_start": "2025-03-01",</a:t>
            </a:r>
          </a:p>
          <a:p>
            <a:r>
              <a:t>          "prior_end": "2025-03-31",</a:t>
            </a:r>
          </a:p>
          <a:p>
            <a:r>
              <a:t>          "prior_days": 31,</a:t>
            </a:r>
          </a:p>
          <a:p>
            <a:r>
              <a:t>          "prior_raw_mean": 1.2245532258064515,</a:t>
            </a:r>
          </a:p>
          <a:p>
            <a:r>
              <a:t>          "prior_value": 1.2245532258064518,</a:t>
            </a:r>
          </a:p>
          <a:p>
            <a:r>
              <a:t>          "yoy_fraction": -0.24265966652748938,</a:t>
            </a:r>
          </a:p>
          <a:p>
            <a:r>
              <a:t>          "yoy_pct": -24.265966652748936,</a:t>
            </a:r>
          </a:p>
          <a:p>
            <a:r>
              <a:t>          "value_label": "0.9",</a:t>
            </a:r>
          </a:p>
          <a:p>
            <a:r>
              <a:t>          "yoy_label": "(-24.3%)",</a:t>
            </a:r>
          </a:p>
          <a:p>
            <a:r>
              <a:t>          "label": "0.9\n(-24.3%)"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"NV_XC06",</a:t>
            </a:r>
          </a:p>
          <a:p>
            <a:r>
              <a:t>          "month": "2026-04",</a:t>
            </a:r>
          </a:p>
          <a:p>
            <a:r>
              <a:t>          "start": "2026-04-01",</a:t>
            </a:r>
          </a:p>
          <a:p>
            <a:r>
              <a:t>          "end": "2026-04-30",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32.20601,</a:t>
            </a:r>
          </a:p>
          <a:p>
            <a:r>
              <a:t>          "raw_mean": 1.0735336666666666,</a:t>
            </a:r>
          </a:p>
          <a:p>
            <a:r>
              <a:t>          "value": 1.0735336666666666,</a:t>
            </a:r>
          </a:p>
          <a:p>
            <a:r>
              <a:t>          "prior_start": "2025-04-01",</a:t>
            </a:r>
          </a:p>
          <a:p>
            <a:r>
              <a:t>          "prior_end": "2025-04-30",</a:t>
            </a:r>
          </a:p>
          <a:p>
            <a:r>
              <a:t>          "prior_days": 30,</a:t>
            </a:r>
          </a:p>
          <a:p>
            <a:r>
              <a:t>          "prior_raw_mean": 1.151767,</a:t>
            </a:r>
          </a:p>
          <a:p>
            <a:r>
              <a:t>          "prior_value": 1.151767,</a:t>
            </a:r>
          </a:p>
          <a:p>
            <a:r>
              <a:t>          "yoy_fraction": -0.06792461785528958,</a:t>
            </a:r>
          </a:p>
          <a:p>
            <a:r>
              <a:t>          "yoy_pct": -6.792461785528959,</a:t>
            </a:r>
          </a:p>
          <a:p>
            <a:r>
              <a:t>          "value_label": "1.1",</a:t>
            </a:r>
          </a:p>
          <a:p>
            <a:r>
              <a:t>          "yoy_label": "(-6.8%)",</a:t>
            </a:r>
          </a:p>
          <a:p>
            <a:r>
              <a:t>          "label": "1.1\n(-6.8%)"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"NV_XC06",</a:t>
            </a:r>
          </a:p>
          <a:p>
            <a:r>
              <a:t>          "month": "2026-05",</a:t>
            </a:r>
          </a:p>
          <a:p>
            <a:r>
              <a:t>          "start": "2026-05-01",</a:t>
            </a:r>
          </a:p>
          <a:p>
            <a:r>
              <a:t>          "end": "2026-05-31",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31.7696,</a:t>
            </a:r>
          </a:p>
          <a:p>
            <a:r>
              <a:t>          "raw_mean": 1.024825806451613,</a:t>
            </a:r>
          </a:p>
          <a:p>
            <a:r>
              <a:t>          "value": 1.024825806451613,</a:t>
            </a:r>
          </a:p>
          <a:p>
            <a:r>
              <a:t>          "prior_start": "2025-05-01",</a:t>
            </a:r>
          </a:p>
          <a:p>
            <a:r>
              <a:t>          "prior_end": "2025-05-31",</a:t>
            </a:r>
          </a:p>
          <a:p>
            <a:r>
              <a:t>          "prior_days": 31,</a:t>
            </a:r>
          </a:p>
          <a:p>
            <a:r>
              <a:t>          "prior_raw_mean": 1.2210487096774194,</a:t>
            </a:r>
          </a:p>
          <a:p>
            <a:r>
              <a:t>          "prior_value": 1.2210487096774194,</a:t>
            </a:r>
          </a:p>
          <a:p>
            <a:r>
              <a:t>          "yoy_fraction": -0.16070030758858533,</a:t>
            </a:r>
          </a:p>
          <a:p>
            <a:r>
              <a:t>          "yoy_pct": -16.070030758858532,</a:t>
            </a:r>
          </a:p>
          <a:p>
            <a:r>
              <a:t>          "value_label": "1.0",</a:t>
            </a:r>
          </a:p>
          <a:p>
            <a:r>
              <a:t>          "yoy_label": "(-16.1%)",</a:t>
            </a:r>
          </a:p>
          <a:p>
            <a:r>
              <a:t>          "label": "1.0\n(-16.1%)"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"NV_XC06",</a:t>
            </a:r>
          </a:p>
          <a:p>
            <a:r>
              <a:t>          "month": "2026-06",</a:t>
            </a:r>
          </a:p>
          <a:p>
            <a:r>
              <a:t>          "start": "2026-06-01",</a:t>
            </a:r>
          </a:p>
          <a:p>
            <a:r>
              <a:t>          "end": "2026-06-30",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28.70536,</a:t>
            </a:r>
          </a:p>
          <a:p>
            <a:r>
              <a:t>          "raw_mean": 0.9568453333333333,</a:t>
            </a:r>
          </a:p>
          <a:p>
            <a:r>
              <a:t>          "value": 0.9568453333333333,</a:t>
            </a:r>
          </a:p>
          <a:p>
            <a:r>
              <a:t>          "prior_start": "2025-06-01",</a:t>
            </a:r>
          </a:p>
          <a:p>
            <a:r>
              <a:t>          "prior_end": "2025-06-30",</a:t>
            </a:r>
          </a:p>
          <a:p>
            <a:r>
              <a:t>          "prior_days": 30,</a:t>
            </a:r>
          </a:p>
          <a:p>
            <a:r>
              <a:t>          "prior_raw_mean": 1.1284623333333335,</a:t>
            </a:r>
          </a:p>
          <a:p>
            <a:r>
              <a:t>          "prior_value": 1.1284623333333335,</a:t>
            </a:r>
          </a:p>
          <a:p>
            <a:r>
              <a:t>          "yoy_fraction": -0.1520803973076048,</a:t>
            </a:r>
          </a:p>
          <a:p>
            <a:r>
              <a:t>          "yoy_pct": -15.20803973076048,</a:t>
            </a:r>
          </a:p>
          <a:p>
            <a:r>
              <a:t>          "value_label": "1.0",</a:t>
            </a:r>
          </a:p>
          <a:p>
            <a:r>
              <a:t>          "yoy_label": "(-15.2%)",</a:t>
            </a:r>
          </a:p>
          <a:p>
            <a:r>
              <a:t>          "label": "1.0\n(-15.2%)"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"NV_XC06",</a:t>
            </a:r>
          </a:p>
          <a:p>
            <a:r>
              <a:t>          "month": "2026-07",</a:t>
            </a:r>
          </a:p>
          <a:p>
            <a:r>
              <a:t>          "start": "2026-07-01",</a:t>
            </a:r>
          </a:p>
          <a:p>
            <a:r>
              <a:t>          "end": "2026-07-31",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28.84055,</a:t>
            </a:r>
          </a:p>
          <a:p>
            <a:r>
              <a:t>          "raw_mean": 0.9303403225806451,</a:t>
            </a:r>
          </a:p>
          <a:p>
            <a:r>
              <a:t>          "value": 0.9303403225806451,</a:t>
            </a:r>
          </a:p>
          <a:p>
            <a:r>
              <a:t>          "prior_start": "2025-07-01",</a:t>
            </a:r>
          </a:p>
          <a:p>
            <a:r>
              <a:t>          "prior_end": "2025-07-31",</a:t>
            </a:r>
          </a:p>
          <a:p>
            <a:r>
              <a:t>          "prior_days": 31,</a:t>
            </a:r>
          </a:p>
          <a:p>
            <a:r>
              <a:t>          "prior_raw_mean": 1.1256612903225807,</a:t>
            </a:r>
          </a:p>
          <a:p>
            <a:r>
              <a:t>          "prior_value": 1.1256612903225807,</a:t>
            </a:r>
          </a:p>
          <a:p>
            <a:r>
              <a:t>          "yoy_fraction": -0.17351664254703336,</a:t>
            </a:r>
          </a:p>
          <a:p>
            <a:r>
              <a:t>          "yoy_pct": -17.351664254703337,</a:t>
            </a:r>
          </a:p>
          <a:p>
            <a:r>
              <a:t>          "value_label": "0.9",</a:t>
            </a:r>
          </a:p>
          <a:p>
            <a:r>
              <a:t>          "yoy_label": "(-17.4%)",</a:t>
            </a:r>
          </a:p>
          <a:p>
            <a:r>
              <a:t>          "label": "0.9\n(-17.4%)"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"NV_XC06",</a:t>
            </a:r>
          </a:p>
          <a:p>
            <a:r>
              <a:t>          "month": "2026-08",</a:t>
            </a:r>
          </a:p>
          <a:p>
            <a:r>
              <a:t>          "start": "2026-08-01",</a:t>
            </a:r>
          </a:p>
          <a:p>
            <a:r>
              <a:t>          "end": "2026-08-31",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29.66591,</a:t>
            </a:r>
          </a:p>
          <a:p>
            <a:r>
              <a:t>          "raw_mean": 0.9569648387096774,</a:t>
            </a:r>
          </a:p>
          <a:p>
            <a:r>
              <a:t>          "value": 0.9569648387096774,</a:t>
            </a:r>
          </a:p>
          <a:p>
            <a:r>
              <a:t>          "prior_start": "2025-08-01",</a:t>
            </a:r>
          </a:p>
          <a:p>
            <a:r>
              <a:t>          "prior_end": "2025-08-31",</a:t>
            </a:r>
          </a:p>
          <a:p>
            <a:r>
              <a:t>          "prior_days": 31,</a:t>
            </a:r>
          </a:p>
          <a:p>
            <a:r>
              <a:t>          "prior_raw_mean": 1.3038890322580645,</a:t>
            </a:r>
          </a:p>
          <a:p>
            <a:r>
              <a:t>          "prior_value": 1.3038890322580645,</a:t>
            </a:r>
          </a:p>
          <a:p>
            <a:r>
              <a:t>          "yoy_fraction": -0.26606880260936516,</a:t>
            </a:r>
          </a:p>
          <a:p>
            <a:r>
              <a:t>          "yoy_pct": -26.606880260936517,</a:t>
            </a:r>
          </a:p>
          <a:p>
            <a:r>
              <a:t>          "value_label": "1.0",</a:t>
            </a:r>
          </a:p>
          <a:p>
            <a:r>
              <a:t>          "yoy_label": "(-26.6%)",</a:t>
            </a:r>
          </a:p>
          <a:p>
            <a:r>
              <a:t>          "label": "1.0\n(-26.6%)"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"NV_XC06",</a:t>
            </a:r>
          </a:p>
          <a:p>
            <a:r>
              <a:t>          "month": "2026-09",</a:t>
            </a:r>
          </a:p>
          <a:p>
            <a:r>
              <a:t>          "start": "2026-09-01",</a:t>
            </a:r>
          </a:p>
          <a:p>
            <a:r>
              <a:t>          "end": "2026-09-30",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25.21757,</a:t>
            </a:r>
          </a:p>
          <a:p>
            <a:r>
              <a:t>          "raw_mean": 0.8405856666666666,</a:t>
            </a:r>
          </a:p>
          <a:p>
            <a:r>
              <a:t>          "value": 0.8405856666666666,</a:t>
            </a:r>
          </a:p>
          <a:p>
            <a:r>
              <a:t>          "prior_start": "2025-09-01",</a:t>
            </a:r>
          </a:p>
          <a:p>
            <a:r>
              <a:t>          "prior_end": "2025-09-30",</a:t>
            </a:r>
          </a:p>
          <a:p>
            <a:r>
              <a:t>          "prior_days": 30,</a:t>
            </a:r>
          </a:p>
          <a:p>
            <a:r>
              <a:t>          "prior_raw_mean": 1.2000076666666668,</a:t>
            </a:r>
          </a:p>
          <a:p>
            <a:r>
              <a:t>          "prior_value": 1.2000076666666668,</a:t>
            </a:r>
          </a:p>
          <a:p>
            <a:r>
              <a:t>          "yoy_fraction": -0.29951641975620724,</a:t>
            </a:r>
          </a:p>
          <a:p>
            <a:r>
              <a:t>          "yoy_pct": -29.951641975620724,</a:t>
            </a:r>
          </a:p>
          <a:p>
            <a:r>
              <a:t>          "value_label": "0.8",</a:t>
            </a:r>
          </a:p>
          <a:p>
            <a:r>
              <a:t>          "yoy_label": "(-30.0%)",</a:t>
            </a:r>
          </a:p>
          <a:p>
            <a:r>
              <a:t>          "label": "0.8\n(-30.0%)"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"NV_XC06",</a:t>
            </a:r>
          </a:p>
          <a:p>
            <a:r>
              <a:t>          "month": "2026-10",</a:t>
            </a:r>
          </a:p>
          <a:p>
            <a:r>
              <a:t>          "start": "2026-10-01",</a:t>
            </a:r>
          </a:p>
          <a:p>
            <a:r>
              <a:t>          "end": "2026-10-19",</a:t>
            </a:r>
          </a:p>
          <a:p>
            <a:r>
              <a:t>          "days": 19,</a:t>
            </a:r>
          </a:p>
          <a:p>
            <a:r>
              <a:t>          "partial": true,</a:t>
            </a:r>
          </a:p>
          <a:p>
            <a:r>
              <a:t>          "raw_sum": 17.34504,</a:t>
            </a:r>
          </a:p>
          <a:p>
            <a:r>
              <a:t>          "raw_mean": 0.9128968421052632,</a:t>
            </a:r>
          </a:p>
          <a:p>
            <a:r>
              <a:t>          "value": 0.9128968421052632,</a:t>
            </a:r>
          </a:p>
          <a:p>
            <a:r>
              <a:t>          "prior_start": "2025-10-01",</a:t>
            </a:r>
          </a:p>
          <a:p>
            <a:r>
              <a:t>          "prior_end": "2025-10-19",</a:t>
            </a:r>
          </a:p>
          <a:p>
            <a:r>
              <a:t>          "prior_days": 19,</a:t>
            </a:r>
          </a:p>
          <a:p>
            <a:r>
              <a:t>          "prior_raw_mean": 1.2082342105263157,</a:t>
            </a:r>
          </a:p>
          <a:p>
            <a:r>
              <a:t>          "prior_value": 1.2082342105263157,</a:t>
            </a:r>
          </a:p>
          <a:p>
            <a:r>
              <a:t>          "yoy_fraction": -0.24443718432074635,</a:t>
            </a:r>
          </a:p>
          <a:p>
            <a:r>
              <a:t>          "yoy_pct": -24.443718432074636,</a:t>
            </a:r>
          </a:p>
          <a:p>
            <a:r>
              <a:t>          "value_label": "0.9",</a:t>
            </a:r>
          </a:p>
          <a:p>
            <a:r>
              <a:t>          "yoy_label": "(-24.4%)",</a:t>
            </a:r>
          </a:p>
          <a:p>
            <a:r>
              <a:t>          "label": "0.9\n(-24.4%)"</a:t>
            </a:r>
          </a:p>
          <a:p>
            <a:r>
              <a:t>        }</a:t>
            </a:r>
          </a:p>
          <a:p>
            <a:r>
              <a:t>      ]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"NV_XC07",</a:t>
            </a:r>
          </a:p>
          <a:p>
            <a:r>
              <a:t>      "label": "오븐·베이크·로스트",</a:t>
            </a:r>
          </a:p>
          <a:p>
            <a:r>
              <a:t>      "points": [</a:t>
            </a:r>
          </a:p>
          <a:p>
            <a:r>
              <a:t>        {</a:t>
            </a:r>
          </a:p>
          <a:p>
            <a:r>
              <a:t>          "group_id": "NV_XC07",</a:t>
            </a:r>
          </a:p>
          <a:p>
            <a:r>
              <a:t>          "month": "2025-01",</a:t>
            </a:r>
          </a:p>
          <a:p>
            <a:r>
              <a:t>          "start": "2025-01-01",</a:t>
            </a:r>
          </a:p>
          <a:p>
            <a:r>
              <a:t>          "end": "2025-01-31",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7.76903,</a:t>
            </a:r>
          </a:p>
          <a:p>
            <a:r>
              <a:t>          "raw_mean": 0.25061387096774196,</a:t>
            </a:r>
          </a:p>
          <a:p>
            <a:r>
              <a:t>          "value": 38.34185563204595,</a:t>
            </a:r>
          </a:p>
          <a:p>
            <a:r>
              <a:t>          "prior_start": "2024-01-01",</a:t>
            </a:r>
          </a:p>
          <a:p>
            <a:r>
              <a:t>          "prior_end": "2024-01-31",</a:t>
            </a:r>
          </a:p>
          <a:p>
            <a:r>
              <a:t>          "prior_days": 31,</a:t>
            </a:r>
          </a:p>
          <a:p>
            <a:r>
              <a:t>          "prior_raw_mean": 0.30481032258064517,</a:t>
            </a:r>
          </a:p>
          <a:p>
            <a:r>
              <a:t>          "prior_value": 46.63346581103149,</a:t>
            </a:r>
          </a:p>
          <a:p>
            <a:r>
              <a:t>          "yoy_fraction": -0.17780385898369366,</a:t>
            </a:r>
          </a:p>
          <a:p>
            <a:r>
              <a:t>          "yoy_pct": -17.780385898369367,</a:t>
            </a:r>
          </a:p>
          <a:p>
            <a:r>
              <a:t>          "value_label": "38.3",</a:t>
            </a:r>
          </a:p>
          <a:p>
            <a:r>
              <a:t>          "yoy_label": "(-17.8%)",</a:t>
            </a:r>
          </a:p>
          <a:p>
            <a:r>
              <a:t>          "label": "38.3\n(-17.8%)"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"NV_XC07",</a:t>
            </a:r>
          </a:p>
          <a:p>
            <a:r>
              <a:t>          "month": "2025-02",</a:t>
            </a:r>
          </a:p>
          <a:p>
            <a:r>
              <a:t>          "start": "2025-02-01",</a:t>
            </a:r>
          </a:p>
          <a:p>
            <a:r>
              <a:t>          "end": "2025-02-28",</a:t>
            </a:r>
          </a:p>
          <a:p>
            <a:r>
              <a:t>          "days": 28,</a:t>
            </a:r>
          </a:p>
          <a:p>
            <a:r>
              <a:t>          "partial": false,</a:t>
            </a:r>
          </a:p>
          <a:p>
            <a:r>
              <a:t>          "raw_sum": 7.1903500000000005,</a:t>
            </a:r>
          </a:p>
          <a:p>
            <a:r>
              <a:t>          "raw_mean": 0.2567982142857143,</a:t>
            </a:r>
          </a:p>
          <a:p>
            <a:r>
              <a:t>          "value": 39.28800916202045,</a:t>
            </a:r>
          </a:p>
          <a:p>
            <a:r>
              <a:t>          "prior_start": "2024-02-01",</a:t>
            </a:r>
          </a:p>
          <a:p>
            <a:r>
              <a:t>          "prior_end": "2024-02-29",</a:t>
            </a:r>
          </a:p>
          <a:p>
            <a:r>
              <a:t>          "prior_days": 29,</a:t>
            </a:r>
          </a:p>
          <a:p>
            <a:r>
              <a:t>          "prior_raw_mean": 0.27632172413793105,</a:t>
            </a:r>
          </a:p>
          <a:p>
            <a:r>
              <a:t>          "prior_value": 42.27494517355859,</a:t>
            </a:r>
          </a:p>
          <a:p>
            <a:r>
              <a:t>          "yoy_fraction": -0.07065499432998334,</a:t>
            </a:r>
          </a:p>
          <a:p>
            <a:r>
              <a:t>          "yoy_pct": -7.065499432998335,</a:t>
            </a:r>
          </a:p>
          <a:p>
            <a:r>
              <a:t>          "value_label": "39.3",</a:t>
            </a:r>
          </a:p>
          <a:p>
            <a:r>
              <a:t>          "yoy_label": "(-7.1%)",</a:t>
            </a:r>
          </a:p>
          <a:p>
            <a:r>
              <a:t>          "label": "39.3\n(-7.1%)"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"NV_XC07",</a:t>
            </a:r>
          </a:p>
          <a:p>
            <a:r>
              <a:t>          "month": "2025-03",</a:t>
            </a:r>
          </a:p>
          <a:p>
            <a:r>
              <a:t>          "start": "2025-03-01",</a:t>
            </a:r>
          </a:p>
          <a:p>
            <a:r>
              <a:t>          "end": "2025-03-31",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8.16559,</a:t>
            </a:r>
          </a:p>
          <a:p>
            <a:r>
              <a:t>          "raw_mean": 0.2634061290322581,</a:t>
            </a:r>
          </a:p>
          <a:p>
            <a:r>
              <a:t>          "value": 40.29896562768815,</a:t>
            </a:r>
          </a:p>
          <a:p>
            <a:r>
              <a:t>          "prior_start": "2024-03-01",</a:t>
            </a:r>
          </a:p>
          <a:p>
            <a:r>
              <a:t>          "prior_end": "2024-03-31",</a:t>
            </a:r>
          </a:p>
          <a:p>
            <a:r>
              <a:t>          "prior_days": 31,</a:t>
            </a:r>
          </a:p>
          <a:p>
            <a:r>
              <a:t>          "prior_raw_mean": 0.29584483870967737,</a:t>
            </a:r>
          </a:p>
          <a:p>
            <a:r>
              <a:t>          "prior_value": 45.261820710444354,</a:t>
            </a:r>
          </a:p>
          <a:p>
            <a:r>
              <a:t>          "yoy_fraction": -0.1096477120199234,</a:t>
            </a:r>
          </a:p>
          <a:p>
            <a:r>
              <a:t>          "yoy_pct": -10.96477120199234,</a:t>
            </a:r>
          </a:p>
          <a:p>
            <a:r>
              <a:t>          "value_label": "40.3",</a:t>
            </a:r>
          </a:p>
          <a:p>
            <a:r>
              <a:t>          "yoy_label": "(-11.0%)",</a:t>
            </a:r>
          </a:p>
          <a:p>
            <a:r>
              <a:t>          "label": "40.3\n(-11.0%)"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"NV_XC07",</a:t>
            </a:r>
          </a:p>
          <a:p>
            <a:r>
              <a:t>          "month": "2025-04",</a:t>
            </a:r>
          </a:p>
          <a:p>
            <a:r>
              <a:t>          "start": "2025-04-01",</a:t>
            </a:r>
          </a:p>
          <a:p>
            <a:r>
              <a:t>          "end": "2025-04-30",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7.28139,</a:t>
            </a:r>
          </a:p>
          <a:p>
            <a:r>
              <a:t>          "raw_mean": 0.242713,</a:t>
            </a:r>
          </a:p>
          <a:p>
            <a:r>
              <a:t>          "value": 37.133087526582315,</a:t>
            </a:r>
          </a:p>
          <a:p>
            <a:r>
              <a:t>          "prior_start": "2024-04-01",</a:t>
            </a:r>
          </a:p>
          <a:p>
            <a:r>
              <a:t>          "prior_end": "2024-04-30",</a:t>
            </a:r>
          </a:p>
          <a:p>
            <a:r>
              <a:t>          "prior_days": 30,</a:t>
            </a:r>
          </a:p>
          <a:p>
            <a:r>
              <a:t>          "prior_raw_mean": 0.29787933333333333,</a:t>
            </a:r>
          </a:p>
          <a:p>
            <a:r>
              <a:t>          "prior_value": 45.57308161090118,</a:t>
            </a:r>
          </a:p>
          <a:p>
            <a:r>
              <a:t>          "yoy_fraction": -0.185196914186729,</a:t>
            </a:r>
          </a:p>
          <a:p>
            <a:r>
              <a:t>          "yoy_pct": -18.519691418672902,</a:t>
            </a:r>
          </a:p>
          <a:p>
            <a:r>
              <a:t>          "value_label": "37.1",</a:t>
            </a:r>
          </a:p>
          <a:p>
            <a:r>
              <a:t>          "yoy_label": "(-18.5%)",</a:t>
            </a:r>
          </a:p>
          <a:p>
            <a:r>
              <a:t>          "label": "37.1\n(-18.5%)"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"NV_XC07",</a:t>
            </a:r>
          </a:p>
          <a:p>
            <a:r>
              <a:t>          "month": "2025-05",</a:t>
            </a:r>
          </a:p>
          <a:p>
            <a:r>
              <a:t>          "start": "2025-05-01",</a:t>
            </a:r>
          </a:p>
          <a:p>
            <a:r>
              <a:t>          "end": "2025-05-31",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7.95117,</a:t>
            </a:r>
          </a:p>
          <a:p>
            <a:r>
              <a:t>          "raw_mean": 0.25648935483870966,</a:t>
            </a:r>
          </a:p>
          <a:p>
            <a:r>
              <a:t>          "value": 39.24075621356267,</a:t>
            </a:r>
          </a:p>
          <a:p>
            <a:r>
              <a:t>          "prior_start": "2024-05-01",</a:t>
            </a:r>
          </a:p>
          <a:p>
            <a:r>
              <a:t>          "prior_end": "2024-05-31",</a:t>
            </a:r>
          </a:p>
          <a:p>
            <a:r>
              <a:t>          "prior_days": 31,</a:t>
            </a:r>
          </a:p>
          <a:p>
            <a:r>
              <a:t>          "prior_raw_mean": 0.28837838709677416,</a:t>
            </a:r>
          </a:p>
          <a:p>
            <a:r>
              <a:t>          "prior_value": 44.119515183938034,</a:t>
            </a:r>
          </a:p>
          <a:p>
            <a:r>
              <a:t>          "yoy_fraction": -0.11058052088821468,</a:t>
            </a:r>
          </a:p>
          <a:p>
            <a:r>
              <a:t>          "yoy_pct": -11.05805208882147,</a:t>
            </a:r>
          </a:p>
          <a:p>
            <a:r>
              <a:t>          "value_label": "39.2",</a:t>
            </a:r>
          </a:p>
          <a:p>
            <a:r>
              <a:t>          "yoy_label": "(-11.1%)",</a:t>
            </a:r>
          </a:p>
          <a:p>
            <a:r>
              <a:t>          "label": "39.2\n(-11.1%)"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"NV_XC07",</a:t>
            </a:r>
          </a:p>
          <a:p>
            <a:r>
              <a:t>          "month": "2025-06",</a:t>
            </a:r>
          </a:p>
          <a:p>
            <a:r>
              <a:t>          "start": "2025-06-01",</a:t>
            </a:r>
          </a:p>
          <a:p>
            <a:r>
              <a:t>          "end": "2025-06-30",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7.65995,</a:t>
            </a:r>
          </a:p>
          <a:p>
            <a:r>
              <a:t>          "raw_mean": 0.2553316666666667,</a:t>
            </a:r>
          </a:p>
          <a:p>
            <a:r>
              <a:t>          "value": 39.06363946983257,</a:t>
            </a:r>
          </a:p>
          <a:p>
            <a:r>
              <a:t>          "prior_start": "2024-06-01",</a:t>
            </a:r>
          </a:p>
          <a:p>
            <a:r>
              <a:t>          "prior_end": "2024-06-30",</a:t>
            </a:r>
          </a:p>
          <a:p>
            <a:r>
              <a:t>          "prior_days": 30,</a:t>
            </a:r>
          </a:p>
          <a:p>
            <a:r>
              <a:t>          "prior_raw_mean": 0.3092796666666667,</a:t>
            </a:r>
          </a:p>
          <a:p>
            <a:r>
              <a:t>          "prior_value": 47.31723860083942,</a:t>
            </a:r>
          </a:p>
          <a:p>
            <a:r>
              <a:t>          "yoy_fraction": -0.17443112436532637,</a:t>
            </a:r>
          </a:p>
          <a:p>
            <a:r>
              <a:t>          "yoy_pct": -17.443112436532637,</a:t>
            </a:r>
          </a:p>
          <a:p>
            <a:r>
              <a:t>          "value_label": "39.1",</a:t>
            </a:r>
          </a:p>
          <a:p>
            <a:r>
              <a:t>          "yoy_label": "(-17.4%)",</a:t>
            </a:r>
          </a:p>
          <a:p>
            <a:r>
              <a:t>          "label": "39.1\n(-17.4%)"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"NV_XC07",</a:t>
            </a:r>
          </a:p>
          <a:p>
            <a:r>
              <a:t>          "month": "2025-07",</a:t>
            </a:r>
          </a:p>
          <a:p>
            <a:r>
              <a:t>          "start": "2025-07-01",</a:t>
            </a:r>
          </a:p>
          <a:p>
            <a:r>
              <a:t>          "end": "2025-07-31",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8.78649,</a:t>
            </a:r>
          </a:p>
          <a:p>
            <a:r>
              <a:t>          "raw_mean": 0.2834351612903226,</a:t>
            </a:r>
          </a:p>
          <a:p>
            <a:r>
              <a:t>          "value": 43.363242398654066,</a:t>
            </a:r>
          </a:p>
          <a:p>
            <a:r>
              <a:t>          "prior_start": "2024-07-01",</a:t>
            </a:r>
          </a:p>
          <a:p>
            <a:r>
              <a:t>          "prior_end": "2024-07-31",</a:t>
            </a:r>
          </a:p>
          <a:p>
            <a:r>
              <a:t>          "prior_days": 31,</a:t>
            </a:r>
          </a:p>
          <a:p>
            <a:r>
              <a:t>          "prior_raw_mean": 0.33703451612903224,</a:t>
            </a:r>
          </a:p>
          <a:p>
            <a:r>
              <a:t>          "prior_value": 51.56350169500057,</a:t>
            </a:r>
          </a:p>
          <a:p>
            <a:r>
              <a:t>          "yoy_fraction": -0.1590322423184377,</a:t>
            </a:r>
          </a:p>
          <a:p>
            <a:r>
              <a:t>          "yoy_pct": -15.90322423184377,</a:t>
            </a:r>
          </a:p>
          <a:p>
            <a:r>
              <a:t>          "value_label": "43.4",</a:t>
            </a:r>
          </a:p>
          <a:p>
            <a:r>
              <a:t>          "yoy_label": "(-15.9%)",</a:t>
            </a:r>
          </a:p>
          <a:p>
            <a:r>
              <a:t>          "label": "43.4\n(-15.9%)"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"NV_XC07",</a:t>
            </a:r>
          </a:p>
          <a:p>
            <a:r>
              <a:t>          "month": "2025-08",</a:t>
            </a:r>
          </a:p>
          <a:p>
            <a:r>
              <a:t>          "start": "2025-08-01",</a:t>
            </a:r>
          </a:p>
          <a:p>
            <a:r>
              <a:t>          "end": "2025-08-31",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8.11671,</a:t>
            </a:r>
          </a:p>
          <a:p>
            <a:r>
              <a:t>          "raw_mean": 0.26182935483870967,</a:t>
            </a:r>
          </a:p>
          <a:p>
            <a:r>
              <a:t>          "value": 40.057732178558155,</a:t>
            </a:r>
          </a:p>
          <a:p>
            <a:r>
              <a:t>          "prior_start": "2024-08-01",</a:t>
            </a:r>
          </a:p>
          <a:p>
            <a:r>
              <a:t>          "prior_end": "2024-08-31",</a:t>
            </a:r>
          </a:p>
          <a:p>
            <a:r>
              <a:t>          "prior_days": 31,</a:t>
            </a:r>
          </a:p>
          <a:p>
            <a:r>
              <a:t>          "prior_raw_mean": 0.31954548387096776,</a:t>
            </a:r>
          </a:p>
          <a:p>
            <a:r>
              <a:t>          "prior_value": 48.88782397854562,</a:t>
            </a:r>
          </a:p>
          <a:p>
            <a:r>
              <a:t>          "yoy_fraction": -0.18061944838990063,</a:t>
            </a:r>
          </a:p>
          <a:p>
            <a:r>
              <a:t>          "yoy_pct": -18.061944838990062,</a:t>
            </a:r>
          </a:p>
          <a:p>
            <a:r>
              <a:t>          "value_label": "40.1",</a:t>
            </a:r>
          </a:p>
          <a:p>
            <a:r>
              <a:t>          "yoy_label": "(-18.1%)",</a:t>
            </a:r>
          </a:p>
          <a:p>
            <a:r>
              <a:t>          "label": "40.1\n(-18.1%)"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"NV_XC07",</a:t>
            </a:r>
          </a:p>
          <a:p>
            <a:r>
              <a:t>          "month": "2025-09",</a:t>
            </a:r>
          </a:p>
          <a:p>
            <a:r>
              <a:t>          "start": "2025-09-01",</a:t>
            </a:r>
          </a:p>
          <a:p>
            <a:r>
              <a:t>          "end": "2025-09-30",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7.40996,</a:t>
            </a:r>
          </a:p>
          <a:p>
            <a:r>
              <a:t>          "raw_mean": 0.24699866666666667,</a:t>
            </a:r>
          </a:p>
          <a:p>
            <a:r>
              <a:t>          "value": 37.788759185879876,</a:t>
            </a:r>
          </a:p>
          <a:p>
            <a:r>
              <a:t>          "prior_start": "2024-09-01",</a:t>
            </a:r>
          </a:p>
          <a:p>
            <a:r>
              <a:t>          "prior_end": "2024-09-30",</a:t>
            </a:r>
          </a:p>
          <a:p>
            <a:r>
              <a:t>          "prior_days": 30,</a:t>
            </a:r>
          </a:p>
          <a:p>
            <a:r>
              <a:t>          "prior_raw_mean": 0.27629766666666666,</a:t>
            </a:r>
          </a:p>
          <a:p>
            <a:r>
              <a:t>          "prior_value": 42.2712645788392,</a:t>
            </a:r>
          </a:p>
          <a:p>
            <a:r>
              <a:t>          "yoy_fraction": -0.10604143116180265,</a:t>
            </a:r>
          </a:p>
          <a:p>
            <a:r>
              <a:t>          "yoy_pct": -10.604143116180264,</a:t>
            </a:r>
          </a:p>
          <a:p>
            <a:r>
              <a:t>          "value_label": "37.8",</a:t>
            </a:r>
          </a:p>
          <a:p>
            <a:r>
              <a:t>          "yoy_label": "(-10.6%)",</a:t>
            </a:r>
          </a:p>
          <a:p>
            <a:r>
              <a:t>          "label": "37.8\n(-10.6%)"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"NV_XC07",</a:t>
            </a:r>
          </a:p>
          <a:p>
            <a:r>
              <a:t>          "month": "2025-10",</a:t>
            </a:r>
          </a:p>
          <a:p>
            <a:r>
              <a:t>          "start": "2025-10-01",</a:t>
            </a:r>
          </a:p>
          <a:p>
            <a:r>
              <a:t>          "end": "2025-10-31",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6.6202,</a:t>
            </a:r>
          </a:p>
          <a:p>
            <a:r>
              <a:t>          "raw_mean": 0.2135548387096774,</a:t>
            </a:r>
          </a:p>
          <a:p>
            <a:r>
              <a:t>          "value": 32.672129294811654,</a:t>
            </a:r>
          </a:p>
          <a:p>
            <a:r>
              <a:t>          "prior_start": "2024-10-01",</a:t>
            </a:r>
          </a:p>
          <a:p>
            <a:r>
              <a:t>          "prior_end": "2024-10-31",</a:t>
            </a:r>
          </a:p>
          <a:p>
            <a:r>
              <a:t>          "prior_days": 31,</a:t>
            </a:r>
          </a:p>
          <a:p>
            <a:r>
              <a:t>          "prior_raw_mean": 0.27957838709677424,</a:t>
            </a:r>
          </a:p>
          <a:p>
            <a:r>
              <a:t>          "prior_value": 42.773187750986665,</a:t>
            </a:r>
          </a:p>
          <a:p>
            <a:r>
              <a:t>          "yoy_fraction": -0.2361539783983485,</a:t>
            </a:r>
          </a:p>
          <a:p>
            <a:r>
              <a:t>          "yoy_pct": -23.615397839834852,</a:t>
            </a:r>
          </a:p>
          <a:p>
            <a:r>
              <a:t>          "value_label": "32.7",</a:t>
            </a:r>
          </a:p>
          <a:p>
            <a:r>
              <a:t>          "yoy_label": "(-23.6%)",</a:t>
            </a:r>
          </a:p>
          <a:p>
            <a:r>
              <a:t>          "label": "32.7\n(-23.6%)"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"NV_XC07",</a:t>
            </a:r>
          </a:p>
          <a:p>
            <a:r>
              <a:t>          "month": "2025-11",</a:t>
            </a:r>
          </a:p>
          <a:p>
            <a:r>
              <a:t>          "start": "2025-11-01",</a:t>
            </a:r>
          </a:p>
          <a:p>
            <a:r>
              <a:t>          "end": "2025-11-30",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6.33703,</a:t>
            </a:r>
          </a:p>
          <a:p>
            <a:r>
              <a:t>          "raw_mean": 0.21123433333333336,</a:t>
            </a:r>
          </a:p>
          <a:p>
            <a:r>
              <a:t>          "value": 32.31711110771129,</a:t>
            </a:r>
          </a:p>
          <a:p>
            <a:r>
              <a:t>          "prior_start": "2024-11-01",</a:t>
            </a:r>
          </a:p>
          <a:p>
            <a:r>
              <a:t>          "prior_end": "2024-11-30",</a:t>
            </a:r>
          </a:p>
          <a:p>
            <a:r>
              <a:t>          "prior_days": 30,</a:t>
            </a:r>
          </a:p>
          <a:p>
            <a:r>
              <a:t>          "prior_raw_mean": 0.25351166666666664,</a:t>
            </a:r>
          </a:p>
          <a:p>
            <a:r>
              <a:t>          "prior_value": 38.78519447801763,</a:t>
            </a:r>
          </a:p>
          <a:p>
            <a:r>
              <a:t>          "yoy_fraction": -0.16676681546542893,</a:t>
            </a:r>
          </a:p>
          <a:p>
            <a:r>
              <a:t>          "yoy_pct": -16.676681546542895,</a:t>
            </a:r>
          </a:p>
          <a:p>
            <a:r>
              <a:t>          "value_label": "32.3",</a:t>
            </a:r>
          </a:p>
          <a:p>
            <a:r>
              <a:t>          "yoy_label": "(-16.7%)",</a:t>
            </a:r>
          </a:p>
          <a:p>
            <a:r>
              <a:t>          "label": "32.3\n(-16.7%)"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"NV_XC07",</a:t>
            </a:r>
          </a:p>
          <a:p>
            <a:r>
              <a:t>          "month": "2025-12",</a:t>
            </a:r>
          </a:p>
          <a:p>
            <a:r>
              <a:t>          "start": "2025-12-01",</a:t>
            </a:r>
          </a:p>
          <a:p>
            <a:r>
              <a:t>          "end": "2025-12-31",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7.1638,</a:t>
            </a:r>
          </a:p>
          <a:p>
            <a:r>
              <a:t>          "raw_mean": 0.23109032258064516,</a:t>
            </a:r>
          </a:p>
          <a:p>
            <a:r>
              <a:t>          "value": 35.354913724988926,</a:t>
            </a:r>
          </a:p>
          <a:p>
            <a:r>
              <a:t>          "prior_start": "2024-12-01",</a:t>
            </a:r>
          </a:p>
          <a:p>
            <a:r>
              <a:t>          "prior_end": "2024-12-31",</a:t>
            </a:r>
          </a:p>
          <a:p>
            <a:r>
              <a:t>          "prior_days": 31,</a:t>
            </a:r>
          </a:p>
          <a:p>
            <a:r>
              <a:t>          "prior_raw_mean": 0.31041032258064516,</a:t>
            </a:r>
          </a:p>
          <a:p>
            <a:r>
              <a:t>          "prior_value": 47.490219632000546,</a:t>
            </a:r>
          </a:p>
          <a:p>
            <a:r>
              <a:t>          "yoy_fraction": -0.2555327391839315,</a:t>
            </a:r>
          </a:p>
          <a:p>
            <a:r>
              <a:t>          "yoy_pct": -25.55327391839315,</a:t>
            </a:r>
          </a:p>
          <a:p>
            <a:r>
              <a:t>          "value_label": "35.4",</a:t>
            </a:r>
          </a:p>
          <a:p>
            <a:r>
              <a:t>          "yoy_label": "(-25.6%)",</a:t>
            </a:r>
          </a:p>
          <a:p>
            <a:r>
              <a:t>          "label": "35.4\n(-25.6%)"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"NV_XC07",</a:t>
            </a:r>
          </a:p>
          <a:p>
            <a:r>
              <a:t>          "month": "2026-01",</a:t>
            </a:r>
          </a:p>
          <a:p>
            <a:r>
              <a:t>          "start": "2026-01-01",</a:t>
            </a:r>
          </a:p>
          <a:p>
            <a:r>
              <a:t>          "end": "2026-01-31",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5.92528,</a:t>
            </a:r>
          </a:p>
          <a:p>
            <a:r>
              <a:t>          "raw_mean": 0.19113806451612902,</a:t>
            </a:r>
          </a:p>
          <a:p>
            <a:r>
              <a:t>          "value": 29.242547697646835,</a:t>
            </a:r>
          </a:p>
          <a:p>
            <a:r>
              <a:t>          "prior_start": "2025-01-01",</a:t>
            </a:r>
          </a:p>
          <a:p>
            <a:r>
              <a:t>          "prior_end": "2025-01-31",</a:t>
            </a:r>
          </a:p>
          <a:p>
            <a:r>
              <a:t>          "prior_days": 31,</a:t>
            </a:r>
          </a:p>
          <a:p>
            <a:r>
              <a:t>          "prior_raw_mean": 0.25061387096774196,</a:t>
            </a:r>
          </a:p>
          <a:p>
            <a:r>
              <a:t>          "prior_value": 38.34185563204595,</a:t>
            </a:r>
          </a:p>
          <a:p>
            <a:r>
              <a:t>          "yoy_fraction": -0.23732048917303716,</a:t>
            </a:r>
          </a:p>
          <a:p>
            <a:r>
              <a:t>          "yoy_pct": -23.732048917303715,</a:t>
            </a:r>
          </a:p>
          <a:p>
            <a:r>
              <a:t>          "value_label": "29.2",</a:t>
            </a:r>
          </a:p>
          <a:p>
            <a:r>
              <a:t>          "yoy_label": "(-23.7%)",</a:t>
            </a:r>
          </a:p>
          <a:p>
            <a:r>
              <a:t>          "label": "29.2\n(-23.7%)"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"NV_XC07",</a:t>
            </a:r>
          </a:p>
          <a:p>
            <a:r>
              <a:t>          "month": "2026-02",</a:t>
            </a:r>
          </a:p>
          <a:p>
            <a:r>
              <a:t>          "start": "2026-02-01",</a:t>
            </a:r>
          </a:p>
          <a:p>
            <a:r>
              <a:t>          "end": "2026-02-28",</a:t>
            </a:r>
          </a:p>
          <a:p>
            <a:r>
              <a:t>          "days": 28,</a:t>
            </a:r>
          </a:p>
          <a:p>
            <a:r>
              <a:t>          "partial": false,</a:t>
            </a:r>
          </a:p>
          <a:p>
            <a:r>
              <a:t>          "raw_sum": 4.4112,</a:t>
            </a:r>
          </a:p>
          <a:p>
            <a:r>
              <a:t>          "raw_mean": 0.15754285714285715,</a:t>
            </a:r>
          </a:p>
          <a:p>
            <a:r>
              <a:t>          "value": 24.102758004200716,</a:t>
            </a:r>
          </a:p>
          <a:p>
            <a:r>
              <a:t>          "prior_start": "2025-02-01",</a:t>
            </a:r>
          </a:p>
          <a:p>
            <a:r>
              <a:t>          "prior_end": "2025-02-28",</a:t>
            </a:r>
          </a:p>
          <a:p>
            <a:r>
              <a:t>          "prior_days": 28,</a:t>
            </a:r>
          </a:p>
          <a:p>
            <a:r>
              <a:t>          "prior_raw_mean": 0.2567982142857143,</a:t>
            </a:r>
          </a:p>
          <a:p>
            <a:r>
              <a:t>          "prior_value": 39.28800916202045,</a:t>
            </a:r>
          </a:p>
          <a:p>
            <a:r>
              <a:t>          "yoy_fraction": -0.3865110877773683,</a:t>
            </a:r>
          </a:p>
          <a:p>
            <a:r>
              <a:t>          "yoy_pct": -38.65110877773683,</a:t>
            </a:r>
          </a:p>
          <a:p>
            <a:r>
              <a:t>          "value_label": "24.1",</a:t>
            </a:r>
          </a:p>
          <a:p>
            <a:r>
              <a:t>          "yoy_label": "(-38.7%)",</a:t>
            </a:r>
          </a:p>
          <a:p>
            <a:r>
              <a:t>          "label": "24.1\n(-38.7%)"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"NV_XC07",</a:t>
            </a:r>
          </a:p>
          <a:p>
            <a:r>
              <a:t>          "month": "2026-03",</a:t>
            </a:r>
          </a:p>
          <a:p>
            <a:r>
              <a:t>          "start": "2026-03-01",</a:t>
            </a:r>
          </a:p>
          <a:p>
            <a:r>
              <a:t>          "end": "2026-03-31",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5.12556,</a:t>
            </a:r>
          </a:p>
          <a:p>
            <a:r>
              <a:t>          "raw_mean": 0.16534064516129032,</a:t>
            </a:r>
          </a:p>
          <a:p>
            <a:r>
              <a:t>          "value": 25.29575526846845,</a:t>
            </a:r>
          </a:p>
          <a:p>
            <a:r>
              <a:t>          "prior_start": "2025-03-01",</a:t>
            </a:r>
          </a:p>
          <a:p>
            <a:r>
              <a:t>          "prior_end": "2025-03-31",</a:t>
            </a:r>
          </a:p>
          <a:p>
            <a:r>
              <a:t>          "prior_days": 31,</a:t>
            </a:r>
          </a:p>
          <a:p>
            <a:r>
              <a:t>          "prior_raw_mean": 0.2634061290322581,</a:t>
            </a:r>
          </a:p>
          <a:p>
            <a:r>
              <a:t>          "prior_value": 40.29896562768815,</a:t>
            </a:r>
          </a:p>
          <a:p>
            <a:r>
              <a:t>          "yoy_fraction": -0.37229765393560044,</a:t>
            </a:r>
          </a:p>
          <a:p>
            <a:r>
              <a:t>          "yoy_pct": -37.229765393560044,</a:t>
            </a:r>
          </a:p>
          <a:p>
            <a:r>
              <a:t>          "value_label": "25.3",</a:t>
            </a:r>
          </a:p>
          <a:p>
            <a:r>
              <a:t>          "yoy_label": "(-37.2%)",</a:t>
            </a:r>
          </a:p>
          <a:p>
            <a:r>
              <a:t>          "label": "25.3\n(-37.2%)"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"NV_XC07",</a:t>
            </a:r>
          </a:p>
          <a:p>
            <a:r>
              <a:t>          "month": "2026-04",</a:t>
            </a:r>
          </a:p>
          <a:p>
            <a:r>
              <a:t>          "start": "2026-04-01",</a:t>
            </a:r>
          </a:p>
          <a:p>
            <a:r>
              <a:t>          "end": "2026-04-30",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5.26123,</a:t>
            </a:r>
          </a:p>
          <a:p>
            <a:r>
              <a:t>          "raw_mean": 0.17537433333333335,</a:t>
            </a:r>
          </a:p>
          <a:p>
            <a:r>
              <a:t>          "value": 26.830826818434485,</a:t>
            </a:r>
          </a:p>
          <a:p>
            <a:r>
              <a:t>          "prior_start": "2025-04-01",</a:t>
            </a:r>
          </a:p>
          <a:p>
            <a:r>
              <a:t>          "prior_end": "2025-04-30",</a:t>
            </a:r>
          </a:p>
          <a:p>
            <a:r>
              <a:t>          "prior_days": 30,</a:t>
            </a:r>
          </a:p>
          <a:p>
            <a:r>
              <a:t>          "prior_raw_mean": 0.242713,</a:t>
            </a:r>
          </a:p>
          <a:p>
            <a:r>
              <a:t>          "prior_value": 37.133087526582315,</a:t>
            </a:r>
          </a:p>
          <a:p>
            <a:r>
              <a:t>          "yoy_fraction": -0.27744153245465497,</a:t>
            </a:r>
          </a:p>
          <a:p>
            <a:r>
              <a:t>          "yoy_pct": -27.744153245465498,</a:t>
            </a:r>
          </a:p>
          <a:p>
            <a:r>
              <a:t>          "value_label": "26.8",</a:t>
            </a:r>
          </a:p>
          <a:p>
            <a:r>
              <a:t>          "yoy_label": "(-27.7%)",</a:t>
            </a:r>
          </a:p>
          <a:p>
            <a:r>
              <a:t>          "label": "26.8\n(-27.7%)"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"NV_XC07",</a:t>
            </a:r>
          </a:p>
          <a:p>
            <a:r>
              <a:t>          "month": "2026-05",</a:t>
            </a:r>
          </a:p>
          <a:p>
            <a:r>
              <a:t>          "start": "2026-05-01",</a:t>
            </a:r>
          </a:p>
          <a:p>
            <a:r>
              <a:t>          "end": "2026-05-31",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5.15353,</a:t>
            </a:r>
          </a:p>
          <a:p>
            <a:r>
              <a:t>          "raw_mean": 0.16624290322580645,</a:t>
            </a:r>
          </a:p>
          <a:p>
            <a:r>
              <a:t>          "value": 25.433793312088863,</a:t>
            </a:r>
          </a:p>
          <a:p>
            <a:r>
              <a:t>          "prior_start": "2025-05-01",</a:t>
            </a:r>
          </a:p>
          <a:p>
            <a:r>
              <a:t>          "prior_end": "2025-05-31",</a:t>
            </a:r>
          </a:p>
          <a:p>
            <a:r>
              <a:t>          "prior_days": 31,</a:t>
            </a:r>
          </a:p>
          <a:p>
            <a:r>
              <a:t>          "prior_raw_mean": 0.25648935483870966,</a:t>
            </a:r>
          </a:p>
          <a:p>
            <a:r>
              <a:t>          "prior_value": 39.24075621356267,</a:t>
            </a:r>
          </a:p>
          <a:p>
            <a:r>
              <a:t>          "yoy_fraction": -0.35185262043196164,</a:t>
            </a:r>
          </a:p>
          <a:p>
            <a:r>
              <a:t>          "yoy_pct": -35.18526204319616,</a:t>
            </a:r>
          </a:p>
          <a:p>
            <a:r>
              <a:t>          "value_label": "25.4",</a:t>
            </a:r>
          </a:p>
          <a:p>
            <a:r>
              <a:t>          "yoy_label": "(-35.2%)",</a:t>
            </a:r>
          </a:p>
          <a:p>
            <a:r>
              <a:t>          "label": "25.4\n(-35.2%)"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"NV_XC07",</a:t>
            </a:r>
          </a:p>
          <a:p>
            <a:r>
              <a:t>          "month": "2026-06",</a:t>
            </a:r>
          </a:p>
          <a:p>
            <a:r>
              <a:t>          "start": "2026-06-01",</a:t>
            </a:r>
          </a:p>
          <a:p>
            <a:r>
              <a:t>          "end": "2026-06-30",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5.00127,</a:t>
            </a:r>
          </a:p>
          <a:p>
            <a:r>
              <a:t>          "raw_mean": 0.166709,</a:t>
            </a:r>
          </a:p>
          <a:p>
            <a:r>
              <a:t>          "value": 25.505102274987376,</a:t>
            </a:r>
          </a:p>
          <a:p>
            <a:r>
              <a:t>          "prior_start": "2025-06-01",</a:t>
            </a:r>
          </a:p>
          <a:p>
            <a:r>
              <a:t>          "prior_end": "2025-06-30",</a:t>
            </a:r>
          </a:p>
          <a:p>
            <a:r>
              <a:t>          "prior_days": 30,</a:t>
            </a:r>
          </a:p>
          <a:p>
            <a:r>
              <a:t>          "prior_raw_mean": 0.2553316666666667,</a:t>
            </a:r>
          </a:p>
          <a:p>
            <a:r>
              <a:t>          "prior_value": 39.06363946983257,</a:t>
            </a:r>
          </a:p>
          <a:p>
            <a:r>
              <a:t>          "yoy_fraction": -0.3470884274701532,</a:t>
            </a:r>
          </a:p>
          <a:p>
            <a:r>
              <a:t>          "yoy_pct": -34.708842747015325,</a:t>
            </a:r>
          </a:p>
          <a:p>
            <a:r>
              <a:t>          "value_label": "25.5",</a:t>
            </a:r>
          </a:p>
          <a:p>
            <a:r>
              <a:t>          "yoy_label": "(-34.7%)",</a:t>
            </a:r>
          </a:p>
          <a:p>
            <a:r>
              <a:t>          "label": "25.5\n(-34.7%)"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"NV_XC07",</a:t>
            </a:r>
          </a:p>
          <a:p>
            <a:r>
              <a:t>          "month": "2026-07",</a:t>
            </a:r>
          </a:p>
          <a:p>
            <a:r>
              <a:t>          "start": "2026-07-01",</a:t>
            </a:r>
          </a:p>
          <a:p>
            <a:r>
              <a:t>          "end": "2026-07-31",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5.34467,</a:t>
            </a:r>
          </a:p>
          <a:p>
            <a:r>
              <a:t>          "raw_mean": 0.17240870967741934,</a:t>
            </a:r>
          </a:p>
          <a:p>
            <a:r>
              <a:t>          "value": 26.37711085437011,</a:t>
            </a:r>
          </a:p>
          <a:p>
            <a:r>
              <a:t>          "prior_start": "2025-07-01",</a:t>
            </a:r>
          </a:p>
          <a:p>
            <a:r>
              <a:t>          "prior_end": "2025-07-31",</a:t>
            </a:r>
          </a:p>
          <a:p>
            <a:r>
              <a:t>          "prior_days": 31,</a:t>
            </a:r>
          </a:p>
          <a:p>
            <a:r>
              <a:t>          "prior_raw_mean": 0.2834351612903226,</a:t>
            </a:r>
          </a:p>
          <a:p>
            <a:r>
              <a:t>          "prior_value": 43.363242398654066,</a:t>
            </a:r>
          </a:p>
          <a:p>
            <a:r>
              <a:t>          "yoy_fraction": -0.39171728414873286,</a:t>
            </a:r>
          </a:p>
          <a:p>
            <a:r>
              <a:t>          "yoy_pct": -39.171728414873286,</a:t>
            </a:r>
          </a:p>
          <a:p>
            <a:r>
              <a:t>          "value_label": "26.4",</a:t>
            </a:r>
          </a:p>
          <a:p>
            <a:r>
              <a:t>          "yoy_label": "(-39.2%)",</a:t>
            </a:r>
          </a:p>
          <a:p>
            <a:r>
              <a:t>          "label": "26.4\n(-39.2%)"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"NV_XC07",</a:t>
            </a:r>
          </a:p>
          <a:p>
            <a:r>
              <a:t>          "month": "2026-08",</a:t>
            </a:r>
          </a:p>
          <a:p>
            <a:r>
              <a:t>          "start": "2026-08-01",</a:t>
            </a:r>
          </a:p>
          <a:p>
            <a:r>
              <a:t>          "end": "2026-08-31",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5.38502,</a:t>
            </a:r>
          </a:p>
          <a:p>
            <a:r>
              <a:t>          "raw_mean": 0.17371032258064517,</a:t>
            </a:r>
          </a:p>
          <a:p>
            <a:r>
              <a:t>          "value": 26.57624689513106,</a:t>
            </a:r>
          </a:p>
          <a:p>
            <a:r>
              <a:t>          "prior_start": "2025-08-01",</a:t>
            </a:r>
          </a:p>
          <a:p>
            <a:r>
              <a:t>          "prior_end": "2025-08-31",</a:t>
            </a:r>
          </a:p>
          <a:p>
            <a:r>
              <a:t>          "prior_days": 31,</a:t>
            </a:r>
          </a:p>
          <a:p>
            <a:r>
              <a:t>          "prior_raw_mean": 0.26182935483870967,</a:t>
            </a:r>
          </a:p>
          <a:p>
            <a:r>
              <a:t>          "prior_value": 40.057732178558155,</a:t>
            </a:r>
          </a:p>
          <a:p>
            <a:r>
              <a:t>          "yoy_fraction": -0.33655138596795997,</a:t>
            </a:r>
          </a:p>
          <a:p>
            <a:r>
              <a:t>          "yoy_pct": -33.655138596796,</a:t>
            </a:r>
          </a:p>
          <a:p>
            <a:r>
              <a:t>          "value_label": "26.6",</a:t>
            </a:r>
          </a:p>
          <a:p>
            <a:r>
              <a:t>          "yoy_label": "(-33.7%)",</a:t>
            </a:r>
          </a:p>
          <a:p>
            <a:r>
              <a:t>          "label": "26.6\n(-33.7%)"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"NV_XC07",</a:t>
            </a:r>
          </a:p>
          <a:p>
            <a:r>
              <a:t>          "month": "2026-09",</a:t>
            </a:r>
          </a:p>
          <a:p>
            <a:r>
              <a:t>          "start": "2026-09-01",</a:t>
            </a:r>
          </a:p>
          <a:p>
            <a:r>
              <a:t>          "end": "2026-09-30",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4.27219,</a:t>
            </a:r>
          </a:p>
          <a:p>
            <a:r>
              <a:t>          "raw_mean": 0.14240633333333333,</a:t>
            </a:r>
          </a:p>
          <a:p>
            <a:r>
              <a:t>          "value": 21.786994680986695,</a:t>
            </a:r>
          </a:p>
          <a:p>
            <a:r>
              <a:t>          "prior_start": "2025-09-01",</a:t>
            </a:r>
          </a:p>
          <a:p>
            <a:r>
              <a:t>          "prior_end": "2025-09-30",</a:t>
            </a:r>
          </a:p>
          <a:p>
            <a:r>
              <a:t>          "prior_days": 30,</a:t>
            </a:r>
          </a:p>
          <a:p>
            <a:r>
              <a:t>          "prior_raw_mean": 0.24699866666666667,</a:t>
            </a:r>
          </a:p>
          <a:p>
            <a:r>
              <a:t>          "prior_value": 37.788759185879876,</a:t>
            </a:r>
          </a:p>
          <a:p>
            <a:r>
              <a:t>          "yoy_fraction": -0.4234530280865213,</a:t>
            </a:r>
          </a:p>
          <a:p>
            <a:r>
              <a:t>          "yoy_pct": -42.34530280865213,</a:t>
            </a:r>
          </a:p>
          <a:p>
            <a:r>
              <a:t>          "value_label": "21.8",</a:t>
            </a:r>
          </a:p>
          <a:p>
            <a:r>
              <a:t>          "yoy_label": "(-42.3%)",</a:t>
            </a:r>
          </a:p>
          <a:p>
            <a:r>
              <a:t>          "label": "21.8\n(-42.3%)"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"NV_XC07",</a:t>
            </a:r>
          </a:p>
          <a:p>
            <a:r>
              <a:t>          "month": "2026-10",</a:t>
            </a:r>
          </a:p>
          <a:p>
            <a:r>
              <a:t>          "start": "2026-10-01",</a:t>
            </a:r>
          </a:p>
          <a:p>
            <a:r>
              <a:t>          "end": "2026-10-19",</a:t>
            </a:r>
          </a:p>
          <a:p>
            <a:r>
              <a:t>          "days": 19,</a:t>
            </a:r>
          </a:p>
          <a:p>
            <a:r>
              <a:t>          "partial": true,</a:t>
            </a:r>
          </a:p>
          <a:p>
            <a:r>
              <a:t>          "raw_sum": 2.59974,</a:t>
            </a:r>
          </a:p>
          <a:p>
            <a:r>
              <a:t>          "raw_mean": 0.1368284210526316,</a:t>
            </a:r>
          </a:p>
          <a:p>
            <a:r>
              <a:t>          "value": 20.933620098929296,</a:t>
            </a:r>
          </a:p>
          <a:p>
            <a:r>
              <a:t>          "prior_start": "2025-10-01",</a:t>
            </a:r>
          </a:p>
          <a:p>
            <a:r>
              <a:t>          "prior_end": "2025-10-19",</a:t>
            </a:r>
          </a:p>
          <a:p>
            <a:r>
              <a:t>          "prior_days": 19,</a:t>
            </a:r>
          </a:p>
          <a:p>
            <a:r>
              <a:t>          "prior_raw_mean": 0.2215863157894737,</a:t>
            </a:r>
          </a:p>
          <a:p>
            <a:r>
              <a:t>          "prior_value": 33.90087905840822,</a:t>
            </a:r>
          </a:p>
          <a:p>
            <a:r>
              <a:t>          "yoy_fraction": -0.3825050948424519,</a:t>
            </a:r>
          </a:p>
          <a:p>
            <a:r>
              <a:t>          "yoy_pct": -38.250509484245185,</a:t>
            </a:r>
          </a:p>
          <a:p>
            <a:r>
              <a:t>          "value_label": "20.9",</a:t>
            </a:r>
          </a:p>
          <a:p>
            <a:r>
              <a:t>          "yoy_label": "(-38.3%)",</a:t>
            </a:r>
          </a:p>
          <a:p>
            <a:r>
              <a:t>          "label": "20.9\n(-38.3%)"</a:t>
            </a:r>
          </a:p>
          <a:p>
            <a:r>
              <a:t>        }</a:t>
            </a:r>
          </a:p>
          <a:p>
            <a:r>
              <a:t>      ]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"NV_XC08",</a:t>
            </a:r>
          </a:p>
          <a:p>
            <a:r>
              <a:t>      "label": "닭발·부산물",</a:t>
            </a:r>
          </a:p>
          <a:p>
            <a:r>
              <a:t>      "points": [</a:t>
            </a:r>
          </a:p>
          <a:p>
            <a:r>
              <a:t>        {</a:t>
            </a:r>
          </a:p>
          <a:p>
            <a:r>
              <a:t>          "group_id": "NV_XC08",</a:t>
            </a:r>
          </a:p>
          <a:p>
            <a:r>
              <a:t>          "month": "2025-01",</a:t>
            </a:r>
          </a:p>
          <a:p>
            <a:r>
              <a:t>          "start": "2025-01-01",</a:t>
            </a:r>
          </a:p>
          <a:p>
            <a:r>
              <a:t>          "end": "2025-01-31",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49.76647,</a:t>
            </a:r>
          </a:p>
          <a:p>
            <a:r>
              <a:t>          "raw_mean": 1.60537,</a:t>
            </a:r>
          </a:p>
          <a:p>
            <a:r>
              <a:t>          "value": 79.18680819998816,</a:t>
            </a:r>
          </a:p>
          <a:p>
            <a:r>
              <a:t>          "prior_start": "2024-01-01",</a:t>
            </a:r>
          </a:p>
          <a:p>
            <a:r>
              <a:t>          "prior_end": "2024-01-31",</a:t>
            </a:r>
          </a:p>
          <a:p>
            <a:r>
              <a:t>          "prior_days": 31,</a:t>
            </a:r>
          </a:p>
          <a:p>
            <a:r>
              <a:t>          "prior_raw_mean": 1.5135167741935485,</a:t>
            </a:r>
          </a:p>
          <a:p>
            <a:r>
              <a:t>          "prior_value": 74.65603724096583,</a:t>
            </a:r>
          </a:p>
          <a:p>
            <a:r>
              <a:t>          "yoy_fraction": 0.06068860773306861,</a:t>
            </a:r>
          </a:p>
          <a:p>
            <a:r>
              <a:t>          "yoy_pct": 6.068860773306861,</a:t>
            </a:r>
          </a:p>
          <a:p>
            <a:r>
              <a:t>          "value_label": "79.2",</a:t>
            </a:r>
          </a:p>
          <a:p>
            <a:r>
              <a:t>          "yoy_label": "(+6.1%)",</a:t>
            </a:r>
          </a:p>
          <a:p>
            <a:r>
              <a:t>          "label": "79.2\n(+6.1%)"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"NV_XC08",</a:t>
            </a:r>
          </a:p>
          <a:p>
            <a:r>
              <a:t>          "month": "2025-02",</a:t>
            </a:r>
          </a:p>
          <a:p>
            <a:r>
              <a:t>          "start": "2025-02-01",</a:t>
            </a:r>
          </a:p>
          <a:p>
            <a:r>
              <a:t>          "end": "2025-02-28",</a:t>
            </a:r>
          </a:p>
          <a:p>
            <a:r>
              <a:t>          "days": 28,</a:t>
            </a:r>
          </a:p>
          <a:p>
            <a:r>
              <a:t>          "partial": false,</a:t>
            </a:r>
          </a:p>
          <a:p>
            <a:r>
              <a:t>          "raw_sum": 46.219409999999996,</a:t>
            </a:r>
          </a:p>
          <a:p>
            <a:r>
              <a:t>          "raw_mean": 1.6506932142857142,</a:t>
            </a:r>
          </a:p>
          <a:p>
            <a:r>
              <a:t>          "value": 81.42243031616688,</a:t>
            </a:r>
          </a:p>
          <a:p>
            <a:r>
              <a:t>          "prior_start": "2024-02-01",</a:t>
            </a:r>
          </a:p>
          <a:p>
            <a:r>
              <a:t>          "prior_end": "2024-02-29",</a:t>
            </a:r>
          </a:p>
          <a:p>
            <a:r>
              <a:t>          "prior_days": 29,</a:t>
            </a:r>
          </a:p>
          <a:p>
            <a:r>
              <a:t>          "prior_raw_mean": 1.474254827586207,</a:t>
            </a:r>
          </a:p>
          <a:p>
            <a:r>
              <a:t>          "prior_value": 72.7193944511082,</a:t>
            </a:r>
          </a:p>
          <a:p>
            <a:r>
              <a:t>          "yoy_fraction": 0.11967970760413915,</a:t>
            </a:r>
          </a:p>
          <a:p>
            <a:r>
              <a:t>          "yoy_pct": 11.967970760413916,</a:t>
            </a:r>
          </a:p>
          <a:p>
            <a:r>
              <a:t>          "value_label": "81.4",</a:t>
            </a:r>
          </a:p>
          <a:p>
            <a:r>
              <a:t>          "yoy_label": "(+12.0%)",</a:t>
            </a:r>
          </a:p>
          <a:p>
            <a:r>
              <a:t>          "label": "81.4\n(+12.0%)"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"NV_XC08",</a:t>
            </a:r>
          </a:p>
          <a:p>
            <a:r>
              <a:t>          "month": "2025-03",</a:t>
            </a:r>
          </a:p>
          <a:p>
            <a:r>
              <a:t>          "start": "2025-03-01",</a:t>
            </a:r>
          </a:p>
          <a:p>
            <a:r>
              <a:t>          "end": "2025-03-31",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43.83155,</a:t>
            </a:r>
          </a:p>
          <a:p>
            <a:r>
              <a:t>          "raw_mean": 1.4139209677419355,</a:t>
            </a:r>
          </a:p>
          <a:p>
            <a:r>
              <a:t>          "value": 69.74335416914623,</a:t>
            </a:r>
          </a:p>
          <a:p>
            <a:r>
              <a:t>          "prior_start": "2024-03-01",</a:t>
            </a:r>
          </a:p>
          <a:p>
            <a:r>
              <a:t>          "prior_end": "2024-03-31",</a:t>
            </a:r>
          </a:p>
          <a:p>
            <a:r>
              <a:t>          "prior_days": 31,</a:t>
            </a:r>
          </a:p>
          <a:p>
            <a:r>
              <a:t>          "prior_raw_mean": 1.3728522580645162,</a:t>
            </a:r>
          </a:p>
          <a:p>
            <a:r>
              <a:t>          "prior_value": 67.71759061541918,</a:t>
            </a:r>
          </a:p>
          <a:p>
            <a:r>
              <a:t>          "yoy_fraction": 0.029914879358773128,</a:t>
            </a:r>
          </a:p>
          <a:p>
            <a:r>
              <a:t>          "yoy_pct": 2.9914879358773128,</a:t>
            </a:r>
          </a:p>
          <a:p>
            <a:r>
              <a:t>          "value_label": "69.7",</a:t>
            </a:r>
          </a:p>
          <a:p>
            <a:r>
              <a:t>          "yoy_label": "(+3.0%)",</a:t>
            </a:r>
          </a:p>
          <a:p>
            <a:r>
              <a:t>          "label": "69.7\n(+3.0%)"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"NV_XC08",</a:t>
            </a:r>
          </a:p>
          <a:p>
            <a:r>
              <a:t>          "month": "2025-04",</a:t>
            </a:r>
          </a:p>
          <a:p>
            <a:r>
              <a:t>          "start": "2025-04-01",</a:t>
            </a:r>
          </a:p>
          <a:p>
            <a:r>
              <a:t>          "end": "2025-04-30",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40.63879,</a:t>
            </a:r>
          </a:p>
          <a:p>
            <a:r>
              <a:t>          "raw_mean": 1.3546263333333333,</a:t>
            </a:r>
          </a:p>
          <a:p>
            <a:r>
              <a:t>          "value": 66.81857493308078,</a:t>
            </a:r>
          </a:p>
          <a:p>
            <a:r>
              <a:t>          "prior_start": "2024-04-01",</a:t>
            </a:r>
          </a:p>
          <a:p>
            <a:r>
              <a:t>          "prior_end": "2024-04-30",</a:t>
            </a:r>
          </a:p>
          <a:p>
            <a:r>
              <a:t>          "prior_days": 30,</a:t>
            </a:r>
          </a:p>
          <a:p>
            <a:r>
              <a:t>          "prior_raw_mean": 1.291586,</a:t>
            </a:r>
          </a:p>
          <a:p>
            <a:r>
              <a:t>          "prior_value": 63.709034587534276,</a:t>
            </a:r>
          </a:p>
          <a:p>
            <a:r>
              <a:t>          "yoy_fraction": 0.04880846752235879,</a:t>
            </a:r>
          </a:p>
          <a:p>
            <a:r>
              <a:t>          "yoy_pct": 4.880846752235879,</a:t>
            </a:r>
          </a:p>
          <a:p>
            <a:r>
              <a:t>          "value_label": "66.8",</a:t>
            </a:r>
          </a:p>
          <a:p>
            <a:r>
              <a:t>          "yoy_label": "(+4.9%)",</a:t>
            </a:r>
          </a:p>
          <a:p>
            <a:r>
              <a:t>          "label": "66.8\n(+4.9%)"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"NV_XC08",</a:t>
            </a:r>
          </a:p>
          <a:p>
            <a:r>
              <a:t>          "month": "2025-05",</a:t>
            </a:r>
          </a:p>
          <a:p>
            <a:r>
              <a:t>          "start": "2025-05-01",</a:t>
            </a:r>
          </a:p>
          <a:p>
            <a:r>
              <a:t>          "end": "2025-05-31",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42.87479,</a:t>
            </a:r>
          </a:p>
          <a:p>
            <a:r>
              <a:t>          "raw_mean": 1.3830577419354837,</a:t>
            </a:r>
          </a:p>
          <a:p>
            <a:r>
              <a:t>          "value": 68.22098839529447,</a:t>
            </a:r>
          </a:p>
          <a:p>
            <a:r>
              <a:t>          "prior_start": "2024-05-01",</a:t>
            </a:r>
          </a:p>
          <a:p>
            <a:r>
              <a:t>          "prior_end": "2024-05-31",</a:t>
            </a:r>
          </a:p>
          <a:p>
            <a:r>
              <a:t>          "prior_days": 31,</a:t>
            </a:r>
          </a:p>
          <a:p>
            <a:r>
              <a:t>          "prior_raw_mean": 1.2610000000000001,</a:t>
            </a:r>
          </a:p>
          <a:p>
            <a:r>
              <a:t>          "prior_value": 62.200343310380205,</a:t>
            </a:r>
          </a:p>
          <a:p>
            <a:r>
              <a:t>          "yoy_fraction": 0.09679440280371443,</a:t>
            </a:r>
          </a:p>
          <a:p>
            <a:r>
              <a:t>          "yoy_pct": 9.679440280371443,</a:t>
            </a:r>
          </a:p>
          <a:p>
            <a:r>
              <a:t>          "value_label": "68.2",</a:t>
            </a:r>
          </a:p>
          <a:p>
            <a:r>
              <a:t>          "yoy_label": "(+9.7%)",</a:t>
            </a:r>
          </a:p>
          <a:p>
            <a:r>
              <a:t>          "label": "68.2\n(+9.7%)"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"NV_XC08",</a:t>
            </a:r>
          </a:p>
          <a:p>
            <a:r>
              <a:t>          "month": "2025-06",</a:t>
            </a:r>
          </a:p>
          <a:p>
            <a:r>
              <a:t>          "start": "2025-06-01",</a:t>
            </a:r>
          </a:p>
          <a:p>
            <a:r>
              <a:t>          "end": "2025-06-30",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42.27621,</a:t>
            </a:r>
          </a:p>
          <a:p>
            <a:r>
              <a:t>          "raw_mean": 1.4092069999999999,</a:t>
            </a:r>
          </a:p>
          <a:p>
            <a:r>
              <a:t>          "value": 69.51083203440996,</a:t>
            </a:r>
          </a:p>
          <a:p>
            <a:r>
              <a:t>          "prior_start": "2024-06-01",</a:t>
            </a:r>
          </a:p>
          <a:p>
            <a:r>
              <a:t>          "prior_end": "2024-06-30",</a:t>
            </a:r>
          </a:p>
          <a:p>
            <a:r>
              <a:t>          "prior_days": 30,</a:t>
            </a:r>
          </a:p>
          <a:p>
            <a:r>
              <a:t>          "prior_raw_mean": 1.3640343333333333,</a:t>
            </a:r>
          </a:p>
          <a:p>
            <a:r>
              <a:t>          "prior_value": 67.28263586080803,</a:t>
            </a:r>
          </a:p>
          <a:p>
            <a:r>
              <a:t>          "yoy_fraction": 0.03311695722224006,</a:t>
            </a:r>
          </a:p>
          <a:p>
            <a:r>
              <a:t>          "yoy_pct": 3.311695722224006,</a:t>
            </a:r>
          </a:p>
          <a:p>
            <a:r>
              <a:t>          "value_label": "69.5",</a:t>
            </a:r>
          </a:p>
          <a:p>
            <a:r>
              <a:t>          "yoy_label": "(+3.3%)",</a:t>
            </a:r>
          </a:p>
          <a:p>
            <a:r>
              <a:t>          "label": "69.5\n(+3.3%)"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"NV_XC08",</a:t>
            </a:r>
          </a:p>
          <a:p>
            <a:r>
              <a:t>          "month": "2025-07",</a:t>
            </a:r>
          </a:p>
          <a:p>
            <a:r>
              <a:t>          "start": "2025-07-01",</a:t>
            </a:r>
          </a:p>
          <a:p>
            <a:r>
              <a:t>          "end": "2025-07-31",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42.6623,</a:t>
            </a:r>
          </a:p>
          <a:p>
            <a:r>
              <a:t>          "raw_mean": 1.3762032258064516,</a:t>
            </a:r>
          </a:p>
          <a:p>
            <a:r>
              <a:t>          "value": 67.8828811340317,</a:t>
            </a:r>
          </a:p>
          <a:p>
            <a:r>
              <a:t>          "prior_start": "2024-07-01",</a:t>
            </a:r>
          </a:p>
          <a:p>
            <a:r>
              <a:t>          "prior_end": "2024-07-31",</a:t>
            </a:r>
          </a:p>
          <a:p>
            <a:r>
              <a:t>          "prior_days": 31,</a:t>
            </a:r>
          </a:p>
          <a:p>
            <a:r>
              <a:t>          "prior_raw_mean": 1.3720416129032258,</a:t>
            </a:r>
          </a:p>
          <a:p>
            <a:r>
              <a:t>          "prior_value": 67.67760456677908,</a:t>
            </a:r>
          </a:p>
          <a:p>
            <a:r>
              <a:t>          "yoy_fraction": 0.0030331535604228854,</a:t>
            </a:r>
          </a:p>
          <a:p>
            <a:r>
              <a:t>          "yoy_pct": 0.30331535604228854,</a:t>
            </a:r>
          </a:p>
          <a:p>
            <a:r>
              <a:t>          "value_label": "67.9",</a:t>
            </a:r>
          </a:p>
          <a:p>
            <a:r>
              <a:t>          "yoy_label": "(+0.3%)",</a:t>
            </a:r>
          </a:p>
          <a:p>
            <a:r>
              <a:t>          "label": "67.9\n(+0.3%)"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"NV_XC08",</a:t>
            </a:r>
          </a:p>
          <a:p>
            <a:r>
              <a:t>          "month": "2025-08",</a:t>
            </a:r>
          </a:p>
          <a:p>
            <a:r>
              <a:t>          "start": "2025-08-01",</a:t>
            </a:r>
          </a:p>
          <a:p>
            <a:r>
              <a:t>          "end": "2025-08-31",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43.96582,</a:t>
            </a:r>
          </a:p>
          <a:p>
            <a:r>
              <a:t>          "raw_mean": 1.418252258064516,</a:t>
            </a:r>
          </a:p>
          <a:p>
            <a:r>
              <a:t>          "value": 69.95700027940907,</a:t>
            </a:r>
          </a:p>
          <a:p>
            <a:r>
              <a:t>          "prior_start": "2024-08-01",</a:t>
            </a:r>
          </a:p>
          <a:p>
            <a:r>
              <a:t>          "prior_end": "2024-08-31",</a:t>
            </a:r>
          </a:p>
          <a:p>
            <a:r>
              <a:t>          "prior_days": 31,</a:t>
            </a:r>
          </a:p>
          <a:p>
            <a:r>
              <a:t>          "prior_raw_mean": 1.4568416129032258,</a:t>
            </a:r>
          </a:p>
          <a:p>
            <a:r>
              <a:t>          "prior_value": 71.86046667044305,</a:t>
            </a:r>
          </a:p>
          <a:p>
            <a:r>
              <a:t>          "yoy_fraction": -0.02648836668099297,</a:t>
            </a:r>
          </a:p>
          <a:p>
            <a:r>
              <a:t>          "yoy_pct": -2.648836668099297,</a:t>
            </a:r>
          </a:p>
          <a:p>
            <a:r>
              <a:t>          "value_label": "70.0",</a:t>
            </a:r>
          </a:p>
          <a:p>
            <a:r>
              <a:t>          "yoy_label": "(-2.6%)",</a:t>
            </a:r>
          </a:p>
          <a:p>
            <a:r>
              <a:t>          "label": "70.0\n(-2.6%)"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"NV_XC08",</a:t>
            </a:r>
          </a:p>
          <a:p>
            <a:r>
              <a:t>          "month": "2025-09",</a:t>
            </a:r>
          </a:p>
          <a:p>
            <a:r>
              <a:t>          "start": "2025-09-01",</a:t>
            </a:r>
          </a:p>
          <a:p>
            <a:r>
              <a:t>          "end": "2025-09-30",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38.12007,</a:t>
            </a:r>
          </a:p>
          <a:p>
            <a:r>
              <a:t>          "raw_mean": 1.270669,</a:t>
            </a:r>
          </a:p>
          <a:p>
            <a:r>
              <a:t>          "value": 62.67727837736519,</a:t>
            </a:r>
          </a:p>
          <a:p>
            <a:r>
              <a:t>          "prior_start": "2024-09-01",</a:t>
            </a:r>
          </a:p>
          <a:p>
            <a:r>
              <a:t>          "prior_end": "2024-09-30",</a:t>
            </a:r>
          </a:p>
          <a:p>
            <a:r>
              <a:t>          "prior_days": 30,</a:t>
            </a:r>
          </a:p>
          <a:p>
            <a:r>
              <a:t>          "prior_raw_mean": 1.328427,</a:t>
            </a:r>
          </a:p>
          <a:p>
            <a:r>
              <a:t>          "prior_value": 65.52626127103763,</a:t>
            </a:r>
          </a:p>
          <a:p>
            <a:r>
              <a:t>          "yoy_fraction": -0.04347848997347992,</a:t>
            </a:r>
          </a:p>
          <a:p>
            <a:r>
              <a:t>          "yoy_pct": -4.347848997347992,</a:t>
            </a:r>
          </a:p>
          <a:p>
            <a:r>
              <a:t>          "value_label": "62.7",</a:t>
            </a:r>
          </a:p>
          <a:p>
            <a:r>
              <a:t>          "yoy_label": "(-4.3%)",</a:t>
            </a:r>
          </a:p>
          <a:p>
            <a:r>
              <a:t>          "label": "62.7\n(-4.3%)"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"NV_XC08",</a:t>
            </a:r>
          </a:p>
          <a:p>
            <a:r>
              <a:t>          "month": "2025-10",</a:t>
            </a:r>
          </a:p>
          <a:p>
            <a:r>
              <a:t>          "start": "2025-10-01",</a:t>
            </a:r>
          </a:p>
          <a:p>
            <a:r>
              <a:t>          "end": "2025-10-31",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38.42503,</a:t>
            </a:r>
          </a:p>
          <a:p>
            <a:r>
              <a:t>          "raw_mean": 1.2395170967741935,</a:t>
            </a:r>
          </a:p>
          <a:p>
            <a:r>
              <a:t>          "value": 61.140673242220934,</a:t>
            </a:r>
          </a:p>
          <a:p>
            <a:r>
              <a:t>          "prior_start": "2024-10-01",</a:t>
            </a:r>
          </a:p>
          <a:p>
            <a:r>
              <a:t>          "prior_end": "2024-10-31",</a:t>
            </a:r>
          </a:p>
          <a:p>
            <a:r>
              <a:t>          "prior_days": 31,</a:t>
            </a:r>
          </a:p>
          <a:p>
            <a:r>
              <a:t>          "prior_raw_mean": 1.258154193548387,</a:t>
            </a:r>
          </a:p>
          <a:p>
            <a:r>
              <a:t>          "prior_value": 62.059970480653625,</a:t>
            </a:r>
          </a:p>
          <a:p>
            <a:r>
              <a:t>          "yoy_fraction": -0.014813046659751028,</a:t>
            </a:r>
          </a:p>
          <a:p>
            <a:r>
              <a:t>          "yoy_pct": -1.4813046659751028,</a:t>
            </a:r>
          </a:p>
          <a:p>
            <a:r>
              <a:t>          "value_label": "61.1",</a:t>
            </a:r>
          </a:p>
          <a:p>
            <a:r>
              <a:t>          "yoy_label": "(-1.5%)",</a:t>
            </a:r>
          </a:p>
          <a:p>
            <a:r>
              <a:t>          "label": "61.1\n(-1.5%)"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"NV_XC08",</a:t>
            </a:r>
          </a:p>
          <a:p>
            <a:r>
              <a:t>          "month": "2025-11",</a:t>
            </a:r>
          </a:p>
          <a:p>
            <a:r>
              <a:t>          "start": "2025-11-01",</a:t>
            </a:r>
          </a:p>
          <a:p>
            <a:r>
              <a:t>          "end": "2025-11-30",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34.73614,</a:t>
            </a:r>
          </a:p>
          <a:p>
            <a:r>
              <a:t>          "raw_mean": 1.1578713333333333,</a:t>
            </a:r>
          </a:p>
          <a:p>
            <a:r>
              <a:t>          "value": 57.11339765470341,</a:t>
            </a:r>
          </a:p>
          <a:p>
            <a:r>
              <a:t>          "prior_start": "2024-11-01",</a:t>
            </a:r>
          </a:p>
          <a:p>
            <a:r>
              <a:t>          "prior_end": "2024-11-30",</a:t>
            </a:r>
          </a:p>
          <a:p>
            <a:r>
              <a:t>          "prior_days": 30,</a:t>
            </a:r>
          </a:p>
          <a:p>
            <a:r>
              <a:t>          "prior_raw_mean": 1.2192186666666667,</a:t>
            </a:r>
          </a:p>
          <a:p>
            <a:r>
              <a:t>          "prior_value": 60.139428736788794,</a:t>
            </a:r>
          </a:p>
          <a:p>
            <a:r>
              <a:t>          "yoy_fraction": -0.05031692428156176,</a:t>
            </a:r>
          </a:p>
          <a:p>
            <a:r>
              <a:t>          "yoy_pct": -5.031692428156176,</a:t>
            </a:r>
          </a:p>
          <a:p>
            <a:r>
              <a:t>          "value_label": "57.1",</a:t>
            </a:r>
          </a:p>
          <a:p>
            <a:r>
              <a:t>          "yoy_label": "(-5.0%)",</a:t>
            </a:r>
          </a:p>
          <a:p>
            <a:r>
              <a:t>          "label": "57.1\n(-5.0%)"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"NV_XC08",</a:t>
            </a:r>
          </a:p>
          <a:p>
            <a:r>
              <a:t>          "month": "2025-12",</a:t>
            </a:r>
          </a:p>
          <a:p>
            <a:r>
              <a:t>          "start": "2025-12-01",</a:t>
            </a:r>
          </a:p>
          <a:p>
            <a:r>
              <a:t>          "end": "2025-12-31",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33.00146,</a:t>
            </a:r>
          </a:p>
          <a:p>
            <a:r>
              <a:t>          "raw_mean": 1.0645632258064517,</a:t>
            </a:r>
          </a:p>
          <a:p>
            <a:r>
              <a:t>          "value": 52.51086290306669,</a:t>
            </a:r>
          </a:p>
          <a:p>
            <a:r>
              <a:t>          "prior_start": "2024-12-01",</a:t>
            </a:r>
          </a:p>
          <a:p>
            <a:r>
              <a:t>          "prior_end": "2024-12-31",</a:t>
            </a:r>
          </a:p>
          <a:p>
            <a:r>
              <a:t>          "prior_days": 31,</a:t>
            </a:r>
          </a:p>
          <a:p>
            <a:r>
              <a:t>          "prior_raw_mean": 1.2587199999999998,</a:t>
            </a:r>
          </a:p>
          <a:p>
            <a:r>
              <a:t>          "prior_value": 62.087879565140184,</a:t>
            </a:r>
          </a:p>
          <a:p>
            <a:r>
              <a:t>          "yoy_fraction": -0.15424937570988662,</a:t>
            </a:r>
          </a:p>
          <a:p>
            <a:r>
              <a:t>          "yoy_pct": -15.42493757098866,</a:t>
            </a:r>
          </a:p>
          <a:p>
            <a:r>
              <a:t>          "value_label": "52.5",</a:t>
            </a:r>
          </a:p>
          <a:p>
            <a:r>
              <a:t>          "yoy_label": "(-15.4%)",</a:t>
            </a:r>
          </a:p>
          <a:p>
            <a:r>
              <a:t>          "label": "52.5\n(-15.4%)"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"NV_XC08",</a:t>
            </a:r>
          </a:p>
          <a:p>
            <a:r>
              <a:t>          "month": "2026-01",</a:t>
            </a:r>
          </a:p>
          <a:p>
            <a:r>
              <a:t>          "start": "2026-01-01",</a:t>
            </a:r>
          </a:p>
          <a:p>
            <a:r>
              <a:t>          "end": "2026-01-31",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34.4885,</a:t>
            </a:r>
          </a:p>
          <a:p>
            <a:r>
              <a:t>          "raw_mean": 1.1125322580645163,</a:t>
            </a:r>
          </a:p>
          <a:p>
            <a:r>
              <a:t>          "value": 54.8769931764357,</a:t>
            </a:r>
          </a:p>
          <a:p>
            <a:r>
              <a:t>          "prior_start": "2025-01-01",</a:t>
            </a:r>
          </a:p>
          <a:p>
            <a:r>
              <a:t>          "prior_end": "2025-01-31",</a:t>
            </a:r>
          </a:p>
          <a:p>
            <a:r>
              <a:t>          "prior_days": 31,</a:t>
            </a:r>
          </a:p>
          <a:p>
            <a:r>
              <a:t>          "prior_raw_mean": 1.60537,</a:t>
            </a:r>
          </a:p>
          <a:p>
            <a:r>
              <a:t>          "prior_value": 79.18680819998816,</a:t>
            </a:r>
          </a:p>
          <a:p>
            <a:r>
              <a:t>          "yoy_fraction": -0.30699324263907,</a:t>
            </a:r>
          </a:p>
          <a:p>
            <a:r>
              <a:t>          "yoy_pct": -30.699324263907002,</a:t>
            </a:r>
          </a:p>
          <a:p>
            <a:r>
              <a:t>          "value_label": "54.9",</a:t>
            </a:r>
          </a:p>
          <a:p>
            <a:r>
              <a:t>          "yoy_label": "(-30.7%)",</a:t>
            </a:r>
          </a:p>
          <a:p>
            <a:r>
              <a:t>          "label": "54.9\n(-30.7%)"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"NV_XC08",</a:t>
            </a:r>
          </a:p>
          <a:p>
            <a:r>
              <a:t>          "month": "2026-02",</a:t>
            </a:r>
          </a:p>
          <a:p>
            <a:r>
              <a:t>          "start": "2026-02-01",</a:t>
            </a:r>
          </a:p>
          <a:p>
            <a:r>
              <a:t>          "end": "2026-02-28",</a:t>
            </a:r>
          </a:p>
          <a:p>
            <a:r>
              <a:t>          "days": 28,</a:t>
            </a:r>
          </a:p>
          <a:p>
            <a:r>
              <a:t>          "partial": false,</a:t>
            </a:r>
          </a:p>
          <a:p>
            <a:r>
              <a:t>          "raw_sum": 28.85715,</a:t>
            </a:r>
          </a:p>
          <a:p>
            <a:r>
              <a:t>          "raw_mean": 1.0306125,</a:t>
            </a:r>
          </a:p>
          <a:p>
            <a:r>
              <a:t>          "value": 50.83620247420239,</a:t>
            </a:r>
          </a:p>
          <a:p>
            <a:r>
              <a:t>          "prior_start": "2025-02-01",</a:t>
            </a:r>
          </a:p>
          <a:p>
            <a:r>
              <a:t>          "prior_end": "2025-02-28",</a:t>
            </a:r>
          </a:p>
          <a:p>
            <a:r>
              <a:t>          "prior_days": 28,</a:t>
            </a:r>
          </a:p>
          <a:p>
            <a:r>
              <a:t>          "prior_raw_mean": 1.6506932142857142,</a:t>
            </a:r>
          </a:p>
          <a:p>
            <a:r>
              <a:t>          "prior_value": 81.42243031616688,</a:t>
            </a:r>
          </a:p>
          <a:p>
            <a:r>
              <a:t>          "yoy_fraction": -0.3756486722785948,</a:t>
            </a:r>
          </a:p>
          <a:p>
            <a:r>
              <a:t>          "yoy_pct": -37.56486722785948,</a:t>
            </a:r>
          </a:p>
          <a:p>
            <a:r>
              <a:t>          "value_label": "50.8",</a:t>
            </a:r>
          </a:p>
          <a:p>
            <a:r>
              <a:t>          "yoy_label": "(-37.6%)",</a:t>
            </a:r>
          </a:p>
          <a:p>
            <a:r>
              <a:t>          "label": "50.8\n(-37.6%)"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"NV_XC08",</a:t>
            </a:r>
          </a:p>
          <a:p>
            <a:r>
              <a:t>          "month": "2026-03",</a:t>
            </a:r>
          </a:p>
          <a:p>
            <a:r>
              <a:t>          "start": "2026-03-01",</a:t>
            </a:r>
          </a:p>
          <a:p>
            <a:r>
              <a:t>          "end": "2026-03-31",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39.03456,</a:t>
            </a:r>
          </a:p>
          <a:p>
            <a:r>
              <a:t>          "raw_mean": 1.2591793548387096,</a:t>
            </a:r>
          </a:p>
          <a:p>
            <a:r>
              <a:t>          "value": 62.11053779564695,</a:t>
            </a:r>
          </a:p>
          <a:p>
            <a:r>
              <a:t>          "prior_start": "2025-03-01",</a:t>
            </a:r>
          </a:p>
          <a:p>
            <a:r>
              <a:t>          "prior_end": "2025-03-31",</a:t>
            </a:r>
          </a:p>
          <a:p>
            <a:r>
              <a:t>          "prior_days": 31,</a:t>
            </a:r>
          </a:p>
          <a:p>
            <a:r>
              <a:t>          "prior_raw_mean": 1.4139209677419355,</a:t>
            </a:r>
          </a:p>
          <a:p>
            <a:r>
              <a:t>          "prior_value": 69.74335416914623,</a:t>
            </a:r>
          </a:p>
          <a:p>
            <a:r>
              <a:t>          "yoy_fraction": -0.1094414867829222,</a:t>
            </a:r>
          </a:p>
          <a:p>
            <a:r>
              <a:t>          "yoy_pct": -10.94414867829222,</a:t>
            </a:r>
          </a:p>
          <a:p>
            <a:r>
              <a:t>          "value_label": "62.1",</a:t>
            </a:r>
          </a:p>
          <a:p>
            <a:r>
              <a:t>          "yoy_label": "(-10.9%)",</a:t>
            </a:r>
          </a:p>
          <a:p>
            <a:r>
              <a:t>          "label": "62.1\n(-10.9%)"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"NV_XC08",</a:t>
            </a:r>
          </a:p>
          <a:p>
            <a:r>
              <a:t>          "month": "2026-04",</a:t>
            </a:r>
          </a:p>
          <a:p>
            <a:r>
              <a:t>          "start": "2026-04-01",</a:t>
            </a:r>
          </a:p>
          <a:p>
            <a:r>
              <a:t>          "end": "2026-04-30",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33.59915,</a:t>
            </a:r>
          </a:p>
          <a:p>
            <a:r>
              <a:t>          "raw_mean": 1.1199716666666668,</a:t>
            </a:r>
          </a:p>
          <a:p>
            <a:r>
              <a:t>          "value": 55.243950963176346,</a:t>
            </a:r>
          </a:p>
          <a:p>
            <a:r>
              <a:t>          "prior_start": "2025-04-01",</a:t>
            </a:r>
          </a:p>
          <a:p>
            <a:r>
              <a:t>          "prior_end": "2025-04-30",</a:t>
            </a:r>
          </a:p>
          <a:p>
            <a:r>
              <a:t>          "prior_days": 30,</a:t>
            </a:r>
          </a:p>
          <a:p>
            <a:r>
              <a:t>          "prior_raw_mean": 1.3546263333333333,</a:t>
            </a:r>
          </a:p>
          <a:p>
            <a:r>
              <a:t>          "prior_value": 66.81857493308078,</a:t>
            </a:r>
          </a:p>
          <a:p>
            <a:r>
              <a:t>          "yoy_fraction": -0.17322464571410712,</a:t>
            </a:r>
          </a:p>
          <a:p>
            <a:r>
              <a:t>          "yoy_pct": -17.322464571410713,</a:t>
            </a:r>
          </a:p>
          <a:p>
            <a:r>
              <a:t>          "value_label": "55.2",</a:t>
            </a:r>
          </a:p>
          <a:p>
            <a:r>
              <a:t>          "yoy_label": "(-17.3%)",</a:t>
            </a:r>
          </a:p>
          <a:p>
            <a:r>
              <a:t>          "label": "55.2\n(-17.3%)"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"NV_XC08",</a:t>
            </a:r>
          </a:p>
          <a:p>
            <a:r>
              <a:t>          "month": "2026-05",</a:t>
            </a:r>
          </a:p>
          <a:p>
            <a:r>
              <a:t>          "start": "2026-05-01",</a:t>
            </a:r>
          </a:p>
          <a:p>
            <a:r>
              <a:t>          "end": "2026-05-31",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31.84645,</a:t>
            </a:r>
          </a:p>
          <a:p>
            <a:r>
              <a:t>          "raw_mean": 1.0273048387096775,</a:t>
            </a:r>
          </a:p>
          <a:p>
            <a:r>
              <a:t>          "value": 50.67304809845892,</a:t>
            </a:r>
          </a:p>
          <a:p>
            <a:r>
              <a:t>          "prior_start": "2025-05-01",</a:t>
            </a:r>
          </a:p>
          <a:p>
            <a:r>
              <a:t>          "prior_end": "2025-05-31",</a:t>
            </a:r>
          </a:p>
          <a:p>
            <a:r>
              <a:t>          "prior_days": 31,</a:t>
            </a:r>
          </a:p>
          <a:p>
            <a:r>
              <a:t>          "prior_raw_mean": 1.3830577419354837,</a:t>
            </a:r>
          </a:p>
          <a:p>
            <a:r>
              <a:t>          "prior_value": 68.22098839529447,</a:t>
            </a:r>
          </a:p>
          <a:p>
            <a:r>
              <a:t>          "yoy_fraction": -0.2572220178804374,</a:t>
            </a:r>
          </a:p>
          <a:p>
            <a:r>
              <a:t>          "yoy_pct": -25.72220178804374,</a:t>
            </a:r>
          </a:p>
          <a:p>
            <a:r>
              <a:t>          "value_label": "50.7",</a:t>
            </a:r>
          </a:p>
          <a:p>
            <a:r>
              <a:t>          "yoy_label": "(-25.7%)",</a:t>
            </a:r>
          </a:p>
          <a:p>
            <a:r>
              <a:t>          "label": "50.7\n(-25.7%)"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"NV_XC08",</a:t>
            </a:r>
          </a:p>
          <a:p>
            <a:r>
              <a:t>          "month": "2026-06",</a:t>
            </a:r>
          </a:p>
          <a:p>
            <a:r>
              <a:t>          "start": "2026-06-01",</a:t>
            </a:r>
          </a:p>
          <a:p>
            <a:r>
              <a:t>          "end": "2026-06-30",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31.08607,</a:t>
            </a:r>
          </a:p>
          <a:p>
            <a:r>
              <a:t>          "raw_mean": 1.0362023333333332,</a:t>
            </a:r>
          </a:p>
          <a:p>
            <a:r>
              <a:t>          "value": 51.11192773382265,</a:t>
            </a:r>
          </a:p>
          <a:p>
            <a:r>
              <a:t>          "prior_start": "2025-06-01",</a:t>
            </a:r>
          </a:p>
          <a:p>
            <a:r>
              <a:t>          "prior_end": "2025-06-30",</a:t>
            </a:r>
          </a:p>
          <a:p>
            <a:r>
              <a:t>          "prior_days": 30,</a:t>
            </a:r>
          </a:p>
          <a:p>
            <a:r>
              <a:t>          "prior_raw_mean": 1.4092069999999999,</a:t>
            </a:r>
          </a:p>
          <a:p>
            <a:r>
              <a:t>          "prior_value": 69.51083203440996,</a:t>
            </a:r>
          </a:p>
          <a:p>
            <a:r>
              <a:t>          "yoy_fraction": -0.2646911821092761,</a:t>
            </a:r>
          </a:p>
          <a:p>
            <a:r>
              <a:t>          "yoy_pct": -26.46911821092761,</a:t>
            </a:r>
          </a:p>
          <a:p>
            <a:r>
              <a:t>          "value_label": "51.1",</a:t>
            </a:r>
          </a:p>
          <a:p>
            <a:r>
              <a:t>          "yoy_label": "(-26.5%)",</a:t>
            </a:r>
          </a:p>
          <a:p>
            <a:r>
              <a:t>          "label": "51.1\n(-26.5%)"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"NV_XC08",</a:t>
            </a:r>
          </a:p>
          <a:p>
            <a:r>
              <a:t>          "month": "2026-07",</a:t>
            </a:r>
          </a:p>
          <a:p>
            <a:r>
              <a:t>          "start": "2026-07-01",</a:t>
            </a:r>
          </a:p>
          <a:p>
            <a:r>
              <a:t>          "end": "2026-07-31",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35.48274,</a:t>
            </a:r>
          </a:p>
          <a:p>
            <a:r>
              <a:t>          "raw_mean": 1.1446045161290324,</a:t>
            </a:r>
          </a:p>
          <a:p>
            <a:r>
              <a:t>          "value": 56.458995922154976,</a:t>
            </a:r>
          </a:p>
          <a:p>
            <a:r>
              <a:t>          "prior_start": "2025-07-01",</a:t>
            </a:r>
          </a:p>
          <a:p>
            <a:r>
              <a:t>          "prior_end": "2025-07-31",</a:t>
            </a:r>
          </a:p>
          <a:p>
            <a:r>
              <a:t>          "prior_days": 31,</a:t>
            </a:r>
          </a:p>
          <a:p>
            <a:r>
              <a:t>          "prior_raw_mean": 1.3762032258064516,</a:t>
            </a:r>
          </a:p>
          <a:p>
            <a:r>
              <a:t>          "prior_value": 67.8828811340317,</a:t>
            </a:r>
          </a:p>
          <a:p>
            <a:r>
              <a:t>          "yoy_fraction": -0.1682881607414508,</a:t>
            </a:r>
          </a:p>
          <a:p>
            <a:r>
              <a:t>          "yoy_pct": -16.82881607414508,</a:t>
            </a:r>
          </a:p>
          <a:p>
            <a:r>
              <a:t>          "value_label": "56.5",</a:t>
            </a:r>
          </a:p>
          <a:p>
            <a:r>
              <a:t>          "yoy_label": "(-16.8%)",</a:t>
            </a:r>
          </a:p>
          <a:p>
            <a:r>
              <a:t>          "label": "56.5\n(-16.8%)"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"NV_XC08",</a:t>
            </a:r>
          </a:p>
          <a:p>
            <a:r>
              <a:t>          "month": "2026-08",</a:t>
            </a:r>
          </a:p>
          <a:p>
            <a:r>
              <a:t>          "start": "2026-08-01",</a:t>
            </a:r>
          </a:p>
          <a:p>
            <a:r>
              <a:t>          "end": "2026-08-31",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39.97518,</a:t>
            </a:r>
          </a:p>
          <a:p>
            <a:r>
              <a:t>          "raw_mean": 1.289521935483871,</a:t>
            </a:r>
          </a:p>
          <a:p>
            <a:r>
              <a:t>          "value": 63.60722212003388,</a:t>
            </a:r>
          </a:p>
          <a:p>
            <a:r>
              <a:t>          "prior_start": "2025-08-01",</a:t>
            </a:r>
          </a:p>
          <a:p>
            <a:r>
              <a:t>          "prior_end": "2025-08-31",</a:t>
            </a:r>
          </a:p>
          <a:p>
            <a:r>
              <a:t>          "prior_days": 31,</a:t>
            </a:r>
          </a:p>
          <a:p>
            <a:r>
              <a:t>          "prior_raw_mean": 1.418252258064516,</a:t>
            </a:r>
          </a:p>
          <a:p>
            <a:r>
              <a:t>          "prior_value": 69.95700027940907,</a:t>
            </a:r>
          </a:p>
          <a:p>
            <a:r>
              <a:t>          "yoy_fraction": -0.09076687299361186,</a:t>
            </a:r>
          </a:p>
          <a:p>
            <a:r>
              <a:t>          "yoy_pct": -9.076687299361186,</a:t>
            </a:r>
          </a:p>
          <a:p>
            <a:r>
              <a:t>          "value_label": "63.6",</a:t>
            </a:r>
          </a:p>
          <a:p>
            <a:r>
              <a:t>          "yoy_label": "(-9.1%)",</a:t>
            </a:r>
          </a:p>
          <a:p>
            <a:r>
              <a:t>          "label": "63.6\n(-9.1%)"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"NV_XC08",</a:t>
            </a:r>
          </a:p>
          <a:p>
            <a:r>
              <a:t>          "month": "2026-09",</a:t>
            </a:r>
          </a:p>
          <a:p>
            <a:r>
              <a:t>          "start": "2026-09-01",</a:t>
            </a:r>
          </a:p>
          <a:p>
            <a:r>
              <a:t>          "end": "2026-09-30",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30.76873,</a:t>
            </a:r>
          </a:p>
          <a:p>
            <a:r>
              <a:t>          "raw_mean": 1.0256243333333335,</a:t>
            </a:r>
          </a:p>
          <a:p>
            <a:r>
              <a:t>          "value": 50.59015514735381,</a:t>
            </a:r>
          </a:p>
          <a:p>
            <a:r>
              <a:t>          "prior_start": "2025-09-01",</a:t>
            </a:r>
          </a:p>
          <a:p>
            <a:r>
              <a:t>          "prior_end": "2025-09-30",</a:t>
            </a:r>
          </a:p>
          <a:p>
            <a:r>
              <a:t>          "prior_days": 30,</a:t>
            </a:r>
          </a:p>
          <a:p>
            <a:r>
              <a:t>          "prior_raw_mean": 1.270669,</a:t>
            </a:r>
          </a:p>
          <a:p>
            <a:r>
              <a:t>          "prior_value": 62.67727837736519,</a:t>
            </a:r>
          </a:p>
          <a:p>
            <a:r>
              <a:t>          "yoy_fraction": -0.1928469701131189,</a:t>
            </a:r>
          </a:p>
          <a:p>
            <a:r>
              <a:t>          "yoy_pct": -19.28469701131189,</a:t>
            </a:r>
          </a:p>
          <a:p>
            <a:r>
              <a:t>          "value_label": "50.6",</a:t>
            </a:r>
          </a:p>
          <a:p>
            <a:r>
              <a:t>          "yoy_label": "(-19.3%)",</a:t>
            </a:r>
          </a:p>
          <a:p>
            <a:r>
              <a:t>          "label": "50.6\n(-19.3%)"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"NV_XC08",</a:t>
            </a:r>
          </a:p>
          <a:p>
            <a:r>
              <a:t>          "month": "2026-10",</a:t>
            </a:r>
          </a:p>
          <a:p>
            <a:r>
              <a:t>          "start": "2026-10-01",</a:t>
            </a:r>
          </a:p>
          <a:p>
            <a:r>
              <a:t>          "end": "2026-10-19",</a:t>
            </a:r>
          </a:p>
          <a:p>
            <a:r>
              <a:t>          "days": 19,</a:t>
            </a:r>
          </a:p>
          <a:p>
            <a:r>
              <a:t>          "partial": true,</a:t>
            </a:r>
          </a:p>
          <a:p>
            <a:r>
              <a:t>          "raw_sum": 18.87666,</a:t>
            </a:r>
          </a:p>
          <a:p>
            <a:r>
              <a:t>          "raw_mean": 0.9935084210526316,</a:t>
            </a:r>
          </a:p>
          <a:p>
            <a:r>
              <a:t>          "value": 49.0059991048592,</a:t>
            </a:r>
          </a:p>
          <a:p>
            <a:r>
              <a:t>          "prior_start": "2025-10-01",</a:t>
            </a:r>
          </a:p>
          <a:p>
            <a:r>
              <a:t>          "prior_end": "2025-10-19",</a:t>
            </a:r>
          </a:p>
          <a:p>
            <a:r>
              <a:t>          "prior_days": 19,</a:t>
            </a:r>
          </a:p>
          <a:p>
            <a:r>
              <a:t>          "prior_raw_mean": 1.2910936842105263,</a:t>
            </a:r>
          </a:p>
          <a:p>
            <a:r>
              <a:t>          "prior_value": 63.68475051844437,</a:t>
            </a:r>
          </a:p>
          <a:p>
            <a:r>
              <a:t>          "yoy_fraction": -0.2304908364104199,</a:t>
            </a:r>
          </a:p>
          <a:p>
            <a:r>
              <a:t>          "yoy_pct": -23.04908364104199,</a:t>
            </a:r>
          </a:p>
          <a:p>
            <a:r>
              <a:t>          "value_label": "49.0",</a:t>
            </a:r>
          </a:p>
          <a:p>
            <a:r>
              <a:t>          "yoy_label": "(-23.0%)",</a:t>
            </a:r>
          </a:p>
          <a:p>
            <a:r>
              <a:t>          "label": "49.0\n(-23.0%)"</a:t>
            </a:r>
          </a:p>
          <a:p>
            <a:r>
              <a:t>        }</a:t>
            </a:r>
          </a:p>
          <a:p>
            <a:r>
              <a:t>      ]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"NV_XC10",</a:t>
            </a:r>
          </a:p>
          <a:p>
            <a:r>
              <a:t>      "label": "전기구이",</a:t>
            </a:r>
          </a:p>
          <a:p>
            <a:r>
              <a:t>      "points": [</a:t>
            </a:r>
          </a:p>
          <a:p>
            <a:r>
              <a:t>        {</a:t>
            </a:r>
          </a:p>
          <a:p>
            <a:r>
              <a:t>          "group_id": "NV_XC10",</a:t>
            </a:r>
          </a:p>
          <a:p>
            <a:r>
              <a:t>          "month": "2025-01",</a:t>
            </a:r>
          </a:p>
          <a:p>
            <a:r>
              <a:t>          "start": "2025-01-01",</a:t>
            </a:r>
          </a:p>
          <a:p>
            <a:r>
              <a:t>          "end": "2025-01-31",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3.7068,</a:t>
            </a:r>
          </a:p>
          <a:p>
            <a:r>
              <a:t>          "raw_mean": 0.1195741935483871,</a:t>
            </a:r>
          </a:p>
          <a:p>
            <a:r>
              <a:t>          "value": 28.135104364326377,</a:t>
            </a:r>
          </a:p>
          <a:p>
            <a:r>
              <a:t>          "prior_start": "2024-01-01",</a:t>
            </a:r>
          </a:p>
          <a:p>
            <a:r>
              <a:t>          "prior_end": "2024-01-31",</a:t>
            </a:r>
          </a:p>
          <a:p>
            <a:r>
              <a:t>          "prior_days": 31,</a:t>
            </a:r>
          </a:p>
          <a:p>
            <a:r>
              <a:t>          "prior_raw_mean": 0.15034451612903227,</a:t>
            </a:r>
          </a:p>
          <a:p>
            <a:r>
              <a:t>          "prior_value": 35.375180265654656,</a:t>
            </a:r>
          </a:p>
          <a:p>
            <a:r>
              <a:t>          "yoy_fraction": -0.20466541363062907,</a:t>
            </a:r>
          </a:p>
          <a:p>
            <a:r>
              <a:t>          "yoy_pct": -20.466541363062905,</a:t>
            </a:r>
          </a:p>
          <a:p>
            <a:r>
              <a:t>          "value_label": "28.1",</a:t>
            </a:r>
          </a:p>
          <a:p>
            <a:r>
              <a:t>          "yoy_label": "(-20.5%)",</a:t>
            </a:r>
          </a:p>
          <a:p>
            <a:r>
              <a:t>          "label": "28.1\n(-20.5%)"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"NV_XC10",</a:t>
            </a:r>
          </a:p>
          <a:p>
            <a:r>
              <a:t>          "month": "2025-02",</a:t>
            </a:r>
          </a:p>
          <a:p>
            <a:r>
              <a:t>          "start": "2025-02-01",</a:t>
            </a:r>
          </a:p>
          <a:p>
            <a:r>
              <a:t>          "end": "2025-02-28",</a:t>
            </a:r>
          </a:p>
          <a:p>
            <a:r>
              <a:t>          "days": 28,</a:t>
            </a:r>
          </a:p>
          <a:p>
            <a:r>
              <a:t>          "partial": false,</a:t>
            </a:r>
          </a:p>
          <a:p>
            <a:r>
              <a:t>          "raw_sum": 3.23768,</a:t>
            </a:r>
          </a:p>
          <a:p>
            <a:r>
              <a:t>          "raw_mean": 0.11563142857142858,</a:t>
            </a:r>
          </a:p>
          <a:p>
            <a:r>
              <a:t>          "value": 27.207394957983194,</a:t>
            </a:r>
          </a:p>
          <a:p>
            <a:r>
              <a:t>          "prior_start": "2024-02-01",</a:t>
            </a:r>
          </a:p>
          <a:p>
            <a:r>
              <a:t>          "prior_end": "2024-02-29",</a:t>
            </a:r>
          </a:p>
          <a:p>
            <a:r>
              <a:t>          "prior_days": 29,</a:t>
            </a:r>
          </a:p>
          <a:p>
            <a:r>
              <a:t>          "prior_raw_mean": 0.14123310344827586,</a:t>
            </a:r>
          </a:p>
          <a:p>
            <a:r>
              <a:t>          "prior_value": 33.23131845841785,</a:t>
            </a:r>
          </a:p>
          <a:p>
            <a:r>
              <a:t>          "yoy_fraction": -0.18127247969328564,</a:t>
            </a:r>
          </a:p>
          <a:p>
            <a:r>
              <a:t>          "yoy_pct": -18.127247969328565,</a:t>
            </a:r>
          </a:p>
          <a:p>
            <a:r>
              <a:t>          "value_label": "27.2",</a:t>
            </a:r>
          </a:p>
          <a:p>
            <a:r>
              <a:t>          "yoy_label": "(-18.1%)",</a:t>
            </a:r>
          </a:p>
          <a:p>
            <a:r>
              <a:t>          "label": "27.2\n(-18.1%)"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"NV_XC10",</a:t>
            </a:r>
          </a:p>
          <a:p>
            <a:r>
              <a:t>          "month": "2025-03",</a:t>
            </a:r>
          </a:p>
          <a:p>
            <a:r>
              <a:t>          "start": "2025-03-01",</a:t>
            </a:r>
          </a:p>
          <a:p>
            <a:r>
              <a:t>          "end": "2025-03-31",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3.88659,</a:t>
            </a:r>
          </a:p>
          <a:p>
            <a:r>
              <a:t>          "raw_mean": 0.12537387096774194,</a:t>
            </a:r>
          </a:p>
          <a:p>
            <a:r>
              <a:t>          "value": 29.499734345351044,</a:t>
            </a:r>
          </a:p>
          <a:p>
            <a:r>
              <a:t>          "prior_start": "2024-03-01",</a:t>
            </a:r>
          </a:p>
          <a:p>
            <a:r>
              <a:t>          "prior_end": "2024-03-31",</a:t>
            </a:r>
          </a:p>
          <a:p>
            <a:r>
              <a:t>          "prior_days": 31,</a:t>
            </a:r>
          </a:p>
          <a:p>
            <a:r>
              <a:t>          "prior_raw_mean": 0.15674129032258063,</a:t>
            </a:r>
          </a:p>
          <a:p>
            <a:r>
              <a:t>          "prior_value": 36.880303605313095,</a:t>
            </a:r>
          </a:p>
          <a:p>
            <a:r>
              <a:t>          "yoy_fraction": -0.20012224787918453,</a:t>
            </a:r>
          </a:p>
          <a:p>
            <a:r>
              <a:t>          "yoy_pct": -20.012224787918452,</a:t>
            </a:r>
          </a:p>
          <a:p>
            <a:r>
              <a:t>          "value_label": "29.5",</a:t>
            </a:r>
          </a:p>
          <a:p>
            <a:r>
              <a:t>          "yoy_label": "(-20.0%)",</a:t>
            </a:r>
          </a:p>
          <a:p>
            <a:r>
              <a:t>          "label": "29.5\n(-20.0%)"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"NV_XC10",</a:t>
            </a:r>
          </a:p>
          <a:p>
            <a:r>
              <a:t>          "month": "2025-04",</a:t>
            </a:r>
          </a:p>
          <a:p>
            <a:r>
              <a:t>          "start": "2025-04-01",</a:t>
            </a:r>
          </a:p>
          <a:p>
            <a:r>
              <a:t>          "end": "2025-04-30",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3.58918,</a:t>
            </a:r>
          </a:p>
          <a:p>
            <a:r>
              <a:t>          "raw_mean": 0.11963933333333333,</a:t>
            </a:r>
          </a:p>
          <a:p>
            <a:r>
              <a:t>          "value": 28.15043137254902,</a:t>
            </a:r>
          </a:p>
          <a:p>
            <a:r>
              <a:t>          "prior_start": "2024-04-01",</a:t>
            </a:r>
          </a:p>
          <a:p>
            <a:r>
              <a:t>          "prior_end": "2024-04-30",</a:t>
            </a:r>
          </a:p>
          <a:p>
            <a:r>
              <a:t>          "prior_days": 30,</a:t>
            </a:r>
          </a:p>
          <a:p>
            <a:r>
              <a:t>          "prior_raw_mean": 0.153159,</a:t>
            </a:r>
          </a:p>
          <a:p>
            <a:r>
              <a:t>          "prior_value": 36.03741176470589,</a:t>
            </a:r>
          </a:p>
          <a:p>
            <a:r>
              <a:t>          "yoy_fraction": -0.21885535075749174,</a:t>
            </a:r>
          </a:p>
          <a:p>
            <a:r>
              <a:t>          "yoy_pct": -21.885535075749175,</a:t>
            </a:r>
          </a:p>
          <a:p>
            <a:r>
              <a:t>          "value_label": "28.2",</a:t>
            </a:r>
          </a:p>
          <a:p>
            <a:r>
              <a:t>          "yoy_label": "(-21.9%)",</a:t>
            </a:r>
          </a:p>
          <a:p>
            <a:r>
              <a:t>          "label": "28.2\n(-21.9%)"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"NV_XC10",</a:t>
            </a:r>
          </a:p>
          <a:p>
            <a:r>
              <a:t>          "month": "2025-05",</a:t>
            </a:r>
          </a:p>
          <a:p>
            <a:r>
              <a:t>          "start": "2025-05-01",</a:t>
            </a:r>
          </a:p>
          <a:p>
            <a:r>
              <a:t>          "end": "2025-05-31",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3.89181,</a:t>
            </a:r>
          </a:p>
          <a:p>
            <a:r>
              <a:t>          "raw_mean": 0.12554225806451613,</a:t>
            </a:r>
          </a:p>
          <a:p>
            <a:r>
              <a:t>          "value": 29.539354838709677,</a:t>
            </a:r>
          </a:p>
          <a:p>
            <a:r>
              <a:t>          "prior_start": "2024-05-01",</a:t>
            </a:r>
          </a:p>
          <a:p>
            <a:r>
              <a:t>          "prior_end": "2024-05-31",</a:t>
            </a:r>
          </a:p>
          <a:p>
            <a:r>
              <a:t>          "prior_days": 31,</a:t>
            </a:r>
          </a:p>
          <a:p>
            <a:r>
              <a:t>          "prior_raw_mean": 0.15504225806451613,</a:t>
            </a:r>
          </a:p>
          <a:p>
            <a:r>
              <a:t>          "prior_value": 36.480531309297916,</a:t>
            </a:r>
          </a:p>
          <a:p>
            <a:r>
              <a:t>          "yoy_fraction": -0.19027070663357137,</a:t>
            </a:r>
          </a:p>
          <a:p>
            <a:r>
              <a:t>          "yoy_pct": -19.027070663357136,</a:t>
            </a:r>
          </a:p>
          <a:p>
            <a:r>
              <a:t>          "value_label": "29.5",</a:t>
            </a:r>
          </a:p>
          <a:p>
            <a:r>
              <a:t>          "yoy_label": "(-19.0%)",</a:t>
            </a:r>
          </a:p>
          <a:p>
            <a:r>
              <a:t>          "label": "29.5\n(-19.0%)"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"NV_XC10",</a:t>
            </a:r>
          </a:p>
          <a:p>
            <a:r>
              <a:t>          "month": "2025-06",</a:t>
            </a:r>
          </a:p>
          <a:p>
            <a:r>
              <a:t>          "start": "2025-06-01",</a:t>
            </a:r>
          </a:p>
          <a:p>
            <a:r>
              <a:t>          "end": "2025-06-30",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3.75565,</a:t>
            </a:r>
          </a:p>
          <a:p>
            <a:r>
              <a:t>          "raw_mean": 0.12518833333333335,</a:t>
            </a:r>
          </a:p>
          <a:p>
            <a:r>
              <a:t>          "value": 29.45607843137255,</a:t>
            </a:r>
          </a:p>
          <a:p>
            <a:r>
              <a:t>          "prior_start": "2024-06-01",</a:t>
            </a:r>
          </a:p>
          <a:p>
            <a:r>
              <a:t>          "prior_end": "2024-06-30",</a:t>
            </a:r>
          </a:p>
          <a:p>
            <a:r>
              <a:t>          "prior_days": 30,</a:t>
            </a:r>
          </a:p>
          <a:p>
            <a:r>
              <a:t>          "prior_raw_mean": 0.17489966666666668,</a:t>
            </a:r>
          </a:p>
          <a:p>
            <a:r>
              <a:t>          "prior_value": 41.15286274509804,</a:t>
            </a:r>
          </a:p>
          <a:p>
            <a:r>
              <a:t>          "yoy_fraction": -0.2842277191303967,</a:t>
            </a:r>
          </a:p>
          <a:p>
            <a:r>
              <a:t>          "yoy_pct": -28.422771913039668,</a:t>
            </a:r>
          </a:p>
          <a:p>
            <a:r>
              <a:t>          "value_label": "29.5",</a:t>
            </a:r>
          </a:p>
          <a:p>
            <a:r>
              <a:t>          "yoy_label": "(-28.4%)",</a:t>
            </a:r>
          </a:p>
          <a:p>
            <a:r>
              <a:t>          "label": "29.5\n(-28.4%)"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"NV_XC10",</a:t>
            </a:r>
          </a:p>
          <a:p>
            <a:r>
              <a:t>          "month": "2025-07",</a:t>
            </a:r>
          </a:p>
          <a:p>
            <a:r>
              <a:t>          "start": "2025-07-01",</a:t>
            </a:r>
          </a:p>
          <a:p>
            <a:r>
              <a:t>          "end": "2025-07-31",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4.12946,</a:t>
            </a:r>
          </a:p>
          <a:p>
            <a:r>
              <a:t>          "raw_mean": 0.13320838709677418,</a:t>
            </a:r>
          </a:p>
          <a:p>
            <a:r>
              <a:t>          "value": 31.34314990512334,</a:t>
            </a:r>
          </a:p>
          <a:p>
            <a:r>
              <a:t>          "prior_start": "2024-07-01",</a:t>
            </a:r>
          </a:p>
          <a:p>
            <a:r>
              <a:t>          "prior_end": "2024-07-31",</a:t>
            </a:r>
          </a:p>
          <a:p>
            <a:r>
              <a:t>          "prior_days": 31,</a:t>
            </a:r>
          </a:p>
          <a:p>
            <a:r>
              <a:t>          "prior_raw_mean": 0.20093032258064517,</a:t>
            </a:r>
          </a:p>
          <a:p>
            <a:r>
              <a:t>          "prior_value": 47.277722960151806,</a:t>
            </a:r>
          </a:p>
          <a:p>
            <a:r>
              <a:t>          "yoy_fraction": -0.3370418890194643,</a:t>
            </a:r>
          </a:p>
          <a:p>
            <a:r>
              <a:t>          "yoy_pct": -33.70418890194643,</a:t>
            </a:r>
          </a:p>
          <a:p>
            <a:r>
              <a:t>          "value_label": "31.3",</a:t>
            </a:r>
          </a:p>
          <a:p>
            <a:r>
              <a:t>          "yoy_label": "(-33.7%)",</a:t>
            </a:r>
          </a:p>
          <a:p>
            <a:r>
              <a:t>          "label": "31.3\n(-33.7%)"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"NV_XC10",</a:t>
            </a:r>
          </a:p>
          <a:p>
            <a:r>
              <a:t>          "month": "2025-08",</a:t>
            </a:r>
          </a:p>
          <a:p>
            <a:r>
              <a:t>          "start": "2025-08-01",</a:t>
            </a:r>
          </a:p>
          <a:p>
            <a:r>
              <a:t>          "end": "2025-08-31",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3.80404,</a:t>
            </a:r>
          </a:p>
          <a:p>
            <a:r>
              <a:t>          "raw_mean": 0.12271096774193549,</a:t>
            </a:r>
          </a:p>
          <a:p>
            <a:r>
              <a:t>          "value": 28.87316888045541,</a:t>
            </a:r>
          </a:p>
          <a:p>
            <a:r>
              <a:t>          "prior_start": "2024-08-01",</a:t>
            </a:r>
          </a:p>
          <a:p>
            <a:r>
              <a:t>          "prior_end": "2024-08-31",</a:t>
            </a:r>
          </a:p>
          <a:p>
            <a:r>
              <a:t>          "prior_days": 31,</a:t>
            </a:r>
          </a:p>
          <a:p>
            <a:r>
              <a:t>          "prior_raw_mean": 0.1827377419354839,</a:t>
            </a:r>
          </a:p>
          <a:p>
            <a:r>
              <a:t>          "prior_value": 42.99711574952562,</a:t>
            </a:r>
          </a:p>
          <a:p>
            <a:r>
              <a:t>          "yoy_fraction": -0.32848591406334127,</a:t>
            </a:r>
          </a:p>
          <a:p>
            <a:r>
              <a:t>          "yoy_pct": -32.84859140633413,</a:t>
            </a:r>
          </a:p>
          <a:p>
            <a:r>
              <a:t>          "value_label": "28.9",</a:t>
            </a:r>
          </a:p>
          <a:p>
            <a:r>
              <a:t>          "yoy_label": "(-32.8%)",</a:t>
            </a:r>
          </a:p>
          <a:p>
            <a:r>
              <a:t>          "label": "28.9\n(-32.8%)"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"NV_XC10",</a:t>
            </a:r>
          </a:p>
          <a:p>
            <a:r>
              <a:t>          "month": "2025-09",</a:t>
            </a:r>
          </a:p>
          <a:p>
            <a:r>
              <a:t>          "start": "2025-09-01",</a:t>
            </a:r>
          </a:p>
          <a:p>
            <a:r>
              <a:t>          "end": "2025-09-30",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3.29603,</a:t>
            </a:r>
          </a:p>
          <a:p>
            <a:r>
              <a:t>          "raw_mean": 0.10986766666666667,</a:t>
            </a:r>
          </a:p>
          <a:p>
            <a:r>
              <a:t>          "value": 25.851215686274507,</a:t>
            </a:r>
          </a:p>
          <a:p>
            <a:r>
              <a:t>          "prior_start": "2024-09-01",</a:t>
            </a:r>
          </a:p>
          <a:p>
            <a:r>
              <a:t>          "prior_end": "2024-09-30",</a:t>
            </a:r>
          </a:p>
          <a:p>
            <a:r>
              <a:t>          "prior_days": 30,</a:t>
            </a:r>
          </a:p>
          <a:p>
            <a:r>
              <a:t>          "prior_raw_mean": 0.14754533333333333,</a:t>
            </a:r>
          </a:p>
          <a:p>
            <a:r>
              <a:t>          "prior_value": 34.71654901960785,</a:t>
            </a:r>
          </a:p>
          <a:p>
            <a:r>
              <a:t>          "yoy_fraction": -0.25536332336276324,</a:t>
            </a:r>
          </a:p>
          <a:p>
            <a:r>
              <a:t>          "yoy_pct": -25.536332336276324,</a:t>
            </a:r>
          </a:p>
          <a:p>
            <a:r>
              <a:t>          "value_label": "25.9",</a:t>
            </a:r>
          </a:p>
          <a:p>
            <a:r>
              <a:t>          "yoy_label": "(-25.5%)",</a:t>
            </a:r>
          </a:p>
          <a:p>
            <a:r>
              <a:t>          "label": "25.9\n(-25.5%)"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"NV_XC10",</a:t>
            </a:r>
          </a:p>
          <a:p>
            <a:r>
              <a:t>          "month": "2025-10",</a:t>
            </a:r>
          </a:p>
          <a:p>
            <a:r>
              <a:t>          "start": "2025-10-01",</a:t>
            </a:r>
          </a:p>
          <a:p>
            <a:r>
              <a:t>          "end": "2025-10-31",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3.33301,</a:t>
            </a:r>
          </a:p>
          <a:p>
            <a:r>
              <a:t>          "raw_mean": 0.10751645161290321,</a:t>
            </a:r>
          </a:p>
          <a:p>
            <a:r>
              <a:t>          "value": 25.297988614800758,</a:t>
            </a:r>
          </a:p>
          <a:p>
            <a:r>
              <a:t>          "prior_start": "2024-10-01",</a:t>
            </a:r>
          </a:p>
          <a:p>
            <a:r>
              <a:t>          "prior_end": "2024-10-31",</a:t>
            </a:r>
          </a:p>
          <a:p>
            <a:r>
              <a:t>          "prior_days": 31,</a:t>
            </a:r>
          </a:p>
          <a:p>
            <a:r>
              <a:t>          "prior_raw_mean": 0.1645593548387097,</a:t>
            </a:r>
          </a:p>
          <a:p>
            <a:r>
              <a:t>          "prior_value": 38.71984819734346,</a:t>
            </a:r>
          </a:p>
          <a:p>
            <a:r>
              <a:t>          "yoy_fraction": -0.3466402945108541,</a:t>
            </a:r>
          </a:p>
          <a:p>
            <a:r>
              <a:t>          "yoy_pct": -34.66402945108541,</a:t>
            </a:r>
          </a:p>
          <a:p>
            <a:r>
              <a:t>          "value_label": "25.3",</a:t>
            </a:r>
          </a:p>
          <a:p>
            <a:r>
              <a:t>          "yoy_label": "(-34.7%)",</a:t>
            </a:r>
          </a:p>
          <a:p>
            <a:r>
              <a:t>          "label": "25.3\n(-34.7%)"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"NV_XC10",</a:t>
            </a:r>
          </a:p>
          <a:p>
            <a:r>
              <a:t>          "month": "2025-11",</a:t>
            </a:r>
          </a:p>
          <a:p>
            <a:r>
              <a:t>          "start": "2025-11-01",</a:t>
            </a:r>
          </a:p>
          <a:p>
            <a:r>
              <a:t>          "end": "2025-11-30",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3.48479,</a:t>
            </a:r>
          </a:p>
          <a:p>
            <a:r>
              <a:t>          "raw_mean": 0.11615966666666666,</a:t>
            </a:r>
          </a:p>
          <a:p>
            <a:r>
              <a:t>          "value": 27.331686274509806,</a:t>
            </a:r>
          </a:p>
          <a:p>
            <a:r>
              <a:t>          "prior_start": "2024-11-01",</a:t>
            </a:r>
          </a:p>
          <a:p>
            <a:r>
              <a:t>          "prior_end": "2024-11-30",</a:t>
            </a:r>
          </a:p>
          <a:p>
            <a:r>
              <a:t>          "prior_days": 30,</a:t>
            </a:r>
          </a:p>
          <a:p>
            <a:r>
              <a:t>          "prior_raw_mean": 0.13360033333333332,</a:t>
            </a:r>
          </a:p>
          <a:p>
            <a:r>
              <a:t>          "prior_value": 31.43537254901961,</a:t>
            </a:r>
          </a:p>
          <a:p>
            <a:r>
              <a:t>          "yoy_fraction": -0.1305435864680976,</a:t>
            </a:r>
          </a:p>
          <a:p>
            <a:r>
              <a:t>          "yoy_pct": -13.05435864680976,</a:t>
            </a:r>
          </a:p>
          <a:p>
            <a:r>
              <a:t>          "value_label": "27.3",</a:t>
            </a:r>
          </a:p>
          <a:p>
            <a:r>
              <a:t>          "yoy_label": "(-13.1%)",</a:t>
            </a:r>
          </a:p>
          <a:p>
            <a:r>
              <a:t>          "label": "27.3\n(-13.1%)"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"NV_XC10",</a:t>
            </a:r>
          </a:p>
          <a:p>
            <a:r>
              <a:t>          "month": "2025-12",</a:t>
            </a:r>
          </a:p>
          <a:p>
            <a:r>
              <a:t>          "start": "2025-12-01",</a:t>
            </a:r>
          </a:p>
          <a:p>
            <a:r>
              <a:t>          "end": "2025-12-31",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3.10535,</a:t>
            </a:r>
          </a:p>
          <a:p>
            <a:r>
              <a:t>          "raw_mean": 0.1001725806451613,</a:t>
            </a:r>
          </a:p>
          <a:p>
            <a:r>
              <a:t>          "value": 23.57001897533207,</a:t>
            </a:r>
          </a:p>
          <a:p>
            <a:r>
              <a:t>          "prior_start": "2024-12-01",</a:t>
            </a:r>
          </a:p>
          <a:p>
            <a:r>
              <a:t>          "prior_end": "2024-12-31",</a:t>
            </a:r>
          </a:p>
          <a:p>
            <a:r>
              <a:t>          "prior_days": 31,</a:t>
            </a:r>
          </a:p>
          <a:p>
            <a:r>
              <a:t>          "prior_raw_mean": 0.12131935483870968,</a:t>
            </a:r>
          </a:p>
          <a:p>
            <a:r>
              <a:t>          "prior_value": 28.54573055028463,</a:t>
            </a:r>
          </a:p>
          <a:p>
            <a:r>
              <a:t>          "yoy_fraction": -0.17430668191124465,</a:t>
            </a:r>
          </a:p>
          <a:p>
            <a:r>
              <a:t>          "yoy_pct": -17.430668191124465,</a:t>
            </a:r>
          </a:p>
          <a:p>
            <a:r>
              <a:t>          "value_label": "23.6",</a:t>
            </a:r>
          </a:p>
          <a:p>
            <a:r>
              <a:t>          "yoy_label": "(-17.4%)",</a:t>
            </a:r>
          </a:p>
          <a:p>
            <a:r>
              <a:t>          "label": "23.6\n(-17.4%)"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"NV_XC10",</a:t>
            </a:r>
          </a:p>
          <a:p>
            <a:r>
              <a:t>          "month": "2026-01",</a:t>
            </a:r>
          </a:p>
          <a:p>
            <a:r>
              <a:t>          "start": "2026-01-01",</a:t>
            </a:r>
          </a:p>
          <a:p>
            <a:r>
              <a:t>          "end": "2026-01-31",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3.2875,</a:t>
            </a:r>
          </a:p>
          <a:p>
            <a:r>
              <a:t>          "raw_mean": 0.1060483870967742,</a:t>
            </a:r>
          </a:p>
          <a:p>
            <a:r>
              <a:t>          "value": 24.952561669829223,</a:t>
            </a:r>
          </a:p>
          <a:p>
            <a:r>
              <a:t>          "prior_start": "2025-01-01",</a:t>
            </a:r>
          </a:p>
          <a:p>
            <a:r>
              <a:t>          "prior_end": "2025-01-31",</a:t>
            </a:r>
          </a:p>
          <a:p>
            <a:r>
              <a:t>          "prior_days": 31,</a:t>
            </a:r>
          </a:p>
          <a:p>
            <a:r>
              <a:t>          "prior_raw_mean": 0.1195741935483871,</a:t>
            </a:r>
          </a:p>
          <a:p>
            <a:r>
              <a:t>          "prior_value": 28.135104364326377,</a:t>
            </a:r>
          </a:p>
          <a:p>
            <a:r>
              <a:t>          "yoy_fraction": -0.11311643466062371,</a:t>
            </a:r>
          </a:p>
          <a:p>
            <a:r>
              <a:t>          "yoy_pct": -11.311643466062371,</a:t>
            </a:r>
          </a:p>
          <a:p>
            <a:r>
              <a:t>          "value_label": "25.0",</a:t>
            </a:r>
          </a:p>
          <a:p>
            <a:r>
              <a:t>          "yoy_label": "(-11.3%)",</a:t>
            </a:r>
          </a:p>
          <a:p>
            <a:r>
              <a:t>          "label": "25.0\n(-11.3%)"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"NV_XC10",</a:t>
            </a:r>
          </a:p>
          <a:p>
            <a:r>
              <a:t>          "month": "2026-02",</a:t>
            </a:r>
          </a:p>
          <a:p>
            <a:r>
              <a:t>          "start": "2026-02-01",</a:t>
            </a:r>
          </a:p>
          <a:p>
            <a:r>
              <a:t>          "end": "2026-02-28",</a:t>
            </a:r>
          </a:p>
          <a:p>
            <a:r>
              <a:t>          "days": 28,</a:t>
            </a:r>
          </a:p>
          <a:p>
            <a:r>
              <a:t>          "partial": false,</a:t>
            </a:r>
          </a:p>
          <a:p>
            <a:r>
              <a:t>          "raw_sum": 2.87862,</a:t>
            </a:r>
          </a:p>
          <a:p>
            <a:r>
              <a:t>          "raw_mean": 0.10280785714285715,</a:t>
            </a:r>
          </a:p>
          <a:p>
            <a:r>
              <a:t>          "value": 24.19008403361345,</a:t>
            </a:r>
          </a:p>
          <a:p>
            <a:r>
              <a:t>          "prior_start": "2025-02-01",</a:t>
            </a:r>
          </a:p>
          <a:p>
            <a:r>
              <a:t>          "prior_end": "2025-02-28",</a:t>
            </a:r>
          </a:p>
          <a:p>
            <a:r>
              <a:t>          "prior_days": 28,</a:t>
            </a:r>
          </a:p>
          <a:p>
            <a:r>
              <a:t>          "prior_raw_mean": 0.11563142857142858,</a:t>
            </a:r>
          </a:p>
          <a:p>
            <a:r>
              <a:t>          "prior_value": 27.207394957983194,</a:t>
            </a:r>
          </a:p>
          <a:p>
            <a:r>
              <a:t>          "yoy_fraction": -0.11090039781571981,</a:t>
            </a:r>
          </a:p>
          <a:p>
            <a:r>
              <a:t>          "yoy_pct": -11.090039781571981,</a:t>
            </a:r>
          </a:p>
          <a:p>
            <a:r>
              <a:t>          "value_label": "24.2",</a:t>
            </a:r>
          </a:p>
          <a:p>
            <a:r>
              <a:t>          "yoy_label": "(-11.1%)",</a:t>
            </a:r>
          </a:p>
          <a:p>
            <a:r>
              <a:t>          "label": "24.2\n(-11.1%)"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"NV_XC10",</a:t>
            </a:r>
          </a:p>
          <a:p>
            <a:r>
              <a:t>          "month": "2026-03",</a:t>
            </a:r>
          </a:p>
          <a:p>
            <a:r>
              <a:t>          "start": "2026-03-01",</a:t>
            </a:r>
          </a:p>
          <a:p>
            <a:r>
              <a:t>          "end": "2026-03-31",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3.27797,</a:t>
            </a:r>
          </a:p>
          <a:p>
            <a:r>
              <a:t>          "raw_mean": 0.10574096774193548,</a:t>
            </a:r>
          </a:p>
          <a:p>
            <a:r>
              <a:t>          "value": 24.88022770398482,</a:t>
            </a:r>
          </a:p>
          <a:p>
            <a:r>
              <a:t>          "prior_start": "2025-03-01",</a:t>
            </a:r>
          </a:p>
          <a:p>
            <a:r>
              <a:t>          "prior_end": "2025-03-31",</a:t>
            </a:r>
          </a:p>
          <a:p>
            <a:r>
              <a:t>          "prior_days": 31,</a:t>
            </a:r>
          </a:p>
          <a:p>
            <a:r>
              <a:t>          "prior_raw_mean": 0.12537387096774194,</a:t>
            </a:r>
          </a:p>
          <a:p>
            <a:r>
              <a:t>          "prior_value": 29.499734345351044,</a:t>
            </a:r>
          </a:p>
          <a:p>
            <a:r>
              <a:t>          "yoy_fraction": -0.15659485564466546,</a:t>
            </a:r>
          </a:p>
          <a:p>
            <a:r>
              <a:t>          "yoy_pct": -15.659485564466546,</a:t>
            </a:r>
          </a:p>
          <a:p>
            <a:r>
              <a:t>          "value_label": "24.9",</a:t>
            </a:r>
          </a:p>
          <a:p>
            <a:r>
              <a:t>          "yoy_label": "(-15.7%)",</a:t>
            </a:r>
          </a:p>
          <a:p>
            <a:r>
              <a:t>          "label": "24.9\n(-15.7%)"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"NV_XC10",</a:t>
            </a:r>
          </a:p>
          <a:p>
            <a:r>
              <a:t>          "month": "2026-04",</a:t>
            </a:r>
          </a:p>
          <a:p>
            <a:r>
              <a:t>          "start": "2026-04-01",</a:t>
            </a:r>
          </a:p>
          <a:p>
            <a:r>
              <a:t>          "end": "2026-04-30",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3.75093,</a:t>
            </a:r>
          </a:p>
          <a:p>
            <a:r>
              <a:t>          "raw_mean": 0.125031,</a:t>
            </a:r>
          </a:p>
          <a:p>
            <a:r>
              <a:t>          "value": 29.419058823529415,</a:t>
            </a:r>
          </a:p>
          <a:p>
            <a:r>
              <a:t>          "prior_start": "2025-04-01",</a:t>
            </a:r>
          </a:p>
          <a:p>
            <a:r>
              <a:t>          "prior_end": "2025-04-30",</a:t>
            </a:r>
          </a:p>
          <a:p>
            <a:r>
              <a:t>          "prior_days": 30,</a:t>
            </a:r>
          </a:p>
          <a:p>
            <a:r>
              <a:t>          "prior_raw_mean": 0.11963933333333333,</a:t>
            </a:r>
          </a:p>
          <a:p>
            <a:r>
              <a:t>          "prior_value": 28.15043137254902,</a:t>
            </a:r>
          </a:p>
          <a:p>
            <a:r>
              <a:t>          "yoy_fraction": 0.04506600393404647,</a:t>
            </a:r>
          </a:p>
          <a:p>
            <a:r>
              <a:t>          "yoy_pct": 4.506600393404647,</a:t>
            </a:r>
          </a:p>
          <a:p>
            <a:r>
              <a:t>          "value_label": "29.4",</a:t>
            </a:r>
          </a:p>
          <a:p>
            <a:r>
              <a:t>          "yoy_label": "(+4.5%)",</a:t>
            </a:r>
          </a:p>
          <a:p>
            <a:r>
              <a:t>          "label": "29.4\n(+4.5%)"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"NV_XC10",</a:t>
            </a:r>
          </a:p>
          <a:p>
            <a:r>
              <a:t>          "month": "2026-05",</a:t>
            </a:r>
          </a:p>
          <a:p>
            <a:r>
              <a:t>          "start": "2026-05-01",</a:t>
            </a:r>
          </a:p>
          <a:p>
            <a:r>
              <a:t>          "end": "2026-05-31",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3.84389,</a:t>
            </a:r>
          </a:p>
          <a:p>
            <a:r>
              <a:t>          "raw_mean": 0.12399645161290322,</a:t>
            </a:r>
          </a:p>
          <a:p>
            <a:r>
              <a:t>          "value": 29.17563567362429,</a:t>
            </a:r>
          </a:p>
          <a:p>
            <a:r>
              <a:t>          "prior_start": "2025-05-01",</a:t>
            </a:r>
          </a:p>
          <a:p>
            <a:r>
              <a:t>          "prior_end": "2025-05-31",</a:t>
            </a:r>
          </a:p>
          <a:p>
            <a:r>
              <a:t>          "prior_days": 31,</a:t>
            </a:r>
          </a:p>
          <a:p>
            <a:r>
              <a:t>          "prior_raw_mean": 0.12554225806451613,</a:t>
            </a:r>
          </a:p>
          <a:p>
            <a:r>
              <a:t>          "prior_value": 29.539354838709677,</a:t>
            </a:r>
          </a:p>
          <a:p>
            <a:r>
              <a:t>          "yoy_fraction": -0.012313036864595173,</a:t>
            </a:r>
          </a:p>
          <a:p>
            <a:r>
              <a:t>          "yoy_pct": -1.2313036864595173,</a:t>
            </a:r>
          </a:p>
          <a:p>
            <a:r>
              <a:t>          "value_label": "29.2",</a:t>
            </a:r>
          </a:p>
          <a:p>
            <a:r>
              <a:t>          "yoy_label": "(-1.2%)",</a:t>
            </a:r>
          </a:p>
          <a:p>
            <a:r>
              <a:t>          "label": "29.2\n(-1.2%)"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"NV_XC10",</a:t>
            </a:r>
          </a:p>
          <a:p>
            <a:r>
              <a:t>          "month": "2026-06",</a:t>
            </a:r>
          </a:p>
          <a:p>
            <a:r>
              <a:t>          "start": "2026-06-01",</a:t>
            </a:r>
          </a:p>
          <a:p>
            <a:r>
              <a:t>          "end": "2026-06-30",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3.8121,</a:t>
            </a:r>
          </a:p>
          <a:p>
            <a:r>
              <a:t>          "raw_mean": 0.12707,</a:t>
            </a:r>
          </a:p>
          <a:p>
            <a:r>
              <a:t>          "value": 29.898823529411764,</a:t>
            </a:r>
          </a:p>
          <a:p>
            <a:r>
              <a:t>          "prior_start": "2025-06-01",</a:t>
            </a:r>
          </a:p>
          <a:p>
            <a:r>
              <a:t>          "prior_end": "2025-06-30",</a:t>
            </a:r>
          </a:p>
          <a:p>
            <a:r>
              <a:t>          "prior_days": 30,</a:t>
            </a:r>
          </a:p>
          <a:p>
            <a:r>
              <a:t>          "prior_raw_mean": 0.12518833333333335,</a:t>
            </a:r>
          </a:p>
          <a:p>
            <a:r>
              <a:t>          "prior_value": 29.45607843137255,</a:t>
            </a:r>
          </a:p>
          <a:p>
            <a:r>
              <a:t>          "yoy_fraction": 0.0150306870981054,</a:t>
            </a:r>
          </a:p>
          <a:p>
            <a:r>
              <a:t>          "yoy_pct": 1.50306870981054,</a:t>
            </a:r>
          </a:p>
          <a:p>
            <a:r>
              <a:t>          "value_label": "29.9",</a:t>
            </a:r>
          </a:p>
          <a:p>
            <a:r>
              <a:t>          "yoy_label": "(+1.5%)",</a:t>
            </a:r>
          </a:p>
          <a:p>
            <a:r>
              <a:t>          "label": "29.9\n(+1.5%)"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"NV_XC10",</a:t>
            </a:r>
          </a:p>
          <a:p>
            <a:r>
              <a:t>          "month": "2026-07",</a:t>
            </a:r>
          </a:p>
          <a:p>
            <a:r>
              <a:t>          "start": "2026-07-01",</a:t>
            </a:r>
          </a:p>
          <a:p>
            <a:r>
              <a:t>          "end": "2026-07-31",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4.21197,</a:t>
            </a:r>
          </a:p>
          <a:p>
            <a:r>
              <a:t>          "raw_mean": 0.13587,</a:t>
            </a:r>
          </a:p>
          <a:p>
            <a:r>
              <a:t>          "value": 31.969411764705885,</a:t>
            </a:r>
          </a:p>
          <a:p>
            <a:r>
              <a:t>          "prior_start": "2025-07-01",</a:t>
            </a:r>
          </a:p>
          <a:p>
            <a:r>
              <a:t>          "prior_end": "2025-07-31",</a:t>
            </a:r>
          </a:p>
          <a:p>
            <a:r>
              <a:t>          "prior_days": 31,</a:t>
            </a:r>
          </a:p>
          <a:p>
            <a:r>
              <a:t>          "prior_raw_mean": 0.13320838709677418,</a:t>
            </a:r>
          </a:p>
          <a:p>
            <a:r>
              <a:t>          "prior_value": 31.34314990512334,</a:t>
            </a:r>
          </a:p>
          <a:p>
            <a:r>
              <a:t>          "yoy_fraction": 0.019980820736851923,</a:t>
            </a:r>
          </a:p>
          <a:p>
            <a:r>
              <a:t>          "yoy_pct": 1.9980820736851923,</a:t>
            </a:r>
          </a:p>
          <a:p>
            <a:r>
              <a:t>          "value_label": "32.0",</a:t>
            </a:r>
          </a:p>
          <a:p>
            <a:r>
              <a:t>          "yoy_label": "(+2.0%)",</a:t>
            </a:r>
          </a:p>
          <a:p>
            <a:r>
              <a:t>          "label": "32.0\n(+2.0%)"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"NV_XC10",</a:t>
            </a:r>
          </a:p>
          <a:p>
            <a:r>
              <a:t>          "month": "2026-08",</a:t>
            </a:r>
          </a:p>
          <a:p>
            <a:r>
              <a:t>          "start": "2026-08-01",</a:t>
            </a:r>
          </a:p>
          <a:p>
            <a:r>
              <a:t>          "end": "2026-08-31",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5.15447,</a:t>
            </a:r>
          </a:p>
          <a:p>
            <a:r>
              <a:t>          "raw_mean": 0.1662732258064516,</a:t>
            </a:r>
          </a:p>
          <a:p>
            <a:r>
              <a:t>          "value": 39.1231119544592,</a:t>
            </a:r>
          </a:p>
          <a:p>
            <a:r>
              <a:t>          "prior_start": "2025-08-01",</a:t>
            </a:r>
          </a:p>
          <a:p>
            <a:r>
              <a:t>          "prior_end": "2025-08-31",</a:t>
            </a:r>
          </a:p>
          <a:p>
            <a:r>
              <a:t>          "prior_days": 31,</a:t>
            </a:r>
          </a:p>
          <a:p>
            <a:r>
              <a:t>          "prior_raw_mean": 0.12271096774193549,</a:t>
            </a:r>
          </a:p>
          <a:p>
            <a:r>
              <a:t>          "prior_value": 28.87316888045541,</a:t>
            </a:r>
          </a:p>
          <a:p>
            <a:r>
              <a:t>          "yoy_fraction": 0.35499889591066314,</a:t>
            </a:r>
          </a:p>
          <a:p>
            <a:r>
              <a:t>          "yoy_pct": 35.499889591066314,</a:t>
            </a:r>
          </a:p>
          <a:p>
            <a:r>
              <a:t>          "value_label": "39.1",</a:t>
            </a:r>
          </a:p>
          <a:p>
            <a:r>
              <a:t>          "yoy_label": "(+35.5%)",</a:t>
            </a:r>
          </a:p>
          <a:p>
            <a:r>
              <a:t>          "label": "39.1\n(+35.5%)"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"NV_XC10",</a:t>
            </a:r>
          </a:p>
          <a:p>
            <a:r>
              <a:t>          "month": "2026-09",</a:t>
            </a:r>
          </a:p>
          <a:p>
            <a:r>
              <a:t>          "start": "2026-09-01",</a:t>
            </a:r>
          </a:p>
          <a:p>
            <a:r>
              <a:t>          "end": "2026-09-30",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3.25383,</a:t>
            </a:r>
          </a:p>
          <a:p>
            <a:r>
              <a:t>          "raw_mean": 0.10846099999999999,</a:t>
            </a:r>
          </a:p>
          <a:p>
            <a:r>
              <a:t>          "value": 25.520235294117647,</a:t>
            </a:r>
          </a:p>
          <a:p>
            <a:r>
              <a:t>          "prior_start": "2025-09-01",</a:t>
            </a:r>
          </a:p>
          <a:p>
            <a:r>
              <a:t>          "prior_end": "2025-09-30",</a:t>
            </a:r>
          </a:p>
          <a:p>
            <a:r>
              <a:t>          "prior_days": 30,</a:t>
            </a:r>
          </a:p>
          <a:p>
            <a:r>
              <a:t>          "prior_raw_mean": 0.10986766666666667,</a:t>
            </a:r>
          </a:p>
          <a:p>
            <a:r>
              <a:t>          "prior_value": 25.851215686274507,</a:t>
            </a:r>
          </a:p>
          <a:p>
            <a:r>
              <a:t>          "yoy_fraction": -0.01280328152352972,</a:t>
            </a:r>
          </a:p>
          <a:p>
            <a:r>
              <a:t>          "yoy_pct": -1.280328152352972,</a:t>
            </a:r>
          </a:p>
          <a:p>
            <a:r>
              <a:t>          "value_label": "25.5",</a:t>
            </a:r>
          </a:p>
          <a:p>
            <a:r>
              <a:t>          "yoy_label": "(-1.3%)",</a:t>
            </a:r>
          </a:p>
          <a:p>
            <a:r>
              <a:t>          "label": "25.5\n(-1.3%)"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"NV_XC10",</a:t>
            </a:r>
          </a:p>
          <a:p>
            <a:r>
              <a:t>          "month": "2026-10",</a:t>
            </a:r>
          </a:p>
          <a:p>
            <a:r>
              <a:t>          "start": "2026-10-01",</a:t>
            </a:r>
          </a:p>
          <a:p>
            <a:r>
              <a:t>          "end": "2026-10-19",</a:t>
            </a:r>
          </a:p>
          <a:p>
            <a:r>
              <a:t>          "days": 19,</a:t>
            </a:r>
          </a:p>
          <a:p>
            <a:r>
              <a:t>          "partial": true,</a:t>
            </a:r>
          </a:p>
          <a:p>
            <a:r>
              <a:t>          "raw_sum": 2.10504,</a:t>
            </a:r>
          </a:p>
          <a:p>
            <a:r>
              <a:t>          "raw_mean": 0.11079157894736841,</a:t>
            </a:r>
          </a:p>
          <a:p>
            <a:r>
              <a:t>          "value": 26.06860681114551,</a:t>
            </a:r>
          </a:p>
          <a:p>
            <a:r>
              <a:t>          "prior_start": "2025-10-01",</a:t>
            </a:r>
          </a:p>
          <a:p>
            <a:r>
              <a:t>          "prior_end": "2025-10-19",</a:t>
            </a:r>
          </a:p>
          <a:p>
            <a:r>
              <a:t>          "prior_days": 19,</a:t>
            </a:r>
          </a:p>
          <a:p>
            <a:r>
              <a:t>          "prior_raw_mean": 0.10330052631578947,</a:t>
            </a:r>
          </a:p>
          <a:p>
            <a:r>
              <a:t>          "prior_value": 24.306006191950463,</a:t>
            </a:r>
          </a:p>
          <a:p>
            <a:r>
              <a:t>          "yoy_fraction": 0.07251708097477483,</a:t>
            </a:r>
          </a:p>
          <a:p>
            <a:r>
              <a:t>          "yoy_pct": 7.251708097477483,</a:t>
            </a:r>
          </a:p>
          <a:p>
            <a:r>
              <a:t>          "value_label": "26.1",</a:t>
            </a:r>
          </a:p>
          <a:p>
            <a:r>
              <a:t>          "yoy_label": "(+7.3%)",</a:t>
            </a:r>
          </a:p>
          <a:p>
            <a:r>
              <a:t>          "label": "26.1\n(+7.3%)"</a:t>
            </a:r>
          </a:p>
          <a:p>
            <a:r>
              <a:t>        }</a:t>
            </a:r>
          </a:p>
          <a:p>
            <a:r>
              <a:t>      ]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"NV_XC12",</a:t>
            </a:r>
          </a:p>
          <a:p>
            <a:r>
              <a:t>      "label": "순살·발골",</a:t>
            </a:r>
          </a:p>
          <a:p>
            <a:r>
              <a:t>      "points": [</a:t>
            </a:r>
          </a:p>
          <a:p>
            <a:r>
              <a:t>        {</a:t>
            </a:r>
          </a:p>
          <a:p>
            <a:r>
              <a:t>          "group_id": "NV_XC12",</a:t>
            </a:r>
          </a:p>
          <a:p>
            <a:r>
              <a:t>          "month": "2025-01",</a:t>
            </a:r>
          </a:p>
          <a:p>
            <a:r>
              <a:t>          "start": "2025-01-01",</a:t>
            </a:r>
          </a:p>
          <a:p>
            <a:r>
              <a:t>          "end": "2025-01-31",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53.32835,</a:t>
            </a:r>
          </a:p>
          <a:p>
            <a:r>
              <a:t>          "raw_mean": 1.7202693548387098,</a:t>
            </a:r>
          </a:p>
          <a:p>
            <a:r>
              <a:t>          "value": 38.909469462855405,</a:t>
            </a:r>
          </a:p>
          <a:p>
            <a:r>
              <a:t>          "prior_start": "2024-01-01",</a:t>
            </a:r>
          </a:p>
          <a:p>
            <a:r>
              <a:t>          "prior_end": "2024-01-31",</a:t>
            </a:r>
          </a:p>
          <a:p>
            <a:r>
              <a:t>          "prior_days": 31,</a:t>
            </a:r>
          </a:p>
          <a:p>
            <a:r>
              <a:t>          "prior_raw_mean": 2.1313596774193546,</a:t>
            </a:r>
          </a:p>
          <a:p>
            <a:r>
              <a:t>          "prior_value": 48.207610075507716,</a:t>
            </a:r>
          </a:p>
          <a:p>
            <a:r>
              <a:t>          "yoy_fraction": -0.19287702912649285,</a:t>
            </a:r>
          </a:p>
          <a:p>
            <a:r>
              <a:t>          "yoy_pct": -19.287702912649284,</a:t>
            </a:r>
          </a:p>
          <a:p>
            <a:r>
              <a:t>          "value_label": "38.9",</a:t>
            </a:r>
          </a:p>
          <a:p>
            <a:r>
              <a:t>          "yoy_label": "(-19.3%)",</a:t>
            </a:r>
          </a:p>
          <a:p>
            <a:r>
              <a:t>          "label": "38.9\n(-19.3%)"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"NV_XC12",</a:t>
            </a:r>
          </a:p>
          <a:p>
            <a:r>
              <a:t>          "month": "2025-02",</a:t>
            </a:r>
          </a:p>
          <a:p>
            <a:r>
              <a:t>          "start": "2025-02-01",</a:t>
            </a:r>
          </a:p>
          <a:p>
            <a:r>
              <a:t>          "end": "2025-02-28",</a:t>
            </a:r>
          </a:p>
          <a:p>
            <a:r>
              <a:t>          "days": 28,</a:t>
            </a:r>
          </a:p>
          <a:p>
            <a:r>
              <a:t>          "partial": false,</a:t>
            </a:r>
          </a:p>
          <a:p>
            <a:r>
              <a:t>          "raw_sum": 48.9798,</a:t>
            </a:r>
          </a:p>
          <a:p>
            <a:r>
              <a:t>          "raw_mean": 1.7492785714285712,</a:t>
            </a:r>
          </a:p>
          <a:p>
            <a:r>
              <a:t>          "value": 39.565606958922366,</a:t>
            </a:r>
          </a:p>
          <a:p>
            <a:r>
              <a:t>          "prior_start": "2024-02-01",</a:t>
            </a:r>
          </a:p>
          <a:p>
            <a:r>
              <a:t>          "prior_end": "2024-02-29",</a:t>
            </a:r>
          </a:p>
          <a:p>
            <a:r>
              <a:t>          "prior_days": 29,</a:t>
            </a:r>
          </a:p>
          <a:p>
            <a:r>
              <a:t>          "prior_raw_mean": 2.091781724137931,</a:t>
            </a:r>
          </a:p>
          <a:p>
            <a:r>
              <a:t>          "prior_value": 47.31242632984931,</a:t>
            </a:r>
          </a:p>
          <a:p>
            <a:r>
              <a:t>          "yoy_fraction": -0.16373752039090606,</a:t>
            </a:r>
          </a:p>
          <a:p>
            <a:r>
              <a:t>          "yoy_pct": -16.373752039090604,</a:t>
            </a:r>
          </a:p>
          <a:p>
            <a:r>
              <a:t>          "value_label": "39.6",</a:t>
            </a:r>
          </a:p>
          <a:p>
            <a:r>
              <a:t>          "yoy_label": "(-16.4%)",</a:t>
            </a:r>
          </a:p>
          <a:p>
            <a:r>
              <a:t>          "label": "39.6\n(-16.4%)"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"NV_XC12",</a:t>
            </a:r>
          </a:p>
          <a:p>
            <a:r>
              <a:t>          "month": "2025-03",</a:t>
            </a:r>
          </a:p>
          <a:p>
            <a:r>
              <a:t>          "start": "2025-03-01",</a:t>
            </a:r>
          </a:p>
          <a:p>
            <a:r>
              <a:t>          "end": "2025-03-31",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52.40608,</a:t>
            </a:r>
          </a:p>
          <a:p>
            <a:r>
              <a:t>          "raw_mean": 1.6905187096774195,</a:t>
            </a:r>
          </a:p>
          <a:p>
            <a:r>
              <a:t>          "value": 38.236562155550615,</a:t>
            </a:r>
          </a:p>
          <a:p>
            <a:r>
              <a:t>          "prior_start": "2024-03-01",</a:t>
            </a:r>
          </a:p>
          <a:p>
            <a:r>
              <a:t>          "prior_end": "2024-03-31",</a:t>
            </a:r>
          </a:p>
          <a:p>
            <a:r>
              <a:t>          "prior_days": 31,</a:t>
            </a:r>
          </a:p>
          <a:p>
            <a:r>
              <a:t>          "prior_raw_mean": 2.156602258064516,</a:t>
            </a:r>
          </a:p>
          <a:p>
            <a:r>
              <a:t>          "prior_value": 48.77855288630298,</a:t>
            </a:r>
          </a:p>
          <a:p>
            <a:r>
              <a:t>          "yoy_fraction": -0.2161193825352814,</a:t>
            </a:r>
          </a:p>
          <a:p>
            <a:r>
              <a:t>          "yoy_pct": -21.61193825352814,</a:t>
            </a:r>
          </a:p>
          <a:p>
            <a:r>
              <a:t>          "value_label": "38.2",</a:t>
            </a:r>
          </a:p>
          <a:p>
            <a:r>
              <a:t>          "yoy_label": "(-21.6%)",</a:t>
            </a:r>
          </a:p>
          <a:p>
            <a:r>
              <a:t>          "label": "38.2\n(-21.6%)"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"NV_XC12",</a:t>
            </a:r>
          </a:p>
          <a:p>
            <a:r>
              <a:t>          "month": "2025-04",</a:t>
            </a:r>
          </a:p>
          <a:p>
            <a:r>
              <a:t>          "start": "2025-04-01",</a:t>
            </a:r>
          </a:p>
          <a:p>
            <a:r>
              <a:t>          "end": "2025-04-30",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48.09664,</a:t>
            </a:r>
          </a:p>
          <a:p>
            <a:r>
              <a:t>          "raw_mean": 1.6032213333333334,</a:t>
            </a:r>
          </a:p>
          <a:p>
            <a:r>
              <a:t>          "value": 36.26204892627433,</a:t>
            </a:r>
          </a:p>
          <a:p>
            <a:r>
              <a:t>          "prior_start": "2024-04-01",</a:t>
            </a:r>
          </a:p>
          <a:p>
            <a:r>
              <a:t>          "prior_end": "2024-04-30",</a:t>
            </a:r>
          </a:p>
          <a:p>
            <a:r>
              <a:t>          "prior_days": 30,</a:t>
            </a:r>
          </a:p>
          <a:p>
            <a:r>
              <a:t>          "prior_raw_mean": 2.129185,</a:t>
            </a:r>
          </a:p>
          <a:p>
            <a:r>
              <a:t>          "prior_value": 48.1584226942398,</a:t>
            </a:r>
          </a:p>
          <a:p>
            <a:r>
              <a:t>          "yoy_fraction": -0.24702581817299407,</a:t>
            </a:r>
          </a:p>
          <a:p>
            <a:r>
              <a:t>          "yoy_pct": -24.702581817299407,</a:t>
            </a:r>
          </a:p>
          <a:p>
            <a:r>
              <a:t>          "value_label": "36.3",</a:t>
            </a:r>
          </a:p>
          <a:p>
            <a:r>
              <a:t>          "yoy_label": "(-24.7%)",</a:t>
            </a:r>
          </a:p>
          <a:p>
            <a:r>
              <a:t>          "label": "36.3\n(-24.7%)"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"NV_XC12",</a:t>
            </a:r>
          </a:p>
          <a:p>
            <a:r>
              <a:t>          "month": "2025-05",</a:t>
            </a:r>
          </a:p>
          <a:p>
            <a:r>
              <a:t>          "start": "2025-05-01",</a:t>
            </a:r>
          </a:p>
          <a:p>
            <a:r>
              <a:t>          "end": "2025-05-31",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71.38211,</a:t>
            </a:r>
          </a:p>
          <a:p>
            <a:r>
              <a:t>          "raw_mean": 2.302648709677419,</a:t>
            </a:r>
          </a:p>
          <a:p>
            <a:r>
              <a:t>          "value": 52.08186694767765,</a:t>
            </a:r>
          </a:p>
          <a:p>
            <a:r>
              <a:t>          "prior_start": "2024-05-01",</a:t>
            </a:r>
          </a:p>
          <a:p>
            <a:r>
              <a:t>          "prior_end": "2024-05-31",</a:t>
            </a:r>
          </a:p>
          <a:p>
            <a:r>
              <a:t>          "prior_days": 31,</a:t>
            </a:r>
          </a:p>
          <a:p>
            <a:r>
              <a:t>          "prior_raw_mean": 2.106478064516129,</a:t>
            </a:r>
          </a:p>
          <a:p>
            <a:r>
              <a:t>          "prior_value": 47.644831720640475,</a:t>
            </a:r>
          </a:p>
          <a:p>
            <a:r>
              <a:t>          "yoy_fraction": 0.09312731448089018,</a:t>
            </a:r>
          </a:p>
          <a:p>
            <a:r>
              <a:t>          "yoy_pct": 9.312731448089018,</a:t>
            </a:r>
          </a:p>
          <a:p>
            <a:r>
              <a:t>          "value_label": "52.1",</a:t>
            </a:r>
          </a:p>
          <a:p>
            <a:r>
              <a:t>          "yoy_label": "(+9.3%)",</a:t>
            </a:r>
          </a:p>
          <a:p>
            <a:r>
              <a:t>          "label": "52.1\n(+9.3%)"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"NV_XC12",</a:t>
            </a:r>
          </a:p>
          <a:p>
            <a:r>
              <a:t>          "month": "2025-06",</a:t>
            </a:r>
          </a:p>
          <a:p>
            <a:r>
              <a:t>          "start": "2025-06-01",</a:t>
            </a:r>
          </a:p>
          <a:p>
            <a:r>
              <a:t>          "end": "2025-06-30",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56.22364,</a:t>
            </a:r>
          </a:p>
          <a:p>
            <a:r>
              <a:t>          "raw_mean": 1.8741213333333335,</a:t>
            </a:r>
          </a:p>
          <a:p>
            <a:r>
              <a:t>          "value": 42.38933082421629,</a:t>
            </a:r>
          </a:p>
          <a:p>
            <a:r>
              <a:t>          "prior_start": "2024-06-01",</a:t>
            </a:r>
          </a:p>
          <a:p>
            <a:r>
              <a:t>          "prior_end": "2024-06-30",</a:t>
            </a:r>
          </a:p>
          <a:p>
            <a:r>
              <a:t>          "prior_days": 30,</a:t>
            </a:r>
          </a:p>
          <a:p>
            <a:r>
              <a:t>          "prior_raw_mean": 2.1152113333333333,</a:t>
            </a:r>
          </a:p>
          <a:p>
            <a:r>
              <a:t>          "prior_value": 47.84236291271695,</a:t>
            </a:r>
          </a:p>
          <a:p>
            <a:r>
              <a:t>          "yoy_fraction": -0.1139791548015534,</a:t>
            </a:r>
          </a:p>
          <a:p>
            <a:r>
              <a:t>          "yoy_pct": -11.39791548015534,</a:t>
            </a:r>
          </a:p>
          <a:p>
            <a:r>
              <a:t>          "value_label": "42.4",</a:t>
            </a:r>
          </a:p>
          <a:p>
            <a:r>
              <a:t>          "yoy_label": "(-11.4%)",</a:t>
            </a:r>
          </a:p>
          <a:p>
            <a:r>
              <a:t>          "label": "42.4\n(-11.4%)"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"NV_XC12",</a:t>
            </a:r>
          </a:p>
          <a:p>
            <a:r>
              <a:t>          "month": "2025-07",</a:t>
            </a:r>
          </a:p>
          <a:p>
            <a:r>
              <a:t>          "start": "2025-07-01",</a:t>
            </a:r>
          </a:p>
          <a:p>
            <a:r>
              <a:t>          "end": "2025-07-31",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51.65153,</a:t>
            </a:r>
          </a:p>
          <a:p>
            <a:r>
              <a:t>          "raw_mean": 1.6661783870967741,</a:t>
            </a:r>
          </a:p>
          <a:p>
            <a:r>
              <a:t>          "value": 37.686026836471775,</a:t>
            </a:r>
          </a:p>
          <a:p>
            <a:r>
              <a:t>          "prior_start": "2024-07-01",</a:t>
            </a:r>
          </a:p>
          <a:p>
            <a:r>
              <a:t>          "prior_end": "2024-07-31",</a:t>
            </a:r>
          </a:p>
          <a:p>
            <a:r>
              <a:t>          "prior_days": 31,</a:t>
            </a:r>
          </a:p>
          <a:p>
            <a:r>
              <a:t>          "prior_raw_mean": 2.1510132258064516,</a:t>
            </a:r>
          </a:p>
          <a:p>
            <a:r>
              <a:t>          "prior_value": 48.65213879925295,</a:t>
            </a:r>
          </a:p>
          <a:p>
            <a:r>
              <a:t>          "yoy_fraction": -0.2253983531542001,</a:t>
            </a:r>
          </a:p>
          <a:p>
            <a:r>
              <a:t>          "yoy_pct": -22.53983531542001,</a:t>
            </a:r>
          </a:p>
          <a:p>
            <a:r>
              <a:t>          "value_label": "37.7",</a:t>
            </a:r>
          </a:p>
          <a:p>
            <a:r>
              <a:t>          "yoy_label": "(-22.5%)",</a:t>
            </a:r>
          </a:p>
          <a:p>
            <a:r>
              <a:t>          "label": "37.7\n(-22.5%)"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"NV_XC12",</a:t>
            </a:r>
          </a:p>
          <a:p>
            <a:r>
              <a:t>          "month": "2025-08",</a:t>
            </a:r>
          </a:p>
          <a:p>
            <a:r>
              <a:t>          "start": "2025-08-01",</a:t>
            </a:r>
          </a:p>
          <a:p>
            <a:r>
              <a:t>          "end": "2025-08-31",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46.76079,</a:t>
            </a:r>
          </a:p>
          <a:p>
            <a:r>
              <a:t>          "raw_mean": 1.5084125806451614,</a:t>
            </a:r>
          </a:p>
          <a:p>
            <a:r>
              <a:t>          "value": 34.11764156520865,</a:t>
            </a:r>
          </a:p>
          <a:p>
            <a:r>
              <a:t>          "prior_start": "2024-08-01",</a:t>
            </a:r>
          </a:p>
          <a:p>
            <a:r>
              <a:t>          "prior_end": "2024-08-31",</a:t>
            </a:r>
          </a:p>
          <a:p>
            <a:r>
              <a:t>          "prior_days": 31,</a:t>
            </a:r>
          </a:p>
          <a:p>
            <a:r>
              <a:t>          "prior_raw_mean": 1.9986580645161292,</a:t>
            </a:r>
          </a:p>
          <a:p>
            <a:r>
              <a:t>          "prior_value": 45.20613281242304,</a:t>
            </a:r>
          </a:p>
          <a:p>
            <a:r>
              <a:t>          "yoy_fraction": -0.24528732181592794,</a:t>
            </a:r>
          </a:p>
          <a:p>
            <a:r>
              <a:t>          "yoy_pct": -24.528732181592794,</a:t>
            </a:r>
          </a:p>
          <a:p>
            <a:r>
              <a:t>          "value_label": "34.1",</a:t>
            </a:r>
          </a:p>
          <a:p>
            <a:r>
              <a:t>          "yoy_label": "(-24.5%)",</a:t>
            </a:r>
          </a:p>
          <a:p>
            <a:r>
              <a:t>          "label": "34.1\n(-24.5%)"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"NV_XC12",</a:t>
            </a:r>
          </a:p>
          <a:p>
            <a:r>
              <a:t>          "month": "2025-09",</a:t>
            </a:r>
          </a:p>
          <a:p>
            <a:r>
              <a:t>          "start": "2025-09-01",</a:t>
            </a:r>
          </a:p>
          <a:p>
            <a:r>
              <a:t>          "end": "2025-09-30",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41.67444,</a:t>
            </a:r>
          </a:p>
          <a:p>
            <a:r>
              <a:t>          "raw_mean": 1.3891479999999998,</a:t>
            </a:r>
          </a:p>
          <a:p>
            <a:r>
              <a:t>          "value": 31.42008635644993,</a:t>
            </a:r>
          </a:p>
          <a:p>
            <a:r>
              <a:t>          "prior_start": "2024-09-01",</a:t>
            </a:r>
          </a:p>
          <a:p>
            <a:r>
              <a:t>          "prior_end": "2024-09-30",</a:t>
            </a:r>
          </a:p>
          <a:p>
            <a:r>
              <a:t>          "prior_days": 30,</a:t>
            </a:r>
          </a:p>
          <a:p>
            <a:r>
              <a:t>          "prior_raw_mean": 2.039194333333333,</a:t>
            </a:r>
          </a:p>
          <a:p>
            <a:r>
              <a:t>          "prior_value": 46.12299197127785,</a:t>
            </a:r>
          </a:p>
          <a:p>
            <a:r>
              <a:t>          "yoy_fraction": -0.3187760591070036,</a:t>
            </a:r>
          </a:p>
          <a:p>
            <a:r>
              <a:t>          "yoy_pct": -31.877605910700357,</a:t>
            </a:r>
          </a:p>
          <a:p>
            <a:r>
              <a:t>          "value_label": "31.4",</a:t>
            </a:r>
          </a:p>
          <a:p>
            <a:r>
              <a:t>          "yoy_label": "(-31.9%)",</a:t>
            </a:r>
          </a:p>
          <a:p>
            <a:r>
              <a:t>          "label": "31.4\n(-31.9%)"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"NV_XC12",</a:t>
            </a:r>
          </a:p>
          <a:p>
            <a:r>
              <a:t>          "month": "2025-10",</a:t>
            </a:r>
          </a:p>
          <a:p>
            <a:r>
              <a:t>          "start": "2025-10-01",</a:t>
            </a:r>
          </a:p>
          <a:p>
            <a:r>
              <a:t>          "end": "2025-10-31",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39.60636,</a:t>
            </a:r>
          </a:p>
          <a:p>
            <a:r>
              <a:t>          "raw_mean": 1.2776245161290323,</a:t>
            </a:r>
          </a:p>
          <a:p>
            <a:r>
              <a:t>          "value": 28.897621151879964,</a:t>
            </a:r>
          </a:p>
          <a:p>
            <a:r>
              <a:t>          "prior_start": "2024-10-01",</a:t>
            </a:r>
          </a:p>
          <a:p>
            <a:r>
              <a:t>          "prior_end": "2024-10-31",</a:t>
            </a:r>
          </a:p>
          <a:p>
            <a:r>
              <a:t>          "prior_days": 31,</a:t>
            </a:r>
          </a:p>
          <a:p>
            <a:r>
              <a:t>          "prior_raw_mean": 2.1989735483870967,</a:t>
            </a:r>
          </a:p>
          <a:p>
            <a:r>
              <a:t>          "prior_value": 49.73691700659088,</a:t>
            </a:r>
          </a:p>
          <a:p>
            <a:r>
              <a:t>          "yoy_fraction": -0.4189905026069348,</a:t>
            </a:r>
          </a:p>
          <a:p>
            <a:r>
              <a:t>          "yoy_pct": -41.899050260693485,</a:t>
            </a:r>
          </a:p>
          <a:p>
            <a:r>
              <a:t>          "value_label": "28.9",</a:t>
            </a:r>
          </a:p>
          <a:p>
            <a:r>
              <a:t>          "yoy_label": "(-41.9%)",</a:t>
            </a:r>
          </a:p>
          <a:p>
            <a:r>
              <a:t>          "label": "28.9\n(-41.9%)"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"NV_XC12",</a:t>
            </a:r>
          </a:p>
          <a:p>
            <a:r>
              <a:t>          "month": "2025-11",</a:t>
            </a:r>
          </a:p>
          <a:p>
            <a:r>
              <a:t>          "start": "2025-11-01",</a:t>
            </a:r>
          </a:p>
          <a:p>
            <a:r>
              <a:t>          "end": "2025-11-30",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38.97476,</a:t>
            </a:r>
          </a:p>
          <a:p>
            <a:r>
              <a:t>          "raw_mean": 1.2991586666666668,</a:t>
            </a:r>
          </a:p>
          <a:p>
            <a:r>
              <a:t>          "value": 29.384685791144655,</a:t>
            </a:r>
          </a:p>
          <a:p>
            <a:r>
              <a:t>          "prior_start": "2024-11-01",</a:t>
            </a:r>
          </a:p>
          <a:p>
            <a:r>
              <a:t>          "prior_end": "2024-11-30",</a:t>
            </a:r>
          </a:p>
          <a:p>
            <a:r>
              <a:t>          "prior_days": 30,</a:t>
            </a:r>
          </a:p>
          <a:p>
            <a:r>
              <a:t>          "prior_raw_mean": 1.7479866666666666,</a:t>
            </a:r>
          </a:p>
          <a:p>
            <a:r>
              <a:t>          "prior_value": 39.536386343708315,</a:t>
            </a:r>
          </a:p>
          <a:p>
            <a:r>
              <a:t>          "yoy_fraction": -0.25676854895918344,</a:t>
            </a:r>
          </a:p>
          <a:p>
            <a:r>
              <a:t>          "yoy_pct": -25.676854895918343,</a:t>
            </a:r>
          </a:p>
          <a:p>
            <a:r>
              <a:t>          "value_label": "29.4",</a:t>
            </a:r>
          </a:p>
          <a:p>
            <a:r>
              <a:t>          "yoy_label": "(-25.7%)",</a:t>
            </a:r>
          </a:p>
          <a:p>
            <a:r>
              <a:t>          "label": "29.4\n(-25.7%)"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"NV_XC12",</a:t>
            </a:r>
          </a:p>
          <a:p>
            <a:r>
              <a:t>          "month": "2025-12",</a:t>
            </a:r>
          </a:p>
          <a:p>
            <a:r>
              <a:t>          "start": "2025-12-01",</a:t>
            </a:r>
          </a:p>
          <a:p>
            <a:r>
              <a:t>          "end": "2025-12-31",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44.3238,</a:t>
            </a:r>
          </a:p>
          <a:p>
            <a:r>
              <a:t>          "raw_mean": 1.4298,</a:t>
            </a:r>
          </a:p>
          <a:p>
            <a:r>
              <a:t>          "value": 32.33956315126402,</a:t>
            </a:r>
          </a:p>
          <a:p>
            <a:r>
              <a:t>          "prior_start": "2024-12-01",</a:t>
            </a:r>
          </a:p>
          <a:p>
            <a:r>
              <a:t>          "prior_end": "2024-12-31",</a:t>
            </a:r>
          </a:p>
          <a:p>
            <a:r>
              <a:t>          "prior_days": 31,</a:t>
            </a:r>
          </a:p>
          <a:p>
            <a:r>
              <a:t>          "prior_raw_mean": 2.2218735483870966,</a:t>
            </a:r>
          </a:p>
          <a:p>
            <a:r>
              <a:t>          "prior_value": 50.254874760237506,</a:t>
            </a:r>
          </a:p>
          <a:p>
            <a:r>
              <a:t>          "yoy_fraction": -0.35648903105313046,</a:t>
            </a:r>
          </a:p>
          <a:p>
            <a:r>
              <a:t>          "yoy_pct": -35.648903105313046,</a:t>
            </a:r>
          </a:p>
          <a:p>
            <a:r>
              <a:t>          "value_label": "32.3",</a:t>
            </a:r>
          </a:p>
          <a:p>
            <a:r>
              <a:t>          "yoy_label": "(-35.6%)",</a:t>
            </a:r>
          </a:p>
          <a:p>
            <a:r>
              <a:t>          "label": "32.3\n(-35.6%)"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"NV_XC12",</a:t>
            </a:r>
          </a:p>
          <a:p>
            <a:r>
              <a:t>          "month": "2026-01",</a:t>
            </a:r>
          </a:p>
          <a:p>
            <a:r>
              <a:t>          "start": "2026-01-01",</a:t>
            </a:r>
          </a:p>
          <a:p>
            <a:r>
              <a:t>          "end": "2026-01-31",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39.77404,</a:t>
            </a:r>
          </a:p>
          <a:p>
            <a:r>
              <a:t>          "raw_mean": 1.2830335483870967,</a:t>
            </a:r>
          </a:p>
          <a:p>
            <a:r>
              <a:t>          "value": 29.019963955276875,</a:t>
            </a:r>
          </a:p>
          <a:p>
            <a:r>
              <a:t>          "prior_start": "2025-01-01",</a:t>
            </a:r>
          </a:p>
          <a:p>
            <a:r>
              <a:t>          "prior_end": "2025-01-31",</a:t>
            </a:r>
          </a:p>
          <a:p>
            <a:r>
              <a:t>          "prior_days": 31,</a:t>
            </a:r>
          </a:p>
          <a:p>
            <a:r>
              <a:t>          "prior_raw_mean": 1.7202693548387098,</a:t>
            </a:r>
          </a:p>
          <a:p>
            <a:r>
              <a:t>          "prior_value": 38.909469462855405,</a:t>
            </a:r>
          </a:p>
          <a:p>
            <a:r>
              <a:t>          "yoy_fraction": -0.25416706123478405,</a:t>
            </a:r>
          </a:p>
          <a:p>
            <a:r>
              <a:t>          "yoy_pct": -25.416706123478406,</a:t>
            </a:r>
          </a:p>
          <a:p>
            <a:r>
              <a:t>          "value_label": "29.0",</a:t>
            </a:r>
          </a:p>
          <a:p>
            <a:r>
              <a:t>          "yoy_label": "(-25.4%)",</a:t>
            </a:r>
          </a:p>
          <a:p>
            <a:r>
              <a:t>          "label": "29.0\n(-25.4%)"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"NV_XC12",</a:t>
            </a:r>
          </a:p>
          <a:p>
            <a:r>
              <a:t>          "month": "2026-02",</a:t>
            </a:r>
          </a:p>
          <a:p>
            <a:r>
              <a:t>          "start": "2026-02-01",</a:t>
            </a:r>
          </a:p>
          <a:p>
            <a:r>
              <a:t>          "end": "2026-02-28",</a:t>
            </a:r>
          </a:p>
          <a:p>
            <a:r>
              <a:t>          "days": 28,</a:t>
            </a:r>
          </a:p>
          <a:p>
            <a:r>
              <a:t>          "partial": false,</a:t>
            </a:r>
          </a:p>
          <a:p>
            <a:r>
              <a:t>          "raw_sum": 31.47937,</a:t>
            </a:r>
          </a:p>
          <a:p>
            <a:r>
              <a:t>          "raw_mean": 1.1242632142857143,</a:t>
            </a:r>
          </a:p>
          <a:p>
            <a:r>
              <a:t>          "value": 25.428858034015896,</a:t>
            </a:r>
          </a:p>
          <a:p>
            <a:r>
              <a:t>          "prior_start": "2025-02-01",</a:t>
            </a:r>
          </a:p>
          <a:p>
            <a:r>
              <a:t>          "prior_end": "2025-02-28",</a:t>
            </a:r>
          </a:p>
          <a:p>
            <a:r>
              <a:t>          "prior_days": 28,</a:t>
            </a:r>
          </a:p>
          <a:p>
            <a:r>
              <a:t>          "prior_raw_mean": 1.7492785714285712,</a:t>
            </a:r>
          </a:p>
          <a:p>
            <a:r>
              <a:t>          "prior_value": 39.565606958922366,</a:t>
            </a:r>
          </a:p>
          <a:p>
            <a:r>
              <a:t>          "yoy_fraction": -0.35729892731289237,</a:t>
            </a:r>
          </a:p>
          <a:p>
            <a:r>
              <a:t>          "yoy_pct": -35.72989273128924,</a:t>
            </a:r>
          </a:p>
          <a:p>
            <a:r>
              <a:t>          "value_label": "25.4",</a:t>
            </a:r>
          </a:p>
          <a:p>
            <a:r>
              <a:t>          "yoy_label": "(-35.7%)",</a:t>
            </a:r>
          </a:p>
          <a:p>
            <a:r>
              <a:t>          "label": "25.4\n(-35.7%)"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"NV_XC12",</a:t>
            </a:r>
          </a:p>
          <a:p>
            <a:r>
              <a:t>          "month": "2026-03",</a:t>
            </a:r>
          </a:p>
          <a:p>
            <a:r>
              <a:t>          "start": "2026-03-01",</a:t>
            </a:r>
          </a:p>
          <a:p>
            <a:r>
              <a:t>          "end": "2026-03-31",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36.001219999999996,</a:t>
            </a:r>
          </a:p>
          <a:p>
            <a:r>
              <a:t>          "raw_mean": 1.1613296774193547,</a:t>
            </a:r>
          </a:p>
          <a:p>
            <a:r>
              <a:t>          "value": 26.267236286431874,</a:t>
            </a:r>
          </a:p>
          <a:p>
            <a:r>
              <a:t>          "prior_start": "2025-03-01",</a:t>
            </a:r>
          </a:p>
          <a:p>
            <a:r>
              <a:t>          "prior_end": "2025-03-31",</a:t>
            </a:r>
          </a:p>
          <a:p>
            <a:r>
              <a:t>          "prior_days": 31,</a:t>
            </a:r>
          </a:p>
          <a:p>
            <a:r>
              <a:t>          "prior_raw_mean": 1.6905187096774195,</a:t>
            </a:r>
          </a:p>
          <a:p>
            <a:r>
              <a:t>          "prior_value": 38.236562155550615,</a:t>
            </a:r>
          </a:p>
          <a:p>
            <a:r>
              <a:t>          "yoy_fraction": -0.31303352588096656,</a:t>
            </a:r>
          </a:p>
          <a:p>
            <a:r>
              <a:t>          "yoy_pct": -31.303352588096654,</a:t>
            </a:r>
          </a:p>
          <a:p>
            <a:r>
              <a:t>          "value_label": "26.3",</a:t>
            </a:r>
          </a:p>
          <a:p>
            <a:r>
              <a:t>          "yoy_label": "(-31.3%)",</a:t>
            </a:r>
          </a:p>
          <a:p>
            <a:r>
              <a:t>          "label": "26.3\n(-31.3%)"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"NV_XC12",</a:t>
            </a:r>
          </a:p>
          <a:p>
            <a:r>
              <a:t>          "month": "2026-04",</a:t>
            </a:r>
          </a:p>
          <a:p>
            <a:r>
              <a:t>          "start": "2026-04-01",</a:t>
            </a:r>
          </a:p>
          <a:p>
            <a:r>
              <a:t>          "end": "2026-04-30",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37.20292,</a:t>
            </a:r>
          </a:p>
          <a:p>
            <a:r>
              <a:t>          "raw_mean": 1.2400973333333334,</a:t>
            </a:r>
          </a:p>
          <a:p>
            <a:r>
              <a:t>          "value": 28.048822230415052,</a:t>
            </a:r>
          </a:p>
          <a:p>
            <a:r>
              <a:t>          "prior_start": "2025-04-01",</a:t>
            </a:r>
          </a:p>
          <a:p>
            <a:r>
              <a:t>          "prior_end": "2025-04-30",</a:t>
            </a:r>
          </a:p>
          <a:p>
            <a:r>
              <a:t>          "prior_days": 30,</a:t>
            </a:r>
          </a:p>
          <a:p>
            <a:r>
              <a:t>          "prior_raw_mean": 1.6032213333333334,</a:t>
            </a:r>
          </a:p>
          <a:p>
            <a:r>
              <a:t>          "prior_value": 36.26204892627433,</a:t>
            </a:r>
          </a:p>
          <a:p>
            <a:r>
              <a:t>          "yoy_fraction": -0.22649648707269365,</a:t>
            </a:r>
          </a:p>
          <a:p>
            <a:r>
              <a:t>          "yoy_pct": -22.649648707269364,</a:t>
            </a:r>
          </a:p>
          <a:p>
            <a:r>
              <a:t>          "value_label": "28.0",</a:t>
            </a:r>
          </a:p>
          <a:p>
            <a:r>
              <a:t>          "yoy_label": "(-22.6%)",</a:t>
            </a:r>
          </a:p>
          <a:p>
            <a:r>
              <a:t>          "label": "28.0\n(-22.6%)"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"NV_XC12",</a:t>
            </a:r>
          </a:p>
          <a:p>
            <a:r>
              <a:t>          "month": "2026-05",</a:t>
            </a:r>
          </a:p>
          <a:p>
            <a:r>
              <a:t>          "start": "2026-05-01",</a:t>
            </a:r>
          </a:p>
          <a:p>
            <a:r>
              <a:t>          "end": "2026-05-31",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41.66326,</a:t>
            </a:r>
          </a:p>
          <a:p>
            <a:r>
              <a:t>          "raw_mean": 1.343976129032258,</a:t>
            </a:r>
          </a:p>
          <a:p>
            <a:r>
              <a:t>          "value": 30.39837802394046,</a:t>
            </a:r>
          </a:p>
          <a:p>
            <a:r>
              <a:t>          "prior_start": "2025-05-01",</a:t>
            </a:r>
          </a:p>
          <a:p>
            <a:r>
              <a:t>          "prior_end": "2025-05-31",</a:t>
            </a:r>
          </a:p>
          <a:p>
            <a:r>
              <a:t>          "prior_days": 31,</a:t>
            </a:r>
          </a:p>
          <a:p>
            <a:r>
              <a:t>          "prior_raw_mean": 2.302648709677419,</a:t>
            </a:r>
          </a:p>
          <a:p>
            <a:r>
              <a:t>          "prior_value": 52.08186694767765,</a:t>
            </a:r>
          </a:p>
          <a:p>
            <a:r>
              <a:t>          "yoy_fraction": -0.4163347090748648,</a:t>
            </a:r>
          </a:p>
          <a:p>
            <a:r>
              <a:t>          "yoy_pct": -41.63347090748648,</a:t>
            </a:r>
          </a:p>
          <a:p>
            <a:r>
              <a:t>          "value_label": "30.4",</a:t>
            </a:r>
          </a:p>
          <a:p>
            <a:r>
              <a:t>          "yoy_label": "(-41.6%)",</a:t>
            </a:r>
          </a:p>
          <a:p>
            <a:r>
              <a:t>          "label": "30.4\n(-41.6%)"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"NV_XC12",</a:t>
            </a:r>
          </a:p>
          <a:p>
            <a:r>
              <a:t>          "month": "2026-06",</a:t>
            </a:r>
          </a:p>
          <a:p>
            <a:r>
              <a:t>          "start": "2026-06-01",</a:t>
            </a:r>
          </a:p>
          <a:p>
            <a:r>
              <a:t>          "end": "2026-06-30",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38.09161,</a:t>
            </a:r>
          </a:p>
          <a:p>
            <a:r>
              <a:t>          "raw_mean": 1.2697203333333333,</a:t>
            </a:r>
          </a:p>
          <a:p>
            <a:r>
              <a:t>          "value": 28.71884242850562,</a:t>
            </a:r>
          </a:p>
          <a:p>
            <a:r>
              <a:t>          "prior_start": "2025-06-01",</a:t>
            </a:r>
          </a:p>
          <a:p>
            <a:r>
              <a:t>          "prior_end": "2025-06-30",</a:t>
            </a:r>
          </a:p>
          <a:p>
            <a:r>
              <a:t>          "prior_days": 30,</a:t>
            </a:r>
          </a:p>
          <a:p>
            <a:r>
              <a:t>          "prior_raw_mean": 1.8741213333333335,</a:t>
            </a:r>
          </a:p>
          <a:p>
            <a:r>
              <a:t>          "prior_value": 42.38933082421629,</a:t>
            </a:r>
          </a:p>
          <a:p>
            <a:r>
              <a:t>          "yoy_fraction": -0.32249832988401306,</a:t>
            </a:r>
          </a:p>
          <a:p>
            <a:r>
              <a:t>          "yoy_pct": -32.24983298840131,</a:t>
            </a:r>
          </a:p>
          <a:p>
            <a:r>
              <a:t>          "value_label": "28.7",</a:t>
            </a:r>
          </a:p>
          <a:p>
            <a:r>
              <a:t>          "yoy_label": "(-32.2%)",</a:t>
            </a:r>
          </a:p>
          <a:p>
            <a:r>
              <a:t>          "label": "28.7\n(-32.2%)"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"NV_XC12",</a:t>
            </a:r>
          </a:p>
          <a:p>
            <a:r>
              <a:t>          "month": "2026-07",</a:t>
            </a:r>
          </a:p>
          <a:p>
            <a:r>
              <a:t>          "start": "2026-07-01",</a:t>
            </a:r>
          </a:p>
          <a:p>
            <a:r>
              <a:t>          "end": "2026-07-31",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38.54998,</a:t>
            </a:r>
          </a:p>
          <a:p>
            <a:r>
              <a:t>          "raw_mean": 1.243547741935484,</a:t>
            </a:r>
          </a:p>
          <a:p>
            <a:r>
              <a:t>          "value": 28.126864408962337,</a:t>
            </a:r>
          </a:p>
          <a:p>
            <a:r>
              <a:t>          "prior_start": "2025-07-01",</a:t>
            </a:r>
          </a:p>
          <a:p>
            <a:r>
              <a:t>          "prior_end": "2025-07-31",</a:t>
            </a:r>
          </a:p>
          <a:p>
            <a:r>
              <a:t>          "prior_days": 31,</a:t>
            </a:r>
          </a:p>
          <a:p>
            <a:r>
              <a:t>          "prior_raw_mean": 1.6661783870967741,</a:t>
            </a:r>
          </a:p>
          <a:p>
            <a:r>
              <a:t>          "prior_value": 37.686026836471775,</a:t>
            </a:r>
          </a:p>
          <a:p>
            <a:r>
              <a:t>          "yoy_fraction": -0.25365269915528144,</a:t>
            </a:r>
          </a:p>
          <a:p>
            <a:r>
              <a:t>          "yoy_pct": -25.365269915528145,</a:t>
            </a:r>
          </a:p>
          <a:p>
            <a:r>
              <a:t>          "value_label": "28.1",</a:t>
            </a:r>
          </a:p>
          <a:p>
            <a:r>
              <a:t>          "yoy_label": "(-25.4%)",</a:t>
            </a:r>
          </a:p>
          <a:p>
            <a:r>
              <a:t>          "label": "28.1\n(-25.4%)"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"NV_XC12",</a:t>
            </a:r>
          </a:p>
          <a:p>
            <a:r>
              <a:t>          "month": "2026-08",</a:t>
            </a:r>
          </a:p>
          <a:p>
            <a:r>
              <a:t>          "start": "2026-08-01",</a:t>
            </a:r>
          </a:p>
          <a:p>
            <a:r>
              <a:t>          "end": "2026-08-31",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36.41478,</a:t>
            </a:r>
          </a:p>
          <a:p>
            <a:r>
              <a:t>          "raw_mean": 1.1746703225806452,</a:t>
            </a:r>
          </a:p>
          <a:p>
            <a:r>
              <a:t>          "value": 26.56897823402745,</a:t>
            </a:r>
          </a:p>
          <a:p>
            <a:r>
              <a:t>          "prior_start": "2025-08-01",</a:t>
            </a:r>
          </a:p>
          <a:p>
            <a:r>
              <a:t>          "prior_end": "2025-08-31",</a:t>
            </a:r>
          </a:p>
          <a:p>
            <a:r>
              <a:t>          "prior_days": 31,</a:t>
            </a:r>
          </a:p>
          <a:p>
            <a:r>
              <a:t>          "prior_raw_mean": 1.5084125806451614,</a:t>
            </a:r>
          </a:p>
          <a:p>
            <a:r>
              <a:t>          "prior_value": 34.11764156520865,</a:t>
            </a:r>
          </a:p>
          <a:p>
            <a:r>
              <a:t>          "yoy_fraction": -0.22125396085053317,</a:t>
            </a:r>
          </a:p>
          <a:p>
            <a:r>
              <a:t>          "yoy_pct": -22.125396085053318,</a:t>
            </a:r>
          </a:p>
          <a:p>
            <a:r>
              <a:t>          "value_label": "26.6",</a:t>
            </a:r>
          </a:p>
          <a:p>
            <a:r>
              <a:t>          "yoy_label": "(-22.1%)",</a:t>
            </a:r>
          </a:p>
          <a:p>
            <a:r>
              <a:t>          "label": "26.6\n(-22.1%)"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"NV_XC12",</a:t>
            </a:r>
          </a:p>
          <a:p>
            <a:r>
              <a:t>          "month": "2026-09",</a:t>
            </a:r>
          </a:p>
          <a:p>
            <a:r>
              <a:t>          "start": "2026-09-01",</a:t>
            </a:r>
          </a:p>
          <a:p>
            <a:r>
              <a:t>          "end": "2026-09-30",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30.96513,</a:t>
            </a:r>
          </a:p>
          <a:p>
            <a:r>
              <a:t>          "raw_mean": 1.032171,</a:t>
            </a:r>
          </a:p>
          <a:p>
            <a:r>
              <a:t>          "value": 23.345893997344614,</a:t>
            </a:r>
          </a:p>
          <a:p>
            <a:r>
              <a:t>          "prior_start": "2025-09-01",</a:t>
            </a:r>
          </a:p>
          <a:p>
            <a:r>
              <a:t>          "prior_end": "2025-09-30",</a:t>
            </a:r>
          </a:p>
          <a:p>
            <a:r>
              <a:t>          "prior_days": 30,</a:t>
            </a:r>
          </a:p>
          <a:p>
            <a:r>
              <a:t>          "prior_raw_mean": 1.3891479999999998,</a:t>
            </a:r>
          </a:p>
          <a:p>
            <a:r>
              <a:t>          "prior_value": 31.42008635644993,</a:t>
            </a:r>
          </a:p>
          <a:p>
            <a:r>
              <a:t>          "yoy_fraction": -0.2569754986509718,</a:t>
            </a:r>
          </a:p>
          <a:p>
            <a:r>
              <a:t>          "yoy_pct": -25.69754986509718,</a:t>
            </a:r>
          </a:p>
          <a:p>
            <a:r>
              <a:t>          "value_label": "23.3",</a:t>
            </a:r>
          </a:p>
          <a:p>
            <a:r>
              <a:t>          "yoy_label": "(-25.7%)",</a:t>
            </a:r>
          </a:p>
          <a:p>
            <a:r>
              <a:t>          "label": "23.3\n(-25.7%)"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"NV_XC12",</a:t>
            </a:r>
          </a:p>
          <a:p>
            <a:r>
              <a:t>          "month": "2026-10",</a:t>
            </a:r>
          </a:p>
          <a:p>
            <a:r>
              <a:t>          "start": "2026-10-01",</a:t>
            </a:r>
          </a:p>
          <a:p>
            <a:r>
              <a:t>          "end": "2026-10-19",</a:t>
            </a:r>
          </a:p>
          <a:p>
            <a:r>
              <a:t>          "days": 19,</a:t>
            </a:r>
          </a:p>
          <a:p>
            <a:r>
              <a:t>          "partial": true,</a:t>
            </a:r>
          </a:p>
          <a:p>
            <a:r>
              <a:t>          "raw_sum": 21.70915,</a:t>
            </a:r>
          </a:p>
          <a:p>
            <a:r>
              <a:t>          "raw_mean": 1.1425868421052632,</a:t>
            </a:r>
          </a:p>
          <a:p>
            <a:r>
              <a:t>          "value": 25.843306291835564,</a:t>
            </a:r>
          </a:p>
          <a:p>
            <a:r>
              <a:t>          "prior_start": "2025-10-01",</a:t>
            </a:r>
          </a:p>
          <a:p>
            <a:r>
              <a:t>          "prior_end": "2025-10-19",</a:t>
            </a:r>
          </a:p>
          <a:p>
            <a:r>
              <a:t>          "prior_days": 19,</a:t>
            </a:r>
          </a:p>
          <a:p>
            <a:r>
              <a:t>          "prior_raw_mean": 1.287028947368421,</a:t>
            </a:r>
          </a:p>
          <a:p>
            <a:r>
              <a:t>          "prior_value": 29.11033285838992,</a:t>
            </a:r>
          </a:p>
          <a:p>
            <a:r>
              <a:t>          "yoy_fraction": -0.11222910374976225,</a:t>
            </a:r>
          </a:p>
          <a:p>
            <a:r>
              <a:t>          "yoy_pct": -11.222910374976225,</a:t>
            </a:r>
          </a:p>
          <a:p>
            <a:r>
              <a:t>          "value_label": "25.8",</a:t>
            </a:r>
          </a:p>
          <a:p>
            <a:r>
              <a:t>          "yoy_label": "(-11.2%)",</a:t>
            </a:r>
          </a:p>
          <a:p>
            <a:r>
              <a:t>          "label": "25.8\n(-11.2%)"</a:t>
            </a:r>
          </a:p>
          <a:p>
            <a:r>
              <a:t>        }</a:t>
            </a:r>
          </a:p>
          <a:p>
            <a:r>
              <a:t>      ]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"NV_XC16",</a:t>
            </a:r>
          </a:p>
          <a:p>
            <a:r>
              <a:t>      "label": "쌈·싸먹는 형식",</a:t>
            </a:r>
          </a:p>
          <a:p>
            <a:r>
              <a:t>      "points": [</a:t>
            </a:r>
          </a:p>
          <a:p>
            <a:r>
              <a:t>        {</a:t>
            </a:r>
          </a:p>
          <a:p>
            <a:r>
              <a:t>          "group_id": "NV_XC16",</a:t>
            </a:r>
          </a:p>
          <a:p>
            <a:r>
              <a:t>          "month": "2025-01",</a:t>
            </a:r>
          </a:p>
          <a:p>
            <a:r>
              <a:t>          "start": "2025-01-01",</a:t>
            </a:r>
          </a:p>
          <a:p>
            <a:r>
              <a:t>          "end": "2025-01-31",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51.39829,</a:t>
            </a:r>
          </a:p>
          <a:p>
            <a:r>
              <a:t>          "raw_mean": 1.6580093548387098,</a:t>
            </a:r>
          </a:p>
          <a:p>
            <a:r>
              <a:t>          "value": 33.609001705550114,</a:t>
            </a:r>
          </a:p>
          <a:p>
            <a:r>
              <a:t>          "prior_start": "2024-01-01",</a:t>
            </a:r>
          </a:p>
          <a:p>
            <a:r>
              <a:t>          "prior_end": "2024-01-31",</a:t>
            </a:r>
          </a:p>
          <a:p>
            <a:r>
              <a:t>          "prior_days": 31,</a:t>
            </a:r>
          </a:p>
          <a:p>
            <a:r>
              <a:t>          "prior_raw_mean": 1.9499874193548388,</a:t>
            </a:r>
          </a:p>
          <a:p>
            <a:r>
              <a:t>          "prior_value": 39.5275999569215,</a:t>
            </a:r>
          </a:p>
          <a:p>
            <a:r>
              <a:t>          "yoy_fraction": -0.149733306798836,</a:t>
            </a:r>
          </a:p>
          <a:p>
            <a:r>
              <a:t>          "yoy_pct": -14.9733306798836,</a:t>
            </a:r>
          </a:p>
          <a:p>
            <a:r>
              <a:t>          "value_label": "33.6",</a:t>
            </a:r>
          </a:p>
          <a:p>
            <a:r>
              <a:t>          "yoy_label": "(-15.0%)",</a:t>
            </a:r>
          </a:p>
          <a:p>
            <a:r>
              <a:t>          "label": "33.6\n(-15.0%)"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"NV_XC16",</a:t>
            </a:r>
          </a:p>
          <a:p>
            <a:r>
              <a:t>          "month": "2025-02",</a:t>
            </a:r>
          </a:p>
          <a:p>
            <a:r>
              <a:t>          "start": "2025-02-01",</a:t>
            </a:r>
          </a:p>
          <a:p>
            <a:r>
              <a:t>          "end": "2025-02-28",</a:t>
            </a:r>
          </a:p>
          <a:p>
            <a:r>
              <a:t>          "days": 28,</a:t>
            </a:r>
          </a:p>
          <a:p>
            <a:r>
              <a:t>          "partial": false,</a:t>
            </a:r>
          </a:p>
          <a:p>
            <a:r>
              <a:t>          "raw_sum": 53.872,</a:t>
            </a:r>
          </a:p>
          <a:p>
            <a:r>
              <a:t>          "raw_mean": 1.924,</a:t>
            </a:r>
          </a:p>
          <a:p>
            <a:r>
              <a:t>          "value": 39.00081690900282,</a:t>
            </a:r>
          </a:p>
          <a:p>
            <a:r>
              <a:t>          "prior_start": "2024-02-01",</a:t>
            </a:r>
          </a:p>
          <a:p>
            <a:r>
              <a:t>          "prior_end": "2024-02-29",</a:t>
            </a:r>
          </a:p>
          <a:p>
            <a:r>
              <a:t>          "prior_days": 29,</a:t>
            </a:r>
          </a:p>
          <a:p>
            <a:r>
              <a:t>          "prior_raw_mean": 1.794164827586207,</a:t>
            </a:r>
          </a:p>
          <a:p>
            <a:r>
              <a:t>          "prior_value": 36.36896774701781,</a:t>
            </a:r>
          </a:p>
          <a:p>
            <a:r>
              <a:t>          "yoy_fraction": 0.07236524226621244,</a:t>
            </a:r>
          </a:p>
          <a:p>
            <a:r>
              <a:t>          "yoy_pct": 7.236524226621244,</a:t>
            </a:r>
          </a:p>
          <a:p>
            <a:r>
              <a:t>          "value_label": "39.0",</a:t>
            </a:r>
          </a:p>
          <a:p>
            <a:r>
              <a:t>          "yoy_label": "(+7.2%)",</a:t>
            </a:r>
          </a:p>
          <a:p>
            <a:r>
              <a:t>          "label": "39.0\n(+7.2%)"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"NV_XC16",</a:t>
            </a:r>
          </a:p>
          <a:p>
            <a:r>
              <a:t>          "month": "2025-03",</a:t>
            </a:r>
          </a:p>
          <a:p>
            <a:r>
              <a:t>          "start": "2025-03-01",</a:t>
            </a:r>
          </a:p>
          <a:p>
            <a:r>
              <a:t>          "end": "2025-03-31",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59.10034,</a:t>
            </a:r>
          </a:p>
          <a:p>
            <a:r>
              <a:t>          "raw_mean": 1.9064625806451614,</a:t>
            </a:r>
          </a:p>
          <a:p>
            <a:r>
              <a:t>          "value": 38.64532123264395,</a:t>
            </a:r>
          </a:p>
          <a:p>
            <a:r>
              <a:t>          "prior_start": "2024-03-01",</a:t>
            </a:r>
          </a:p>
          <a:p>
            <a:r>
              <a:t>          "prior_end": "2024-03-31",</a:t>
            </a:r>
          </a:p>
          <a:p>
            <a:r>
              <a:t>          "prior_days": 31,</a:t>
            </a:r>
          </a:p>
          <a:p>
            <a:r>
              <a:t>          "prior_raw_mean": 1.9164358064516127,</a:t>
            </a:r>
          </a:p>
          <a:p>
            <a:r>
              <a:t>          "prior_value": 38.84748544972792,</a:t>
            </a:r>
          </a:p>
          <a:p>
            <a:r>
              <a:t>          "yoy_fraction": -0.005204048981383491,</a:t>
            </a:r>
          </a:p>
          <a:p>
            <a:r>
              <a:t>          "yoy_pct": -0.5204048981383491,</a:t>
            </a:r>
          </a:p>
          <a:p>
            <a:r>
              <a:t>          "value_label": "38.6",</a:t>
            </a:r>
          </a:p>
          <a:p>
            <a:r>
              <a:t>          "yoy_label": "(-0.5%)",</a:t>
            </a:r>
          </a:p>
          <a:p>
            <a:r>
              <a:t>          "label": "38.6\n(-0.5%)"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"NV_XC16",</a:t>
            </a:r>
          </a:p>
          <a:p>
            <a:r>
              <a:t>          "month": "2025-04",</a:t>
            </a:r>
          </a:p>
          <a:p>
            <a:r>
              <a:t>          "start": "2025-04-01",</a:t>
            </a:r>
          </a:p>
          <a:p>
            <a:r>
              <a:t>          "end": "2025-04-30",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60.22473,</a:t>
            </a:r>
          </a:p>
          <a:p>
            <a:r>
              <a:t>          "raw_mean": 2.007491,</a:t>
            </a:r>
          </a:p>
          <a:p>
            <a:r>
              <a:t>          "value": 40.69323749348804,</a:t>
            </a:r>
          </a:p>
          <a:p>
            <a:r>
              <a:t>          "prior_start": "2024-04-01",</a:t>
            </a:r>
          </a:p>
          <a:p>
            <a:r>
              <a:t>          "prior_end": "2024-04-30",</a:t>
            </a:r>
          </a:p>
          <a:p>
            <a:r>
              <a:t>          "prior_days": 30,</a:t>
            </a:r>
          </a:p>
          <a:p>
            <a:r>
              <a:t>          "prior_raw_mean": 2.120398333333333,</a:t>
            </a:r>
          </a:p>
          <a:p>
            <a:r>
              <a:t>          "prior_value": 42.98194759484827,</a:t>
            </a:r>
          </a:p>
          <a:p>
            <a:r>
              <a:t>          "yoy_fraction": -0.053248171137655675,</a:t>
            </a:r>
          </a:p>
          <a:p>
            <a:r>
              <a:t>          "yoy_pct": -5.324817113765567,</a:t>
            </a:r>
          </a:p>
          <a:p>
            <a:r>
              <a:t>          "value_label": "40.7",</a:t>
            </a:r>
          </a:p>
          <a:p>
            <a:r>
              <a:t>          "yoy_label": "(-5.3%)",</a:t>
            </a:r>
          </a:p>
          <a:p>
            <a:r>
              <a:t>          "label": "40.7\n(-5.3%)"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"NV_XC16",</a:t>
            </a:r>
          </a:p>
          <a:p>
            <a:r>
              <a:t>          "month": "2025-05",</a:t>
            </a:r>
          </a:p>
          <a:p>
            <a:r>
              <a:t>          "start": "2025-05-01",</a:t>
            </a:r>
          </a:p>
          <a:p>
            <a:r>
              <a:t>          "end": "2025-05-31",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66.25425,</a:t>
            </a:r>
          </a:p>
          <a:p>
            <a:r>
              <a:t>          "raw_mean": 2.137233870967742,</a:t>
            </a:r>
          </a:p>
          <a:p>
            <a:r>
              <a:t>          "value": 43.323215641025094,</a:t>
            </a:r>
          </a:p>
          <a:p>
            <a:r>
              <a:t>          "prior_start": "2024-05-01",</a:t>
            </a:r>
          </a:p>
          <a:p>
            <a:r>
              <a:t>          "prior_end": "2024-05-31",</a:t>
            </a:r>
          </a:p>
          <a:p>
            <a:r>
              <a:t>          "prior_days": 31,</a:t>
            </a:r>
          </a:p>
          <a:p>
            <a:r>
              <a:t>          "prior_raw_mean": 1.8896877419354838,</a:t>
            </a:r>
          </a:p>
          <a:p>
            <a:r>
              <a:t>          "prior_value": 38.305283595848636,</a:t>
            </a:r>
          </a:p>
          <a:p>
            <a:r>
              <a:t>          "yoy_fraction": 0.13099843087234797,</a:t>
            </a:r>
          </a:p>
          <a:p>
            <a:r>
              <a:t>          "yoy_pct": 13.099843087234797,</a:t>
            </a:r>
          </a:p>
          <a:p>
            <a:r>
              <a:t>          "value_label": "43.3",</a:t>
            </a:r>
          </a:p>
          <a:p>
            <a:r>
              <a:t>          "yoy_label": "(+13.1%)",</a:t>
            </a:r>
          </a:p>
          <a:p>
            <a:r>
              <a:t>          "label": "43.3\n(+13.1%)"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"NV_XC16",</a:t>
            </a:r>
          </a:p>
          <a:p>
            <a:r>
              <a:t>          "month": "2025-06",</a:t>
            </a:r>
          </a:p>
          <a:p>
            <a:r>
              <a:t>          "start": "2025-06-01",</a:t>
            </a:r>
          </a:p>
          <a:p>
            <a:r>
              <a:t>          "end": "2025-06-30",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57.72296,</a:t>
            </a:r>
          </a:p>
          <a:p>
            <a:r>
              <a:t>          "raw_mean": 1.9240986666666666,</a:t>
            </a:r>
          </a:p>
          <a:p>
            <a:r>
              <a:t>          "value": 39.0028169508956,</a:t>
            </a:r>
          </a:p>
          <a:p>
            <a:r>
              <a:t>          "prior_start": "2024-06-01",</a:t>
            </a:r>
          </a:p>
          <a:p>
            <a:r>
              <a:t>          "prior_end": "2024-06-30",</a:t>
            </a:r>
          </a:p>
          <a:p>
            <a:r>
              <a:t>          "prior_days": 30,</a:t>
            </a:r>
          </a:p>
          <a:p>
            <a:r>
              <a:t>          "prior_raw_mean": 2.0627736666666667,</a:t>
            </a:r>
          </a:p>
          <a:p>
            <a:r>
              <a:t>          "prior_value": 41.813855560488086,</a:t>
            </a:r>
          </a:p>
          <a:p>
            <a:r>
              <a:t>          "yoy_fraction": -0.06722744343740383,</a:t>
            </a:r>
          </a:p>
          <a:p>
            <a:r>
              <a:t>          "yoy_pct": -6.722744343740383,</a:t>
            </a:r>
          </a:p>
          <a:p>
            <a:r>
              <a:t>          "value_label": "39.0",</a:t>
            </a:r>
          </a:p>
          <a:p>
            <a:r>
              <a:t>          "yoy_label": "(-6.7%)",</a:t>
            </a:r>
          </a:p>
          <a:p>
            <a:r>
              <a:t>          "label": "39.0\n(-6.7%)"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"NV_XC16",</a:t>
            </a:r>
          </a:p>
          <a:p>
            <a:r>
              <a:t>          "month": "2025-07",</a:t>
            </a:r>
          </a:p>
          <a:p>
            <a:r>
              <a:t>          "start": "2025-07-01",</a:t>
            </a:r>
          </a:p>
          <a:p>
            <a:r>
              <a:t>          "end": "2025-07-31",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66.09963,</a:t>
            </a:r>
          </a:p>
          <a:p>
            <a:r>
              <a:t>          "raw_mean": 2.132246129032258,</a:t>
            </a:r>
          </a:p>
          <a:p>
            <a:r>
              <a:t>          "value": 43.222110646214716,</a:t>
            </a:r>
          </a:p>
          <a:p>
            <a:r>
              <a:t>          "prior_start": "2024-07-01",</a:t>
            </a:r>
          </a:p>
          <a:p>
            <a:r>
              <a:t>          "prior_end": "2024-07-31",</a:t>
            </a:r>
          </a:p>
          <a:p>
            <a:r>
              <a:t>          "prior_days": 31,</a:t>
            </a:r>
          </a:p>
          <a:p>
            <a:r>
              <a:t>          "prior_raw_mean": 1.9304925806451612,</a:t>
            </a:r>
          </a:p>
          <a:p>
            <a:r>
              <a:t>          "prior_value": 39.13242603010931,</a:t>
            </a:r>
          </a:p>
          <a:p>
            <a:r>
              <a:t>          "yoy_fraction": 0.1045088442244475,</a:t>
            </a:r>
          </a:p>
          <a:p>
            <a:r>
              <a:t>          "yoy_pct": 10.450884422444751,</a:t>
            </a:r>
          </a:p>
          <a:p>
            <a:r>
              <a:t>          "value_label": "43.2",</a:t>
            </a:r>
          </a:p>
          <a:p>
            <a:r>
              <a:t>          "yoy_label": "(+10.5%)",</a:t>
            </a:r>
          </a:p>
          <a:p>
            <a:r>
              <a:t>          "label": "43.2\n(+10.5%)"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"NV_XC16",</a:t>
            </a:r>
          </a:p>
          <a:p>
            <a:r>
              <a:t>          "month": "2025-08",</a:t>
            </a:r>
          </a:p>
          <a:p>
            <a:r>
              <a:t>          "start": "2025-08-01",</a:t>
            </a:r>
          </a:p>
          <a:p>
            <a:r>
              <a:t>          "end": "2025-08-31",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62.6843,</a:t>
            </a:r>
          </a:p>
          <a:p>
            <a:r>
              <a:t>          "raw_mean": 2.022074193548387,</a:t>
            </a:r>
          </a:p>
          <a:p>
            <a:r>
              <a:t>          "value": 40.98884895997931,</a:t>
            </a:r>
          </a:p>
          <a:p>
            <a:r>
              <a:t>          "prior_start": "2024-08-01",</a:t>
            </a:r>
          </a:p>
          <a:p>
            <a:r>
              <a:t>          "prior_end": "2024-08-31",</a:t>
            </a:r>
          </a:p>
          <a:p>
            <a:r>
              <a:t>          "prior_days": 31,</a:t>
            </a:r>
          </a:p>
          <a:p>
            <a:r>
              <a:t>          "prior_raw_mean": 1.846616129032258,</a:t>
            </a:r>
          </a:p>
          <a:p>
            <a:r>
              <a:t>          "prior_value": 37.432192073595964,</a:t>
            </a:r>
          </a:p>
          <a:p>
            <a:r>
              <a:t>          "yoy_fraction": 0.09501599263517746,</a:t>
            </a:r>
          </a:p>
          <a:p>
            <a:r>
              <a:t>          "yoy_pct": 9.501599263517747,</a:t>
            </a:r>
          </a:p>
          <a:p>
            <a:r>
              <a:t>          "value_label": "41.0",</a:t>
            </a:r>
          </a:p>
          <a:p>
            <a:r>
              <a:t>          "yoy_label": "(+9.5%)",</a:t>
            </a:r>
          </a:p>
          <a:p>
            <a:r>
              <a:t>          "label": "41.0\n(+9.5%)"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"NV_XC16",</a:t>
            </a:r>
          </a:p>
          <a:p>
            <a:r>
              <a:t>          "month": "2025-09",</a:t>
            </a:r>
          </a:p>
          <a:p>
            <a:r>
              <a:t>          "start": "2025-09-01",</a:t>
            </a:r>
          </a:p>
          <a:p>
            <a:r>
              <a:t>          "end": "2025-09-30",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50.89234,</a:t>
            </a:r>
          </a:p>
          <a:p>
            <a:r>
              <a:t>          "raw_mean": 1.6964113333333333,</a:t>
            </a:r>
          </a:p>
          <a:p>
            <a:r>
              <a:t>          "value": 34.38743649360223,</a:t>
            </a:r>
          </a:p>
          <a:p>
            <a:r>
              <a:t>          "prior_start": "2024-09-01",</a:t>
            </a:r>
          </a:p>
          <a:p>
            <a:r>
              <a:t>          "prior_end": "2024-09-30",</a:t>
            </a:r>
          </a:p>
          <a:p>
            <a:r>
              <a:t>          "prior_days": 30,</a:t>
            </a:r>
          </a:p>
          <a:p>
            <a:r>
              <a:t>          "prior_raw_mean": 1.7849556666666666,</a:t>
            </a:r>
          </a:p>
          <a:p>
            <a:r>
              <a:t>          "prior_value": 36.18229165610901,</a:t>
            </a:r>
          </a:p>
          <a:p>
            <a:r>
              <a:t>          "yoy_fraction": -0.049605900576055295,</a:t>
            </a:r>
          </a:p>
          <a:p>
            <a:r>
              <a:t>          "yoy_pct": -4.960590057605529,</a:t>
            </a:r>
          </a:p>
          <a:p>
            <a:r>
              <a:t>          "value_label": "34.4",</a:t>
            </a:r>
          </a:p>
          <a:p>
            <a:r>
              <a:t>          "yoy_label": "(-5.0%)",</a:t>
            </a:r>
          </a:p>
          <a:p>
            <a:r>
              <a:t>          "label": "34.4\n(-5.0%)"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"NV_XC16",</a:t>
            </a:r>
          </a:p>
          <a:p>
            <a:r>
              <a:t>          "month": "2025-10",</a:t>
            </a:r>
          </a:p>
          <a:p>
            <a:r>
              <a:t>          "start": "2025-10-01",</a:t>
            </a:r>
          </a:p>
          <a:p>
            <a:r>
              <a:t>          "end": "2025-10-31",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52.43838,</a:t>
            </a:r>
          </a:p>
          <a:p>
            <a:r>
              <a:t>          "raw_mean": 1.6915606451612903,</a:t>
            </a:r>
          </a:p>
          <a:p>
            <a:r>
              <a:t>          "value": 34.28910967380987,</a:t>
            </a:r>
          </a:p>
          <a:p>
            <a:r>
              <a:t>          "prior_start": "2024-10-01",</a:t>
            </a:r>
          </a:p>
          <a:p>
            <a:r>
              <a:t>          "prior_end": "2024-10-31",</a:t>
            </a:r>
          </a:p>
          <a:p>
            <a:r>
              <a:t>          "prior_days": 31,</a:t>
            </a:r>
          </a:p>
          <a:p>
            <a:r>
              <a:t>          "prior_raw_mean": 1.8547761290322582,</a:t>
            </a:r>
          </a:p>
          <a:p>
            <a:r>
              <a:t>          "prior_value": 37.59760094364661,</a:t>
            </a:r>
          </a:p>
          <a:p>
            <a:r>
              <a:t>          "yoy_fraction": -0.08799740373849108,</a:t>
            </a:r>
          </a:p>
          <a:p>
            <a:r>
              <a:t>          "yoy_pct": -8.799740373849108,</a:t>
            </a:r>
          </a:p>
          <a:p>
            <a:r>
              <a:t>          "value_label": "34.3",</a:t>
            </a:r>
          </a:p>
          <a:p>
            <a:r>
              <a:t>          "yoy_label": "(-8.8%)",</a:t>
            </a:r>
          </a:p>
          <a:p>
            <a:r>
              <a:t>          "label": "34.3\n(-8.8%)"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"NV_XC16",</a:t>
            </a:r>
          </a:p>
          <a:p>
            <a:r>
              <a:t>          "month": "2025-11",</a:t>
            </a:r>
          </a:p>
          <a:p>
            <a:r>
              <a:t>          "start": "2025-11-01",</a:t>
            </a:r>
          </a:p>
          <a:p>
            <a:r>
              <a:t>          "end": "2025-11-30",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49.59928,</a:t>
            </a:r>
          </a:p>
          <a:p>
            <a:r>
              <a:t>          "raw_mean": 1.6533093333333333,</a:t>
            </a:r>
          </a:p>
          <a:p>
            <a:r>
              <a:t>          "value": 33.51372900378319,</a:t>
            </a:r>
          </a:p>
          <a:p>
            <a:r>
              <a:t>          "prior_start": "2024-11-01",</a:t>
            </a:r>
          </a:p>
          <a:p>
            <a:r>
              <a:t>          "prior_end": "2024-11-30",</a:t>
            </a:r>
          </a:p>
          <a:p>
            <a:r>
              <a:t>          "prior_days": 30,</a:t>
            </a:r>
          </a:p>
          <a:p>
            <a:r>
              <a:t>          "prior_raw_mean": 1.915666,</a:t>
            </a:r>
          </a:p>
          <a:p>
            <a:r>
              <a:t>          "prior_value": 38.83188093804667,</a:t>
            </a:r>
          </a:p>
          <a:p>
            <a:r>
              <a:t>          "yoy_fraction": -0.13695324063102154,</a:t>
            </a:r>
          </a:p>
          <a:p>
            <a:r>
              <a:t>          "yoy_pct": -13.695324063102154,</a:t>
            </a:r>
          </a:p>
          <a:p>
            <a:r>
              <a:t>          "value_label": "33.5",</a:t>
            </a:r>
          </a:p>
          <a:p>
            <a:r>
              <a:t>          "yoy_label": "(-13.7%)",</a:t>
            </a:r>
          </a:p>
          <a:p>
            <a:r>
              <a:t>          "label": "33.5\n(-13.7%)"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"NV_XC16",</a:t>
            </a:r>
          </a:p>
          <a:p>
            <a:r>
              <a:t>          "month": "2025-12",</a:t>
            </a:r>
          </a:p>
          <a:p>
            <a:r>
              <a:t>          "start": "2025-12-01",</a:t>
            </a:r>
          </a:p>
          <a:p>
            <a:r>
              <a:t>          "end": "2025-12-31",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45.83258,</a:t>
            </a:r>
          </a:p>
          <a:p>
            <a:r>
              <a:t>          "raw_mean": 1.4784703225806453,</a:t>
            </a:r>
          </a:p>
          <a:p>
            <a:r>
              <a:t>          "value": 29.96962076733996,</a:t>
            </a:r>
          </a:p>
          <a:p>
            <a:r>
              <a:t>          "prior_start": "2024-12-01",</a:t>
            </a:r>
          </a:p>
          <a:p>
            <a:r>
              <a:t>          "prior_end": "2024-12-31",</a:t>
            </a:r>
          </a:p>
          <a:p>
            <a:r>
              <a:t>          "prior_days": 31,</a:t>
            </a:r>
          </a:p>
          <a:p>
            <a:r>
              <a:t>          "prior_raw_mean": 1.6657158064516129,</a:t>
            </a:r>
          </a:p>
          <a:p>
            <a:r>
              <a:t>          "prior_value": 33.76521683464207,</a:t>
            </a:r>
          </a:p>
          <a:p>
            <a:r>
              <a:t>          "yoy_fraction": -0.11241142285240535,</a:t>
            </a:r>
          </a:p>
          <a:p>
            <a:r>
              <a:t>          "yoy_pct": -11.241142285240535,</a:t>
            </a:r>
          </a:p>
          <a:p>
            <a:r>
              <a:t>          "value_label": "30.0",</a:t>
            </a:r>
          </a:p>
          <a:p>
            <a:r>
              <a:t>          "yoy_label": "(-11.2%)",</a:t>
            </a:r>
          </a:p>
          <a:p>
            <a:r>
              <a:t>          "label": "30.0\n(-11.2%)"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"NV_XC16",</a:t>
            </a:r>
          </a:p>
          <a:p>
            <a:r>
              <a:t>          "month": "2026-01",</a:t>
            </a:r>
          </a:p>
          <a:p>
            <a:r>
              <a:t>          "start": "2026-01-01",</a:t>
            </a:r>
          </a:p>
          <a:p>
            <a:r>
              <a:t>          "end": "2026-01-31",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45.87478,</a:t>
            </a:r>
          </a:p>
          <a:p>
            <a:r>
              <a:t>          "raw_mean": 1.4798316129032258,</a:t>
            </a:r>
          </a:p>
          <a:p>
            <a:r>
              <a:t>          "value": 29.997215068083708,</a:t>
            </a:r>
          </a:p>
          <a:p>
            <a:r>
              <a:t>          "prior_start": "2025-01-01",</a:t>
            </a:r>
          </a:p>
          <a:p>
            <a:r>
              <a:t>          "prior_end": "2025-01-31",</a:t>
            </a:r>
          </a:p>
          <a:p>
            <a:r>
              <a:t>          "prior_days": 31,</a:t>
            </a:r>
          </a:p>
          <a:p>
            <a:r>
              <a:t>          "prior_raw_mean": 1.6580093548387098,</a:t>
            </a:r>
          </a:p>
          <a:p>
            <a:r>
              <a:t>          "prior_value": 33.609001705550114,</a:t>
            </a:r>
          </a:p>
          <a:p>
            <a:r>
              <a:t>          "yoy_fraction": -0.10746485923948057,</a:t>
            </a:r>
          </a:p>
          <a:p>
            <a:r>
              <a:t>          "yoy_pct": -10.746485923948057,</a:t>
            </a:r>
          </a:p>
          <a:p>
            <a:r>
              <a:t>          "value_label": "30.0",</a:t>
            </a:r>
          </a:p>
          <a:p>
            <a:r>
              <a:t>          "yoy_label": "(-10.7%)",</a:t>
            </a:r>
          </a:p>
          <a:p>
            <a:r>
              <a:t>          "label": "30.0\n(-10.7%)"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"NV_XC16",</a:t>
            </a:r>
          </a:p>
          <a:p>
            <a:r>
              <a:t>          "month": "2026-02",</a:t>
            </a:r>
          </a:p>
          <a:p>
            <a:r>
              <a:t>          "start": "2026-02-01",</a:t>
            </a:r>
          </a:p>
          <a:p>
            <a:r>
              <a:t>          "end": "2026-02-28",</a:t>
            </a:r>
          </a:p>
          <a:p>
            <a:r>
              <a:t>          "days": 28,</a:t>
            </a:r>
          </a:p>
          <a:p>
            <a:r>
              <a:t>          "partial": false,</a:t>
            </a:r>
          </a:p>
          <a:p>
            <a:r>
              <a:t>          "raw_sum": 38.15866,</a:t>
            </a:r>
          </a:p>
          <a:p>
            <a:r>
              <a:t>          "raw_mean": 1.3628092857142857,</a:t>
            </a:r>
          </a:p>
          <a:p>
            <a:r>
              <a:t>          "value": 27.625091181929196,</a:t>
            </a:r>
          </a:p>
          <a:p>
            <a:r>
              <a:t>          "prior_start": "2025-02-01",</a:t>
            </a:r>
          </a:p>
          <a:p>
            <a:r>
              <a:t>          "prior_end": "2025-02-28",</a:t>
            </a:r>
          </a:p>
          <a:p>
            <a:r>
              <a:t>          "prior_days": 28,</a:t>
            </a:r>
          </a:p>
          <a:p>
            <a:r>
              <a:t>          "prior_raw_mean": 1.924,</a:t>
            </a:r>
          </a:p>
          <a:p>
            <a:r>
              <a:t>          "prior_value": 39.00081690900282,</a:t>
            </a:r>
          </a:p>
          <a:p>
            <a:r>
              <a:t>          "yoy_fraction": -0.2916791654291654,</a:t>
            </a:r>
          </a:p>
          <a:p>
            <a:r>
              <a:t>          "yoy_pct": -29.16791654291654,</a:t>
            </a:r>
          </a:p>
          <a:p>
            <a:r>
              <a:t>          "value_label": "27.6",</a:t>
            </a:r>
          </a:p>
          <a:p>
            <a:r>
              <a:t>          "yoy_label": "(-29.2%)",</a:t>
            </a:r>
          </a:p>
          <a:p>
            <a:r>
              <a:t>          "label": "27.6\n(-29.2%)"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"NV_XC16",</a:t>
            </a:r>
          </a:p>
          <a:p>
            <a:r>
              <a:t>          "month": "2026-03",</a:t>
            </a:r>
          </a:p>
          <a:p>
            <a:r>
              <a:t>          "start": "2026-03-01",</a:t>
            </a:r>
          </a:p>
          <a:p>
            <a:r>
              <a:t>          "end": "2026-03-31",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46.07152,</a:t>
            </a:r>
          </a:p>
          <a:p>
            <a:r>
              <a:t>          "raw_mean": 1.486178064516129,</a:t>
            </a:r>
          </a:p>
          <a:p>
            <a:r>
              <a:t>          "value": 30.12586205216722,</a:t>
            </a:r>
          </a:p>
          <a:p>
            <a:r>
              <a:t>          "prior_start": "2025-03-01",</a:t>
            </a:r>
          </a:p>
          <a:p>
            <a:r>
              <a:t>          "prior_end": "2025-03-31",</a:t>
            </a:r>
          </a:p>
          <a:p>
            <a:r>
              <a:t>          "prior_days": 31,</a:t>
            </a:r>
          </a:p>
          <a:p>
            <a:r>
              <a:t>          "prior_raw_mean": 1.9064625806451614,</a:t>
            </a:r>
          </a:p>
          <a:p>
            <a:r>
              <a:t>          "prior_value": 38.64532123264395,</a:t>
            </a:r>
          </a:p>
          <a:p>
            <a:r>
              <a:t>          "yoy_fraction": -0.22045253885172233,</a:t>
            </a:r>
          </a:p>
          <a:p>
            <a:r>
              <a:t>          "yoy_pct": -22.045253885172233,</a:t>
            </a:r>
          </a:p>
          <a:p>
            <a:r>
              <a:t>          "value_label": "30.1",</a:t>
            </a:r>
          </a:p>
          <a:p>
            <a:r>
              <a:t>          "yoy_label": "(-22.0%)",</a:t>
            </a:r>
          </a:p>
          <a:p>
            <a:r>
              <a:t>          "label": "30.1\n(-22.0%)"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"NV_XC16",</a:t>
            </a:r>
          </a:p>
          <a:p>
            <a:r>
              <a:t>          "month": "2026-04",</a:t>
            </a:r>
          </a:p>
          <a:p>
            <a:r>
              <a:t>          "start": "2026-04-01",</a:t>
            </a:r>
          </a:p>
          <a:p>
            <a:r>
              <a:t>          "end": "2026-04-30",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62.85302,</a:t>
            </a:r>
          </a:p>
          <a:p>
            <a:r>
              <a:t>          "raw_mean": 2.0951006666666667,</a:t>
            </a:r>
          </a:p>
          <a:p>
            <a:r>
              <a:t>          "value": 42.4691463131998,</a:t>
            </a:r>
          </a:p>
          <a:p>
            <a:r>
              <a:t>          "prior_start": "2025-04-01",</a:t>
            </a:r>
          </a:p>
          <a:p>
            <a:r>
              <a:t>          "prior_end": "2025-04-30",</a:t>
            </a:r>
          </a:p>
          <a:p>
            <a:r>
              <a:t>          "prior_days": 30,</a:t>
            </a:r>
          </a:p>
          <a:p>
            <a:r>
              <a:t>          "prior_raw_mean": 2.007491,</a:t>
            </a:r>
          </a:p>
          <a:p>
            <a:r>
              <a:t>          "prior_value": 40.69323749348804,</a:t>
            </a:r>
          </a:p>
          <a:p>
            <a:r>
              <a:t>          "yoy_fraction": 0.04364137456490047,</a:t>
            </a:r>
          </a:p>
          <a:p>
            <a:r>
              <a:t>          "yoy_pct": 4.364137456490047,</a:t>
            </a:r>
          </a:p>
          <a:p>
            <a:r>
              <a:t>          "value_label": "42.5",</a:t>
            </a:r>
          </a:p>
          <a:p>
            <a:r>
              <a:t>          "yoy_label": "(+4.4%)",</a:t>
            </a:r>
          </a:p>
          <a:p>
            <a:r>
              <a:t>          "label": "42.5\n(+4.4%)"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"NV_XC16",</a:t>
            </a:r>
          </a:p>
          <a:p>
            <a:r>
              <a:t>          "month": "2026-05",</a:t>
            </a:r>
          </a:p>
          <a:p>
            <a:r>
              <a:t>          "start": "2026-05-01",</a:t>
            </a:r>
          </a:p>
          <a:p>
            <a:r>
              <a:t>          "end": "2026-05-31",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50.23177,</a:t>
            </a:r>
          </a:p>
          <a:p>
            <a:r>
              <a:t>          "raw_mean": 1.6203796774193548,</a:t>
            </a:r>
          </a:p>
          <a:p>
            <a:r>
              <a:t>          "value": 32.846221996934155,</a:t>
            </a:r>
          </a:p>
          <a:p>
            <a:r>
              <a:t>          "prior_start": "2025-05-01",</a:t>
            </a:r>
          </a:p>
          <a:p>
            <a:r>
              <a:t>          "prior_end": "2025-05-31",</a:t>
            </a:r>
          </a:p>
          <a:p>
            <a:r>
              <a:t>          "prior_days": 31,</a:t>
            </a:r>
          </a:p>
          <a:p>
            <a:r>
              <a:t>          "prior_raw_mean": 2.137233870967742,</a:t>
            </a:r>
          </a:p>
          <a:p>
            <a:r>
              <a:t>          "prior_value": 43.323215641025094,</a:t>
            </a:r>
          </a:p>
          <a:p>
            <a:r>
              <a:t>          "yoy_fraction": -0.24183324088643388,</a:t>
            </a:r>
          </a:p>
          <a:p>
            <a:r>
              <a:t>          "yoy_pct": -24.18332408864339,</a:t>
            </a:r>
          </a:p>
          <a:p>
            <a:r>
              <a:t>          "value_label": "32.8",</a:t>
            </a:r>
          </a:p>
          <a:p>
            <a:r>
              <a:t>          "yoy_label": "(-24.2%)",</a:t>
            </a:r>
          </a:p>
          <a:p>
            <a:r>
              <a:t>          "label": "32.8\n(-24.2%)"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"NV_XC16",</a:t>
            </a:r>
          </a:p>
          <a:p>
            <a:r>
              <a:t>          "month": "2026-06",</a:t>
            </a:r>
          </a:p>
          <a:p>
            <a:r>
              <a:t>          "start": "2026-06-01",</a:t>
            </a:r>
          </a:p>
          <a:p>
            <a:r>
              <a:t>          "end": "2026-06-30",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54.7574,</a:t>
            </a:r>
          </a:p>
          <a:p>
            <a:r>
              <a:t>          "raw_mean": 1.8252466666666665,</a:t>
            </a:r>
          </a:p>
          <a:p>
            <a:r>
              <a:t>          "value": 36.999018222678984,</a:t>
            </a:r>
          </a:p>
          <a:p>
            <a:r>
              <a:t>          "prior_start": "2025-06-01",</a:t>
            </a:r>
          </a:p>
          <a:p>
            <a:r>
              <a:t>          "prior_end": "2025-06-30",</a:t>
            </a:r>
          </a:p>
          <a:p>
            <a:r>
              <a:t>          "prior_days": 30,</a:t>
            </a:r>
          </a:p>
          <a:p>
            <a:r>
              <a:t>          "prior_raw_mean": 1.9240986666666666,</a:t>
            </a:r>
          </a:p>
          <a:p>
            <a:r>
              <a:t>          "prior_value": 39.0028169508956,</a:t>
            </a:r>
          </a:p>
          <a:p>
            <a:r>
              <a:t>          "yoy_fraction": -0.05137574372485432,</a:t>
            </a:r>
          </a:p>
          <a:p>
            <a:r>
              <a:t>          "yoy_pct": -5.137574372485432,</a:t>
            </a:r>
          </a:p>
          <a:p>
            <a:r>
              <a:t>          "value_label": "37.0",</a:t>
            </a:r>
          </a:p>
          <a:p>
            <a:r>
              <a:t>          "yoy_label": "(-5.1%)",</a:t>
            </a:r>
          </a:p>
          <a:p>
            <a:r>
              <a:t>          "label": "37.0\n(-5.1%)"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"NV_XC16",</a:t>
            </a:r>
          </a:p>
          <a:p>
            <a:r>
              <a:t>          "month": "2026-07",</a:t>
            </a:r>
          </a:p>
          <a:p>
            <a:r>
              <a:t>          "start": "2026-07-01",</a:t>
            </a:r>
          </a:p>
          <a:p>
            <a:r>
              <a:t>          "end": "2026-07-31",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62.318889999999996,</a:t>
            </a:r>
          </a:p>
          <a:p>
            <a:r>
              <a:t>          "raw_mean": 2.010286774193548,</a:t>
            </a:r>
          </a:p>
          <a:p>
            <a:r>
              <a:t>          "value": 40.749909779060545,</a:t>
            </a:r>
          </a:p>
          <a:p>
            <a:r>
              <a:t>          "prior_start": "2025-07-01",</a:t>
            </a:r>
          </a:p>
          <a:p>
            <a:r>
              <a:t>          "prior_end": "2025-07-31",</a:t>
            </a:r>
          </a:p>
          <a:p>
            <a:r>
              <a:t>          "prior_days": 31,</a:t>
            </a:r>
          </a:p>
          <a:p>
            <a:r>
              <a:t>          "prior_raw_mean": 2.132246129032258,</a:t>
            </a:r>
          </a:p>
          <a:p>
            <a:r>
              <a:t>          "prior_value": 43.222110646214716,</a:t>
            </a:r>
          </a:p>
          <a:p>
            <a:r>
              <a:t>          "yoy_fraction": -0.05719759702134497,</a:t>
            </a:r>
          </a:p>
          <a:p>
            <a:r>
              <a:t>          "yoy_pct": -5.719759702134497,</a:t>
            </a:r>
          </a:p>
          <a:p>
            <a:r>
              <a:t>          "value_label": "40.7",</a:t>
            </a:r>
          </a:p>
          <a:p>
            <a:r>
              <a:t>          "yoy_label": "(-5.7%)",</a:t>
            </a:r>
          </a:p>
          <a:p>
            <a:r>
              <a:t>          "label": "40.7\n(-5.7%)"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"NV_XC16",</a:t>
            </a:r>
          </a:p>
          <a:p>
            <a:r>
              <a:t>          "month": "2026-08",</a:t>
            </a:r>
          </a:p>
          <a:p>
            <a:r>
              <a:t>          "start": "2026-08-01",</a:t>
            </a:r>
          </a:p>
          <a:p>
            <a:r>
              <a:t>          "end": "2026-08-31",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45.18607,</a:t>
            </a:r>
          </a:p>
          <a:p>
            <a:r>
              <a:t>          "raw_mean": 1.4576151612903225,</a:t>
            </a:r>
          </a:p>
          <a:p>
            <a:r>
              <a:t>          "value": 29.546872156585497,</a:t>
            </a:r>
          </a:p>
          <a:p>
            <a:r>
              <a:t>          "prior_start": "2025-08-01",</a:t>
            </a:r>
          </a:p>
          <a:p>
            <a:r>
              <a:t>          "prior_end": "2025-08-31",</a:t>
            </a:r>
          </a:p>
          <a:p>
            <a:r>
              <a:t>          "prior_days": 31,</a:t>
            </a:r>
          </a:p>
          <a:p>
            <a:r>
              <a:t>          "prior_raw_mean": 2.022074193548387,</a:t>
            </a:r>
          </a:p>
          <a:p>
            <a:r>
              <a:t>          "prior_value": 40.98884895997931,</a:t>
            </a:r>
          </a:p>
          <a:p>
            <a:r>
              <a:t>          "yoy_fraction": -0.2791485268241011,</a:t>
            </a:r>
          </a:p>
          <a:p>
            <a:r>
              <a:t>          "yoy_pct": -27.914852682410107,</a:t>
            </a:r>
          </a:p>
          <a:p>
            <a:r>
              <a:t>          "value_label": "29.5",</a:t>
            </a:r>
          </a:p>
          <a:p>
            <a:r>
              <a:t>          "yoy_label": "(-27.9%)",</a:t>
            </a:r>
          </a:p>
          <a:p>
            <a:r>
              <a:t>          "label": "29.5\n(-27.9%)"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"NV_XC16",</a:t>
            </a:r>
          </a:p>
          <a:p>
            <a:r>
              <a:t>          "month": "2026-09",</a:t>
            </a:r>
          </a:p>
          <a:p>
            <a:r>
              <a:t>          "start": "2026-09-01",</a:t>
            </a:r>
          </a:p>
          <a:p>
            <a:r>
              <a:t>          "end": "2026-09-30",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35.06662,</a:t>
            </a:r>
          </a:p>
          <a:p>
            <a:r>
              <a:t>          "raw_mean": 1.1688873333333334,</a:t>
            </a:r>
          </a:p>
          <a:p>
            <a:r>
              <a:t>          "value": 23.694158458724473,</a:t>
            </a:r>
          </a:p>
          <a:p>
            <a:r>
              <a:t>          "prior_start": "2025-09-01",</a:t>
            </a:r>
          </a:p>
          <a:p>
            <a:r>
              <a:t>          "prior_end": "2025-09-30",</a:t>
            </a:r>
          </a:p>
          <a:p>
            <a:r>
              <a:t>          "prior_days": 30,</a:t>
            </a:r>
          </a:p>
          <a:p>
            <a:r>
              <a:t>          "prior_raw_mean": 1.6964113333333333,</a:t>
            </a:r>
          </a:p>
          <a:p>
            <a:r>
              <a:t>          "prior_value": 34.38743649360223,</a:t>
            </a:r>
          </a:p>
          <a:p>
            <a:r>
              <a:t>          "yoy_fraction": -0.3109646756270197,</a:t>
            </a:r>
          </a:p>
          <a:p>
            <a:r>
              <a:t>          "yoy_pct": -31.096467562701967,</a:t>
            </a:r>
          </a:p>
          <a:p>
            <a:r>
              <a:t>          "value_label": "23.7",</a:t>
            </a:r>
          </a:p>
          <a:p>
            <a:r>
              <a:t>          "yoy_label": "(-31.1%)",</a:t>
            </a:r>
          </a:p>
          <a:p>
            <a:r>
              <a:t>          "label": "23.7\n(-31.1%)"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"NV_XC16",</a:t>
            </a:r>
          </a:p>
          <a:p>
            <a:r>
              <a:t>          "month": "2026-10",</a:t>
            </a:r>
          </a:p>
          <a:p>
            <a:r>
              <a:t>          "start": "2026-10-01",</a:t>
            </a:r>
          </a:p>
          <a:p>
            <a:r>
              <a:t>          "end": "2026-10-19",</a:t>
            </a:r>
          </a:p>
          <a:p>
            <a:r>
              <a:t>          "days": 19,</a:t>
            </a:r>
          </a:p>
          <a:p>
            <a:r>
              <a:t>          "partial": true,</a:t>
            </a:r>
          </a:p>
          <a:p>
            <a:r>
              <a:t>          "raw_sum": 21.60218,</a:t>
            </a:r>
          </a:p>
          <a:p>
            <a:r>
              <a:t>          "raw_mean": 1.1369568421052632,</a:t>
            </a:r>
          </a:p>
          <a:p>
            <a:r>
              <a:t>          "value": 23.046905214337528,</a:t>
            </a:r>
          </a:p>
          <a:p>
            <a:r>
              <a:t>          "prior_start": "2025-10-01",</a:t>
            </a:r>
          </a:p>
          <a:p>
            <a:r>
              <a:t>          "prior_end": "2025-10-19",</a:t>
            </a:r>
          </a:p>
          <a:p>
            <a:r>
              <a:t>          "prior_days": 19,</a:t>
            </a:r>
          </a:p>
          <a:p>
            <a:r>
              <a:t>          "prior_raw_mean": 1.6259157894736844,</a:t>
            </a:r>
          </a:p>
          <a:p>
            <a:r>
              <a:t>          "prior_value": 32.95844283509352,</a:t>
            </a:r>
          </a:p>
          <a:p>
            <a:r>
              <a:t>          "yoy_fraction": -0.30072833447708813,</a:t>
            </a:r>
          </a:p>
          <a:p>
            <a:r>
              <a:t>          "yoy_pct": -30.072833447708813,</a:t>
            </a:r>
          </a:p>
          <a:p>
            <a:r>
              <a:t>          "value_label": "23.0",</a:t>
            </a:r>
          </a:p>
          <a:p>
            <a:r>
              <a:t>          "yoy_label": "(-30.1%)",</a:t>
            </a:r>
          </a:p>
          <a:p>
            <a:r>
              <a:t>          "label": "23.0\n(-30.1%)"</a:t>
            </a:r>
          </a:p>
          <a:p>
            <a:r>
              <a:t>        }</a:t>
            </a:r>
          </a:p>
          <a:p>
            <a:r>
              <a:t>      ]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"NV_XC20",</a:t>
            </a:r>
          </a:p>
          <a:p>
            <a:r>
              <a:t>      "label": "숯불·불향",</a:t>
            </a:r>
          </a:p>
          <a:p>
            <a:r>
              <a:t>      "points": [</a:t>
            </a:r>
          </a:p>
          <a:p>
            <a:r>
              <a:t>        {</a:t>
            </a:r>
          </a:p>
          <a:p>
            <a:r>
              <a:t>          "group_id": "NV_XC20",</a:t>
            </a:r>
          </a:p>
          <a:p>
            <a:r>
              <a:t>          "month": "2025-01",</a:t>
            </a:r>
          </a:p>
          <a:p>
            <a:r>
              <a:t>          "start": "2025-01-01",</a:t>
            </a:r>
          </a:p>
          <a:p>
            <a:r>
              <a:t>          "end": "2025-01-31",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132.71945,</a:t>
            </a:r>
          </a:p>
          <a:p>
            <a:r>
              <a:t>          "raw_mean": 4.281272580645161,</a:t>
            </a:r>
          </a:p>
          <a:p>
            <a:r>
              <a:t>          "value": 35.5855793293045,</a:t>
            </a:r>
          </a:p>
          <a:p>
            <a:r>
              <a:t>          "prior_start": "2024-01-01",</a:t>
            </a:r>
          </a:p>
          <a:p>
            <a:r>
              <a:t>          "prior_end": "2024-01-31",</a:t>
            </a:r>
          </a:p>
          <a:p>
            <a:r>
              <a:t>          "prior_days": 31,</a:t>
            </a:r>
          </a:p>
          <a:p>
            <a:r>
              <a:t>          "prior_raw_mean": 4.731480322580645,</a:t>
            </a:r>
          </a:p>
          <a:p>
            <a:r>
              <a:t>          "prior_value": 39.32766839593851,</a:t>
            </a:r>
          </a:p>
          <a:p>
            <a:r>
              <a:t>          "yoy_fraction": -0.09515156171883477,</a:t>
            </a:r>
          </a:p>
          <a:p>
            <a:r>
              <a:t>          "yoy_pct": -9.515156171883476,</a:t>
            </a:r>
          </a:p>
          <a:p>
            <a:r>
              <a:t>          "value_label": "35.6",</a:t>
            </a:r>
          </a:p>
          <a:p>
            <a:r>
              <a:t>          "yoy_label": "(-9.5%)",</a:t>
            </a:r>
          </a:p>
          <a:p>
            <a:r>
              <a:t>          "label": "35.6\n(-9.5%)"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"NV_XC20",</a:t>
            </a:r>
          </a:p>
          <a:p>
            <a:r>
              <a:t>          "month": "2025-02",</a:t>
            </a:r>
          </a:p>
          <a:p>
            <a:r>
              <a:t>          "start": "2025-02-01",</a:t>
            </a:r>
          </a:p>
          <a:p>
            <a:r>
              <a:t>          "end": "2025-02-28",</a:t>
            </a:r>
          </a:p>
          <a:p>
            <a:r>
              <a:t>          "days": 28,</a:t>
            </a:r>
          </a:p>
          <a:p>
            <a:r>
              <a:t>          "partial": false,</a:t>
            </a:r>
          </a:p>
          <a:p>
            <a:r>
              <a:t>          "raw_sum": 112.01672,</a:t>
            </a:r>
          </a:p>
          <a:p>
            <a:r>
              <a:t>          "raw_mean": 4.000597142857143,</a:t>
            </a:r>
          </a:p>
          <a:p>
            <a:r>
              <a:t>          "value": 33.25262858415768,</a:t>
            </a:r>
          </a:p>
          <a:p>
            <a:r>
              <a:t>          "prior_start": "2024-02-01",</a:t>
            </a:r>
          </a:p>
          <a:p>
            <a:r>
              <a:t>          "prior_end": "2024-02-29",</a:t>
            </a:r>
          </a:p>
          <a:p>
            <a:r>
              <a:t>          "prior_days": 29,</a:t>
            </a:r>
          </a:p>
          <a:p>
            <a:r>
              <a:t>          "prior_raw_mean": 5.187190344827586,</a:t>
            </a:r>
          </a:p>
          <a:p>
            <a:r>
              <a:t>          "prior_value": 43.115491955956706,</a:t>
            </a:r>
          </a:p>
          <a:p>
            <a:r>
              <a:t>          "yoy_fraction": -0.2287545131544395,</a:t>
            </a:r>
          </a:p>
          <a:p>
            <a:r>
              <a:t>          "yoy_pct": -22.87545131544395,</a:t>
            </a:r>
          </a:p>
          <a:p>
            <a:r>
              <a:t>          "value_label": "33.3",</a:t>
            </a:r>
          </a:p>
          <a:p>
            <a:r>
              <a:t>          "yoy_label": "(-22.9%)",</a:t>
            </a:r>
          </a:p>
          <a:p>
            <a:r>
              <a:t>          "label": "33.3\n(-22.9%)"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"NV_XC20",</a:t>
            </a:r>
          </a:p>
          <a:p>
            <a:r>
              <a:t>          "month": "2025-03",</a:t>
            </a:r>
          </a:p>
          <a:p>
            <a:r>
              <a:t>          "start": "2025-03-01",</a:t>
            </a:r>
          </a:p>
          <a:p>
            <a:r>
              <a:t>          "end": "2025-03-31",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114.15305000000001,</a:t>
            </a:r>
          </a:p>
          <a:p>
            <a:r>
              <a:t>          "raw_mean": 3.6823564516129035,</a:t>
            </a:r>
          </a:p>
          <a:p>
            <a:r>
              <a:t>          "value": 30.60743859665681,</a:t>
            </a:r>
          </a:p>
          <a:p>
            <a:r>
              <a:t>          "prior_start": "2024-03-01",</a:t>
            </a:r>
          </a:p>
          <a:p>
            <a:r>
              <a:t>          "prior_end": "2024-03-31",</a:t>
            </a:r>
          </a:p>
          <a:p>
            <a:r>
              <a:t>          "prior_days": 31,</a:t>
            </a:r>
          </a:p>
          <a:p>
            <a:r>
              <a:t>          "prior_raw_mean": 4.9441151612903225,</a:t>
            </a:r>
          </a:p>
          <a:p>
            <a:r>
              <a:t>          "prior_value": 41.09507137683837,</a:t>
            </a:r>
          </a:p>
          <a:p>
            <a:r>
              <a:t>          "yoy_fraction": -0.2552041504931539,</a:t>
            </a:r>
          </a:p>
          <a:p>
            <a:r>
              <a:t>          "yoy_pct": -25.520415049315393,</a:t>
            </a:r>
          </a:p>
          <a:p>
            <a:r>
              <a:t>          "value_label": "30.6",</a:t>
            </a:r>
          </a:p>
          <a:p>
            <a:r>
              <a:t>          "yoy_label": "(-25.5%)",</a:t>
            </a:r>
          </a:p>
          <a:p>
            <a:r>
              <a:t>          "label": "30.6\n(-25.5%)"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"NV_XC20",</a:t>
            </a:r>
          </a:p>
          <a:p>
            <a:r>
              <a:t>          "month": "2025-04",</a:t>
            </a:r>
          </a:p>
          <a:p>
            <a:r>
              <a:t>          "start": "2025-04-01",</a:t>
            </a:r>
          </a:p>
          <a:p>
            <a:r>
              <a:t>          "end": "2025-04-30",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124.62389,</a:t>
            </a:r>
          </a:p>
          <a:p>
            <a:r>
              <a:t>          "raw_mean": 4.154129666666667,</a:t>
            </a:r>
          </a:p>
          <a:p>
            <a:r>
              <a:t>          "value": 34.528778070726645,</a:t>
            </a:r>
          </a:p>
          <a:p>
            <a:r>
              <a:t>          "prior_start": "2024-04-01",</a:t>
            </a:r>
          </a:p>
          <a:p>
            <a:r>
              <a:t>          "prior_end": "2024-04-30",</a:t>
            </a:r>
          </a:p>
          <a:p>
            <a:r>
              <a:t>          "prior_days": 30,</a:t>
            </a:r>
          </a:p>
          <a:p>
            <a:r>
              <a:t>          "prior_raw_mean": 4.6647886666666665,</a:t>
            </a:r>
          </a:p>
          <a:p>
            <a:r>
              <a:t>          "prior_value": 38.773332934361356,</a:t>
            </a:r>
          </a:p>
          <a:p>
            <a:r>
              <a:t>          "yoy_fraction": -0.10947098282265899,</a:t>
            </a:r>
          </a:p>
          <a:p>
            <a:r>
              <a:t>          "yoy_pct": -10.947098282265898,</a:t>
            </a:r>
          </a:p>
          <a:p>
            <a:r>
              <a:t>          "value_label": "34.5",</a:t>
            </a:r>
          </a:p>
          <a:p>
            <a:r>
              <a:t>          "yoy_label": "(-10.9%)",</a:t>
            </a:r>
          </a:p>
          <a:p>
            <a:r>
              <a:t>          "label": "34.5\n(-10.9%)"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"NV_XC20",</a:t>
            </a:r>
          </a:p>
          <a:p>
            <a:r>
              <a:t>          "month": "2025-05",</a:t>
            </a:r>
          </a:p>
          <a:p>
            <a:r>
              <a:t>          "start": "2025-05-01",</a:t>
            </a:r>
          </a:p>
          <a:p>
            <a:r>
              <a:t>          "end": "2025-05-31",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135.93803,</a:t>
            </a:r>
          </a:p>
          <a:p>
            <a:r>
              <a:t>          "raw_mean": 4.385097741935484,</a:t>
            </a:r>
          </a:p>
          <a:p>
            <a:r>
              <a:t>          "value": 36.448565379334944,</a:t>
            </a:r>
          </a:p>
          <a:p>
            <a:r>
              <a:t>          "prior_start": "2024-05-01",</a:t>
            </a:r>
          </a:p>
          <a:p>
            <a:r>
              <a:t>          "prior_end": "2024-05-31",</a:t>
            </a:r>
          </a:p>
          <a:p>
            <a:r>
              <a:t>          "prior_days": 31,</a:t>
            </a:r>
          </a:p>
          <a:p>
            <a:r>
              <a:t>          "prior_raw_mean": 5.420619677419355,</a:t>
            </a:r>
          </a:p>
          <a:p>
            <a:r>
              <a:t>          "prior_value": 45.055737029415496,</a:t>
            </a:r>
          </a:p>
          <a:p>
            <a:r>
              <a:t>          "yoy_fraction": -0.1910338664410527,</a:t>
            </a:r>
          </a:p>
          <a:p>
            <a:r>
              <a:t>          "yoy_pct": -19.10338664410527,</a:t>
            </a:r>
          </a:p>
          <a:p>
            <a:r>
              <a:t>          "value_label": "36.4",</a:t>
            </a:r>
          </a:p>
          <a:p>
            <a:r>
              <a:t>          "yoy_label": "(-19.1%)",</a:t>
            </a:r>
          </a:p>
          <a:p>
            <a:r>
              <a:t>          "label": "36.4\n(-19.1%)"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"NV_XC20",</a:t>
            </a:r>
          </a:p>
          <a:p>
            <a:r>
              <a:t>          "month": "2025-06",</a:t>
            </a:r>
          </a:p>
          <a:p>
            <a:r>
              <a:t>          "start": "2025-06-01",</a:t>
            </a:r>
          </a:p>
          <a:p>
            <a:r>
              <a:t>          "end": "2025-06-30",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119.19874,</a:t>
            </a:r>
          </a:p>
          <a:p>
            <a:r>
              <a:t>          "raw_mean": 3.9732913333333335,</a:t>
            </a:r>
          </a:p>
          <a:p>
            <a:r>
              <a:t>          "value": 33.025664981010046,</a:t>
            </a:r>
          </a:p>
          <a:p>
            <a:r>
              <a:t>          "prior_start": "2024-06-01",</a:t>
            </a:r>
          </a:p>
          <a:p>
            <a:r>
              <a:t>          "prior_end": "2024-06-30",</a:t>
            </a:r>
          </a:p>
          <a:p>
            <a:r>
              <a:t>          "prior_days": 30,</a:t>
            </a:r>
          </a:p>
          <a:p>
            <a:r>
              <a:t>          "prior_raw_mean": 4.782848666666666,</a:t>
            </a:r>
          </a:p>
          <a:p>
            <a:r>
              <a:t>          "prior_value": 39.75463777222911,</a:t>
            </a:r>
          </a:p>
          <a:p>
            <a:r>
              <a:t>          "yoy_fraction": -0.16926258590940146,</a:t>
            </a:r>
          </a:p>
          <a:p>
            <a:r>
              <a:t>          "yoy_pct": -16.926258590940147,</a:t>
            </a:r>
          </a:p>
          <a:p>
            <a:r>
              <a:t>          "value_label": "33.0",</a:t>
            </a:r>
          </a:p>
          <a:p>
            <a:r>
              <a:t>          "yoy_label": "(-16.9%)",</a:t>
            </a:r>
          </a:p>
          <a:p>
            <a:r>
              <a:t>          "label": "33.0\n(-16.9%)"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"NV_XC20",</a:t>
            </a:r>
          </a:p>
          <a:p>
            <a:r>
              <a:t>          "month": "2025-07",</a:t>
            </a:r>
          </a:p>
          <a:p>
            <a:r>
              <a:t>          "start": "2025-07-01",</a:t>
            </a:r>
          </a:p>
          <a:p>
            <a:r>
              <a:t>          "end": "2025-07-31",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123.89306,</a:t>
            </a:r>
          </a:p>
          <a:p>
            <a:r>
              <a:t>          "raw_mean": 3.9965503225806454,</a:t>
            </a:r>
          </a:p>
          <a:p>
            <a:r>
              <a:t>          "value": 33.21899175275578,</a:t>
            </a:r>
          </a:p>
          <a:p>
            <a:r>
              <a:t>          "prior_start": "2024-07-01",</a:t>
            </a:r>
          </a:p>
          <a:p>
            <a:r>
              <a:t>          "prior_end": "2024-07-31",</a:t>
            </a:r>
          </a:p>
          <a:p>
            <a:r>
              <a:t>          "prior_days": 31,</a:t>
            </a:r>
          </a:p>
          <a:p>
            <a:r>
              <a:t>          "prior_raw_mean": 4.922353548387097,</a:t>
            </a:r>
          </a:p>
          <a:p>
            <a:r>
              <a:t>          "prior_value": 40.914190671927805,</a:t>
            </a:r>
          </a:p>
          <a:p>
            <a:r>
              <a:t>          "yoy_fraction": -0.18808141607581363,</a:t>
            </a:r>
          </a:p>
          <a:p>
            <a:r>
              <a:t>          "yoy_pct": -18.808141607581362,</a:t>
            </a:r>
          </a:p>
          <a:p>
            <a:r>
              <a:t>          "value_label": "33.2",</a:t>
            </a:r>
          </a:p>
          <a:p>
            <a:r>
              <a:t>          "yoy_label": "(-18.8%)",</a:t>
            </a:r>
          </a:p>
          <a:p>
            <a:r>
              <a:t>          "label": "33.2\n(-18.8%)"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"NV_XC20",</a:t>
            </a:r>
          </a:p>
          <a:p>
            <a:r>
              <a:t>          "month": "2025-08",</a:t>
            </a:r>
          </a:p>
          <a:p>
            <a:r>
              <a:t>          "start": "2025-08-01",</a:t>
            </a:r>
          </a:p>
          <a:p>
            <a:r>
              <a:t>          "end": "2025-08-31",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123.09191,</a:t>
            </a:r>
          </a:p>
          <a:p>
            <a:r>
              <a:t>          "raw_mean": 3.9707067741935482,</a:t>
            </a:r>
          </a:p>
          <a:p>
            <a:r>
              <a:t>          "value": 33.00418234177892,</a:t>
            </a:r>
          </a:p>
          <a:p>
            <a:r>
              <a:t>          "prior_start": "2024-08-01",</a:t>
            </a:r>
          </a:p>
          <a:p>
            <a:r>
              <a:t>          "prior_end": "2024-08-31",</a:t>
            </a:r>
          </a:p>
          <a:p>
            <a:r>
              <a:t>          "prior_days": 31,</a:t>
            </a:r>
          </a:p>
          <a:p>
            <a:r>
              <a:t>          "prior_raw_mean": 4.824422580645161,</a:t>
            </a:r>
          </a:p>
          <a:p>
            <a:r>
              <a:t>          "prior_value": 40.10019666530208,</a:t>
            </a:r>
          </a:p>
          <a:p>
            <a:r>
              <a:t>          "yoy_fraction": -0.17695709531677184,</a:t>
            </a:r>
          </a:p>
          <a:p>
            <a:r>
              <a:t>          "yoy_pct": -17.695709531677185,</a:t>
            </a:r>
          </a:p>
          <a:p>
            <a:r>
              <a:t>          "value_label": "33.0",</a:t>
            </a:r>
          </a:p>
          <a:p>
            <a:r>
              <a:t>          "yoy_label": "(-17.7%)",</a:t>
            </a:r>
          </a:p>
          <a:p>
            <a:r>
              <a:t>          "label": "33.0\n(-17.7%)"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"NV_XC20",</a:t>
            </a:r>
          </a:p>
          <a:p>
            <a:r>
              <a:t>          "month": "2025-09",</a:t>
            </a:r>
          </a:p>
          <a:p>
            <a:r>
              <a:t>          "start": "2025-09-01",</a:t>
            </a:r>
          </a:p>
          <a:p>
            <a:r>
              <a:t>          "end": "2025-09-30",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104.14606,</a:t>
            </a:r>
          </a:p>
          <a:p>
            <a:r>
              <a:t>          "raw_mean": 3.4715353333333336,</a:t>
            </a:r>
          </a:p>
          <a:p>
            <a:r>
              <a:t>          "value": 28.855111108155764,</a:t>
            </a:r>
          </a:p>
          <a:p>
            <a:r>
              <a:t>          "prior_start": "2024-09-01",</a:t>
            </a:r>
          </a:p>
          <a:p>
            <a:r>
              <a:t>          "prior_end": "2024-09-30",</a:t>
            </a:r>
          </a:p>
          <a:p>
            <a:r>
              <a:t>          "prior_days": 30,</a:t>
            </a:r>
          </a:p>
          <a:p>
            <a:r>
              <a:t>          "prior_raw_mean": 4.495193666666666,</a:t>
            </a:r>
          </a:p>
          <a:p>
            <a:r>
              <a:t>          "prior_value": 37.363673490195815,</a:t>
            </a:r>
          </a:p>
          <a:p>
            <a:r>
              <a:t>          "yoy_fraction": -0.22772285450660223,</a:t>
            </a:r>
          </a:p>
          <a:p>
            <a:r>
              <a:t>          "yoy_pct": -22.772285450660224,</a:t>
            </a:r>
          </a:p>
          <a:p>
            <a:r>
              <a:t>          "value_label": "28.9",</a:t>
            </a:r>
          </a:p>
          <a:p>
            <a:r>
              <a:t>          "yoy_label": "(-22.8%)",</a:t>
            </a:r>
          </a:p>
          <a:p>
            <a:r>
              <a:t>          "label": "28.9\n(-22.8%)"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"NV_XC20",</a:t>
            </a:r>
          </a:p>
          <a:p>
            <a:r>
              <a:t>          "month": "2025-10",</a:t>
            </a:r>
          </a:p>
          <a:p>
            <a:r>
              <a:t>          "start": "2025-10-01",</a:t>
            </a:r>
          </a:p>
          <a:p>
            <a:r>
              <a:t>          "end": "2025-10-31",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112.77569,</a:t>
            </a:r>
          </a:p>
          <a:p>
            <a:r>
              <a:t>          "raw_mean": 3.637925483870968,</a:t>
            </a:r>
          </a:p>
          <a:p>
            <a:r>
              <a:t>          "value": 30.238132111849865,</a:t>
            </a:r>
          </a:p>
          <a:p>
            <a:r>
              <a:t>          "prior_start": "2024-10-01",</a:t>
            </a:r>
          </a:p>
          <a:p>
            <a:r>
              <a:t>          "prior_end": "2024-10-31",</a:t>
            </a:r>
          </a:p>
          <a:p>
            <a:r>
              <a:t>          "prior_days": 31,</a:t>
            </a:r>
          </a:p>
          <a:p>
            <a:r>
              <a:t>          "prior_raw_mean": 4.782713225806451,</a:t>
            </a:r>
          </a:p>
          <a:p>
            <a:r>
              <a:t>          "prior_value": 39.75351199913599,</a:t>
            </a:r>
          </a:p>
          <a:p>
            <a:r>
              <a:t>          "yoy_fraction": -0.23935947816366343,</a:t>
            </a:r>
          </a:p>
          <a:p>
            <a:r>
              <a:t>          "yoy_pct": -23.935947816366344,</a:t>
            </a:r>
          </a:p>
          <a:p>
            <a:r>
              <a:t>          "value_label": "30.2",</a:t>
            </a:r>
          </a:p>
          <a:p>
            <a:r>
              <a:t>          "yoy_label": "(-23.9%)",</a:t>
            </a:r>
          </a:p>
          <a:p>
            <a:r>
              <a:t>          "label": "30.2\n(-23.9%)"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"NV_XC20",</a:t>
            </a:r>
          </a:p>
          <a:p>
            <a:r>
              <a:t>          "month": "2025-11",</a:t>
            </a:r>
          </a:p>
          <a:p>
            <a:r>
              <a:t>          "start": "2025-11-01",</a:t>
            </a:r>
          </a:p>
          <a:p>
            <a:r>
              <a:t>          "end": "2025-11-30",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100.18257,</a:t>
            </a:r>
          </a:p>
          <a:p>
            <a:r>
              <a:t>          "raw_mean": 3.339419,</a:t>
            </a:r>
          </a:p>
          <a:p>
            <a:r>
              <a:t>          "value": 27.75697120419719,</a:t>
            </a:r>
          </a:p>
          <a:p>
            <a:r>
              <a:t>          "prior_start": "2024-11-01",</a:t>
            </a:r>
          </a:p>
          <a:p>
            <a:r>
              <a:t>          "prior_end": "2024-11-30",</a:t>
            </a:r>
          </a:p>
          <a:p>
            <a:r>
              <a:t>          "prior_days": 30,</a:t>
            </a:r>
          </a:p>
          <a:p>
            <a:r>
              <a:t>          "prior_raw_mean": 4.149914666666667,</a:t>
            </a:r>
          </a:p>
          <a:p>
            <a:r>
              <a:t>          "prior_value": 34.493743343540366,</a:t>
            </a:r>
          </a:p>
          <a:p>
            <a:r>
              <a:t>          "yoy_fraction": -0.195304176535678,</a:t>
            </a:r>
          </a:p>
          <a:p>
            <a:r>
              <a:t>          "yoy_pct": -19.5304176535678,</a:t>
            </a:r>
          </a:p>
          <a:p>
            <a:r>
              <a:t>          "value_label": "27.8",</a:t>
            </a:r>
          </a:p>
          <a:p>
            <a:r>
              <a:t>          "yoy_label": "(-19.5%)",</a:t>
            </a:r>
          </a:p>
          <a:p>
            <a:r>
              <a:t>          "label": "27.8\n(-19.5%)"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"NV_XC20",</a:t>
            </a:r>
          </a:p>
          <a:p>
            <a:r>
              <a:t>          "month": "2025-12",</a:t>
            </a:r>
          </a:p>
          <a:p>
            <a:r>
              <a:t>          "start": "2025-12-01",</a:t>
            </a:r>
          </a:p>
          <a:p>
            <a:r>
              <a:t>          "end": "2025-12-31",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91.10317,</a:t>
            </a:r>
          </a:p>
          <a:p>
            <a:r>
              <a:t>          "raw_mean": 2.938811935483871,</a:t>
            </a:r>
          </a:p>
          <a:p>
            <a:r>
              <a:t>          "value": 24.42715881648179,</a:t>
            </a:r>
          </a:p>
          <a:p>
            <a:r>
              <a:t>          "prior_start": "2024-12-01",</a:t>
            </a:r>
          </a:p>
          <a:p>
            <a:r>
              <a:t>          "prior_end": "2024-12-31",</a:t>
            </a:r>
          </a:p>
          <a:p>
            <a:r>
              <a:t>          "prior_days": 31,</a:t>
            </a:r>
          </a:p>
          <a:p>
            <a:r>
              <a:t>          "prior_raw_mean": 3.942143870967742,</a:t>
            </a:r>
          </a:p>
          <a:p>
            <a:r>
              <a:t>          "prior_value": 32.766769881004464,</a:t>
            </a:r>
          </a:p>
          <a:p>
            <a:r>
              <a:t>          "yoy_fraction": -0.2545142867242862,</a:t>
            </a:r>
          </a:p>
          <a:p>
            <a:r>
              <a:t>          "yoy_pct": -25.451428672428623,</a:t>
            </a:r>
          </a:p>
          <a:p>
            <a:r>
              <a:t>          "value_label": "24.4",</a:t>
            </a:r>
          </a:p>
          <a:p>
            <a:r>
              <a:t>          "yoy_label": "(-25.5%)",</a:t>
            </a:r>
          </a:p>
          <a:p>
            <a:r>
              <a:t>          "label": "24.4\n(-25.5%)"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"NV_XC20",</a:t>
            </a:r>
          </a:p>
          <a:p>
            <a:r>
              <a:t>          "month": "2026-01",</a:t>
            </a:r>
          </a:p>
          <a:p>
            <a:r>
              <a:t>          "start": "2026-01-01",</a:t>
            </a:r>
          </a:p>
          <a:p>
            <a:r>
              <a:t>          "end": "2026-01-31",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85.67799,</a:t>
            </a:r>
          </a:p>
          <a:p>
            <a:r>
              <a:t>          "raw_mean": 2.763806129032258,</a:t>
            </a:r>
          </a:p>
          <a:p>
            <a:r>
              <a:t>          "value": 22.972525201998334,</a:t>
            </a:r>
          </a:p>
          <a:p>
            <a:r>
              <a:t>          "prior_start": "2025-01-01",</a:t>
            </a:r>
          </a:p>
          <a:p>
            <a:r>
              <a:t>          "prior_end": "2025-01-31",</a:t>
            </a:r>
          </a:p>
          <a:p>
            <a:r>
              <a:t>          "prior_days": 31,</a:t>
            </a:r>
          </a:p>
          <a:p>
            <a:r>
              <a:t>          "prior_raw_mean": 4.281272580645161,</a:t>
            </a:r>
          </a:p>
          <a:p>
            <a:r>
              <a:t>          "prior_value": 35.5855793293045,</a:t>
            </a:r>
          </a:p>
          <a:p>
            <a:r>
              <a:t>          "yoy_fraction": -0.3544428491829946,</a:t>
            </a:r>
          </a:p>
          <a:p>
            <a:r>
              <a:t>          "yoy_pct": -35.44428491829946,</a:t>
            </a:r>
          </a:p>
          <a:p>
            <a:r>
              <a:t>          "value_label": "23.0",</a:t>
            </a:r>
          </a:p>
          <a:p>
            <a:r>
              <a:t>          "yoy_label": "(-35.4%)",</a:t>
            </a:r>
          </a:p>
          <a:p>
            <a:r>
              <a:t>          "label": "23.0\n(-35.4%)"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"NV_XC20",</a:t>
            </a:r>
          </a:p>
          <a:p>
            <a:r>
              <a:t>          "month": "2026-02",</a:t>
            </a:r>
          </a:p>
          <a:p>
            <a:r>
              <a:t>          "start": "2026-02-01",</a:t>
            </a:r>
          </a:p>
          <a:p>
            <a:r>
              <a:t>          "end": "2026-02-28",</a:t>
            </a:r>
          </a:p>
          <a:p>
            <a:r>
              <a:t>          "days": 28,</a:t>
            </a:r>
          </a:p>
          <a:p>
            <a:r>
              <a:t>          "partial": false,</a:t>
            </a:r>
          </a:p>
          <a:p>
            <a:r>
              <a:t>          "raw_sum": 76.44401,</a:t>
            </a:r>
          </a:p>
          <a:p>
            <a:r>
              <a:t>          "raw_mean": 2.7301432142857145,</a:t>
            </a:r>
          </a:p>
          <a:p>
            <a:r>
              <a:t>          "value": 22.692721872356515,</a:t>
            </a:r>
          </a:p>
          <a:p>
            <a:r>
              <a:t>          "prior_start": "2025-02-01",</a:t>
            </a:r>
          </a:p>
          <a:p>
            <a:r>
              <a:t>          "prior_end": "2025-02-28",</a:t>
            </a:r>
          </a:p>
          <a:p>
            <a:r>
              <a:t>          "prior_days": 28,</a:t>
            </a:r>
          </a:p>
          <a:p>
            <a:r>
              <a:t>          "prior_raw_mean": 4.000597142857143,</a:t>
            </a:r>
          </a:p>
          <a:p>
            <a:r>
              <a:t>          "prior_value": 33.25262858415768,</a:t>
            </a:r>
          </a:p>
          <a:p>
            <a:r>
              <a:t>          "yoy_fraction": -0.3175660740646574,</a:t>
            </a:r>
          </a:p>
          <a:p>
            <a:r>
              <a:t>          "yoy_pct": -31.756607406465744,</a:t>
            </a:r>
          </a:p>
          <a:p>
            <a:r>
              <a:t>          "value_label": "22.7",</a:t>
            </a:r>
          </a:p>
          <a:p>
            <a:r>
              <a:t>          "yoy_label": "(-31.8%)",</a:t>
            </a:r>
          </a:p>
          <a:p>
            <a:r>
              <a:t>          "label": "22.7\n(-31.8%)"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"NV_XC20",</a:t>
            </a:r>
          </a:p>
          <a:p>
            <a:r>
              <a:t>          "month": "2026-03",</a:t>
            </a:r>
          </a:p>
          <a:p>
            <a:r>
              <a:t>          "start": "2026-03-01",</a:t>
            </a:r>
          </a:p>
          <a:p>
            <a:r>
              <a:t>          "end": "2026-03-31",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85.63582,</a:t>
            </a:r>
          </a:p>
          <a:p>
            <a:r>
              <a:t>          "raw_mean": 2.7624458064516126,</a:t>
            </a:r>
          </a:p>
          <a:p>
            <a:r>
              <a:t>          "value": 22.96121831457289,</a:t>
            </a:r>
          </a:p>
          <a:p>
            <a:r>
              <a:t>          "prior_start": "2025-03-01",</a:t>
            </a:r>
          </a:p>
          <a:p>
            <a:r>
              <a:t>          "prior_end": "2025-03-31",</a:t>
            </a:r>
          </a:p>
          <a:p>
            <a:r>
              <a:t>          "prior_days": 31,</a:t>
            </a:r>
          </a:p>
          <a:p>
            <a:r>
              <a:t>          "prior_raw_mean": 3.6823564516129035,</a:t>
            </a:r>
          </a:p>
          <a:p>
            <a:r>
              <a:t>          "prior_value": 30.60743859665681,</a:t>
            </a:r>
          </a:p>
          <a:p>
            <a:r>
              <a:t>          "yoy_fraction": -0.2498157517473253,</a:t>
            </a:r>
          </a:p>
          <a:p>
            <a:r>
              <a:t>          "yoy_pct": -24.98157517473253,</a:t>
            </a:r>
          </a:p>
          <a:p>
            <a:r>
              <a:t>          "value_label": "23.0",</a:t>
            </a:r>
          </a:p>
          <a:p>
            <a:r>
              <a:t>          "yoy_label": "(-25.0%)",</a:t>
            </a:r>
          </a:p>
          <a:p>
            <a:r>
              <a:t>          "label": "23.0\n(-25.0%)"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"NV_XC20",</a:t>
            </a:r>
          </a:p>
          <a:p>
            <a:r>
              <a:t>          "month": "2026-04",</a:t>
            </a:r>
          </a:p>
          <a:p>
            <a:r>
              <a:t>          "start": "2026-04-01",</a:t>
            </a:r>
          </a:p>
          <a:p>
            <a:r>
              <a:t>          "end": "2026-04-30",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80.59016,</a:t>
            </a:r>
          </a:p>
          <a:p>
            <a:r>
              <a:t>          "raw_mean": 2.6863386666666664,</a:t>
            </a:r>
          </a:p>
          <a:p>
            <a:r>
              <a:t>          "value": 22.328622139176943,</a:t>
            </a:r>
          </a:p>
          <a:p>
            <a:r>
              <a:t>          "prior_start": "2025-04-01",</a:t>
            </a:r>
          </a:p>
          <a:p>
            <a:r>
              <a:t>          "prior_end": "2025-04-30",</a:t>
            </a:r>
          </a:p>
          <a:p>
            <a:r>
              <a:t>          "prior_days": 30,</a:t>
            </a:r>
          </a:p>
          <a:p>
            <a:r>
              <a:t>          "prior_raw_mean": 4.154129666666667,</a:t>
            </a:r>
          </a:p>
          <a:p>
            <a:r>
              <a:t>          "prior_value": 34.528778070726645,</a:t>
            </a:r>
          </a:p>
          <a:p>
            <a:r>
              <a:t>          "yoy_fraction": -0.3533329765264107,</a:t>
            </a:r>
          </a:p>
          <a:p>
            <a:r>
              <a:t>          "yoy_pct": -35.33329765264107,</a:t>
            </a:r>
          </a:p>
          <a:p>
            <a:r>
              <a:t>          "value_label": "22.3",</a:t>
            </a:r>
          </a:p>
          <a:p>
            <a:r>
              <a:t>          "yoy_label": "(-35.3%)",</a:t>
            </a:r>
          </a:p>
          <a:p>
            <a:r>
              <a:t>          "label": "22.3\n(-35.3%)"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"NV_XC20",</a:t>
            </a:r>
          </a:p>
          <a:p>
            <a:r>
              <a:t>          "month": "2026-05",</a:t>
            </a:r>
          </a:p>
          <a:p>
            <a:r>
              <a:t>          "start": "2026-05-01",</a:t>
            </a:r>
          </a:p>
          <a:p>
            <a:r>
              <a:t>          "end": "2026-05-31",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96.66888,</a:t>
            </a:r>
          </a:p>
          <a:p>
            <a:r>
              <a:t>          "raw_mean": 3.1183509677419354,</a:t>
            </a:r>
          </a:p>
          <a:p>
            <a:r>
              <a:t>          "value": 25.919472224417877,</a:t>
            </a:r>
          </a:p>
          <a:p>
            <a:r>
              <a:t>          "prior_start": "2025-05-01",</a:t>
            </a:r>
          </a:p>
          <a:p>
            <a:r>
              <a:t>          "prior_end": "2025-05-31",</a:t>
            </a:r>
          </a:p>
          <a:p>
            <a:r>
              <a:t>          "prior_days": 31,</a:t>
            </a:r>
          </a:p>
          <a:p>
            <a:r>
              <a:t>          "prior_raw_mean": 4.385097741935484,</a:t>
            </a:r>
          </a:p>
          <a:p>
            <a:r>
              <a:t>          "prior_value": 36.448565379334944,</a:t>
            </a:r>
          </a:p>
          <a:p>
            <a:r>
              <a:t>          "yoy_fraction": -0.28887537946518715,</a:t>
            </a:r>
          </a:p>
          <a:p>
            <a:r>
              <a:t>          "yoy_pct": -28.887537946518716,</a:t>
            </a:r>
          </a:p>
          <a:p>
            <a:r>
              <a:t>          "value_label": "25.9",</a:t>
            </a:r>
          </a:p>
          <a:p>
            <a:r>
              <a:t>          "yoy_label": "(-28.9%)",</a:t>
            </a:r>
          </a:p>
          <a:p>
            <a:r>
              <a:t>          "label": "25.9\n(-28.9%)"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"NV_XC20",</a:t>
            </a:r>
          </a:p>
          <a:p>
            <a:r>
              <a:t>          "month": "2026-06",</a:t>
            </a:r>
          </a:p>
          <a:p>
            <a:r>
              <a:t>          "start": "2026-06-01",</a:t>
            </a:r>
          </a:p>
          <a:p>
            <a:r>
              <a:t>          "end": "2026-06-30",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95.71316,</a:t>
            </a:r>
          </a:p>
          <a:p>
            <a:r>
              <a:t>          "raw_mean": 3.1904386666666666,</a:t>
            </a:r>
          </a:p>
          <a:p>
            <a:r>
              <a:t>          "value": 26.51865914382829,</a:t>
            </a:r>
          </a:p>
          <a:p>
            <a:r>
              <a:t>          "prior_start": "2025-06-01",</a:t>
            </a:r>
          </a:p>
          <a:p>
            <a:r>
              <a:t>          "prior_end": "2025-06-30",</a:t>
            </a:r>
          </a:p>
          <a:p>
            <a:r>
              <a:t>          "prior_days": 30,</a:t>
            </a:r>
          </a:p>
          <a:p>
            <a:r>
              <a:t>          "prior_raw_mean": 3.9732913333333335,</a:t>
            </a:r>
          </a:p>
          <a:p>
            <a:r>
              <a:t>          "prior_value": 33.025664981010046,</a:t>
            </a:r>
          </a:p>
          <a:p>
            <a:r>
              <a:t>          "yoy_fraction": -0.19702876053891183,</a:t>
            </a:r>
          </a:p>
          <a:p>
            <a:r>
              <a:t>          "yoy_pct": -19.70287605389118,</a:t>
            </a:r>
          </a:p>
          <a:p>
            <a:r>
              <a:t>          "value_label": "26.5",</a:t>
            </a:r>
          </a:p>
          <a:p>
            <a:r>
              <a:t>          "yoy_label": "(-19.7%)",</a:t>
            </a:r>
          </a:p>
          <a:p>
            <a:r>
              <a:t>          "label": "26.5\n(-19.7%)"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"NV_XC20",</a:t>
            </a:r>
          </a:p>
          <a:p>
            <a:r>
              <a:t>          "month": "2026-07",</a:t>
            </a:r>
          </a:p>
          <a:p>
            <a:r>
              <a:t>          "start": "2026-07-01",</a:t>
            </a:r>
          </a:p>
          <a:p>
            <a:r>
              <a:t>          "end": "2026-07-31",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85.83262,</a:t>
            </a:r>
          </a:p>
          <a:p>
            <a:r>
              <a:t>          "raw_mean": 2.7687941935483873,</a:t>
            </a:r>
          </a:p>
          <a:p>
            <a:r>
              <a:t>          "value": 23.01398557673384,</a:t>
            </a:r>
          </a:p>
          <a:p>
            <a:r>
              <a:t>          "prior_start": "2025-07-01",</a:t>
            </a:r>
          </a:p>
          <a:p>
            <a:r>
              <a:t>          "prior_end": "2025-07-31",</a:t>
            </a:r>
          </a:p>
          <a:p>
            <a:r>
              <a:t>          "prior_days": 31,</a:t>
            </a:r>
          </a:p>
          <a:p>
            <a:r>
              <a:t>          "prior_raw_mean": 3.9965503225806454,</a:t>
            </a:r>
          </a:p>
          <a:p>
            <a:r>
              <a:t>          "prior_value": 33.21899175275578,</a:t>
            </a:r>
          </a:p>
          <a:p>
            <a:r>
              <a:t>          "yoy_fraction": -0.3072039709084593,</a:t>
            </a:r>
          </a:p>
          <a:p>
            <a:r>
              <a:t>          "yoy_pct": -30.72039709084593,</a:t>
            </a:r>
          </a:p>
          <a:p>
            <a:r>
              <a:t>          "value_label": "23.0",</a:t>
            </a:r>
          </a:p>
          <a:p>
            <a:r>
              <a:t>          "yoy_label": "(-30.7%)",</a:t>
            </a:r>
          </a:p>
          <a:p>
            <a:r>
              <a:t>          "label": "23.0\n(-30.7%)"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"NV_XC20",</a:t>
            </a:r>
          </a:p>
          <a:p>
            <a:r>
              <a:t>          "month": "2026-08",</a:t>
            </a:r>
          </a:p>
          <a:p>
            <a:r>
              <a:t>          "start": "2026-08-01",</a:t>
            </a:r>
          </a:p>
          <a:p>
            <a:r>
              <a:t>          "end": "2026-08-31",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87.43485,</a:t>
            </a:r>
          </a:p>
          <a:p>
            <a:r>
              <a:t>          "raw_mean": 2.8204790322580644,</a:t>
            </a:r>
          </a:p>
          <a:p>
            <a:r>
              <a:t>          "value": 23.443585629844303,</a:t>
            </a:r>
          </a:p>
          <a:p>
            <a:r>
              <a:t>          "prior_start": "2025-08-01",</a:t>
            </a:r>
          </a:p>
          <a:p>
            <a:r>
              <a:t>          "prior_end": "2025-08-31",</a:t>
            </a:r>
          </a:p>
          <a:p>
            <a:r>
              <a:t>          "prior_days": 31,</a:t>
            </a:r>
          </a:p>
          <a:p>
            <a:r>
              <a:t>          "prior_raw_mean": 3.9707067741935482,</a:t>
            </a:r>
          </a:p>
          <a:p>
            <a:r>
              <a:t>          "prior_value": 33.00418234177892,</a:t>
            </a:r>
          </a:p>
          <a:p>
            <a:r>
              <a:t>          "yoy_fraction": -0.28967833873079074,</a:t>
            </a:r>
          </a:p>
          <a:p>
            <a:r>
              <a:t>          "yoy_pct": -28.967833873079073,</a:t>
            </a:r>
          </a:p>
          <a:p>
            <a:r>
              <a:t>          "value_label": "23.4",</a:t>
            </a:r>
          </a:p>
          <a:p>
            <a:r>
              <a:t>          "yoy_label": "(-29.0%)",</a:t>
            </a:r>
          </a:p>
          <a:p>
            <a:r>
              <a:t>          "label": "23.4\n(-29.0%)"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"NV_XC20",</a:t>
            </a:r>
          </a:p>
          <a:p>
            <a:r>
              <a:t>          "month": "2026-09",</a:t>
            </a:r>
          </a:p>
          <a:p>
            <a:r>
              <a:t>          "start": "2026-09-01",</a:t>
            </a:r>
          </a:p>
          <a:p>
            <a:r>
              <a:t>          "end": "2026-09-30",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78.31328,</a:t>
            </a:r>
          </a:p>
          <a:p>
            <a:r>
              <a:t>          "raw_mean": 2.6104426666666667,</a:t>
            </a:r>
          </a:p>
          <a:p>
            <a:r>
              <a:t>          "value": 21.697780940000154,</a:t>
            </a:r>
          </a:p>
          <a:p>
            <a:r>
              <a:t>          "prior_start": "2025-09-01",</a:t>
            </a:r>
          </a:p>
          <a:p>
            <a:r>
              <a:t>          "prior_end": "2025-09-30",</a:t>
            </a:r>
          </a:p>
          <a:p>
            <a:r>
              <a:t>          "prior_days": 30,</a:t>
            </a:r>
          </a:p>
          <a:p>
            <a:r>
              <a:t>          "prior_raw_mean": 3.4715353333333336,</a:t>
            </a:r>
          </a:p>
          <a:p>
            <a:r>
              <a:t>          "prior_value": 28.855111108155764,</a:t>
            </a:r>
          </a:p>
          <a:p>
            <a:r>
              <a:t>          "yoy_fraction": -0.24804375700818648,</a:t>
            </a:r>
          </a:p>
          <a:p>
            <a:r>
              <a:t>          "yoy_pct": -24.80437570081865,</a:t>
            </a:r>
          </a:p>
          <a:p>
            <a:r>
              <a:t>          "value_label": "21.7",</a:t>
            </a:r>
          </a:p>
          <a:p>
            <a:r>
              <a:t>          "yoy_label": "(-24.8%)",</a:t>
            </a:r>
          </a:p>
          <a:p>
            <a:r>
              <a:t>          "label": "21.7\n(-24.8%)"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"NV_XC20",</a:t>
            </a:r>
          </a:p>
          <a:p>
            <a:r>
              <a:t>          "month": "2026-10",</a:t>
            </a:r>
          </a:p>
          <a:p>
            <a:r>
              <a:t>          "start": "2026-10-01",</a:t>
            </a:r>
          </a:p>
          <a:p>
            <a:r>
              <a:t>          "end": "2026-10-19",</a:t>
            </a:r>
          </a:p>
          <a:p>
            <a:r>
              <a:t>          "days": 19,</a:t>
            </a:r>
          </a:p>
          <a:p>
            <a:r>
              <a:t>          "partial": true,</a:t>
            </a:r>
          </a:p>
          <a:p>
            <a:r>
              <a:t>          "raw_sum": 48.32035,</a:t>
            </a:r>
          </a:p>
          <a:p>
            <a:r>
              <a:t>          "raw_mean": 2.5431763157894736,</a:t>
            </a:r>
          </a:p>
          <a:p>
            <a:r>
              <a:t>          "value": 21.13866866199321,</a:t>
            </a:r>
          </a:p>
          <a:p>
            <a:r>
              <a:t>          "prior_start": "2025-10-01",</a:t>
            </a:r>
          </a:p>
          <a:p>
            <a:r>
              <a:t>          "prior_end": "2025-10-19",</a:t>
            </a:r>
          </a:p>
          <a:p>
            <a:r>
              <a:t>          "prior_days": 19,</a:t>
            </a:r>
          </a:p>
          <a:p>
            <a:r>
              <a:t>          "prior_raw_mean": 3.8118094736842103,</a:t>
            </a:r>
          </a:p>
          <a:p>
            <a:r>
              <a:t>          "prior_value": 31.683441280336087,</a:t>
            </a:r>
          </a:p>
          <a:p>
            <a:r>
              <a:t>          "yoy_fraction": -0.3328165184154839,</a:t>
            </a:r>
          </a:p>
          <a:p>
            <a:r>
              <a:t>          "yoy_pct": -33.28165184154839,</a:t>
            </a:r>
          </a:p>
          <a:p>
            <a:r>
              <a:t>          "value_label": "21.1",</a:t>
            </a:r>
          </a:p>
          <a:p>
            <a:r>
              <a:t>          "yoy_label": "(-33.3%)",</a:t>
            </a:r>
          </a:p>
          <a:p>
            <a:r>
              <a:t>          "label": "21.1\n(-33.3%)"</a:t>
            </a:r>
          </a:p>
          <a:p>
            <a:r>
              <a:t>        }</a:t>
            </a:r>
          </a:p>
          <a:p>
            <a:r>
              <a:t>      ]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"formulas": {</a:t>
            </a:r>
          </a:p>
          <a:p>
            <a:r>
              <a:t>    "normalization": "raw_ratio/group_raw_max*100",</a:t>
            </a:r>
          </a:p>
          <a:p>
            <a:r>
              <a:t>    "monthly_average": "AVERAGE(normalized daily within actual start-end)",</a:t>
            </a:r>
          </a:p>
          <a:p>
            <a:r>
              <a:t>    "year_over_year": "current_mean/prior_same_period_mean-1",</a:t>
            </a:r>
          </a:p>
          <a:p>
            <a:r>
              <a:t>    "october": "2026Oct1~20 vs2025Oct1~20;2025Octplotpointfull31days",</a:t>
            </a:r>
          </a:p>
          <a:p>
            <a:r>
              <a:t>    "some": "monthly_documents/actual_calendar_days_or_Oct20",</a:t>
            </a:r>
          </a:p>
          <a:p>
            <a:r>
              <a:t>    "pos": "monthly_kg/calendar_days"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"metric": "Naverrelativeinterestnotsearchcounts/sales/preferences",</a:t>
            </a:r>
          </a:p>
          <a:p>
            <a:r>
              <a:t>  "analysis_end": "2026-10-19",</a:t>
            </a:r>
          </a:p>
          <a:p>
            <a:r>
              <a:t>  "original_query_capture_end": "2026-10-20",</a:t>
            </a:r>
          </a:p>
          <a:p>
            <a:r>
              <a:t>  "method": "trimdailycacheto19,recomputegroupmaxandmonthlydailymean;nointerpolation",</a:t>
            </a:r>
          </a:p>
          <a:p>
            <a:r>
              <a:t>  "latest_comparison": [</a:t>
            </a:r>
          </a:p>
          <a:p>
            <a:r>
              <a:t>    "2025-10-01..19",</a:t>
            </a:r>
          </a:p>
          <a:p>
            <a:r>
              <a:t>    "2026-10-01..19"</a:t>
            </a:r>
          </a:p>
          <a:p>
            <a:r>
              <a:t>  ],</a:t>
            </a:r>
          </a:p>
          <a:p>
            <a:r>
              <a:t>  "key": "chicken_flavor1",</a:t>
            </a:r>
          </a:p>
          <a:p>
            <a:r>
              <a:t>  "insight": "2026.10.1~19 전년비, 마라 5.0→6.0(+20.3%)로 상승,\n불닭 -49.5%·간장 -48.1%로 하락",</a:t>
            </a:r>
          </a:p>
          <a:p>
            <a:r>
              <a:t>  "series": [</a:t>
            </a:r>
          </a:p>
          <a:p>
            <a:r>
              <a:t>    {</a:t>
            </a:r>
          </a:p>
          <a:p>
            <a:r>
              <a:t>      "id": "NV_XC02",</a:t>
            </a:r>
          </a:p>
          <a:p>
            <a:r>
              <a:t>      "label": "양념",</a:t>
            </a:r>
          </a:p>
          <a:p>
            <a:r>
              <a:t>      "points": [</a:t>
            </a:r>
          </a:p>
          <a:p>
            <a:r>
              <a:t>        {</a:t>
            </a:r>
          </a:p>
          <a:p>
            <a:r>
              <a:t>          "group_id": "NV_XC02",</a:t>
            </a:r>
          </a:p>
          <a:p>
            <a:r>
              <a:t>          "month": "2025-01",</a:t>
            </a:r>
          </a:p>
          <a:p>
            <a:r>
              <a:t>          "start": "2025-01-01",</a:t>
            </a:r>
          </a:p>
          <a:p>
            <a:r>
              <a:t>          "end": "2025-01-31",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126.48861,</a:t>
            </a:r>
          </a:p>
          <a:p>
            <a:r>
              <a:t>          "raw_mean": 4.080277741935483,</a:t>
            </a:r>
          </a:p>
          <a:p>
            <a:r>
              <a:t>          "value": 25.48445424156421,</a:t>
            </a:r>
          </a:p>
          <a:p>
            <a:r>
              <a:t>          "prior_start": "2024-01-01",</a:t>
            </a:r>
          </a:p>
          <a:p>
            <a:r>
              <a:t>          "prior_end": "2024-01-31",</a:t>
            </a:r>
          </a:p>
          <a:p>
            <a:r>
              <a:t>          "prior_days": 31,</a:t>
            </a:r>
          </a:p>
          <a:p>
            <a:r>
              <a:t>          "prior_raw_mean": 4.456694838709677,</a:t>
            </a:r>
          </a:p>
          <a:p>
            <a:r>
              <a:t>          "prior_value": 27.83546681600088,</a:t>
            </a:r>
          </a:p>
          <a:p>
            <a:r>
              <a:t>          "yoy_fraction": -0.08446104353045081,</a:t>
            </a:r>
          </a:p>
          <a:p>
            <a:r>
              <a:t>          "yoy_pct": -8.446104353045081,</a:t>
            </a:r>
          </a:p>
          <a:p>
            <a:r>
              <a:t>          "value_label": "25.5",</a:t>
            </a:r>
          </a:p>
          <a:p>
            <a:r>
              <a:t>          "yoy_label": "(-8.4%)",</a:t>
            </a:r>
          </a:p>
          <a:p>
            <a:r>
              <a:t>          "label": "25.5\n(-8.4%)"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"NV_XC02",</a:t>
            </a:r>
          </a:p>
          <a:p>
            <a:r>
              <a:t>          "month": "2025-02",</a:t>
            </a:r>
          </a:p>
          <a:p>
            <a:r>
              <a:t>          "start": "2025-02-01",</a:t>
            </a:r>
          </a:p>
          <a:p>
            <a:r>
              <a:t>          "end": "2025-02-28",</a:t>
            </a:r>
          </a:p>
          <a:p>
            <a:r>
              <a:t>          "days": 28,</a:t>
            </a:r>
          </a:p>
          <a:p>
            <a:r>
              <a:t>          "partial": false,</a:t>
            </a:r>
          </a:p>
          <a:p>
            <a:r>
              <a:t>          "raw_sum": 119.84005,</a:t>
            </a:r>
          </a:p>
          <a:p>
            <a:r>
              <a:t>          "raw_mean": 4.280001785714286,</a:t>
            </a:r>
          </a:p>
          <a:p>
            <a:r>
              <a:t>          "value": 26.731883602146578,</a:t>
            </a:r>
          </a:p>
          <a:p>
            <a:r>
              <a:t>          "prior_start": "2024-02-01",</a:t>
            </a:r>
          </a:p>
          <a:p>
            <a:r>
              <a:t>          "prior_end": "2024-02-29",</a:t>
            </a:r>
          </a:p>
          <a:p>
            <a:r>
              <a:t>          "prior_days": 29,</a:t>
            </a:r>
          </a:p>
          <a:p>
            <a:r>
              <a:t>          "prior_raw_mean": 4.390269310344828,</a:t>
            </a:r>
          </a:p>
          <a:p>
            <a:r>
              <a:t>          "prior_value": 27.420588603008756,</a:t>
            </a:r>
          </a:p>
          <a:p>
            <a:r>
              <a:t>          "yoy_fraction": -0.025116346364155384,</a:t>
            </a:r>
          </a:p>
          <a:p>
            <a:r>
              <a:t>          "yoy_pct": -2.5116346364155384,</a:t>
            </a:r>
          </a:p>
          <a:p>
            <a:r>
              <a:t>          "value_label": "26.7",</a:t>
            </a:r>
          </a:p>
          <a:p>
            <a:r>
              <a:t>          "yoy_label": "(-2.5%)",</a:t>
            </a:r>
          </a:p>
          <a:p>
            <a:r>
              <a:t>          "label": "26.7\n(-2.5%)"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"NV_XC02",</a:t>
            </a:r>
          </a:p>
          <a:p>
            <a:r>
              <a:t>          "month": "2025-03",</a:t>
            </a:r>
          </a:p>
          <a:p>
            <a:r>
              <a:t>          "start": "2025-03-01",</a:t>
            </a:r>
          </a:p>
          <a:p>
            <a:r>
              <a:t>          "end": "2025-03-31",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140.75064,</a:t>
            </a:r>
          </a:p>
          <a:p>
            <a:r>
              <a:t>          "raw_mean": 4.540343225806452,</a:t>
            </a:r>
          </a:p>
          <a:p>
            <a:r>
              <a:t>          "value": 28.357914950214703,</a:t>
            </a:r>
          </a:p>
          <a:p>
            <a:r>
              <a:t>          "prior_start": "2024-03-01",</a:t>
            </a:r>
          </a:p>
          <a:p>
            <a:r>
              <a:t>          "prior_end": "2024-03-31",</a:t>
            </a:r>
          </a:p>
          <a:p>
            <a:r>
              <a:t>          "prior_days": 31,</a:t>
            </a:r>
          </a:p>
          <a:p>
            <a:r>
              <a:t>          "prior_raw_mean": 4.467880322580645,</a:t>
            </a:r>
          </a:p>
          <a:p>
            <a:r>
              <a:t>          "prior_value": 27.905328715094107,</a:t>
            </a:r>
          </a:p>
          <a:p>
            <a:r>
              <a:t>          "yoy_fraction": 0.016218631206296852,</a:t>
            </a:r>
          </a:p>
          <a:p>
            <a:r>
              <a:t>          "yoy_pct": 1.6218631206296852,</a:t>
            </a:r>
          </a:p>
          <a:p>
            <a:r>
              <a:t>          "value_label": "28.4",</a:t>
            </a:r>
          </a:p>
          <a:p>
            <a:r>
              <a:t>          "yoy_label": "(+1.6%)",</a:t>
            </a:r>
          </a:p>
          <a:p>
            <a:r>
              <a:t>          "label": "28.4\n(+1.6%)"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"NV_XC02",</a:t>
            </a:r>
          </a:p>
          <a:p>
            <a:r>
              <a:t>          "month": "2025-04",</a:t>
            </a:r>
          </a:p>
          <a:p>
            <a:r>
              <a:t>          "start": "2025-04-01",</a:t>
            </a:r>
          </a:p>
          <a:p>
            <a:r>
              <a:t>          "end": "2025-04-30",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124.84532,</a:t>
            </a:r>
          </a:p>
          <a:p>
            <a:r>
              <a:t>          "raw_mean": 4.161510666666667,</a:t>
            </a:r>
          </a:p>
          <a:p>
            <a:r>
              <a:t>          "value": 25.991815966464404,</a:t>
            </a:r>
          </a:p>
          <a:p>
            <a:r>
              <a:t>          "prior_start": "2024-04-01",</a:t>
            </a:r>
          </a:p>
          <a:p>
            <a:r>
              <a:t>          "prior_end": "2024-04-30",</a:t>
            </a:r>
          </a:p>
          <a:p>
            <a:r>
              <a:t>          "prior_days": 30,</a:t>
            </a:r>
          </a:p>
          <a:p>
            <a:r>
              <a:t>          "prior_raw_mean": 4.197693666666667,</a:t>
            </a:r>
          </a:p>
          <a:p>
            <a:r>
              <a:t>          "prior_value": 26.217806466656462,</a:t>
            </a:r>
          </a:p>
          <a:p>
            <a:r>
              <a:t>          "yoy_fraction": -0.008619733328166457,</a:t>
            </a:r>
          </a:p>
          <a:p>
            <a:r>
              <a:t>          "yoy_pct": -0.8619733328166457,</a:t>
            </a:r>
          </a:p>
          <a:p>
            <a:r>
              <a:t>          "value_label": "26.0",</a:t>
            </a:r>
          </a:p>
          <a:p>
            <a:r>
              <a:t>          "yoy_label": "(-0.9%)",</a:t>
            </a:r>
          </a:p>
          <a:p>
            <a:r>
              <a:t>          "label": "26.0\n(-0.9%)"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"NV_XC02",</a:t>
            </a:r>
          </a:p>
          <a:p>
            <a:r>
              <a:t>          "month": "2025-05",</a:t>
            </a:r>
          </a:p>
          <a:p>
            <a:r>
              <a:t>          "start": "2025-05-01",</a:t>
            </a:r>
          </a:p>
          <a:p>
            <a:r>
              <a:t>          "end": "2025-05-31",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156.68612000000002,</a:t>
            </a:r>
          </a:p>
          <a:p>
            <a:r>
              <a:t>          "raw_mean": 5.054390967741936,</a:t>
            </a:r>
          </a:p>
          <a:p>
            <a:r>
              <a:t>          "value": 31.56853613482067,</a:t>
            </a:r>
          </a:p>
          <a:p>
            <a:r>
              <a:t>          "prior_start": "2024-05-01",</a:t>
            </a:r>
          </a:p>
          <a:p>
            <a:r>
              <a:t>          "prior_end": "2024-05-31",</a:t>
            </a:r>
          </a:p>
          <a:p>
            <a:r>
              <a:t>          "prior_days": 31,</a:t>
            </a:r>
          </a:p>
          <a:p>
            <a:r>
              <a:t>          "prior_raw_mean": 4.257788064516129,</a:t>
            </a:r>
          </a:p>
          <a:p>
            <a:r>
              <a:t>          "prior_value": 26.5931419288553,</a:t>
            </a:r>
          </a:p>
          <a:p>
            <a:r>
              <a:t>          "yoy_fraction": 0.1870931317283251,</a:t>
            </a:r>
          </a:p>
          <a:p>
            <a:r>
              <a:t>          "yoy_pct": 18.70931317283251,</a:t>
            </a:r>
          </a:p>
          <a:p>
            <a:r>
              <a:t>          "value_label": "31.6",</a:t>
            </a:r>
          </a:p>
          <a:p>
            <a:r>
              <a:t>          "yoy_label": "(+18.7%)",</a:t>
            </a:r>
          </a:p>
          <a:p>
            <a:r>
              <a:t>          "label": "31.6\n(+18.7%)"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"NV_XC02",</a:t>
            </a:r>
          </a:p>
          <a:p>
            <a:r>
              <a:t>          "month": "2025-06",</a:t>
            </a:r>
          </a:p>
          <a:p>
            <a:r>
              <a:t>          "start": "2025-06-01",</a:t>
            </a:r>
          </a:p>
          <a:p>
            <a:r>
              <a:t>          "end": "2025-06-30",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136.81577,</a:t>
            </a:r>
          </a:p>
          <a:p>
            <a:r>
              <a:t>          "raw_mean": 4.560525666666666,</a:t>
            </a:r>
          </a:p>
          <a:p>
            <a:r>
              <a:t>          "value": 28.483969724697104,</a:t>
            </a:r>
          </a:p>
          <a:p>
            <a:r>
              <a:t>          "prior_start": "2024-06-01",</a:t>
            </a:r>
          </a:p>
          <a:p>
            <a:r>
              <a:t>          "prior_end": "2024-06-30",</a:t>
            </a:r>
          </a:p>
          <a:p>
            <a:r>
              <a:t>          "prior_days": 30,</a:t>
            </a:r>
          </a:p>
          <a:p>
            <a:r>
              <a:t>          "prior_raw_mean": 4.762545333333334,</a:t>
            </a:r>
          </a:p>
          <a:p>
            <a:r>
              <a:t>          "prior_value": 29.745737005426527,</a:t>
            </a:r>
          </a:p>
          <a:p>
            <a:r>
              <a:t>          "yoy_fraction": -0.04241842387362049,</a:t>
            </a:r>
          </a:p>
          <a:p>
            <a:r>
              <a:t>          "yoy_pct": -4.241842387362049,</a:t>
            </a:r>
          </a:p>
          <a:p>
            <a:r>
              <a:t>          "value_label": "28.5",</a:t>
            </a:r>
          </a:p>
          <a:p>
            <a:r>
              <a:t>          "yoy_label": "(-4.2%)",</a:t>
            </a:r>
          </a:p>
          <a:p>
            <a:r>
              <a:t>          "label": "28.5\n(-4.2%)"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"NV_XC02",</a:t>
            </a:r>
          </a:p>
          <a:p>
            <a:r>
              <a:t>          "month": "2025-07",</a:t>
            </a:r>
          </a:p>
          <a:p>
            <a:r>
              <a:t>          "start": "2025-07-01",</a:t>
            </a:r>
          </a:p>
          <a:p>
            <a:r>
              <a:t>          "end": "2025-07-31",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147.26352,</a:t>
            </a:r>
          </a:p>
          <a:p>
            <a:r>
              <a:t>          "raw_mean": 4.750436129032258,</a:t>
            </a:r>
          </a:p>
          <a:p>
            <a:r>
              <a:t>          "value": 29.67010576597906,</a:t>
            </a:r>
          </a:p>
          <a:p>
            <a:r>
              <a:t>          "prior_start": "2024-07-01",</a:t>
            </a:r>
          </a:p>
          <a:p>
            <a:r>
              <a:t>          "prior_end": "2024-07-31",</a:t>
            </a:r>
          </a:p>
          <a:p>
            <a:r>
              <a:t>          "prior_days": 31,</a:t>
            </a:r>
          </a:p>
          <a:p>
            <a:r>
              <a:t>          "prior_raw_mean": 4.664356774193548,</a:t>
            </a:r>
          </a:p>
          <a:p>
            <a:r>
              <a:t>          "prior_value": 29.132474379521064,</a:t>
            </a:r>
          </a:p>
          <a:p>
            <a:r>
              <a:t>          "yoy_fraction": 0.01845471069343585,</a:t>
            </a:r>
          </a:p>
          <a:p>
            <a:r>
              <a:t>          "yoy_pct": 1.845471069343585,</a:t>
            </a:r>
          </a:p>
          <a:p>
            <a:r>
              <a:t>          "value_label": "29.7",</a:t>
            </a:r>
          </a:p>
          <a:p>
            <a:r>
              <a:t>          "yoy_label": "(+1.8%)",</a:t>
            </a:r>
          </a:p>
          <a:p>
            <a:r>
              <a:t>          "label": "29.7\n(+1.8%)"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"NV_XC02",</a:t>
            </a:r>
          </a:p>
          <a:p>
            <a:r>
              <a:t>          "month": "2025-08",</a:t>
            </a:r>
          </a:p>
          <a:p>
            <a:r>
              <a:t>          "start": "2025-08-01",</a:t>
            </a:r>
          </a:p>
          <a:p>
            <a:r>
              <a:t>          "end": "2025-08-31",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141.26322,</a:t>
            </a:r>
          </a:p>
          <a:p>
            <a:r>
              <a:t>          "raw_mean": 4.556878064516129,</a:t>
            </a:r>
          </a:p>
          <a:p>
            <a:r>
              <a:t>          "value": 28.461187660343633,</a:t>
            </a:r>
          </a:p>
          <a:p>
            <a:r>
              <a:t>          "prior_start": "2024-08-01",</a:t>
            </a:r>
          </a:p>
          <a:p>
            <a:r>
              <a:t>          "prior_end": "2024-08-31",</a:t>
            </a:r>
          </a:p>
          <a:p>
            <a:r>
              <a:t>          "prior_days": 31,</a:t>
            </a:r>
          </a:p>
          <a:p>
            <a:r>
              <a:t>          "prior_raw_mean": 4.396390322580646,</a:t>
            </a:r>
          </a:p>
          <a:p>
            <a:r>
              <a:t>          "prior_value": 27.45881900449161,</a:t>
            </a:r>
          </a:p>
          <a:p>
            <a:r>
              <a:t>          "yoy_fraction": 0.03650443435633788,</a:t>
            </a:r>
          </a:p>
          <a:p>
            <a:r>
              <a:t>          "yoy_pct": 3.650443435633788,</a:t>
            </a:r>
          </a:p>
          <a:p>
            <a:r>
              <a:t>          "value_label": "28.5",</a:t>
            </a:r>
          </a:p>
          <a:p>
            <a:r>
              <a:t>          "yoy_label": "(+3.7%)",</a:t>
            </a:r>
          </a:p>
          <a:p>
            <a:r>
              <a:t>          "label": "28.5\n(+3.7%)"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"NV_XC02",</a:t>
            </a:r>
          </a:p>
          <a:p>
            <a:r>
              <a:t>          "month": "2025-09",</a:t>
            </a:r>
          </a:p>
          <a:p>
            <a:r>
              <a:t>          "start": "2025-09-01",</a:t>
            </a:r>
          </a:p>
          <a:p>
            <a:r>
              <a:t>          "end": "2025-09-30",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121.89042,</a:t>
            </a:r>
          </a:p>
          <a:p>
            <a:r>
              <a:t>          "raw_mean": 4.063014,</a:t>
            </a:r>
          </a:p>
          <a:p>
            <a:r>
              <a:t>          "value": 25.37662897347736,</a:t>
            </a:r>
          </a:p>
          <a:p>
            <a:r>
              <a:t>          "prior_start": "2024-09-01",</a:t>
            </a:r>
          </a:p>
          <a:p>
            <a:r>
              <a:t>          "prior_end": "2024-09-30",</a:t>
            </a:r>
          </a:p>
          <a:p>
            <a:r>
              <a:t>          "prior_days": 30,</a:t>
            </a:r>
          </a:p>
          <a:p>
            <a:r>
              <a:t>          "prior_raw_mean": 4.266540333333333,</a:t>
            </a:r>
          </a:p>
          <a:p>
            <a:r>
              <a:t>          "prior_value": 26.647806539523717,</a:t>
            </a:r>
          </a:p>
          <a:p>
            <a:r>
              <a:t>          "yoy_fraction": -0.047702896827960806,</a:t>
            </a:r>
          </a:p>
          <a:p>
            <a:r>
              <a:t>          "yoy_pct": -4.770289682796081,</a:t>
            </a:r>
          </a:p>
          <a:p>
            <a:r>
              <a:t>          "value_label": "25.4",</a:t>
            </a:r>
          </a:p>
          <a:p>
            <a:r>
              <a:t>          "yoy_label": "(-4.8%)",</a:t>
            </a:r>
          </a:p>
          <a:p>
            <a:r>
              <a:t>          "label": "25.4\n(-4.8%)"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"NV_XC02",</a:t>
            </a:r>
          </a:p>
          <a:p>
            <a:r>
              <a:t>          "month": "2025-10",</a:t>
            </a:r>
          </a:p>
          <a:p>
            <a:r>
              <a:t>          "start": "2025-10-01",</a:t>
            </a:r>
          </a:p>
          <a:p>
            <a:r>
              <a:t>          "end": "2025-10-31",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125.01114,</a:t>
            </a:r>
          </a:p>
          <a:p>
            <a:r>
              <a:t>          "raw_mean": 4.032617419354839,</a:t>
            </a:r>
          </a:p>
          <a:p>
            <a:r>
              <a:t>          "value": 25.186779086399774,</a:t>
            </a:r>
          </a:p>
          <a:p>
            <a:r>
              <a:t>          "prior_start": "2024-10-01",</a:t>
            </a:r>
          </a:p>
          <a:p>
            <a:r>
              <a:t>          "prior_end": "2024-10-31",</a:t>
            </a:r>
          </a:p>
          <a:p>
            <a:r>
              <a:t>          "prior_days": 31,</a:t>
            </a:r>
          </a:p>
          <a:p>
            <a:r>
              <a:t>          "prior_raw_mean": 4.148364838709678,</a:t>
            </a:r>
          </a:p>
          <a:p>
            <a:r>
              <a:t>          "prior_value": 25.909710219692755,</a:t>
            </a:r>
          </a:p>
          <a:p>
            <a:r>
              <a:t>          "yoy_fraction": -0.02790193819857989,</a:t>
            </a:r>
          </a:p>
          <a:p>
            <a:r>
              <a:t>          "yoy_pct": -2.790193819857989,</a:t>
            </a:r>
          </a:p>
          <a:p>
            <a:r>
              <a:t>          "value_label": "25.2",</a:t>
            </a:r>
          </a:p>
          <a:p>
            <a:r>
              <a:t>          "yoy_label": "(-2.8%)",</a:t>
            </a:r>
          </a:p>
          <a:p>
            <a:r>
              <a:t>          "label": "25.2\n(-2.8%)"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"NV_XC02",</a:t>
            </a:r>
          </a:p>
          <a:p>
            <a:r>
              <a:t>          "month": "2025-11",</a:t>
            </a:r>
          </a:p>
          <a:p>
            <a:r>
              <a:t>          "start": "2025-11-01",</a:t>
            </a:r>
          </a:p>
          <a:p>
            <a:r>
              <a:t>          "end": "2025-11-30",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118.69427,</a:t>
            </a:r>
          </a:p>
          <a:p>
            <a:r>
              <a:t>          "raw_mean": 3.956475666666667,</a:t>
            </a:r>
          </a:p>
          <a:p>
            <a:r>
              <a:t>          "value": 24.71121562357193,</a:t>
            </a:r>
          </a:p>
          <a:p>
            <a:r>
              <a:t>          "prior_start": "2024-11-01",</a:t>
            </a:r>
          </a:p>
          <a:p>
            <a:r>
              <a:t>          "prior_end": "2024-11-30",</a:t>
            </a:r>
          </a:p>
          <a:p>
            <a:r>
              <a:t>          "prior_days": 30,</a:t>
            </a:r>
          </a:p>
          <a:p>
            <a:r>
              <a:t>          "prior_raw_mean": 4.245937333333333,</a:t>
            </a:r>
          </a:p>
          <a:p>
            <a:r>
              <a:t>          "prior_value": 26.519125051657678,</a:t>
            </a:r>
          </a:p>
          <a:p>
            <a:r>
              <a:t>          "yoy_fraction": -0.06817379625323405,</a:t>
            </a:r>
          </a:p>
          <a:p>
            <a:r>
              <a:t>          "yoy_pct": -6.817379625323405,</a:t>
            </a:r>
          </a:p>
          <a:p>
            <a:r>
              <a:t>          "value_label": "24.7",</a:t>
            </a:r>
          </a:p>
          <a:p>
            <a:r>
              <a:t>          "yoy_label": "(-6.8%)",</a:t>
            </a:r>
          </a:p>
          <a:p>
            <a:r>
              <a:t>          "label": "24.7\n(-6.8%)"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"NV_XC02",</a:t>
            </a:r>
          </a:p>
          <a:p>
            <a:r>
              <a:t>          "month": "2025-12",</a:t>
            </a:r>
          </a:p>
          <a:p>
            <a:r>
              <a:t>          "start": "2025-12-01",</a:t>
            </a:r>
          </a:p>
          <a:p>
            <a:r>
              <a:t>          "end": "2025-12-31",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152.29897,</a:t>
            </a:r>
          </a:p>
          <a:p>
            <a:r>
              <a:t>          "raw_mean": 4.91287,</a:t>
            </a:r>
          </a:p>
          <a:p>
            <a:r>
              <a:t>          "value": 30.684629485630055,</a:t>
            </a:r>
          </a:p>
          <a:p>
            <a:r>
              <a:t>          "prior_start": "2024-12-01",</a:t>
            </a:r>
          </a:p>
          <a:p>
            <a:r>
              <a:t>          "prior_end": "2024-12-31",</a:t>
            </a:r>
          </a:p>
          <a:p>
            <a:r>
              <a:t>          "prior_days": 31,</a:t>
            </a:r>
          </a:p>
          <a:p>
            <a:r>
              <a:t>          "prior_raw_mean": 4.2631370967741935,</a:t>
            </a:r>
          </a:p>
          <a:p>
            <a:r>
              <a:t>          "prior_value": 26.62655072512823,</a:t>
            </a:r>
          </a:p>
          <a:p>
            <a:r>
              <a:t>          "yoy_fraction": 0.15240722699662723,</a:t>
            </a:r>
          </a:p>
          <a:p>
            <a:r>
              <a:t>          "yoy_pct": 15.240722699662722,</a:t>
            </a:r>
          </a:p>
          <a:p>
            <a:r>
              <a:t>          "value_label": "30.7",</a:t>
            </a:r>
          </a:p>
          <a:p>
            <a:r>
              <a:t>          "yoy_label": "(+15.2%)",</a:t>
            </a:r>
          </a:p>
          <a:p>
            <a:r>
              <a:t>          "label": "30.7\n(+15.2%)"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"NV_XC02",</a:t>
            </a:r>
          </a:p>
          <a:p>
            <a:r>
              <a:t>          "month": "2026-01",</a:t>
            </a:r>
          </a:p>
          <a:p>
            <a:r>
              <a:t>          "start": "2026-01-01",</a:t>
            </a:r>
          </a:p>
          <a:p>
            <a:r>
              <a:t>          "end": "2026-01-31",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168.88269,</a:t>
            </a:r>
          </a:p>
          <a:p>
            <a:r>
              <a:t>          "raw_mean": 5.447828709677419,</a:t>
            </a:r>
          </a:p>
          <a:p>
            <a:r>
              <a:t>          "value": 34.02585565211977,</a:t>
            </a:r>
          </a:p>
          <a:p>
            <a:r>
              <a:t>          "prior_start": "2025-01-01",</a:t>
            </a:r>
          </a:p>
          <a:p>
            <a:r>
              <a:t>          "prior_end": "2025-01-31",</a:t>
            </a:r>
          </a:p>
          <a:p>
            <a:r>
              <a:t>          "prior_days": 31,</a:t>
            </a:r>
          </a:p>
          <a:p>
            <a:r>
              <a:t>          "prior_raw_mean": 4.080277741935483,</a:t>
            </a:r>
          </a:p>
          <a:p>
            <a:r>
              <a:t>          "prior_value": 25.48445424156421,</a:t>
            </a:r>
          </a:p>
          <a:p>
            <a:r>
              <a:t>          "yoy_fraction": 0.33516124495320154,</a:t>
            </a:r>
          </a:p>
          <a:p>
            <a:r>
              <a:t>          "yoy_pct": 33.516124495320156,</a:t>
            </a:r>
          </a:p>
          <a:p>
            <a:r>
              <a:t>          "value_label": "34.0",</a:t>
            </a:r>
          </a:p>
          <a:p>
            <a:r>
              <a:t>          "yoy_label": "(+33.5%)",</a:t>
            </a:r>
          </a:p>
          <a:p>
            <a:r>
              <a:t>          "label": "34.0\n(+33.5%)"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"NV_XC02",</a:t>
            </a:r>
          </a:p>
          <a:p>
            <a:r>
              <a:t>          "month": "2026-02",</a:t>
            </a:r>
          </a:p>
          <a:p>
            <a:r>
              <a:t>          "start": "2026-02-01",</a:t>
            </a:r>
          </a:p>
          <a:p>
            <a:r>
              <a:t>          "end": "2026-02-28",</a:t>
            </a:r>
          </a:p>
          <a:p>
            <a:r>
              <a:t>          "days": 28,</a:t>
            </a:r>
          </a:p>
          <a:p>
            <a:r>
              <a:t>          "partial": false,</a:t>
            </a:r>
          </a:p>
          <a:p>
            <a:r>
              <a:t>          "raw_sum": 109.70888000000001,</a:t>
            </a:r>
          </a:p>
          <a:p>
            <a:r>
              <a:t>          "raw_mean": 3.918174285714286,</a:t>
            </a:r>
          </a:p>
          <a:p>
            <a:r>
              <a:t>          "value": 24.471994214637483,</a:t>
            </a:r>
          </a:p>
          <a:p>
            <a:r>
              <a:t>          "prior_start": "2025-02-01",</a:t>
            </a:r>
          </a:p>
          <a:p>
            <a:r>
              <a:t>          "prior_end": "2025-02-28",</a:t>
            </a:r>
          </a:p>
          <a:p>
            <a:r>
              <a:t>          "prior_days": 28,</a:t>
            </a:r>
          </a:p>
          <a:p>
            <a:r>
              <a:t>          "prior_raw_mean": 4.280001785714286,</a:t>
            </a:r>
          </a:p>
          <a:p>
            <a:r>
              <a:t>          "prior_value": 26.731883602146578,</a:t>
            </a:r>
          </a:p>
          <a:p>
            <a:r>
              <a:t>          "yoy_fraction": -0.08453910024236466,</a:t>
            </a:r>
          </a:p>
          <a:p>
            <a:r>
              <a:t>          "yoy_pct": -8.453910024236466,</a:t>
            </a:r>
          </a:p>
          <a:p>
            <a:r>
              <a:t>          "value_label": "24.5",</a:t>
            </a:r>
          </a:p>
          <a:p>
            <a:r>
              <a:t>          "yoy_label": "(-8.5%)",</a:t>
            </a:r>
          </a:p>
          <a:p>
            <a:r>
              <a:t>          "label": "24.5\n(-8.5%)"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"NV_XC02",</a:t>
            </a:r>
          </a:p>
          <a:p>
            <a:r>
              <a:t>          "month": "2026-03",</a:t>
            </a:r>
          </a:p>
          <a:p>
            <a:r>
              <a:t>          "start": "2026-03-01",</a:t>
            </a:r>
          </a:p>
          <a:p>
            <a:r>
              <a:t>          "end": "2026-03-31",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108.80431,</a:t>
            </a:r>
          </a:p>
          <a:p>
            <a:r>
              <a:t>          "raw_mean": 3.5098164516129033,</a:t>
            </a:r>
          </a:p>
          <a:p>
            <a:r>
              <a:t>          "value": 21.92148731399584,</a:t>
            </a:r>
          </a:p>
          <a:p>
            <a:r>
              <a:t>          "prior_start": "2025-03-01",</a:t>
            </a:r>
          </a:p>
          <a:p>
            <a:r>
              <a:t>          "prior_end": "2025-03-31",</a:t>
            </a:r>
          </a:p>
          <a:p>
            <a:r>
              <a:t>          "prior_days": 31,</a:t>
            </a:r>
          </a:p>
          <a:p>
            <a:r>
              <a:t>          "prior_raw_mean": 4.540343225806452,</a:t>
            </a:r>
          </a:p>
          <a:p>
            <a:r>
              <a:t>          "prior_value": 28.357914950214703,</a:t>
            </a:r>
          </a:p>
          <a:p>
            <a:r>
              <a:t>          "yoy_fraction": -0.226971117147318,</a:t>
            </a:r>
          </a:p>
          <a:p>
            <a:r>
              <a:t>          "yoy_pct": -22.6971117147318,</a:t>
            </a:r>
          </a:p>
          <a:p>
            <a:r>
              <a:t>          "value_label": "21.9",</a:t>
            </a:r>
          </a:p>
          <a:p>
            <a:r>
              <a:t>          "yoy_label": "(-22.7%)",</a:t>
            </a:r>
          </a:p>
          <a:p>
            <a:r>
              <a:t>          "label": "21.9\n(-22.7%)"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"NV_XC02",</a:t>
            </a:r>
          </a:p>
          <a:p>
            <a:r>
              <a:t>          "month": "2026-04",</a:t>
            </a:r>
          </a:p>
          <a:p>
            <a:r>
              <a:t>          "start": "2026-04-01",</a:t>
            </a:r>
          </a:p>
          <a:p>
            <a:r>
              <a:t>          "end": "2026-04-30",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103.37691,</a:t>
            </a:r>
          </a:p>
          <a:p>
            <a:r>
              <a:t>          "raw_mean": 3.445897,</a:t>
            </a:r>
          </a:p>
          <a:p>
            <a:r>
              <a:t>          "value": 21.522261466443066,</a:t>
            </a:r>
          </a:p>
          <a:p>
            <a:r>
              <a:t>          "prior_start": "2025-04-01",</a:t>
            </a:r>
          </a:p>
          <a:p>
            <a:r>
              <a:t>          "prior_end": "2025-04-30",</a:t>
            </a:r>
          </a:p>
          <a:p>
            <a:r>
              <a:t>          "prior_days": 30,</a:t>
            </a:r>
          </a:p>
          <a:p>
            <a:r>
              <a:t>          "prior_raw_mean": 4.161510666666667,</a:t>
            </a:r>
          </a:p>
          <a:p>
            <a:r>
              <a:t>          "prior_value": 25.991815966464404,</a:t>
            </a:r>
          </a:p>
          <a:p>
            <a:r>
              <a:t>          "yoy_fraction": -0.17196007026935411,</a:t>
            </a:r>
          </a:p>
          <a:p>
            <a:r>
              <a:t>          "yoy_pct": -17.196007026935412,</a:t>
            </a:r>
          </a:p>
          <a:p>
            <a:r>
              <a:t>          "value_label": "21.5",</a:t>
            </a:r>
          </a:p>
          <a:p>
            <a:r>
              <a:t>          "yoy_label": "(-17.2%)",</a:t>
            </a:r>
          </a:p>
          <a:p>
            <a:r>
              <a:t>          "label": "21.5\n(-17.2%)"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"NV_XC02",</a:t>
            </a:r>
          </a:p>
          <a:p>
            <a:r>
              <a:t>          "month": "2026-05",</a:t>
            </a:r>
          </a:p>
          <a:p>
            <a:r>
              <a:t>          "start": "2026-05-01",</a:t>
            </a:r>
          </a:p>
          <a:p>
            <a:r>
              <a:t>          "end": "2026-05-31",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104.58298,</a:t>
            </a:r>
          </a:p>
          <a:p>
            <a:r>
              <a:t>          "raw_mean": 3.3736445161290325,</a:t>
            </a:r>
          </a:p>
          <a:p>
            <a:r>
              <a:t>          "value": 21.070989461078156,</a:t>
            </a:r>
          </a:p>
          <a:p>
            <a:r>
              <a:t>          "prior_start": "2025-05-01",</a:t>
            </a:r>
          </a:p>
          <a:p>
            <a:r>
              <a:t>          "prior_end": "2025-05-31",</a:t>
            </a:r>
          </a:p>
          <a:p>
            <a:r>
              <a:t>          "prior_days": 31,</a:t>
            </a:r>
          </a:p>
          <a:p>
            <a:r>
              <a:t>          "prior_raw_mean": 5.054390967741936,</a:t>
            </a:r>
          </a:p>
          <a:p>
            <a:r>
              <a:t>          "prior_value": 31.56853613482067,</a:t>
            </a:r>
          </a:p>
          <a:p>
            <a:r>
              <a:t>          "yoy_fraction": -0.33253194348037973,</a:t>
            </a:r>
          </a:p>
          <a:p>
            <a:r>
              <a:t>          "yoy_pct": -33.25319434803797,</a:t>
            </a:r>
          </a:p>
          <a:p>
            <a:r>
              <a:t>          "value_label": "21.1",</a:t>
            </a:r>
          </a:p>
          <a:p>
            <a:r>
              <a:t>          "yoy_label": "(-33.3%)",</a:t>
            </a:r>
          </a:p>
          <a:p>
            <a:r>
              <a:t>          "label": "21.1\n(-33.3%)"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"NV_XC02",</a:t>
            </a:r>
          </a:p>
          <a:p>
            <a:r>
              <a:t>          "month": "2026-06",</a:t>
            </a:r>
          </a:p>
          <a:p>
            <a:r>
              <a:t>          "start": "2026-06-01",</a:t>
            </a:r>
          </a:p>
          <a:p>
            <a:r>
              <a:t>          "end": "2026-06-30",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100.58783,</a:t>
            </a:r>
          </a:p>
          <a:p>
            <a:r>
              <a:t>          "raw_mean": 3.3529276666666665,</a:t>
            </a:r>
          </a:p>
          <a:p>
            <a:r>
              <a:t>          "value": 20.94159689627138,</a:t>
            </a:r>
          </a:p>
          <a:p>
            <a:r>
              <a:t>          "prior_start": "2025-06-01",</a:t>
            </a:r>
          </a:p>
          <a:p>
            <a:r>
              <a:t>          "prior_end": "2025-06-30",</a:t>
            </a:r>
          </a:p>
          <a:p>
            <a:r>
              <a:t>          "prior_days": 30,</a:t>
            </a:r>
          </a:p>
          <a:p>
            <a:r>
              <a:t>          "prior_raw_mean": 4.560525666666666,</a:t>
            </a:r>
          </a:p>
          <a:p>
            <a:r>
              <a:t>          "prior_value": 28.483969724697104,</a:t>
            </a:r>
          </a:p>
          <a:p>
            <a:r>
              <a:t>          "yoy_fraction": -0.26479359798947155,</a:t>
            </a:r>
          </a:p>
          <a:p>
            <a:r>
              <a:t>          "yoy_pct": -26.479359798947154,</a:t>
            </a:r>
          </a:p>
          <a:p>
            <a:r>
              <a:t>          "value_label": "20.9",</a:t>
            </a:r>
          </a:p>
          <a:p>
            <a:r>
              <a:t>          "yoy_label": "(-26.5%)",</a:t>
            </a:r>
          </a:p>
          <a:p>
            <a:r>
              <a:t>          "label": "20.9\n(-26.5%)"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"NV_XC02",</a:t>
            </a:r>
          </a:p>
          <a:p>
            <a:r>
              <a:t>          "month": "2026-07",</a:t>
            </a:r>
          </a:p>
          <a:p>
            <a:r>
              <a:t>          "start": "2026-07-01",</a:t>
            </a:r>
          </a:p>
          <a:p>
            <a:r>
              <a:t>          "end": "2026-07-31",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101.92961,</a:t>
            </a:r>
          </a:p>
          <a:p>
            <a:r>
              <a:t>          "raw_mean": 3.2880519354838706,</a:t>
            </a:r>
          </a:p>
          <a:p>
            <a:r>
              <a:t>          "value": 20.536398351641985,</a:t>
            </a:r>
          </a:p>
          <a:p>
            <a:r>
              <a:t>          "prior_start": "2025-07-01",</a:t>
            </a:r>
          </a:p>
          <a:p>
            <a:r>
              <a:t>          "prior_end": "2025-07-31",</a:t>
            </a:r>
          </a:p>
          <a:p>
            <a:r>
              <a:t>          "prior_days": 31,</a:t>
            </a:r>
          </a:p>
          <a:p>
            <a:r>
              <a:t>          "prior_raw_mean": 4.750436129032258,</a:t>
            </a:r>
          </a:p>
          <a:p>
            <a:r>
              <a:t>          "prior_value": 29.67010576597906,</a:t>
            </a:r>
          </a:p>
          <a:p>
            <a:r>
              <a:t>          "yoy_fraction": -0.30784209151051134,</a:t>
            </a:r>
          </a:p>
          <a:p>
            <a:r>
              <a:t>          "yoy_pct": -30.784209151051133,</a:t>
            </a:r>
          </a:p>
          <a:p>
            <a:r>
              <a:t>          "value_label": "20.5",</a:t>
            </a:r>
          </a:p>
          <a:p>
            <a:r>
              <a:t>          "yoy_label": "(-30.8%)",</a:t>
            </a:r>
          </a:p>
          <a:p>
            <a:r>
              <a:t>          "label": "20.5\n(-30.8%)"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"NV_XC02",</a:t>
            </a:r>
          </a:p>
          <a:p>
            <a:r>
              <a:t>          "month": "2026-08",</a:t>
            </a:r>
          </a:p>
          <a:p>
            <a:r>
              <a:t>          "start": "2026-08-01",</a:t>
            </a:r>
          </a:p>
          <a:p>
            <a:r>
              <a:t>          "end": "2026-08-31",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83.50654,</a:t>
            </a:r>
          </a:p>
          <a:p>
            <a:r>
              <a:t>          "raw_mean": 2.6937593548387095,</a:t>
            </a:r>
          </a:p>
          <a:p>
            <a:r>
              <a:t>          "value": 16.824586794821695,</a:t>
            </a:r>
          </a:p>
          <a:p>
            <a:r>
              <a:t>          "prior_start": "2025-08-01",</a:t>
            </a:r>
          </a:p>
          <a:p>
            <a:r>
              <a:t>          "prior_end": "2025-08-31",</a:t>
            </a:r>
          </a:p>
          <a:p>
            <a:r>
              <a:t>          "prior_days": 31,</a:t>
            </a:r>
          </a:p>
          <a:p>
            <a:r>
              <a:t>          "prior_raw_mean": 4.556878064516129,</a:t>
            </a:r>
          </a:p>
          <a:p>
            <a:r>
              <a:t>          "prior_value": 28.461187660343633,</a:t>
            </a:r>
          </a:p>
          <a:p>
            <a:r>
              <a:t>          "yoy_fraction": -0.4088585832887004,</a:t>
            </a:r>
          </a:p>
          <a:p>
            <a:r>
              <a:t>          "yoy_pct": -40.88585832887004,</a:t>
            </a:r>
          </a:p>
          <a:p>
            <a:r>
              <a:t>          "value_label": "16.8",</a:t>
            </a:r>
          </a:p>
          <a:p>
            <a:r>
              <a:t>          "yoy_label": "(-40.9%)",</a:t>
            </a:r>
          </a:p>
          <a:p>
            <a:r>
              <a:t>          "label": "16.8\n(-40.9%)"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"NV_XC02",</a:t>
            </a:r>
          </a:p>
          <a:p>
            <a:r>
              <a:t>          "month": "2026-09",</a:t>
            </a:r>
          </a:p>
          <a:p>
            <a:r>
              <a:t>          "start": "2026-09-01",</a:t>
            </a:r>
          </a:p>
          <a:p>
            <a:r>
              <a:t>          "end": "2026-09-30",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120.5486,</a:t>
            </a:r>
          </a:p>
          <a:p>
            <a:r>
              <a:t>          "raw_mean": 4.018286666666667,</a:t>
            </a:r>
          </a:p>
          <a:p>
            <a:r>
              <a:t>          "value": 25.097272578699233,</a:t>
            </a:r>
          </a:p>
          <a:p>
            <a:r>
              <a:t>          "prior_start": "2025-09-01",</a:t>
            </a:r>
          </a:p>
          <a:p>
            <a:r>
              <a:t>          "prior_end": "2025-09-30",</a:t>
            </a:r>
          </a:p>
          <a:p>
            <a:r>
              <a:t>          "prior_days": 30,</a:t>
            </a:r>
          </a:p>
          <a:p>
            <a:r>
              <a:t>          "prior_raw_mean": 4.063014,</a:t>
            </a:r>
          </a:p>
          <a:p>
            <a:r>
              <a:t>          "prior_value": 25.37662897347736,</a:t>
            </a:r>
          </a:p>
          <a:p>
            <a:r>
              <a:t>          "yoy_fraction": -0.01100841231000771,</a:t>
            </a:r>
          </a:p>
          <a:p>
            <a:r>
              <a:t>          "yoy_pct": -1.100841231000771,</a:t>
            </a:r>
          </a:p>
          <a:p>
            <a:r>
              <a:t>          "value_label": "25.1",</a:t>
            </a:r>
          </a:p>
          <a:p>
            <a:r>
              <a:t>          "yoy_label": "(-1.1%)",</a:t>
            </a:r>
          </a:p>
          <a:p>
            <a:r>
              <a:t>          "label": "25.1\n(-1.1%)"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"NV_XC02",</a:t>
            </a:r>
          </a:p>
          <a:p>
            <a:r>
              <a:t>          "month": "2026-10",</a:t>
            </a:r>
          </a:p>
          <a:p>
            <a:r>
              <a:t>          "start": "2026-10-01",</a:t>
            </a:r>
          </a:p>
          <a:p>
            <a:r>
              <a:t>          "end": "2026-10-19",</a:t>
            </a:r>
          </a:p>
          <a:p>
            <a:r>
              <a:t>          "days": 19,</a:t>
            </a:r>
          </a:p>
          <a:p>
            <a:r>
              <a:t>          "partial": true,</a:t>
            </a:r>
          </a:p>
          <a:p>
            <a:r>
              <a:t>          "raw_sum": 69.71197,</a:t>
            </a:r>
          </a:p>
          <a:p>
            <a:r>
              <a:t>          "raw_mean": 3.6690510526315787,</a:t>
            </a:r>
          </a:p>
          <a:p>
            <a:r>
              <a:t>          "value": 22.916029146682273,</a:t>
            </a:r>
          </a:p>
          <a:p>
            <a:r>
              <a:t>          "prior_start": "2025-10-01",</a:t>
            </a:r>
          </a:p>
          <a:p>
            <a:r>
              <a:t>          "prior_end": "2025-10-19",</a:t>
            </a:r>
          </a:p>
          <a:p>
            <a:r>
              <a:t>          "prior_days": 19,</a:t>
            </a:r>
          </a:p>
          <a:p>
            <a:r>
              <a:t>          "prior_raw_mean": 3.980887894736842,</a:t>
            </a:r>
          </a:p>
          <a:p>
            <a:r>
              <a:t>          "prior_value": 24.863688653237286,</a:t>
            </a:r>
          </a:p>
          <a:p>
            <a:r>
              <a:t>          "yoy_fraction": -0.07833349000295753,</a:t>
            </a:r>
          </a:p>
          <a:p>
            <a:r>
              <a:t>          "yoy_pct": -7.833349000295753,</a:t>
            </a:r>
          </a:p>
          <a:p>
            <a:r>
              <a:t>          "value_label": "22.9",</a:t>
            </a:r>
          </a:p>
          <a:p>
            <a:r>
              <a:t>          "yoy_label": "(-7.8%)",</a:t>
            </a:r>
          </a:p>
          <a:p>
            <a:r>
              <a:t>          "label": "22.9\n(-7.8%)"</a:t>
            </a:r>
          </a:p>
          <a:p>
            <a:r>
              <a:t>        }</a:t>
            </a:r>
          </a:p>
          <a:p>
            <a:r>
              <a:t>      ]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"NV_XC03",</a:t>
            </a:r>
          </a:p>
          <a:p>
            <a:r>
              <a:t>      "label": "간장",</a:t>
            </a:r>
          </a:p>
          <a:p>
            <a:r>
              <a:t>      "points": [</a:t>
            </a:r>
          </a:p>
          <a:p>
            <a:r>
              <a:t>        {</a:t>
            </a:r>
          </a:p>
          <a:p>
            <a:r>
              <a:t>          "group_id": "NV_XC03",</a:t>
            </a:r>
          </a:p>
          <a:p>
            <a:r>
              <a:t>          "month": "2025-01",</a:t>
            </a:r>
          </a:p>
          <a:p>
            <a:r>
              <a:t>          "start": "2025-01-01",</a:t>
            </a:r>
          </a:p>
          <a:p>
            <a:r>
              <a:t>          "end": "2025-01-31",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341.62509,</a:t>
            </a:r>
          </a:p>
          <a:p>
            <a:r>
              <a:t>          "raw_mean": 11.020164193548387,</a:t>
            </a:r>
          </a:p>
          <a:p>
            <a:r>
              <a:t>          "value": 35.19342906170155,</a:t>
            </a:r>
          </a:p>
          <a:p>
            <a:r>
              <a:t>          "prior_start": "2024-01-01",</a:t>
            </a:r>
          </a:p>
          <a:p>
            <a:r>
              <a:t>          "prior_end": "2024-01-31",</a:t>
            </a:r>
          </a:p>
          <a:p>
            <a:r>
              <a:t>          "prior_days": 31,</a:t>
            </a:r>
          </a:p>
          <a:p>
            <a:r>
              <a:t>          "prior_raw_mean": 10.432194193548387,</a:t>
            </a:r>
          </a:p>
          <a:p>
            <a:r>
              <a:t>          "prior_value": 33.31571833779755,</a:t>
            </a:r>
          </a:p>
          <a:p>
            <a:r>
              <a:t>          "yoy_fraction": 0.05636110573589792,</a:t>
            </a:r>
          </a:p>
          <a:p>
            <a:r>
              <a:t>          "yoy_pct": 5.636110573589792,</a:t>
            </a:r>
          </a:p>
          <a:p>
            <a:r>
              <a:t>          "value_label": "35.2",</a:t>
            </a:r>
          </a:p>
          <a:p>
            <a:r>
              <a:t>          "yoy_label": "(+5.6%)",</a:t>
            </a:r>
          </a:p>
          <a:p>
            <a:r>
              <a:t>          "label": "35.2\n(+5.6%)"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"NV_XC03",</a:t>
            </a:r>
          </a:p>
          <a:p>
            <a:r>
              <a:t>          "month": "2025-02",</a:t>
            </a:r>
          </a:p>
          <a:p>
            <a:r>
              <a:t>          "start": "2025-02-01",</a:t>
            </a:r>
          </a:p>
          <a:p>
            <a:r>
              <a:t>          "end": "2025-02-28",</a:t>
            </a:r>
          </a:p>
          <a:p>
            <a:r>
              <a:t>          "days": 28,</a:t>
            </a:r>
          </a:p>
          <a:p>
            <a:r>
              <a:t>          "partial": false,</a:t>
            </a:r>
          </a:p>
          <a:p>
            <a:r>
              <a:t>          "raw_sum": 265.9881,</a:t>
            </a:r>
          </a:p>
          <a:p>
            <a:r>
              <a:t>          "raw_mean": 9.499574999999998,</a:t>
            </a:r>
          </a:p>
          <a:p>
            <a:r>
              <a:t>          "value": 30.337353691566445,</a:t>
            </a:r>
          </a:p>
          <a:p>
            <a:r>
              <a:t>          "prior_start": "2024-02-01",</a:t>
            </a:r>
          </a:p>
          <a:p>
            <a:r>
              <a:t>          "prior_end": "2024-02-29",</a:t>
            </a:r>
          </a:p>
          <a:p>
            <a:r>
              <a:t>          "prior_days": 29,</a:t>
            </a:r>
          </a:p>
          <a:p>
            <a:r>
              <a:t>          "prior_raw_mean": 11.513483448275863,</a:t>
            </a:r>
          </a:p>
          <a:p>
            <a:r>
              <a:t>          "prior_value": 36.76886803802706,</a:t>
            </a:r>
          </a:p>
          <a:p>
            <a:r>
              <a:t>          "yoy_fraction": -0.17491738771530907,</a:t>
            </a:r>
          </a:p>
          <a:p>
            <a:r>
              <a:t>          "yoy_pct": -17.49173877153091,</a:t>
            </a:r>
          </a:p>
          <a:p>
            <a:r>
              <a:t>          "value_label": "30.3",</a:t>
            </a:r>
          </a:p>
          <a:p>
            <a:r>
              <a:t>          "yoy_label": "(-17.5%)",</a:t>
            </a:r>
          </a:p>
          <a:p>
            <a:r>
              <a:t>          "label": "30.3\n(-17.5%)"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"NV_XC03",</a:t>
            </a:r>
          </a:p>
          <a:p>
            <a:r>
              <a:t>          "month": "2025-03",</a:t>
            </a:r>
          </a:p>
          <a:p>
            <a:r>
              <a:t>          "start": "2025-03-01",</a:t>
            </a:r>
          </a:p>
          <a:p>
            <a:r>
              <a:t>          "end": "2025-03-31",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284.36588,</a:t>
            </a:r>
          </a:p>
          <a:p>
            <a:r>
              <a:t>          "raw_mean": 9.173092903225806,</a:t>
            </a:r>
          </a:p>
          <a:p>
            <a:r>
              <a:t>          "value": 29.294717274273783,</a:t>
            </a:r>
          </a:p>
          <a:p>
            <a:r>
              <a:t>          "prior_start": "2024-03-01",</a:t>
            </a:r>
          </a:p>
          <a:p>
            <a:r>
              <a:t>          "prior_end": "2024-03-31",</a:t>
            </a:r>
          </a:p>
          <a:p>
            <a:r>
              <a:t>          "prior_days": 31,</a:t>
            </a:r>
          </a:p>
          <a:p>
            <a:r>
              <a:t>          "prior_raw_mean": 9.508172903225805,</a:t>
            </a:r>
          </a:p>
          <a:p>
            <a:r>
              <a:t>          "prior_value": 30.36481151269709,</a:t>
            </a:r>
          </a:p>
          <a:p>
            <a:r>
              <a:t>          "yoy_fraction": -0.03524126069334721,</a:t>
            </a:r>
          </a:p>
          <a:p>
            <a:r>
              <a:t>          "yoy_pct": -3.524126069334721,</a:t>
            </a:r>
          </a:p>
          <a:p>
            <a:r>
              <a:t>          "value_label": "29.3",</a:t>
            </a:r>
          </a:p>
          <a:p>
            <a:r>
              <a:t>          "yoy_label": "(-3.5%)",</a:t>
            </a:r>
          </a:p>
          <a:p>
            <a:r>
              <a:t>          "label": "29.3\n(-3.5%)"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"NV_XC03",</a:t>
            </a:r>
          </a:p>
          <a:p>
            <a:r>
              <a:t>          "month": "2025-04",</a:t>
            </a:r>
          </a:p>
          <a:p>
            <a:r>
              <a:t>          "start": "2025-04-01",</a:t>
            </a:r>
          </a:p>
          <a:p>
            <a:r>
              <a:t>          "end": "2025-04-30",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260.81698,</a:t>
            </a:r>
          </a:p>
          <a:p>
            <a:r>
              <a:t>          "raw_mean": 8.693899333333333,</a:t>
            </a:r>
          </a:p>
          <a:p>
            <a:r>
              <a:t>          "value": 27.76438935786149,</a:t>
            </a:r>
          </a:p>
          <a:p>
            <a:r>
              <a:t>          "prior_start": "2024-04-01",</a:t>
            </a:r>
          </a:p>
          <a:p>
            <a:r>
              <a:t>          "prior_end": "2024-04-30",</a:t>
            </a:r>
          </a:p>
          <a:p>
            <a:r>
              <a:t>          "prior_days": 30,</a:t>
            </a:r>
          </a:p>
          <a:p>
            <a:r>
              <a:t>          "prior_raw_mean": 8.954214333333335,</a:t>
            </a:r>
          </a:p>
          <a:p>
            <a:r>
              <a:t>          "prior_value": 28.595717941110752,</a:t>
            </a:r>
          </a:p>
          <a:p>
            <a:r>
              <a:t>          "yoy_fraction": -0.029071785676487605,</a:t>
            </a:r>
          </a:p>
          <a:p>
            <a:r>
              <a:t>          "yoy_pct": -2.9071785676487605,</a:t>
            </a:r>
          </a:p>
          <a:p>
            <a:r>
              <a:t>          "value_label": "27.8",</a:t>
            </a:r>
          </a:p>
          <a:p>
            <a:r>
              <a:t>          "yoy_label": "(-2.9%)",</a:t>
            </a:r>
          </a:p>
          <a:p>
            <a:r>
              <a:t>          "label": "27.8\n(-2.9%)"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"NV_XC03",</a:t>
            </a:r>
          </a:p>
          <a:p>
            <a:r>
              <a:t>          "month": "2025-05",</a:t>
            </a:r>
          </a:p>
          <a:p>
            <a:r>
              <a:t>          "start": "2025-05-01",</a:t>
            </a:r>
          </a:p>
          <a:p>
            <a:r>
              <a:t>          "end": "2025-05-31",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308.59326,</a:t>
            </a:r>
          </a:p>
          <a:p>
            <a:r>
              <a:t>          "raw_mean": 9.95462129032258,</a:t>
            </a:r>
          </a:p>
          <a:p>
            <a:r>
              <a:t>          "value": 31.79056609902166,</a:t>
            </a:r>
          </a:p>
          <a:p>
            <a:r>
              <a:t>          "prior_start": "2024-05-01",</a:t>
            </a:r>
          </a:p>
          <a:p>
            <a:r>
              <a:t>          "prior_end": "2024-05-31",</a:t>
            </a:r>
          </a:p>
          <a:p>
            <a:r>
              <a:t>          "prior_days": 31,</a:t>
            </a:r>
          </a:p>
          <a:p>
            <a:r>
              <a:t>          "prior_raw_mean": 9.562640967741935,</a:t>
            </a:r>
          </a:p>
          <a:p>
            <a:r>
              <a:t>          "prior_value": 30.53875791957538,</a:t>
            </a:r>
          </a:p>
          <a:p>
            <a:r>
              <a:t>          "yoy_fraction": 0.04099080200782712,</a:t>
            </a:r>
          </a:p>
          <a:p>
            <a:r>
              <a:t>          "yoy_pct": 4.099080200782712,</a:t>
            </a:r>
          </a:p>
          <a:p>
            <a:r>
              <a:t>          "value_label": "31.8",</a:t>
            </a:r>
          </a:p>
          <a:p>
            <a:r>
              <a:t>          "yoy_label": "(+4.1%)",</a:t>
            </a:r>
          </a:p>
          <a:p>
            <a:r>
              <a:t>          "label": "31.8\n(+4.1%)"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"NV_XC03",</a:t>
            </a:r>
          </a:p>
          <a:p>
            <a:r>
              <a:t>          "month": "2025-06",</a:t>
            </a:r>
          </a:p>
          <a:p>
            <a:r>
              <a:t>          "start": "2025-06-01",</a:t>
            </a:r>
          </a:p>
          <a:p>
            <a:r>
              <a:t>          "end": "2025-06-30",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276.13430999999997,</a:t>
            </a:r>
          </a:p>
          <a:p>
            <a:r>
              <a:t>          "raw_mean": 9.204476999999999,</a:t>
            </a:r>
          </a:p>
          <a:p>
            <a:r>
              <a:t>          "value": 29.394943910110552,</a:t>
            </a:r>
          </a:p>
          <a:p>
            <a:r>
              <a:t>          "prior_start": "2024-06-01",</a:t>
            </a:r>
          </a:p>
          <a:p>
            <a:r>
              <a:t>          "prior_end": "2024-06-30",</a:t>
            </a:r>
          </a:p>
          <a:p>
            <a:r>
              <a:t>          "prior_days": 30,</a:t>
            </a:r>
          </a:p>
          <a:p>
            <a:r>
              <a:t>          "prior_raw_mean": 9.243173,</a:t>
            </a:r>
          </a:p>
          <a:p>
            <a:r>
              <a:t>          "prior_value": 29.51852146367993,</a:t>
            </a:r>
          </a:p>
          <a:p>
            <a:r>
              <a:t>          "yoy_fraction": -0.004186441171229793,</a:t>
            </a:r>
          </a:p>
          <a:p>
            <a:r>
              <a:t>          "yoy_pct": -0.41864411712297933,</a:t>
            </a:r>
          </a:p>
          <a:p>
            <a:r>
              <a:t>          "value_label": "29.4",</a:t>
            </a:r>
          </a:p>
          <a:p>
            <a:r>
              <a:t>          "yoy_label": "(-0.4%)",</a:t>
            </a:r>
          </a:p>
          <a:p>
            <a:r>
              <a:t>          "label": "29.4\n(-0.4%)"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"NV_XC03",</a:t>
            </a:r>
          </a:p>
          <a:p>
            <a:r>
              <a:t>          "month": "2025-07",</a:t>
            </a:r>
          </a:p>
          <a:p>
            <a:r>
              <a:t>          "start": "2025-07-01",</a:t>
            </a:r>
          </a:p>
          <a:p>
            <a:r>
              <a:t>          "end": "2025-07-31",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277.34041,</a:t>
            </a:r>
          </a:p>
          <a:p>
            <a:r>
              <a:t>          "raw_mean": 8.946464838709678,</a:t>
            </a:r>
          </a:p>
          <a:p>
            <a:r>
              <a:t>          "value": 28.570969554016727,</a:t>
            </a:r>
          </a:p>
          <a:p>
            <a:r>
              <a:t>          "prior_start": "2024-07-01",</a:t>
            </a:r>
          </a:p>
          <a:p>
            <a:r>
              <a:t>          "prior_end": "2024-07-31",</a:t>
            </a:r>
          </a:p>
          <a:p>
            <a:r>
              <a:t>          "prior_days": 31,</a:t>
            </a:r>
          </a:p>
          <a:p>
            <a:r>
              <a:t>          "prior_raw_mean": 11.222474838709678,</a:t>
            </a:r>
          </a:p>
          <a:p>
            <a:r>
              <a:t>          "prior_value": 35.839517923342946,</a:t>
            </a:r>
          </a:p>
          <a:p>
            <a:r>
              <a:t>          "yoy_fraction": -0.20280820698740698,</a:t>
            </a:r>
          </a:p>
          <a:p>
            <a:r>
              <a:t>          "yoy_pct": -20.280820698740698,</a:t>
            </a:r>
          </a:p>
          <a:p>
            <a:r>
              <a:t>          "value_label": "28.6",</a:t>
            </a:r>
          </a:p>
          <a:p>
            <a:r>
              <a:t>          "yoy_label": "(-20.3%)",</a:t>
            </a:r>
          </a:p>
          <a:p>
            <a:r>
              <a:t>          "label": "28.6\n(-20.3%)"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"NV_XC03",</a:t>
            </a:r>
          </a:p>
          <a:p>
            <a:r>
              <a:t>          "month": "2025-08",</a:t>
            </a:r>
          </a:p>
          <a:p>
            <a:r>
              <a:t>          "start": "2025-08-01",</a:t>
            </a:r>
          </a:p>
          <a:p>
            <a:r>
              <a:t>          "end": "2025-08-31",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261.60095,</a:t>
            </a:r>
          </a:p>
          <a:p>
            <a:r>
              <a:t>          "raw_mean": 8.438740322580646,</a:t>
            </a:r>
          </a:p>
          <a:p>
            <a:r>
              <a:t>          "value": 26.94952667644737,</a:t>
            </a:r>
          </a:p>
          <a:p>
            <a:r>
              <a:t>          "prior_start": "2024-08-01",</a:t>
            </a:r>
          </a:p>
          <a:p>
            <a:r>
              <a:t>          "prior_end": "2024-08-31",</a:t>
            </a:r>
          </a:p>
          <a:p>
            <a:r>
              <a:t>          "prior_days": 31,</a:t>
            </a:r>
          </a:p>
          <a:p>
            <a:r>
              <a:t>          "prior_raw_mean": 10.749766129032258,</a:t>
            </a:r>
          </a:p>
          <a:p>
            <a:r>
              <a:t>          "prior_value": 34.329899722679464,</a:t>
            </a:r>
          </a:p>
          <a:p>
            <a:r>
              <a:t>          "yoy_fraction": -0.21498382185358889,</a:t>
            </a:r>
          </a:p>
          <a:p>
            <a:r>
              <a:t>          "yoy_pct": -21.49838218535889,</a:t>
            </a:r>
          </a:p>
          <a:p>
            <a:r>
              <a:t>          "value_label": "26.9",</a:t>
            </a:r>
          </a:p>
          <a:p>
            <a:r>
              <a:t>          "yoy_label": "(-21.5%)",</a:t>
            </a:r>
          </a:p>
          <a:p>
            <a:r>
              <a:t>          "label": "26.9\n(-21.5%)"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"NV_XC03",</a:t>
            </a:r>
          </a:p>
          <a:p>
            <a:r>
              <a:t>          "month": "2025-09",</a:t>
            </a:r>
          </a:p>
          <a:p>
            <a:r>
              <a:t>          "start": "2025-09-01",</a:t>
            </a:r>
          </a:p>
          <a:p>
            <a:r>
              <a:t>          "end": "2025-09-30",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213.47793,</a:t>
            </a:r>
          </a:p>
          <a:p>
            <a:r>
              <a:t>          "raw_mean": 7.115931,</a:t>
            </a:r>
          </a:p>
          <a:p>
            <a:r>
              <a:t>          "value": 22.725070920728783,</a:t>
            </a:r>
          </a:p>
          <a:p>
            <a:r>
              <a:t>          "prior_start": "2024-09-01",</a:t>
            </a:r>
          </a:p>
          <a:p>
            <a:r>
              <a:t>          "prior_end": "2024-09-30",</a:t>
            </a:r>
          </a:p>
          <a:p>
            <a:r>
              <a:t>          "prior_days": 30,</a:t>
            </a:r>
          </a:p>
          <a:p>
            <a:r>
              <a:t>          "prior_raw_mean": 10.562836333333333,</a:t>
            </a:r>
          </a:p>
          <a:p>
            <a:r>
              <a:t>          "prior_value": 33.732930350090626,</a:t>
            </a:r>
          </a:p>
          <a:p>
            <a:r>
              <a:t>          "yoy_fraction": -0.32632384186961894,</a:t>
            </a:r>
          </a:p>
          <a:p>
            <a:r>
              <a:t>          "yoy_pct": -32.63238418696189,</a:t>
            </a:r>
          </a:p>
          <a:p>
            <a:r>
              <a:t>          "value_label": "22.7",</a:t>
            </a:r>
          </a:p>
          <a:p>
            <a:r>
              <a:t>          "yoy_label": "(-32.6%)",</a:t>
            </a:r>
          </a:p>
          <a:p>
            <a:r>
              <a:t>          "label": "22.7\n(-32.6%)"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"NV_XC03",</a:t>
            </a:r>
          </a:p>
          <a:p>
            <a:r>
              <a:t>          "month": "2025-10",</a:t>
            </a:r>
          </a:p>
          <a:p>
            <a:r>
              <a:t>          "start": "2025-10-01",</a:t>
            </a:r>
          </a:p>
          <a:p>
            <a:r>
              <a:t>          "end": "2025-10-31",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221.67931,</a:t>
            </a:r>
          </a:p>
          <a:p>
            <a:r>
              <a:t>          "raw_mean": 7.150945483870967,</a:t>
            </a:r>
          </a:p>
          <a:p>
            <a:r>
              <a:t>          "value": 22.836891373909182,</a:t>
            </a:r>
          </a:p>
          <a:p>
            <a:r>
              <a:t>          "prior_start": "2024-10-01",</a:t>
            </a:r>
          </a:p>
          <a:p>
            <a:r>
              <a:t>          "prior_end": "2024-10-31",</a:t>
            </a:r>
          </a:p>
          <a:p>
            <a:r>
              <a:t>          "prior_days": 31,</a:t>
            </a:r>
          </a:p>
          <a:p>
            <a:r>
              <a:t>          "prior_raw_mean": 11.615428064516129,</a:t>
            </a:r>
          </a:p>
          <a:p>
            <a:r>
              <a:t>          "prior_value": 37.09443311644709,</a:t>
            </a:r>
          </a:p>
          <a:p>
            <a:r>
              <a:t>          "yoy_fraction": -0.38435798972262336,</a:t>
            </a:r>
          </a:p>
          <a:p>
            <a:r>
              <a:t>          "yoy_pct": -38.43579897226233,</a:t>
            </a:r>
          </a:p>
          <a:p>
            <a:r>
              <a:t>          "value_label": "22.8",</a:t>
            </a:r>
          </a:p>
          <a:p>
            <a:r>
              <a:t>          "yoy_label": "(-38.4%)",</a:t>
            </a:r>
          </a:p>
          <a:p>
            <a:r>
              <a:t>          "label": "22.8\n(-38.4%)"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"NV_XC03",</a:t>
            </a:r>
          </a:p>
          <a:p>
            <a:r>
              <a:t>          "month": "2025-11",</a:t>
            </a:r>
          </a:p>
          <a:p>
            <a:r>
              <a:t>          "start": "2025-11-01",</a:t>
            </a:r>
          </a:p>
          <a:p>
            <a:r>
              <a:t>          "end": "2025-11-30",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210.68886,</a:t>
            </a:r>
          </a:p>
          <a:p>
            <a:r>
              <a:t>          "raw_mean": 7.022962000000001,</a:t>
            </a:r>
          </a:p>
          <a:p>
            <a:r>
              <a:t>          "value": 22.428169908278093,</a:t>
            </a:r>
          </a:p>
          <a:p>
            <a:r>
              <a:t>          "prior_start": "2024-11-01",</a:t>
            </a:r>
          </a:p>
          <a:p>
            <a:r>
              <a:t>          "prior_end": "2024-11-30",</a:t>
            </a:r>
          </a:p>
          <a:p>
            <a:r>
              <a:t>          "prior_days": 30,</a:t>
            </a:r>
          </a:p>
          <a:p>
            <a:r>
              <a:t>          "prior_raw_mean": 10.213572666666666,</a:t>
            </a:r>
          </a:p>
          <a:p>
            <a:r>
              <a:t>          "prior_value": 32.61753988396135,</a:t>
            </a:r>
          </a:p>
          <a:p>
            <a:r>
              <a:t>          "yoy_fraction": -0.3123892853946829,</a:t>
            </a:r>
          </a:p>
          <a:p>
            <a:r>
              <a:t>          "yoy_pct": -31.23892853946829,</a:t>
            </a:r>
          </a:p>
          <a:p>
            <a:r>
              <a:t>          "value_label": "22.4",</a:t>
            </a:r>
          </a:p>
          <a:p>
            <a:r>
              <a:t>          "yoy_label": "(-31.2%)",</a:t>
            </a:r>
          </a:p>
          <a:p>
            <a:r>
              <a:t>          "label": "22.4\n(-31.2%)"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"NV_XC03",</a:t>
            </a:r>
          </a:p>
          <a:p>
            <a:r>
              <a:t>          "month": "2025-12",</a:t>
            </a:r>
          </a:p>
          <a:p>
            <a:r>
              <a:t>          "start": "2025-12-01",</a:t>
            </a:r>
          </a:p>
          <a:p>
            <a:r>
              <a:t>          "end": "2025-12-31",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220.29233,</a:t>
            </a:r>
          </a:p>
          <a:p>
            <a:r>
              <a:t>          "raw_mean": 7.106204193548387,</a:t>
            </a:r>
          </a:p>
          <a:p>
            <a:r>
              <a:t>          "value": 22.694007892370987,</a:t>
            </a:r>
          </a:p>
          <a:p>
            <a:r>
              <a:t>          "prior_start": "2024-12-01",</a:t>
            </a:r>
          </a:p>
          <a:p>
            <a:r>
              <a:t>          "prior_end": "2024-12-31",</a:t>
            </a:r>
          </a:p>
          <a:p>
            <a:r>
              <a:t>          "prior_days": 31,</a:t>
            </a:r>
          </a:p>
          <a:p>
            <a:r>
              <a:t>          "prior_raw_mean": 10.271220000000001,</a:t>
            </a:r>
          </a:p>
          <a:p>
            <a:r>
              <a:t>          "prior_value": 32.80163944006875,</a:t>
            </a:r>
          </a:p>
          <a:p>
            <a:r>
              <a:t>          "yoy_fraction": -0.3081440964609474,</a:t>
            </a:r>
          </a:p>
          <a:p>
            <a:r>
              <a:t>          "yoy_pct": -30.81440964609474,</a:t>
            </a:r>
          </a:p>
          <a:p>
            <a:r>
              <a:t>          "value_label": "22.7",</a:t>
            </a:r>
          </a:p>
          <a:p>
            <a:r>
              <a:t>          "yoy_label": "(-30.8%)",</a:t>
            </a:r>
          </a:p>
          <a:p>
            <a:r>
              <a:t>          "label": "22.7\n(-30.8%)"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"NV_XC03",</a:t>
            </a:r>
          </a:p>
          <a:p>
            <a:r>
              <a:t>          "month": "2026-01",</a:t>
            </a:r>
          </a:p>
          <a:p>
            <a:r>
              <a:t>          "start": "2026-01-01",</a:t>
            </a:r>
          </a:p>
          <a:p>
            <a:r>
              <a:t>          "end": "2026-01-31",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194.76841000000002,</a:t>
            </a:r>
          </a:p>
          <a:p>
            <a:r>
              <a:t>          "raw_mean": 6.282851935483872,</a:t>
            </a:r>
          </a:p>
          <a:p>
            <a:r>
              <a:t>          "value": 20.064592506350756,</a:t>
            </a:r>
          </a:p>
          <a:p>
            <a:r>
              <a:t>          "prior_start": "2025-01-01",</a:t>
            </a:r>
          </a:p>
          <a:p>
            <a:r>
              <a:t>          "prior_end": "2025-01-31",</a:t>
            </a:r>
          </a:p>
          <a:p>
            <a:r>
              <a:t>          "prior_days": 31,</a:t>
            </a:r>
          </a:p>
          <a:p>
            <a:r>
              <a:t>          "prior_raw_mean": 11.020164193548387,</a:t>
            </a:r>
          </a:p>
          <a:p>
            <a:r>
              <a:t>          "prior_value": 35.19342906170155,</a:t>
            </a:r>
          </a:p>
          <a:p>
            <a:r>
              <a:t>          "yoy_fraction": -0.4298767400251545,</a:t>
            </a:r>
          </a:p>
          <a:p>
            <a:r>
              <a:t>          "yoy_pct": -42.987674002515455,</a:t>
            </a:r>
          </a:p>
          <a:p>
            <a:r>
              <a:t>          "value_label": "20.1",</a:t>
            </a:r>
          </a:p>
          <a:p>
            <a:r>
              <a:t>          "yoy_label": "(-43.0%)",</a:t>
            </a:r>
          </a:p>
          <a:p>
            <a:r>
              <a:t>          "label": "20.1\n(-43.0%)"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"NV_XC03",</a:t>
            </a:r>
          </a:p>
          <a:p>
            <a:r>
              <a:t>          "month": "2026-02",</a:t>
            </a:r>
          </a:p>
          <a:p>
            <a:r>
              <a:t>          "start": "2026-02-01",</a:t>
            </a:r>
          </a:p>
          <a:p>
            <a:r>
              <a:t>          "end": "2026-02-28",</a:t>
            </a:r>
          </a:p>
          <a:p>
            <a:r>
              <a:t>          "days": 28,</a:t>
            </a:r>
          </a:p>
          <a:p>
            <a:r>
              <a:t>          "partial": false,</a:t>
            </a:r>
          </a:p>
          <a:p>
            <a:r>
              <a:t>          "raw_sum": 142.9216,</a:t>
            </a:r>
          </a:p>
          <a:p>
            <a:r>
              <a:t>          "raw_mean": 5.104342857142858,</a:t>
            </a:r>
          </a:p>
          <a:p>
            <a:r>
              <a:t>          "value": 16.300966582206435,</a:t>
            </a:r>
          </a:p>
          <a:p>
            <a:r>
              <a:t>          "prior_start": "2025-02-01",</a:t>
            </a:r>
          </a:p>
          <a:p>
            <a:r>
              <a:t>          "prior_end": "2025-02-28",</a:t>
            </a:r>
          </a:p>
          <a:p>
            <a:r>
              <a:t>          "prior_days": 28,</a:t>
            </a:r>
          </a:p>
          <a:p>
            <a:r>
              <a:t>          "prior_raw_mean": 9.499574999999998,</a:t>
            </a:r>
          </a:p>
          <a:p>
            <a:r>
              <a:t>          "prior_value": 30.337353691566445,</a:t>
            </a:r>
          </a:p>
          <a:p>
            <a:r>
              <a:t>          "yoy_fraction": -0.46267671373268193,</a:t>
            </a:r>
          </a:p>
          <a:p>
            <a:r>
              <a:t>          "yoy_pct": -46.26767137326819,</a:t>
            </a:r>
          </a:p>
          <a:p>
            <a:r>
              <a:t>          "value_label": "16.3",</a:t>
            </a:r>
          </a:p>
          <a:p>
            <a:r>
              <a:t>          "yoy_label": "(-46.3%)",</a:t>
            </a:r>
          </a:p>
          <a:p>
            <a:r>
              <a:t>          "label": "16.3\n(-46.3%)"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"NV_XC03",</a:t>
            </a:r>
          </a:p>
          <a:p>
            <a:r>
              <a:t>          "month": "2026-03",</a:t>
            </a:r>
          </a:p>
          <a:p>
            <a:r>
              <a:t>          "start": "2026-03-01",</a:t>
            </a:r>
          </a:p>
          <a:p>
            <a:r>
              <a:t>          "end": "2026-03-31",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138.33843,</a:t>
            </a:r>
          </a:p>
          <a:p>
            <a:r>
              <a:t>          "raw_mean": 4.462529999999999,</a:t>
            </a:r>
          </a:p>
          <a:p>
            <a:r>
              <a:t>          "value": 14.251306081506383,</a:t>
            </a:r>
          </a:p>
          <a:p>
            <a:r>
              <a:t>          "prior_start": "2025-03-01",</a:t>
            </a:r>
          </a:p>
          <a:p>
            <a:r>
              <a:t>          "prior_end": "2025-03-31",</a:t>
            </a:r>
          </a:p>
          <a:p>
            <a:r>
              <a:t>          "prior_days": 31,</a:t>
            </a:r>
          </a:p>
          <a:p>
            <a:r>
              <a:t>          "prior_raw_mean": 9.173092903225806,</a:t>
            </a:r>
          </a:p>
          <a:p>
            <a:r>
              <a:t>          "prior_value": 29.294717274273783,</a:t>
            </a:r>
          </a:p>
          <a:p>
            <a:r>
              <a:t>          "yoy_fraction": -0.5135195896216522,</a:t>
            </a:r>
          </a:p>
          <a:p>
            <a:r>
              <a:t>          "yoy_pct": -51.35195896216522,</a:t>
            </a:r>
          </a:p>
          <a:p>
            <a:r>
              <a:t>          "value_label": "14.3",</a:t>
            </a:r>
          </a:p>
          <a:p>
            <a:r>
              <a:t>          "yoy_label": "(-51.4%)",</a:t>
            </a:r>
          </a:p>
          <a:p>
            <a:r>
              <a:t>          "label": "14.3\n(-51.4%)"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"NV_XC03",</a:t>
            </a:r>
          </a:p>
          <a:p>
            <a:r>
              <a:t>          "month": "2026-04",</a:t>
            </a:r>
          </a:p>
          <a:p>
            <a:r>
              <a:t>          "start": "2026-04-01",</a:t>
            </a:r>
          </a:p>
          <a:p>
            <a:r>
              <a:t>          "end": "2026-04-30",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135.30816,</a:t>
            </a:r>
          </a:p>
          <a:p>
            <a:r>
              <a:t>          "raw_mean": 4.510272,</a:t>
            </a:r>
          </a:p>
          <a:p>
            <a:r>
              <a:t>          "value": 14.40377247499691,</a:t>
            </a:r>
          </a:p>
          <a:p>
            <a:r>
              <a:t>          "prior_start": "2025-04-01",</a:t>
            </a:r>
          </a:p>
          <a:p>
            <a:r>
              <a:t>          "prior_end": "2025-04-30",</a:t>
            </a:r>
          </a:p>
          <a:p>
            <a:r>
              <a:t>          "prior_days": 30,</a:t>
            </a:r>
          </a:p>
          <a:p>
            <a:r>
              <a:t>          "prior_raw_mean": 8.693899333333333,</a:t>
            </a:r>
          </a:p>
          <a:p>
            <a:r>
              <a:t>          "prior_value": 27.76438935786149,</a:t>
            </a:r>
          </a:p>
          <a:p>
            <a:r>
              <a:t>          "yoy_fraction": -0.4812141448766104,</a:t>
            </a:r>
          </a:p>
          <a:p>
            <a:r>
              <a:t>          "yoy_pct": -48.12141448766104,</a:t>
            </a:r>
          </a:p>
          <a:p>
            <a:r>
              <a:t>          "value_label": "14.4",</a:t>
            </a:r>
          </a:p>
          <a:p>
            <a:r>
              <a:t>          "yoy_label": "(-48.1%)",</a:t>
            </a:r>
          </a:p>
          <a:p>
            <a:r>
              <a:t>          "label": "14.4\n(-48.1%)"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"NV_XC03",</a:t>
            </a:r>
          </a:p>
          <a:p>
            <a:r>
              <a:t>          "month": "2026-05",</a:t>
            </a:r>
          </a:p>
          <a:p>
            <a:r>
              <a:t>          "start": "2026-05-01",</a:t>
            </a:r>
          </a:p>
          <a:p>
            <a:r>
              <a:t>          "end": "2026-05-31",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137.2379,</a:t>
            </a:r>
          </a:p>
          <a:p>
            <a:r>
              <a:t>          "raw_mean": 4.427029032258065,</a:t>
            </a:r>
          </a:p>
          <a:p>
            <a:r>
              <a:t>          "value": 14.137932018479356,</a:t>
            </a:r>
          </a:p>
          <a:p>
            <a:r>
              <a:t>          "prior_start": "2025-05-01",</a:t>
            </a:r>
          </a:p>
          <a:p>
            <a:r>
              <a:t>          "prior_end": "2025-05-31",</a:t>
            </a:r>
          </a:p>
          <a:p>
            <a:r>
              <a:t>          "prior_days": 31,</a:t>
            </a:r>
          </a:p>
          <a:p>
            <a:r>
              <a:t>          "prior_raw_mean": 9.95462129032258,</a:t>
            </a:r>
          </a:p>
          <a:p>
            <a:r>
              <a:t>          "prior_value": 31.79056609902166,</a:t>
            </a:r>
          </a:p>
          <a:p>
            <a:r>
              <a:t>          "yoy_fraction": -0.5552790103063171,</a:t>
            </a:r>
          </a:p>
          <a:p>
            <a:r>
              <a:t>          "yoy_pct": -55.52790103063171,</a:t>
            </a:r>
          </a:p>
          <a:p>
            <a:r>
              <a:t>          "value_label": "14.1",</a:t>
            </a:r>
          </a:p>
          <a:p>
            <a:r>
              <a:t>          "yoy_label": "(-55.5%)",</a:t>
            </a:r>
          </a:p>
          <a:p>
            <a:r>
              <a:t>          "label": "14.1\n(-55.5%)"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"NV_XC03",</a:t>
            </a:r>
          </a:p>
          <a:p>
            <a:r>
              <a:t>          "month": "2026-06",</a:t>
            </a:r>
          </a:p>
          <a:p>
            <a:r>
              <a:t>          "start": "2026-06-01",</a:t>
            </a:r>
          </a:p>
          <a:p>
            <a:r>
              <a:t>          "end": "2026-06-30",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129.05155,</a:t>
            </a:r>
          </a:p>
          <a:p>
            <a:r>
              <a:t>          "raw_mean": 4.301718333333333,</a:t>
            </a:r>
          </a:p>
          <a:p>
            <a:r>
              <a:t>          "value": 13.737746221260325,</a:t>
            </a:r>
          </a:p>
          <a:p>
            <a:r>
              <a:t>          "prior_start": "2025-06-01",</a:t>
            </a:r>
          </a:p>
          <a:p>
            <a:r>
              <a:t>          "prior_end": "2025-06-30",</a:t>
            </a:r>
          </a:p>
          <a:p>
            <a:r>
              <a:t>          "prior_days": 30,</a:t>
            </a:r>
          </a:p>
          <a:p>
            <a:r>
              <a:t>          "prior_raw_mean": 9.204476999999999,</a:t>
            </a:r>
          </a:p>
          <a:p>
            <a:r>
              <a:t>          "prior_value": 29.394943910110552,</a:t>
            </a:r>
          </a:p>
          <a:p>
            <a:r>
              <a:t>          "yoy_fraction": -0.5326493473411544,</a:t>
            </a:r>
          </a:p>
          <a:p>
            <a:r>
              <a:t>          "yoy_pct": -53.26493473411544,</a:t>
            </a:r>
          </a:p>
          <a:p>
            <a:r>
              <a:t>          "value_label": "13.7",</a:t>
            </a:r>
          </a:p>
          <a:p>
            <a:r>
              <a:t>          "yoy_label": "(-53.3%)",</a:t>
            </a:r>
          </a:p>
          <a:p>
            <a:r>
              <a:t>          "label": "13.7\n(-53.3%)"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"NV_XC03",</a:t>
            </a:r>
          </a:p>
          <a:p>
            <a:r>
              <a:t>          "month": "2026-07",</a:t>
            </a:r>
          </a:p>
          <a:p>
            <a:r>
              <a:t>          "start": "2026-07-01",</a:t>
            </a:r>
          </a:p>
          <a:p>
            <a:r>
              <a:t>          "end": "2026-07-31",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134.93126,</a:t>
            </a:r>
          </a:p>
          <a:p>
            <a:r>
              <a:t>          "raw_mean": 4.352621290322581,</a:t>
            </a:r>
          </a:p>
          <a:p>
            <a:r>
              <a:t>          "value": 13.90030728426887,</a:t>
            </a:r>
          </a:p>
          <a:p>
            <a:r>
              <a:t>          "prior_start": "2025-07-01",</a:t>
            </a:r>
          </a:p>
          <a:p>
            <a:r>
              <a:t>          "prior_end": "2025-07-31",</a:t>
            </a:r>
          </a:p>
          <a:p>
            <a:r>
              <a:t>          "prior_days": 31,</a:t>
            </a:r>
          </a:p>
          <a:p>
            <a:r>
              <a:t>          "prior_raw_mean": 8.946464838709678,</a:t>
            </a:r>
          </a:p>
          <a:p>
            <a:r>
              <a:t>          "prior_value": 28.570969554016727,</a:t>
            </a:r>
          </a:p>
          <a:p>
            <a:r>
              <a:t>          "yoy_fraction": -0.5134814288332523,</a:t>
            </a:r>
          </a:p>
          <a:p>
            <a:r>
              <a:t>          "yoy_pct": -51.34814288332523,</a:t>
            </a:r>
          </a:p>
          <a:p>
            <a:r>
              <a:t>          "value_label": "13.9",</a:t>
            </a:r>
          </a:p>
          <a:p>
            <a:r>
              <a:t>          "yoy_label": "(-51.3%)",</a:t>
            </a:r>
          </a:p>
          <a:p>
            <a:r>
              <a:t>          "label": "13.9\n(-51.3%)"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"NV_XC03",</a:t>
            </a:r>
          </a:p>
          <a:p>
            <a:r>
              <a:t>          "month": "2026-08",</a:t>
            </a:r>
          </a:p>
          <a:p>
            <a:r>
              <a:t>          "start": "2026-08-01",</a:t>
            </a:r>
          </a:p>
          <a:p>
            <a:r>
              <a:t>          "end": "2026-08-31",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126.08156,</a:t>
            </a:r>
          </a:p>
          <a:p>
            <a:r>
              <a:t>          "raw_mean": 4.067147096774193,</a:t>
            </a:r>
          </a:p>
          <a:p>
            <a:r>
              <a:t>          "value": 12.988631595673104,</a:t>
            </a:r>
          </a:p>
          <a:p>
            <a:r>
              <a:t>          "prior_start": "2025-08-01",</a:t>
            </a:r>
          </a:p>
          <a:p>
            <a:r>
              <a:t>          "prior_end": "2025-08-31",</a:t>
            </a:r>
          </a:p>
          <a:p>
            <a:r>
              <a:t>          "prior_days": 31,</a:t>
            </a:r>
          </a:p>
          <a:p>
            <a:r>
              <a:t>          "prior_raw_mean": 8.438740322580646,</a:t>
            </a:r>
          </a:p>
          <a:p>
            <a:r>
              <a:t>          "prior_value": 26.94952667644737,</a:t>
            </a:r>
          </a:p>
          <a:p>
            <a:r>
              <a:t>          "yoy_fraction": -0.5180386003949908,</a:t>
            </a:r>
          </a:p>
          <a:p>
            <a:r>
              <a:t>          "yoy_pct": -51.803860039499085,</a:t>
            </a:r>
          </a:p>
          <a:p>
            <a:r>
              <a:t>          "value_label": "13.0",</a:t>
            </a:r>
          </a:p>
          <a:p>
            <a:r>
              <a:t>          "yoy_label": "(-51.8%)",</a:t>
            </a:r>
          </a:p>
          <a:p>
            <a:r>
              <a:t>          "label": "13.0\n(-51.8%)"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"NV_XC03",</a:t>
            </a:r>
          </a:p>
          <a:p>
            <a:r>
              <a:t>          "month": "2026-09",</a:t>
            </a:r>
          </a:p>
          <a:p>
            <a:r>
              <a:t>          "start": "2026-09-01",</a:t>
            </a:r>
          </a:p>
          <a:p>
            <a:r>
              <a:t>          "end": "2026-09-30",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109.79934,</a:t>
            </a:r>
          </a:p>
          <a:p>
            <a:r>
              <a:t>          "raw_mean": 3.659978,</a:t>
            </a:r>
          </a:p>
          <a:p>
            <a:r>
              <a:t>          "value": 11.688317328864919,</a:t>
            </a:r>
          </a:p>
          <a:p>
            <a:r>
              <a:t>          "prior_start": "2025-09-01",</a:t>
            </a:r>
          </a:p>
          <a:p>
            <a:r>
              <a:t>          "prior_end": "2025-09-30",</a:t>
            </a:r>
          </a:p>
          <a:p>
            <a:r>
              <a:t>          "prior_days": 30,</a:t>
            </a:r>
          </a:p>
          <a:p>
            <a:r>
              <a:t>          "prior_raw_mean": 7.115931,</a:t>
            </a:r>
          </a:p>
          <a:p>
            <a:r>
              <a:t>          "prior_value": 22.725070920728783,</a:t>
            </a:r>
          </a:p>
          <a:p>
            <a:r>
              <a:t>          "yoy_fraction": -0.48566420894188,</a:t>
            </a:r>
          </a:p>
          <a:p>
            <a:r>
              <a:t>          "yoy_pct": -48.566420894188,</a:t>
            </a:r>
          </a:p>
          <a:p>
            <a:r>
              <a:t>          "value_label": "11.7",</a:t>
            </a:r>
          </a:p>
          <a:p>
            <a:r>
              <a:t>          "yoy_label": "(-48.6%)",</a:t>
            </a:r>
          </a:p>
          <a:p>
            <a:r>
              <a:t>          "label": "11.7\n(-48.6%)"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"NV_XC03",</a:t>
            </a:r>
          </a:p>
          <a:p>
            <a:r>
              <a:t>          "month": "2026-10",</a:t>
            </a:r>
          </a:p>
          <a:p>
            <a:r>
              <a:t>          "start": "2026-10-01",</a:t>
            </a:r>
          </a:p>
          <a:p>
            <a:r>
              <a:t>          "end": "2026-10-19",</a:t>
            </a:r>
          </a:p>
          <a:p>
            <a:r>
              <a:t>          "days": 19,</a:t>
            </a:r>
          </a:p>
          <a:p>
            <a:r>
              <a:t>          "partial": true,</a:t>
            </a:r>
          </a:p>
          <a:p>
            <a:r>
              <a:t>          "raw_sum": 70.25467,</a:t>
            </a:r>
          </a:p>
          <a:p>
            <a:r>
              <a:t>          "raw_mean": 3.697614210526316,</a:t>
            </a:r>
          </a:p>
          <a:p>
            <a:r>
              <a:t>          "value": 11.808510393328026,</a:t>
            </a:r>
          </a:p>
          <a:p>
            <a:r>
              <a:t>          "prior_start": "2025-10-01",</a:t>
            </a:r>
          </a:p>
          <a:p>
            <a:r>
              <a:t>          "prior_end": "2025-10-19",</a:t>
            </a:r>
          </a:p>
          <a:p>
            <a:r>
              <a:t>          "prior_days": 19,</a:t>
            </a:r>
          </a:p>
          <a:p>
            <a:r>
              <a:t>          "prior_raw_mean": 7.122278421052631,</a:t>
            </a:r>
          </a:p>
          <a:p>
            <a:r>
              <a:t>          "prior_value": 22.7453417178437,</a:t>
            </a:r>
          </a:p>
          <a:p>
            <a:r>
              <a:t>          "yoy_fraction": -0.48083829472369455,</a:t>
            </a:r>
          </a:p>
          <a:p>
            <a:r>
              <a:t>          "yoy_pct": -48.08382947236945,</a:t>
            </a:r>
          </a:p>
          <a:p>
            <a:r>
              <a:t>          "value_label": "11.8",</a:t>
            </a:r>
          </a:p>
          <a:p>
            <a:r>
              <a:t>          "yoy_label": "(-48.1%)",</a:t>
            </a:r>
          </a:p>
          <a:p>
            <a:r>
              <a:t>          "label": "11.8\n(-48.1%)"</a:t>
            </a:r>
          </a:p>
          <a:p>
            <a:r>
              <a:t>        }</a:t>
            </a:r>
          </a:p>
          <a:p>
            <a:r>
              <a:t>      ]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"NV_XC04",</a:t>
            </a:r>
          </a:p>
          <a:p>
            <a:r>
              <a:t>      "label": "파·파닭",</a:t>
            </a:r>
          </a:p>
          <a:p>
            <a:r>
              <a:t>      "points": [</a:t>
            </a:r>
          </a:p>
          <a:p>
            <a:r>
              <a:t>        {</a:t>
            </a:r>
          </a:p>
          <a:p>
            <a:r>
              <a:t>          "group_id": "NV_XC04",</a:t>
            </a:r>
          </a:p>
          <a:p>
            <a:r>
              <a:t>          "month": "2025-01",</a:t>
            </a:r>
          </a:p>
          <a:p>
            <a:r>
              <a:t>          "start": "2025-01-01",</a:t>
            </a:r>
          </a:p>
          <a:p>
            <a:r>
              <a:t>          "end": "2025-01-31",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126.77507,</a:t>
            </a:r>
          </a:p>
          <a:p>
            <a:r>
              <a:t>          "raw_mean": 4.089518387096774,</a:t>
            </a:r>
          </a:p>
          <a:p>
            <a:r>
              <a:t>          "value": 37.62244500263365,</a:t>
            </a:r>
          </a:p>
          <a:p>
            <a:r>
              <a:t>          "prior_start": "2024-01-01",</a:t>
            </a:r>
          </a:p>
          <a:p>
            <a:r>
              <a:t>          "prior_end": "2024-01-31",</a:t>
            </a:r>
          </a:p>
          <a:p>
            <a:r>
              <a:t>          "prior_days": 31,</a:t>
            </a:r>
          </a:p>
          <a:p>
            <a:r>
              <a:t>          "prior_raw_mean": 4.917246774193549,</a:t>
            </a:r>
          </a:p>
          <a:p>
            <a:r>
              <a:t>          "prior_value": 45.23731863149993,</a:t>
            </a:r>
          </a:p>
          <a:p>
            <a:r>
              <a:t>          "yoy_fraction": -0.16833167524575265,</a:t>
            </a:r>
          </a:p>
          <a:p>
            <a:r>
              <a:t>          "yoy_pct": -16.833167524575266,</a:t>
            </a:r>
          </a:p>
          <a:p>
            <a:r>
              <a:t>          "value_label": "37.6",</a:t>
            </a:r>
          </a:p>
          <a:p>
            <a:r>
              <a:t>          "yoy_label": "(-16.8%)",</a:t>
            </a:r>
          </a:p>
          <a:p>
            <a:r>
              <a:t>          "label": "37.6\n(-16.8%)"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"NV_XC04",</a:t>
            </a:r>
          </a:p>
          <a:p>
            <a:r>
              <a:t>          "month": "2025-02",</a:t>
            </a:r>
          </a:p>
          <a:p>
            <a:r>
              <a:t>          "start": "2025-02-01",</a:t>
            </a:r>
          </a:p>
          <a:p>
            <a:r>
              <a:t>          "end": "2025-02-28",</a:t>
            </a:r>
          </a:p>
          <a:p>
            <a:r>
              <a:t>          "days": 28,</a:t>
            </a:r>
          </a:p>
          <a:p>
            <a:r>
              <a:t>          "partial": false,</a:t>
            </a:r>
          </a:p>
          <a:p>
            <a:r>
              <a:t>          "raw_sum": 113.29703,</a:t>
            </a:r>
          </a:p>
          <a:p>
            <a:r>
              <a:t>          "raw_mean": 4.0463225000000005,</a:t>
            </a:r>
          </a:p>
          <a:p>
            <a:r>
              <a:t>          "value": 37.225054715365104,</a:t>
            </a:r>
          </a:p>
          <a:p>
            <a:r>
              <a:t>          "prior_start": "2024-02-01",</a:t>
            </a:r>
          </a:p>
          <a:p>
            <a:r>
              <a:t>          "prior_end": "2024-02-29",</a:t>
            </a:r>
          </a:p>
          <a:p>
            <a:r>
              <a:t>          "prior_days": 29,</a:t>
            </a:r>
          </a:p>
          <a:p>
            <a:r>
              <a:t>          "prior_raw_mean": 5.081692413793103,</a:t>
            </a:r>
          </a:p>
          <a:p>
            <a:r>
              <a:t>          "prior_value": 46.750173311718,</a:t>
            </a:r>
          </a:p>
          <a:p>
            <a:r>
              <a:t>          "yoy_fraction": -0.2037450970040663,</a:t>
            </a:r>
          </a:p>
          <a:p>
            <a:r>
              <a:t>          "yoy_pct": -20.37450970040663,</a:t>
            </a:r>
          </a:p>
          <a:p>
            <a:r>
              <a:t>          "value_label": "37.2",</a:t>
            </a:r>
          </a:p>
          <a:p>
            <a:r>
              <a:t>          "yoy_label": "(-20.4%)",</a:t>
            </a:r>
          </a:p>
          <a:p>
            <a:r>
              <a:t>          "label": "37.2\n(-20.4%)"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"NV_XC04",</a:t>
            </a:r>
          </a:p>
          <a:p>
            <a:r>
              <a:t>          "month": "2025-03",</a:t>
            </a:r>
          </a:p>
          <a:p>
            <a:r>
              <a:t>          "start": "2025-03-01",</a:t>
            </a:r>
          </a:p>
          <a:p>
            <a:r>
              <a:t>          "end": "2025-03-31",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118.67917,</a:t>
            </a:r>
          </a:p>
          <a:p>
            <a:r>
              <a:t>          "raw_mean": 3.8283603225806453,</a:t>
            </a:r>
          </a:p>
          <a:p>
            <a:r>
              <a:t>          "value": 35.2198625982475,</a:t>
            </a:r>
          </a:p>
          <a:p>
            <a:r>
              <a:t>          "prior_start": "2024-03-01",</a:t>
            </a:r>
          </a:p>
          <a:p>
            <a:r>
              <a:t>          "prior_end": "2024-03-31",</a:t>
            </a:r>
          </a:p>
          <a:p>
            <a:r>
              <a:t>          "prior_days": 31,</a:t>
            </a:r>
          </a:p>
          <a:p>
            <a:r>
              <a:t>          "prior_raw_mean": 4.413897741935483,</a:t>
            </a:r>
          </a:p>
          <a:p>
            <a:r>
              <a:t>          "prior_value": 40.60664589922698,</a:t>
            </a:r>
          </a:p>
          <a:p>
            <a:r>
              <a:t>          "yoy_fraction": -0.1326576766361791,</a:t>
            </a:r>
          </a:p>
          <a:p>
            <a:r>
              <a:t>          "yoy_pct": -13.265767663617911,</a:t>
            </a:r>
          </a:p>
          <a:p>
            <a:r>
              <a:t>          "value_label": "35.2",</a:t>
            </a:r>
          </a:p>
          <a:p>
            <a:r>
              <a:t>          "yoy_label": "(-13.3%)",</a:t>
            </a:r>
          </a:p>
          <a:p>
            <a:r>
              <a:t>          "label": "35.2\n(-13.3%)"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"NV_XC04",</a:t>
            </a:r>
          </a:p>
          <a:p>
            <a:r>
              <a:t>          "month": "2025-04",</a:t>
            </a:r>
          </a:p>
          <a:p>
            <a:r>
              <a:t>          "start": "2025-04-01",</a:t>
            </a:r>
          </a:p>
          <a:p>
            <a:r>
              <a:t>          "end": "2025-04-30",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116.67405000000001,</a:t>
            </a:r>
          </a:p>
          <a:p>
            <a:r>
              <a:t>          "raw_mean": 3.8891350000000005,</a:t>
            </a:r>
          </a:p>
          <a:p>
            <a:r>
              <a:t>          "value": 35.77897292428903,</a:t>
            </a:r>
          </a:p>
          <a:p>
            <a:r>
              <a:t>          "prior_start": "2024-04-01",</a:t>
            </a:r>
          </a:p>
          <a:p>
            <a:r>
              <a:t>          "prior_end": "2024-04-30",</a:t>
            </a:r>
          </a:p>
          <a:p>
            <a:r>
              <a:t>          "prior_days": 30,</a:t>
            </a:r>
          </a:p>
          <a:p>
            <a:r>
              <a:t>          "prior_raw_mean": 4.045424333333333,</a:t>
            </a:r>
          </a:p>
          <a:p>
            <a:r>
              <a:t>          "prior_value": 37.21679182892682,</a:t>
            </a:r>
          </a:p>
          <a:p>
            <a:r>
              <a:t>          "yoy_fraction": -0.038633606874202586,</a:t>
            </a:r>
          </a:p>
          <a:p>
            <a:r>
              <a:t>          "yoy_pct": -3.8633606874202586,</a:t>
            </a:r>
          </a:p>
          <a:p>
            <a:r>
              <a:t>          "value_label": "35.8",</a:t>
            </a:r>
          </a:p>
          <a:p>
            <a:r>
              <a:t>          "yoy_label": "(-3.9%)",</a:t>
            </a:r>
          </a:p>
          <a:p>
            <a:r>
              <a:t>          "label": "35.8\n(-3.9%)"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"NV_XC04",</a:t>
            </a:r>
          </a:p>
          <a:p>
            <a:r>
              <a:t>          "month": "2025-05",</a:t>
            </a:r>
          </a:p>
          <a:p>
            <a:r>
              <a:t>          "start": "2025-05-01",</a:t>
            </a:r>
          </a:p>
          <a:p>
            <a:r>
              <a:t>          "end": "2025-05-31",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115.21166,</a:t>
            </a:r>
          </a:p>
          <a:p>
            <a:r>
              <a:t>          "raw_mean": 3.7165051612903226,</a:t>
            </a:r>
          </a:p>
          <a:p>
            <a:r>
              <a:t>          "value": 34.19082586199421,</a:t>
            </a:r>
          </a:p>
          <a:p>
            <a:r>
              <a:t>          "prior_start": "2024-05-01",</a:t>
            </a:r>
          </a:p>
          <a:p>
            <a:r>
              <a:t>          "prior_end": "2024-05-31",</a:t>
            </a:r>
          </a:p>
          <a:p>
            <a:r>
              <a:t>          "prior_days": 31,</a:t>
            </a:r>
          </a:p>
          <a:p>
            <a:r>
              <a:t>          "prior_raw_mean": 4.344840322580645,</a:t>
            </a:r>
          </a:p>
          <a:p>
            <a:r>
              <a:t>          "prior_value": 39.9713366242036,</a:t>
            </a:r>
          </a:p>
          <a:p>
            <a:r>
              <a:t>          "yoy_fraction": -0.1446163989099416,</a:t>
            </a:r>
          </a:p>
          <a:p>
            <a:r>
              <a:t>          "yoy_pct": -14.46163989099416,</a:t>
            </a:r>
          </a:p>
          <a:p>
            <a:r>
              <a:t>          "value_label": "34.2",</a:t>
            </a:r>
          </a:p>
          <a:p>
            <a:r>
              <a:t>          "yoy_label": "(-14.5%)",</a:t>
            </a:r>
          </a:p>
          <a:p>
            <a:r>
              <a:t>          "label": "34.2\n(-14.5%)"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"NV_XC04",</a:t>
            </a:r>
          </a:p>
          <a:p>
            <a:r>
              <a:t>          "month": "2025-06",</a:t>
            </a:r>
          </a:p>
          <a:p>
            <a:r>
              <a:t>          "start": "2025-06-01",</a:t>
            </a:r>
          </a:p>
          <a:p>
            <a:r>
              <a:t>          "end": "2025-06-30",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112.75426,</a:t>
            </a:r>
          </a:p>
          <a:p>
            <a:r>
              <a:t>          "raw_mean": 3.7584753333333336,</a:t>
            </a:r>
          </a:p>
          <a:p>
            <a:r>
              <a:t>          "value": 34.576939907702226,</a:t>
            </a:r>
          </a:p>
          <a:p>
            <a:r>
              <a:t>          "prior_start": "2024-06-01",</a:t>
            </a:r>
          </a:p>
          <a:p>
            <a:r>
              <a:t>          "prior_end": "2024-06-30",</a:t>
            </a:r>
          </a:p>
          <a:p>
            <a:r>
              <a:t>          "prior_days": 30,</a:t>
            </a:r>
          </a:p>
          <a:p>
            <a:r>
              <a:t>          "prior_raw_mean": 4.263024,</a:t>
            </a:r>
          </a:p>
          <a:p>
            <a:r>
              <a:t>          "prior_value": 39.21864894676947,</a:t>
            </a:r>
          </a:p>
          <a:p>
            <a:r>
              <a:t>          "yoy_fraction": -0.11835463902306587,</a:t>
            </a:r>
          </a:p>
          <a:p>
            <a:r>
              <a:t>          "yoy_pct": -11.835463902306586,</a:t>
            </a:r>
          </a:p>
          <a:p>
            <a:r>
              <a:t>          "value_label": "34.6",</a:t>
            </a:r>
          </a:p>
          <a:p>
            <a:r>
              <a:t>          "yoy_label": "(-11.8%)",</a:t>
            </a:r>
          </a:p>
          <a:p>
            <a:r>
              <a:t>          "label": "34.6\n(-11.8%)"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"NV_XC04",</a:t>
            </a:r>
          </a:p>
          <a:p>
            <a:r>
              <a:t>          "month": "2025-07",</a:t>
            </a:r>
          </a:p>
          <a:p>
            <a:r>
              <a:t>          "start": "2025-07-01",</a:t>
            </a:r>
          </a:p>
          <a:p>
            <a:r>
              <a:t>          "end": "2025-07-31",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116.16147,</a:t>
            </a:r>
          </a:p>
          <a:p>
            <a:r>
              <a:t>          "raw_mean": 3.747144193548387,</a:t>
            </a:r>
          </a:p>
          <a:p>
            <a:r>
              <a:t>          "value": 34.47269653647265,</a:t>
            </a:r>
          </a:p>
          <a:p>
            <a:r>
              <a:t>          "prior_start": "2024-07-01",</a:t>
            </a:r>
          </a:p>
          <a:p>
            <a:r>
              <a:t>          "prior_end": "2024-07-31",</a:t>
            </a:r>
          </a:p>
          <a:p>
            <a:r>
              <a:t>          "prior_days": 31,</a:t>
            </a:r>
          </a:p>
          <a:p>
            <a:r>
              <a:t>          "prior_raw_mean": 4.1916474193548385,</a:t>
            </a:r>
          </a:p>
          <a:p>
            <a:r>
              <a:t>          "prior_value": 38.56200402538424,</a:t>
            </a:r>
          </a:p>
          <a:p>
            <a:r>
              <a:t>          "yoy_fraction": -0.10604499408847434,</a:t>
            </a:r>
          </a:p>
          <a:p>
            <a:r>
              <a:t>          "yoy_pct": -10.604499408847435,</a:t>
            </a:r>
          </a:p>
          <a:p>
            <a:r>
              <a:t>          "value_label": "34.5",</a:t>
            </a:r>
          </a:p>
          <a:p>
            <a:r>
              <a:t>          "yoy_label": "(-10.6%)",</a:t>
            </a:r>
          </a:p>
          <a:p>
            <a:r>
              <a:t>          "label": "34.5\n(-10.6%)"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"NV_XC04",</a:t>
            </a:r>
          </a:p>
          <a:p>
            <a:r>
              <a:t>          "month": "2025-08",</a:t>
            </a:r>
          </a:p>
          <a:p>
            <a:r>
              <a:t>          "start": "2025-08-01",</a:t>
            </a:r>
          </a:p>
          <a:p>
            <a:r>
              <a:t>          "end": "2025-08-31",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107.43238,</a:t>
            </a:r>
          </a:p>
          <a:p>
            <a:r>
              <a:t>          "raw_mean": 3.46556064516129,</a:t>
            </a:r>
          </a:p>
          <a:p>
            <a:r>
              <a:t>          "value": 31.882205295189653,</a:t>
            </a:r>
          </a:p>
          <a:p>
            <a:r>
              <a:t>          "prior_start": "2024-08-01",</a:t>
            </a:r>
          </a:p>
          <a:p>
            <a:r>
              <a:t>          "prior_end": "2024-08-31",</a:t>
            </a:r>
          </a:p>
          <a:p>
            <a:r>
              <a:t>          "prior_days": 31,</a:t>
            </a:r>
          </a:p>
          <a:p>
            <a:r>
              <a:t>          "prior_raw_mean": 4.3837454838709675,</a:t>
            </a:r>
          </a:p>
          <a:p>
            <a:r>
              <a:t>          "prior_value": 40.32925341352091,</a:t>
            </a:r>
          </a:p>
          <a:p>
            <a:r>
              <a:t>          "yoy_fraction": -0.2094521322207089,</a:t>
            </a:r>
          </a:p>
          <a:p>
            <a:r>
              <a:t>          "yoy_pct": -20.94521322207089,</a:t>
            </a:r>
          </a:p>
          <a:p>
            <a:r>
              <a:t>          "value_label": "31.9",</a:t>
            </a:r>
          </a:p>
          <a:p>
            <a:r>
              <a:t>          "yoy_label": "(-20.9%)",</a:t>
            </a:r>
          </a:p>
          <a:p>
            <a:r>
              <a:t>          "label": "31.9\n(-20.9%)"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"NV_XC04",</a:t>
            </a:r>
          </a:p>
          <a:p>
            <a:r>
              <a:t>          "month": "2025-09",</a:t>
            </a:r>
          </a:p>
          <a:p>
            <a:r>
              <a:t>          "start": "2025-09-01",</a:t>
            </a:r>
          </a:p>
          <a:p>
            <a:r>
              <a:t>          "end": "2025-09-30",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97.01478,</a:t>
            </a:r>
          </a:p>
          <a:p>
            <a:r>
              <a:t>          "raw_mean": 3.233826,</a:t>
            </a:r>
          </a:p>
          <a:p>
            <a:r>
              <a:t>          "value": 29.75031026072941,</a:t>
            </a:r>
          </a:p>
          <a:p>
            <a:r>
              <a:t>          "prior_start": "2024-09-01",</a:t>
            </a:r>
          </a:p>
          <a:p>
            <a:r>
              <a:t>          "prior_end": "2024-09-30",</a:t>
            </a:r>
          </a:p>
          <a:p>
            <a:r>
              <a:t>          "prior_days": 30,</a:t>
            </a:r>
          </a:p>
          <a:p>
            <a:r>
              <a:t>          "prior_raw_mean": 4.499216333333334,</a:t>
            </a:r>
          </a:p>
          <a:p>
            <a:r>
              <a:t>          "prior_value": 41.391553487048476,</a:t>
            </a:r>
          </a:p>
          <a:p>
            <a:r>
              <a:t>          "yoy_fraction": -0.2812468304665502,</a:t>
            </a:r>
          </a:p>
          <a:p>
            <a:r>
              <a:t>          "yoy_pct": -28.12468304665502,</a:t>
            </a:r>
          </a:p>
          <a:p>
            <a:r>
              <a:t>          "value_label": "29.8",</a:t>
            </a:r>
          </a:p>
          <a:p>
            <a:r>
              <a:t>          "yoy_label": "(-28.1%)",</a:t>
            </a:r>
          </a:p>
          <a:p>
            <a:r>
              <a:t>          "label": "29.8\n(-28.1%)"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"NV_XC04",</a:t>
            </a:r>
          </a:p>
          <a:p>
            <a:r>
              <a:t>          "month": "2025-10",</a:t>
            </a:r>
          </a:p>
          <a:p>
            <a:r>
              <a:t>          "start": "2025-10-01",</a:t>
            </a:r>
          </a:p>
          <a:p>
            <a:r>
              <a:t>          "end": "2025-10-31",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109.51288,</a:t>
            </a:r>
          </a:p>
          <a:p>
            <a:r>
              <a:t>          "raw_mean": 3.5326735483870966,</a:t>
            </a:r>
          </a:p>
          <a:p>
            <a:r>
              <a:t>          "value": 32.49962555634967,</a:t>
            </a:r>
          </a:p>
          <a:p>
            <a:r>
              <a:t>          "prior_start": "2024-10-01",</a:t>
            </a:r>
          </a:p>
          <a:p>
            <a:r>
              <a:t>          "prior_end": "2024-10-31",</a:t>
            </a:r>
          </a:p>
          <a:p>
            <a:r>
              <a:t>          "prior_days": 31,</a:t>
            </a:r>
          </a:p>
          <a:p>
            <a:r>
              <a:t>          "prior_raw_mean": 4.219853870967742,</a:t>
            </a:r>
          </a:p>
          <a:p>
            <a:r>
              <a:t>          "prior_value": 38.8214956266139,</a:t>
            </a:r>
          </a:p>
          <a:p>
            <a:r>
              <a:t>          "yoy_fraction": -0.16284457793867946,</a:t>
            </a:r>
          </a:p>
          <a:p>
            <a:r>
              <a:t>          "yoy_pct": -16.284457793867947,</a:t>
            </a:r>
          </a:p>
          <a:p>
            <a:r>
              <a:t>          "value_label": "32.5",</a:t>
            </a:r>
          </a:p>
          <a:p>
            <a:r>
              <a:t>          "yoy_label": "(-16.3%)",</a:t>
            </a:r>
          </a:p>
          <a:p>
            <a:r>
              <a:t>          "label": "32.5\n(-16.3%)"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"NV_XC04",</a:t>
            </a:r>
          </a:p>
          <a:p>
            <a:r>
              <a:t>          "month": "2025-11",</a:t>
            </a:r>
          </a:p>
          <a:p>
            <a:r>
              <a:t>          "start": "2025-11-01",</a:t>
            </a:r>
          </a:p>
          <a:p>
            <a:r>
              <a:t>          "end": "2025-11-30",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102.29141,</a:t>
            </a:r>
          </a:p>
          <a:p>
            <a:r>
              <a:t>          "raw_mean": 3.4097136666666668,</a:t>
            </a:r>
          </a:p>
          <a:p>
            <a:r>
              <a:t>          "value": 31.368428444691407,</a:t>
            </a:r>
          </a:p>
          <a:p>
            <a:r>
              <a:t>          "prior_start": "2024-11-01",</a:t>
            </a:r>
          </a:p>
          <a:p>
            <a:r>
              <a:t>          "prior_end": "2024-11-30",</a:t>
            </a:r>
          </a:p>
          <a:p>
            <a:r>
              <a:t>          "prior_days": 30,</a:t>
            </a:r>
          </a:p>
          <a:p>
            <a:r>
              <a:t>          "prior_raw_mean": 3.9785856666666666,</a:t>
            </a:r>
          </a:p>
          <a:p>
            <a:r>
              <a:t>          "prior_value": 36.60189446872661,</a:t>
            </a:r>
          </a:p>
          <a:p>
            <a:r>
              <a:t>          "yoy_fraction": -0.14298347394304367,</a:t>
            </a:r>
          </a:p>
          <a:p>
            <a:r>
              <a:t>          "yoy_pct": -14.298347394304367,</a:t>
            </a:r>
          </a:p>
          <a:p>
            <a:r>
              <a:t>          "value_label": "31.4",</a:t>
            </a:r>
          </a:p>
          <a:p>
            <a:r>
              <a:t>          "yoy_label": "(-14.3%)",</a:t>
            </a:r>
          </a:p>
          <a:p>
            <a:r>
              <a:t>          "label": "31.4\n(-14.3%)"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"NV_XC04",</a:t>
            </a:r>
          </a:p>
          <a:p>
            <a:r>
              <a:t>          "month": "2025-12",</a:t>
            </a:r>
          </a:p>
          <a:p>
            <a:r>
              <a:t>          "start": "2025-12-01",</a:t>
            </a:r>
          </a:p>
          <a:p>
            <a:r>
              <a:t>          "end": "2025-12-31",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92.61252999999999,</a:t>
            </a:r>
          </a:p>
          <a:p>
            <a:r>
              <a:t>          "raw_mean": 2.9875009677419353,</a:t>
            </a:r>
          </a:p>
          <a:p>
            <a:r>
              <a:t>          "value": 27.484187675698056,</a:t>
            </a:r>
          </a:p>
          <a:p>
            <a:r>
              <a:t>          "prior_start": "2024-12-01",</a:t>
            </a:r>
          </a:p>
          <a:p>
            <a:r>
              <a:t>          "prior_end": "2024-12-31",</a:t>
            </a:r>
          </a:p>
          <a:p>
            <a:r>
              <a:t>          "prior_days": 31,</a:t>
            </a:r>
          </a:p>
          <a:p>
            <a:r>
              <a:t>          "prior_raw_mean": 3.7656245161290323,</a:t>
            </a:r>
          </a:p>
          <a:p>
            <a:r>
              <a:t>          "prior_value": 34.64271042419962,</a:t>
            </a:r>
          </a:p>
          <a:p>
            <a:r>
              <a:t>          "yoy_fraction": -0.20663864521123,</a:t>
            </a:r>
          </a:p>
          <a:p>
            <a:r>
              <a:t>          "yoy_pct": -20.663864521123,</a:t>
            </a:r>
          </a:p>
          <a:p>
            <a:r>
              <a:t>          "value_label": "27.5",</a:t>
            </a:r>
          </a:p>
          <a:p>
            <a:r>
              <a:t>          "yoy_label": "(-20.7%)",</a:t>
            </a:r>
          </a:p>
          <a:p>
            <a:r>
              <a:t>          "label": "27.5\n(-20.7%)"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"NV_XC04",</a:t>
            </a:r>
          </a:p>
          <a:p>
            <a:r>
              <a:t>          "month": "2026-01",</a:t>
            </a:r>
          </a:p>
          <a:p>
            <a:r>
              <a:t>          "start": "2026-01-01",</a:t>
            </a:r>
          </a:p>
          <a:p>
            <a:r>
              <a:t>          "end": "2026-01-31",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95.52225,</a:t>
            </a:r>
          </a:p>
          <a:p>
            <a:r>
              <a:t>          "raw_mean": 3.0813629032258065,</a:t>
            </a:r>
          </a:p>
          <a:p>
            <a:r>
              <a:t>          "value": 28.34769168065,</a:t>
            </a:r>
          </a:p>
          <a:p>
            <a:r>
              <a:t>          "prior_start": "2025-01-01",</a:t>
            </a:r>
          </a:p>
          <a:p>
            <a:r>
              <a:t>          "prior_end": "2025-01-31",</a:t>
            </a:r>
          </a:p>
          <a:p>
            <a:r>
              <a:t>          "prior_days": 31,</a:t>
            </a:r>
          </a:p>
          <a:p>
            <a:r>
              <a:t>          "prior_raw_mean": 4.089518387096774,</a:t>
            </a:r>
          </a:p>
          <a:p>
            <a:r>
              <a:t>          "prior_value": 37.62244500263365,</a:t>
            </a:r>
          </a:p>
          <a:p>
            <a:r>
              <a:t>          "yoy_fraction": -0.24652181221434155,</a:t>
            </a:r>
          </a:p>
          <a:p>
            <a:r>
              <a:t>          "yoy_pct": -24.652181221434155,</a:t>
            </a:r>
          </a:p>
          <a:p>
            <a:r>
              <a:t>          "value_label": "28.3",</a:t>
            </a:r>
          </a:p>
          <a:p>
            <a:r>
              <a:t>          "yoy_label": "(-24.7%)",</a:t>
            </a:r>
          </a:p>
          <a:p>
            <a:r>
              <a:t>          "label": "28.3\n(-24.7%)"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"NV_XC04",</a:t>
            </a:r>
          </a:p>
          <a:p>
            <a:r>
              <a:t>          "month": "2026-02",</a:t>
            </a:r>
          </a:p>
          <a:p>
            <a:r>
              <a:t>          "start": "2026-02-01",</a:t>
            </a:r>
          </a:p>
          <a:p>
            <a:r>
              <a:t>          "end": "2026-02-28",</a:t>
            </a:r>
          </a:p>
          <a:p>
            <a:r>
              <a:t>          "days": 28,</a:t>
            </a:r>
          </a:p>
          <a:p>
            <a:r>
              <a:t>          "partial": false,</a:t>
            </a:r>
          </a:p>
          <a:p>
            <a:r>
              <a:t>          "raw_sum": 77.89826,</a:t>
            </a:r>
          </a:p>
          <a:p>
            <a:r>
              <a:t>          "raw_mean": 2.7820807142857142,</a:t>
            </a:r>
          </a:p>
          <a:p>
            <a:r>
              <a:t>          "value": 25.594377811419566,</a:t>
            </a:r>
          </a:p>
          <a:p>
            <a:r>
              <a:t>          "prior_start": "2025-02-01",</a:t>
            </a:r>
          </a:p>
          <a:p>
            <a:r>
              <a:t>          "prior_end": "2025-02-28",</a:t>
            </a:r>
          </a:p>
          <a:p>
            <a:r>
              <a:t>          "prior_days": 28,</a:t>
            </a:r>
          </a:p>
          <a:p>
            <a:r>
              <a:t>          "prior_raw_mean": 4.0463225000000005,</a:t>
            </a:r>
          </a:p>
          <a:p>
            <a:r>
              <a:t>          "prior_value": 37.225054715365104,</a:t>
            </a:r>
          </a:p>
          <a:p>
            <a:r>
              <a:t>          "yoy_fraction": -0.31244217081418635,</a:t>
            </a:r>
          </a:p>
          <a:p>
            <a:r>
              <a:t>          "yoy_pct": -31.244217081418636,</a:t>
            </a:r>
          </a:p>
          <a:p>
            <a:r>
              <a:t>          "value_label": "25.6",</a:t>
            </a:r>
          </a:p>
          <a:p>
            <a:r>
              <a:t>          "yoy_label": "(-31.2%)",</a:t>
            </a:r>
          </a:p>
          <a:p>
            <a:r>
              <a:t>          "label": "25.6\n(-31.2%)"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"NV_XC04",</a:t>
            </a:r>
          </a:p>
          <a:p>
            <a:r>
              <a:t>          "month": "2026-03",</a:t>
            </a:r>
          </a:p>
          <a:p>
            <a:r>
              <a:t>          "start": "2026-03-01",</a:t>
            </a:r>
          </a:p>
          <a:p>
            <a:r>
              <a:t>          "end": "2026-03-31",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91.28585,</a:t>
            </a:r>
          </a:p>
          <a:p>
            <a:r>
              <a:t>          "raw_mean": 2.9447048387096775,</a:t>
            </a:r>
          </a:p>
          <a:p>
            <a:r>
              <a:t>          "value": 27.090475052734455,</a:t>
            </a:r>
          </a:p>
          <a:p>
            <a:r>
              <a:t>          "prior_start": "2025-03-01",</a:t>
            </a:r>
          </a:p>
          <a:p>
            <a:r>
              <a:t>          "prior_end": "2025-03-31",</a:t>
            </a:r>
          </a:p>
          <a:p>
            <a:r>
              <a:t>          "prior_days": 31,</a:t>
            </a:r>
          </a:p>
          <a:p>
            <a:r>
              <a:t>          "prior_raw_mean": 3.8283603225806453,</a:t>
            </a:r>
          </a:p>
          <a:p>
            <a:r>
              <a:t>          "prior_value": 35.2198625982475,</a:t>
            </a:r>
          </a:p>
          <a:p>
            <a:r>
              <a:t>          "yoy_fraction": -0.2308182640643679,</a:t>
            </a:r>
          </a:p>
          <a:p>
            <a:r>
              <a:t>          "yoy_pct": -23.08182640643679,</a:t>
            </a:r>
          </a:p>
          <a:p>
            <a:r>
              <a:t>          "value_label": "27.1",</a:t>
            </a:r>
          </a:p>
          <a:p>
            <a:r>
              <a:t>          "yoy_label": "(-23.1%)",</a:t>
            </a:r>
          </a:p>
          <a:p>
            <a:r>
              <a:t>          "label": "27.1\n(-23.1%)"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"NV_XC04",</a:t>
            </a:r>
          </a:p>
          <a:p>
            <a:r>
              <a:t>          "month": "2026-04",</a:t>
            </a:r>
          </a:p>
          <a:p>
            <a:r>
              <a:t>          "start": "2026-04-01",</a:t>
            </a:r>
          </a:p>
          <a:p>
            <a:r>
              <a:t>          "end": "2026-04-30",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96.89419,</a:t>
            </a:r>
          </a:p>
          <a:p>
            <a:r>
              <a:t>          "raw_mean": 3.2298063333333333,</a:t>
            </a:r>
          </a:p>
          <a:p>
            <a:r>
              <a:t>          "value": 29.71333043235335,</a:t>
            </a:r>
          </a:p>
          <a:p>
            <a:r>
              <a:t>          "prior_start": "2025-04-01",</a:t>
            </a:r>
          </a:p>
          <a:p>
            <a:r>
              <a:t>          "prior_end": "2025-04-30",</a:t>
            </a:r>
          </a:p>
          <a:p>
            <a:r>
              <a:t>          "prior_days": 30,</a:t>
            </a:r>
          </a:p>
          <a:p>
            <a:r>
              <a:t>          "prior_raw_mean": 3.8891350000000005,</a:t>
            </a:r>
          </a:p>
          <a:p>
            <a:r>
              <a:t>          "prior_value": 35.77897292428903,</a:t>
            </a:r>
          </a:p>
          <a:p>
            <a:r>
              <a:t>          "yoy_fraction": -0.16953092825696903,</a:t>
            </a:r>
          </a:p>
          <a:p>
            <a:r>
              <a:t>          "yoy_pct": -16.953092825696903,</a:t>
            </a:r>
          </a:p>
          <a:p>
            <a:r>
              <a:t>          "value_label": "29.7",</a:t>
            </a:r>
          </a:p>
          <a:p>
            <a:r>
              <a:t>          "yoy_label": "(-17.0%)",</a:t>
            </a:r>
          </a:p>
          <a:p>
            <a:r>
              <a:t>          "label": "29.7\n(-17.0%)"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"NV_XC04",</a:t>
            </a:r>
          </a:p>
          <a:p>
            <a:r>
              <a:t>          "month": "2026-05",</a:t>
            </a:r>
          </a:p>
          <a:p>
            <a:r>
              <a:t>          "start": "2026-05-01",</a:t>
            </a:r>
          </a:p>
          <a:p>
            <a:r>
              <a:t>          "end": "2026-05-31",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102.06528,</a:t>
            </a:r>
          </a:p>
          <a:p>
            <a:r>
              <a:t>          "raw_mean": 3.2924283870967743,</a:t>
            </a:r>
          </a:p>
          <a:p>
            <a:r>
              <a:t>          "value": 30.289436112939267,</a:t>
            </a:r>
          </a:p>
          <a:p>
            <a:r>
              <a:t>          "prior_start": "2025-05-01",</a:t>
            </a:r>
          </a:p>
          <a:p>
            <a:r>
              <a:t>          "prior_end": "2025-05-31",</a:t>
            </a:r>
          </a:p>
          <a:p>
            <a:r>
              <a:t>          "prior_days": 31,</a:t>
            </a:r>
          </a:p>
          <a:p>
            <a:r>
              <a:t>          "prior_raw_mean": 3.7165051612903226,</a:t>
            </a:r>
          </a:p>
          <a:p>
            <a:r>
              <a:t>          "prior_value": 34.19082586199421,</a:t>
            </a:r>
          </a:p>
          <a:p>
            <a:r>
              <a:t>          "yoy_fraction": -0.11410633264029013,</a:t>
            </a:r>
          </a:p>
          <a:p>
            <a:r>
              <a:t>          "yoy_pct": -11.410633264029013,</a:t>
            </a:r>
          </a:p>
          <a:p>
            <a:r>
              <a:t>          "value_label": "30.3",</a:t>
            </a:r>
          </a:p>
          <a:p>
            <a:r>
              <a:t>          "yoy_label": "(-11.4%)",</a:t>
            </a:r>
          </a:p>
          <a:p>
            <a:r>
              <a:t>          "label": "30.3\n(-11.4%)"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"NV_XC04",</a:t>
            </a:r>
          </a:p>
          <a:p>
            <a:r>
              <a:t>          "month": "2026-06",</a:t>
            </a:r>
          </a:p>
          <a:p>
            <a:r>
              <a:t>          "start": "2026-06-01",</a:t>
            </a:r>
          </a:p>
          <a:p>
            <a:r>
              <a:t>          "end": "2026-06-30",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93.7885,</a:t>
            </a:r>
          </a:p>
          <a:p>
            <a:r>
              <a:t>          "raw_mean": 3.1262833333333333,</a:t>
            </a:r>
          </a:p>
          <a:p>
            <a:r>
              <a:t>          "value": 28.760947289561656,</a:t>
            </a:r>
          </a:p>
          <a:p>
            <a:r>
              <a:t>          "prior_start": "2025-06-01",</a:t>
            </a:r>
          </a:p>
          <a:p>
            <a:r>
              <a:t>          "prior_end": "2025-06-30",</a:t>
            </a:r>
          </a:p>
          <a:p>
            <a:r>
              <a:t>          "prior_days": 30,</a:t>
            </a:r>
          </a:p>
          <a:p>
            <a:r>
              <a:t>          "prior_raw_mean": 3.7584753333333336,</a:t>
            </a:r>
          </a:p>
          <a:p>
            <a:r>
              <a:t>          "prior_value": 34.576939907702226,</a:t>
            </a:r>
          </a:p>
          <a:p>
            <a:r>
              <a:t>          "yoy_fraction": -0.16820437649096365,</a:t>
            </a:r>
          </a:p>
          <a:p>
            <a:r>
              <a:t>          "yoy_pct": -16.820437649096366,</a:t>
            </a:r>
          </a:p>
          <a:p>
            <a:r>
              <a:t>          "value_label": "28.8",</a:t>
            </a:r>
          </a:p>
          <a:p>
            <a:r>
              <a:t>          "yoy_label": "(-16.8%)",</a:t>
            </a:r>
          </a:p>
          <a:p>
            <a:r>
              <a:t>          "label": "28.8\n(-16.8%)"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"NV_XC04",</a:t>
            </a:r>
          </a:p>
          <a:p>
            <a:r>
              <a:t>          "month": "2026-07",</a:t>
            </a:r>
          </a:p>
          <a:p>
            <a:r>
              <a:t>          "start": "2026-07-01",</a:t>
            </a:r>
          </a:p>
          <a:p>
            <a:r>
              <a:t>          "end": "2026-07-31",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114.77444,</a:t>
            </a:r>
          </a:p>
          <a:p>
            <a:r>
              <a:t>          "raw_mean": 3.7024012903225807,</a:t>
            </a:r>
          </a:p>
          <a:p>
            <a:r>
              <a:t>          "value": 34.06107412607285,</a:t>
            </a:r>
          </a:p>
          <a:p>
            <a:r>
              <a:t>          "prior_start": "2025-07-01",</a:t>
            </a:r>
          </a:p>
          <a:p>
            <a:r>
              <a:t>          "prior_end": "2025-07-31",</a:t>
            </a:r>
          </a:p>
          <a:p>
            <a:r>
              <a:t>          "prior_days": 31,</a:t>
            </a:r>
          </a:p>
          <a:p>
            <a:r>
              <a:t>          "prior_raw_mean": 3.747144193548387,</a:t>
            </a:r>
          </a:p>
          <a:p>
            <a:r>
              <a:t>          "prior_value": 34.47269653647265,</a:t>
            </a:r>
          </a:p>
          <a:p>
            <a:r>
              <a:t>          "yoy_fraction": -0.011940534154741611,</a:t>
            </a:r>
          </a:p>
          <a:p>
            <a:r>
              <a:t>          "yoy_pct": -1.194053415474161,</a:t>
            </a:r>
          </a:p>
          <a:p>
            <a:r>
              <a:t>          "value_label": "34.1",</a:t>
            </a:r>
          </a:p>
          <a:p>
            <a:r>
              <a:t>          "yoy_label": "(-1.2%)",</a:t>
            </a:r>
          </a:p>
          <a:p>
            <a:r>
              <a:t>          "label": "34.1\n(-1.2%)"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"NV_XC04",</a:t>
            </a:r>
          </a:p>
          <a:p>
            <a:r>
              <a:t>          "month": "2026-08",</a:t>
            </a:r>
          </a:p>
          <a:p>
            <a:r>
              <a:t>          "start": "2026-08-01",</a:t>
            </a:r>
          </a:p>
          <a:p>
            <a:r>
              <a:t>          "end": "2026-08-31",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104.10057,</a:t>
            </a:r>
          </a:p>
          <a:p>
            <a:r>
              <a:t>          "raw_mean": 3.3580829032258066,</a:t>
            </a:r>
          </a:p>
          <a:p>
            <a:r>
              <a:t>          "value": 30.893439613701762,</a:t>
            </a:r>
          </a:p>
          <a:p>
            <a:r>
              <a:t>          "prior_start": "2025-08-01",</a:t>
            </a:r>
          </a:p>
          <a:p>
            <a:r>
              <a:t>          "prior_end": "2025-08-31",</a:t>
            </a:r>
          </a:p>
          <a:p>
            <a:r>
              <a:t>          "prior_days": 31,</a:t>
            </a:r>
          </a:p>
          <a:p>
            <a:r>
              <a:t>          "prior_raw_mean": 3.46556064516129,</a:t>
            </a:r>
          </a:p>
          <a:p>
            <a:r>
              <a:t>          "prior_value": 31.882205295189653,</a:t>
            </a:r>
          </a:p>
          <a:p>
            <a:r>
              <a:t>          "yoy_fraction": -0.03101308934978453,</a:t>
            </a:r>
          </a:p>
          <a:p>
            <a:r>
              <a:t>          "yoy_pct": -3.101308934978453,</a:t>
            </a:r>
          </a:p>
          <a:p>
            <a:r>
              <a:t>          "value_label": "30.9",</a:t>
            </a:r>
          </a:p>
          <a:p>
            <a:r>
              <a:t>          "yoy_label": "(-3.1%)",</a:t>
            </a:r>
          </a:p>
          <a:p>
            <a:r>
              <a:t>          "label": "30.9\n(-3.1%)"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"NV_XC04",</a:t>
            </a:r>
          </a:p>
          <a:p>
            <a:r>
              <a:t>          "month": "2026-09",</a:t>
            </a:r>
          </a:p>
          <a:p>
            <a:r>
              <a:t>          "start": "2026-09-01",</a:t>
            </a:r>
          </a:p>
          <a:p>
            <a:r>
              <a:t>          "end": "2026-09-30",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80.37071,</a:t>
            </a:r>
          </a:p>
          <a:p>
            <a:r>
              <a:t>          "raw_mean": 2.6790236666666667,</a:t>
            </a:r>
          </a:p>
          <a:p>
            <a:r>
              <a:t>          "value": 24.646281302448017,</a:t>
            </a:r>
          </a:p>
          <a:p>
            <a:r>
              <a:t>          "prior_start": "2025-09-01",</a:t>
            </a:r>
          </a:p>
          <a:p>
            <a:r>
              <a:t>          "prior_end": "2025-09-30",</a:t>
            </a:r>
          </a:p>
          <a:p>
            <a:r>
              <a:t>          "prior_days": 30,</a:t>
            </a:r>
          </a:p>
          <a:p>
            <a:r>
              <a:t>          "prior_raw_mean": 3.233826,</a:t>
            </a:r>
          </a:p>
          <a:p>
            <a:r>
              <a:t>          "prior_value": 29.75031026072941,</a:t>
            </a:r>
          </a:p>
          <a:p>
            <a:r>
              <a:t>          "yoy_fraction": -0.17156220938706457,</a:t>
            </a:r>
          </a:p>
          <a:p>
            <a:r>
              <a:t>          "yoy_pct": -17.156220938706458,</a:t>
            </a:r>
          </a:p>
          <a:p>
            <a:r>
              <a:t>          "value_label": "24.6",</a:t>
            </a:r>
          </a:p>
          <a:p>
            <a:r>
              <a:t>          "yoy_label": "(-17.2%)",</a:t>
            </a:r>
          </a:p>
          <a:p>
            <a:r>
              <a:t>          "label": "24.6\n(-17.2%)"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"NV_XC04",</a:t>
            </a:r>
          </a:p>
          <a:p>
            <a:r>
              <a:t>          "month": "2026-10",</a:t>
            </a:r>
          </a:p>
          <a:p>
            <a:r>
              <a:t>          "start": "2026-10-01",</a:t>
            </a:r>
          </a:p>
          <a:p>
            <a:r>
              <a:t>          "end": "2026-10-19",</a:t>
            </a:r>
          </a:p>
          <a:p>
            <a:r>
              <a:t>          "days": 19,</a:t>
            </a:r>
          </a:p>
          <a:p>
            <a:r>
              <a:t>          "partial": true,</a:t>
            </a:r>
          </a:p>
          <a:p>
            <a:r>
              <a:t>          "raw_sum": 49.47978,</a:t>
            </a:r>
          </a:p>
          <a:p>
            <a:r>
              <a:t>          "raw_mean": 2.604198947368421,</a:t>
            </a:r>
          </a:p>
          <a:p>
            <a:r>
              <a:t>          "value": 23.95791445330561,</a:t>
            </a:r>
          </a:p>
          <a:p>
            <a:r>
              <a:t>          "prior_start": "2025-10-01",</a:t>
            </a:r>
          </a:p>
          <a:p>
            <a:r>
              <a:t>          "prior_end": "2025-10-19",</a:t>
            </a:r>
          </a:p>
          <a:p>
            <a:r>
              <a:t>          "prior_days": 19,</a:t>
            </a:r>
          </a:p>
          <a:p>
            <a:r>
              <a:t>          "prior_raw_mean": 3.5508210526315787,</a:t>
            </a:r>
          </a:p>
          <a:p>
            <a:r>
              <a:t>          "prior_value": 32.666577606871634,</a:t>
            </a:r>
          </a:p>
          <a:p>
            <a:r>
              <a:t>          "yoy_fraction": -0.2665924560072096,</a:t>
            </a:r>
          </a:p>
          <a:p>
            <a:r>
              <a:t>          "yoy_pct": -26.65924560072096,</a:t>
            </a:r>
          </a:p>
          <a:p>
            <a:r>
              <a:t>          "value_label": "24.0",</a:t>
            </a:r>
          </a:p>
          <a:p>
            <a:r>
              <a:t>          "yoy_label": "(-26.7%)",</a:t>
            </a:r>
          </a:p>
          <a:p>
            <a:r>
              <a:t>          "label": "24.0\n(-26.7%)"</a:t>
            </a:r>
          </a:p>
          <a:p>
            <a:r>
              <a:t>        }</a:t>
            </a:r>
          </a:p>
          <a:p>
            <a:r>
              <a:t>      ]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"NV_XC05",</a:t>
            </a:r>
          </a:p>
          <a:p>
            <a:r>
              <a:t>      "label": "마늘·갈릭",</a:t>
            </a:r>
          </a:p>
          <a:p>
            <a:r>
              <a:t>      "points": [</a:t>
            </a:r>
          </a:p>
          <a:p>
            <a:r>
              <a:t>        {</a:t>
            </a:r>
          </a:p>
          <a:p>
            <a:r>
              <a:t>          "group_id": "NV_XC05",</a:t>
            </a:r>
          </a:p>
          <a:p>
            <a:r>
              <a:t>          "month": "2025-01",</a:t>
            </a:r>
          </a:p>
          <a:p>
            <a:r>
              <a:t>          "start": "2025-01-01",</a:t>
            </a:r>
          </a:p>
          <a:p>
            <a:r>
              <a:t>          "end": "2025-01-31",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131.16222,</a:t>
            </a:r>
          </a:p>
          <a:p>
            <a:r>
              <a:t>          "raw_mean": 4.2310393548387095,</a:t>
            </a:r>
          </a:p>
          <a:p>
            <a:r>
              <a:t>          "value": 13.453734353823593,</a:t>
            </a:r>
          </a:p>
          <a:p>
            <a:r>
              <a:t>          "prior_start": "2024-01-01",</a:t>
            </a:r>
          </a:p>
          <a:p>
            <a:r>
              <a:t>          "prior_end": "2024-01-31",</a:t>
            </a:r>
          </a:p>
          <a:p>
            <a:r>
              <a:t>          "prior_days": 31,</a:t>
            </a:r>
          </a:p>
          <a:p>
            <a:r>
              <a:t>          "prior_raw_mean": 2.331931935483871,</a:t>
            </a:r>
          </a:p>
          <a:p>
            <a:r>
              <a:t>          "prior_value": 7.415008502655175,</a:t>
            </a:r>
          </a:p>
          <a:p>
            <a:r>
              <a:t>          "yoy_fraction": 0.8143923029900864,</a:t>
            </a:r>
          </a:p>
          <a:p>
            <a:r>
              <a:t>          "yoy_pct": 81.43923029900864,</a:t>
            </a:r>
          </a:p>
          <a:p>
            <a:r>
              <a:t>          "value_label": "13.5",</a:t>
            </a:r>
          </a:p>
          <a:p>
            <a:r>
              <a:t>          "yoy_label": "(+81.4%)",</a:t>
            </a:r>
          </a:p>
          <a:p>
            <a:r>
              <a:t>          "label": "13.5\n(+81.4%)"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"NV_XC05",</a:t>
            </a:r>
          </a:p>
          <a:p>
            <a:r>
              <a:t>          "month": "2025-02",</a:t>
            </a:r>
          </a:p>
          <a:p>
            <a:r>
              <a:t>          "start": "2025-02-01",</a:t>
            </a:r>
          </a:p>
          <a:p>
            <a:r>
              <a:t>          "end": "2025-02-28",</a:t>
            </a:r>
          </a:p>
          <a:p>
            <a:r>
              <a:t>          "days": 28,</a:t>
            </a:r>
          </a:p>
          <a:p>
            <a:r>
              <a:t>          "partial": false,</a:t>
            </a:r>
          </a:p>
          <a:p>
            <a:r>
              <a:t>          "raw_sum": 100.33152,</a:t>
            </a:r>
          </a:p>
          <a:p>
            <a:r>
              <a:t>          "raw_mean": 3.5832685714285715,</a:t>
            </a:r>
          </a:p>
          <a:p>
            <a:r>
              <a:t>          "value": 11.39397189091915,</a:t>
            </a:r>
          </a:p>
          <a:p>
            <a:r>
              <a:t>          "prior_start": "2024-02-01",</a:t>
            </a:r>
          </a:p>
          <a:p>
            <a:r>
              <a:t>          "prior_end": "2024-02-29",</a:t>
            </a:r>
          </a:p>
          <a:p>
            <a:r>
              <a:t>          "prior_days": 29,</a:t>
            </a:r>
          </a:p>
          <a:p>
            <a:r>
              <a:t>          "prior_raw_mean": 1.9042672413793105,</a:t>
            </a:r>
          </a:p>
          <a:p>
            <a:r>
              <a:t>          "prior_value": 6.055132901306314,</a:t>
            </a:r>
          </a:p>
          <a:p>
            <a:r>
              <a:t>          "yoy_fraction": 0.8817046754598983,</a:t>
            </a:r>
          </a:p>
          <a:p>
            <a:r>
              <a:t>          "yoy_pct": 88.17046754598982,</a:t>
            </a:r>
          </a:p>
          <a:p>
            <a:r>
              <a:t>          "value_label": "11.4",</a:t>
            </a:r>
          </a:p>
          <a:p>
            <a:r>
              <a:t>          "yoy_label": "(+88.2%)",</a:t>
            </a:r>
          </a:p>
          <a:p>
            <a:r>
              <a:t>          "label": "11.4\n(+88.2%)"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"NV_XC05",</a:t>
            </a:r>
          </a:p>
          <a:p>
            <a:r>
              <a:t>          "month": "2025-03",</a:t>
            </a:r>
          </a:p>
          <a:p>
            <a:r>
              <a:t>          "start": "2025-03-01",</a:t>
            </a:r>
          </a:p>
          <a:p>
            <a:r>
              <a:t>          "end": "2025-03-31",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103.25628,</a:t>
            </a:r>
          </a:p>
          <a:p>
            <a:r>
              <a:t>          "raw_mean": 3.330847741935484,</a:t>
            </a:r>
          </a:p>
          <a:p>
            <a:r>
              <a:t>          "value": 10.591331570051407,</a:t>
            </a:r>
          </a:p>
          <a:p>
            <a:r>
              <a:t>          "prior_start": "2024-03-01",</a:t>
            </a:r>
          </a:p>
          <a:p>
            <a:r>
              <a:t>          "prior_end": "2024-03-31",</a:t>
            </a:r>
          </a:p>
          <a:p>
            <a:r>
              <a:t>          "prior_days": 31,</a:t>
            </a:r>
          </a:p>
          <a:p>
            <a:r>
              <a:t>          "prior_raw_mean": 2.2964306451612906,</a:t>
            </a:r>
          </a:p>
          <a:p>
            <a:r>
              <a:t>          "prior_value": 7.302122545054297,</a:t>
            </a:r>
          </a:p>
          <a:p>
            <a:r>
              <a:t>          "yoy_fraction": 0.4504456073836889,</a:t>
            </a:r>
          </a:p>
          <a:p>
            <a:r>
              <a:t>          "yoy_pct": 45.04456073836889,</a:t>
            </a:r>
          </a:p>
          <a:p>
            <a:r>
              <a:t>          "value_label": "10.6",</a:t>
            </a:r>
          </a:p>
          <a:p>
            <a:r>
              <a:t>          "yoy_label": "(+45.0%)",</a:t>
            </a:r>
          </a:p>
          <a:p>
            <a:r>
              <a:t>          "label": "10.6\n(+45.0%)"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"NV_XC05",</a:t>
            </a:r>
          </a:p>
          <a:p>
            <a:r>
              <a:t>          "month": "2025-04",</a:t>
            </a:r>
          </a:p>
          <a:p>
            <a:r>
              <a:t>          "start": "2025-04-01",</a:t>
            </a:r>
          </a:p>
          <a:p>
            <a:r>
              <a:t>          "end": "2025-04-30",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98.22088,</a:t>
            </a:r>
          </a:p>
          <a:p>
            <a:r>
              <a:t>          "raw_mean": 3.274029333333333,</a:t>
            </a:r>
          </a:p>
          <a:p>
            <a:r>
              <a:t>          "value": 10.410662067446538,</a:t>
            </a:r>
          </a:p>
          <a:p>
            <a:r>
              <a:t>          "prior_start": "2024-04-01",</a:t>
            </a:r>
          </a:p>
          <a:p>
            <a:r>
              <a:t>          "prior_end": "2024-04-30",</a:t>
            </a:r>
          </a:p>
          <a:p>
            <a:r>
              <a:t>          "prior_days": 30,</a:t>
            </a:r>
          </a:p>
          <a:p>
            <a:r>
              <a:t>          "prior_raw_mean": 2.2508616666666668,</a:t>
            </a:r>
          </a:p>
          <a:p>
            <a:r>
              <a:t>          "prior_value": 7.157223649055931,</a:t>
            </a:r>
          </a:p>
          <a:p>
            <a:r>
              <a:t>          "yoy_fraction": 0.45456710282062374,</a:t>
            </a:r>
          </a:p>
          <a:p>
            <a:r>
              <a:t>          "yoy_pct": 45.456710282062375,</a:t>
            </a:r>
          </a:p>
          <a:p>
            <a:r>
              <a:t>          "value_label": "10.4",</a:t>
            </a:r>
          </a:p>
          <a:p>
            <a:r>
              <a:t>          "yoy_label": "(+45.5%)",</a:t>
            </a:r>
          </a:p>
          <a:p>
            <a:r>
              <a:t>          "label": "10.4\n(+45.5%)"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"NV_XC05",</a:t>
            </a:r>
          </a:p>
          <a:p>
            <a:r>
              <a:t>          "month": "2025-05",</a:t>
            </a:r>
          </a:p>
          <a:p>
            <a:r>
              <a:t>          "start": "2025-05-01",</a:t>
            </a:r>
          </a:p>
          <a:p>
            <a:r>
              <a:t>          "end": "2025-05-31",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98.17565,</a:t>
            </a:r>
          </a:p>
          <a:p>
            <a:r>
              <a:t>          "raw_mean": 3.1669564516129034,</a:t>
            </a:r>
          </a:p>
          <a:p>
            <a:r>
              <a:t>          "value": 10.07019487100753,</a:t>
            </a:r>
          </a:p>
          <a:p>
            <a:r>
              <a:t>          "prior_start": "2024-05-01",</a:t>
            </a:r>
          </a:p>
          <a:p>
            <a:r>
              <a:t>          "prior_end": "2024-05-31",</a:t>
            </a:r>
          </a:p>
          <a:p>
            <a:r>
              <a:t>          "prior_days": 31,</a:t>
            </a:r>
          </a:p>
          <a:p>
            <a:r>
              <a:t>          "prior_raw_mean": 2.3630570967741935,</a:t>
            </a:r>
          </a:p>
          <a:p>
            <a:r>
              <a:t>          "prior_value": 7.513979374018265,</a:t>
            </a:r>
          </a:p>
          <a:p>
            <a:r>
              <a:t>          "yoy_fraction": 0.34019463851978515,</a:t>
            </a:r>
          </a:p>
          <a:p>
            <a:r>
              <a:t>          "yoy_pct": 34.019463851978514,</a:t>
            </a:r>
          </a:p>
          <a:p>
            <a:r>
              <a:t>          "value_label": "10.1",</a:t>
            </a:r>
          </a:p>
          <a:p>
            <a:r>
              <a:t>          "yoy_label": "(+34.0%)",</a:t>
            </a:r>
          </a:p>
          <a:p>
            <a:r>
              <a:t>          "label": "10.1\n(+34.0%)"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"NV_XC05",</a:t>
            </a:r>
          </a:p>
          <a:p>
            <a:r>
              <a:t>          "month": "2025-06",</a:t>
            </a:r>
          </a:p>
          <a:p>
            <a:r>
              <a:t>          "start": "2025-06-01",</a:t>
            </a:r>
          </a:p>
          <a:p>
            <a:r>
              <a:t>          "end": "2025-06-30",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81.81803,</a:t>
            </a:r>
          </a:p>
          <a:p>
            <a:r>
              <a:t>          "raw_mean": 2.7272676666666666,</a:t>
            </a:r>
          </a:p>
          <a:p>
            <a:r>
              <a:t>          "value": 8.672085419660288,</a:t>
            </a:r>
          </a:p>
          <a:p>
            <a:r>
              <a:t>          "prior_start": "2024-06-01",</a:t>
            </a:r>
          </a:p>
          <a:p>
            <a:r>
              <a:t>          "prior_end": "2024-06-30",</a:t>
            </a:r>
          </a:p>
          <a:p>
            <a:r>
              <a:t>          "prior_days": 30,</a:t>
            </a:r>
          </a:p>
          <a:p>
            <a:r>
              <a:t>          "prior_raw_mean": 2.692091,</a:t>
            </a:r>
          </a:p>
          <a:p>
            <a:r>
              <a:t>          "prior_value": 8.560231690801654,</a:t>
            </a:r>
          </a:p>
          <a:p>
            <a:r>
              <a:t>          "yoy_fraction": 0.013066670727946095,</a:t>
            </a:r>
          </a:p>
          <a:p>
            <a:r>
              <a:t>          "yoy_pct": 1.3066670727946095,</a:t>
            </a:r>
          </a:p>
          <a:p>
            <a:r>
              <a:t>          "value_label": "8.7",</a:t>
            </a:r>
          </a:p>
          <a:p>
            <a:r>
              <a:t>          "yoy_label": "(+1.3%)",</a:t>
            </a:r>
          </a:p>
          <a:p>
            <a:r>
              <a:t>          "label": "8.7\n(+1.3%)"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"NV_XC05",</a:t>
            </a:r>
          </a:p>
          <a:p>
            <a:r>
              <a:t>          "month": "2025-07",</a:t>
            </a:r>
          </a:p>
          <a:p>
            <a:r>
              <a:t>          "start": "2025-07-01",</a:t>
            </a:r>
          </a:p>
          <a:p>
            <a:r>
              <a:t>          "end": "2025-07-31",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87.95402,</a:t>
            </a:r>
          </a:p>
          <a:p>
            <a:r>
              <a:t>          "raw_mean": 2.8372264516129033,</a:t>
            </a:r>
          </a:p>
          <a:p>
            <a:r>
              <a:t>          "value": 9.021729126198744,</a:t>
            </a:r>
          </a:p>
          <a:p>
            <a:r>
              <a:t>          "prior_start": "2024-07-01",</a:t>
            </a:r>
          </a:p>
          <a:p>
            <a:r>
              <a:t>          "prior_end": "2024-07-31",</a:t>
            </a:r>
          </a:p>
          <a:p>
            <a:r>
              <a:t>          "prior_days": 31,</a:t>
            </a:r>
          </a:p>
          <a:p>
            <a:r>
              <a:t>          "prior_raw_mean": 3.3079903225806455,</a:t>
            </a:r>
          </a:p>
          <a:p>
            <a:r>
              <a:t>          "prior_value": 10.518650221043801,</a:t>
            </a:r>
          </a:p>
          <a:p>
            <a:r>
              <a:t>          "yoy_fraction": -0.1423111391089219,</a:t>
            </a:r>
          </a:p>
          <a:p>
            <a:r>
              <a:t>          "yoy_pct": -14.23111391089219,</a:t>
            </a:r>
          </a:p>
          <a:p>
            <a:r>
              <a:t>          "value_label": "9.0",</a:t>
            </a:r>
          </a:p>
          <a:p>
            <a:r>
              <a:t>          "yoy_label": "(-14.2%)",</a:t>
            </a:r>
          </a:p>
          <a:p>
            <a:r>
              <a:t>          "label": "9.0\n(-14.2%)"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"NV_XC05",</a:t>
            </a:r>
          </a:p>
          <a:p>
            <a:r>
              <a:t>          "month": "2025-08",</a:t>
            </a:r>
          </a:p>
          <a:p>
            <a:r>
              <a:t>          "start": "2025-08-01",</a:t>
            </a:r>
          </a:p>
          <a:p>
            <a:r>
              <a:t>          "end": "2025-08-31",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79.04402,</a:t>
            </a:r>
          </a:p>
          <a:p>
            <a:r>
              <a:t>          "raw_mean": 2.5498070967741935,</a:t>
            </a:r>
          </a:p>
          <a:p>
            <a:r>
              <a:t>          "value": 8.107801524999495,</a:t>
            </a:r>
          </a:p>
          <a:p>
            <a:r>
              <a:t>          "prior_start": "2024-08-01",</a:t>
            </a:r>
          </a:p>
          <a:p>
            <a:r>
              <a:t>          "prior_end": "2024-08-31",</a:t>
            </a:r>
          </a:p>
          <a:p>
            <a:r>
              <a:t>          "prior_days": 31,</a:t>
            </a:r>
          </a:p>
          <a:p>
            <a:r>
              <a:t>          "prior_raw_mean": 2.761359032258065,</a:t>
            </a:r>
          </a:p>
          <a:p>
            <a:r>
              <a:t>          "prior_value": 8.78048814011743,</a:t>
            </a:r>
          </a:p>
          <a:p>
            <a:r>
              <a:t>          "yoy_fraction": -0.07661152824117812,</a:t>
            </a:r>
          </a:p>
          <a:p>
            <a:r>
              <a:t>          "yoy_pct": -7.661152824117812,</a:t>
            </a:r>
          </a:p>
          <a:p>
            <a:r>
              <a:t>          "value_label": "8.1",</a:t>
            </a:r>
          </a:p>
          <a:p>
            <a:r>
              <a:t>          "yoy_label": "(-7.7%)",</a:t>
            </a:r>
          </a:p>
          <a:p>
            <a:r>
              <a:t>          "label": "8.1\n(-7.7%)"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"NV_XC05",</a:t>
            </a:r>
          </a:p>
          <a:p>
            <a:r>
              <a:t>          "month": "2025-09",</a:t>
            </a:r>
          </a:p>
          <a:p>
            <a:r>
              <a:t>          "start": "2025-09-01",</a:t>
            </a:r>
          </a:p>
          <a:p>
            <a:r>
              <a:t>          "end": "2025-09-30",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72.57636,</a:t>
            </a:r>
          </a:p>
          <a:p>
            <a:r>
              <a:t>          "raw_mean": 2.419212,</a:t>
            </a:r>
          </a:p>
          <a:p>
            <a:r>
              <a:t>          "value": 7.692539081764937,</a:t>
            </a:r>
          </a:p>
          <a:p>
            <a:r>
              <a:t>          "prior_start": "2024-09-01",</a:t>
            </a:r>
          </a:p>
          <a:p>
            <a:r>
              <a:t>          "prior_end": "2024-09-30",</a:t>
            </a:r>
          </a:p>
          <a:p>
            <a:r>
              <a:t>          "prior_days": 30,</a:t>
            </a:r>
          </a:p>
          <a:p>
            <a:r>
              <a:t>          "prior_raw_mean": 1.9729586666666667,</a:t>
            </a:r>
          </a:p>
          <a:p>
            <a:r>
              <a:t>          "prior_value": 6.273555872755334,</a:t>
            </a:r>
          </a:p>
          <a:p>
            <a:r>
              <a:t>          "yoy_fraction": 0.22618483644529785,</a:t>
            </a:r>
          </a:p>
          <a:p>
            <a:r>
              <a:t>          "yoy_pct": 22.618483644529785,</a:t>
            </a:r>
          </a:p>
          <a:p>
            <a:r>
              <a:t>          "value_label": "7.7",</a:t>
            </a:r>
          </a:p>
          <a:p>
            <a:r>
              <a:t>          "yoy_label": "(+22.6%)",</a:t>
            </a:r>
          </a:p>
          <a:p>
            <a:r>
              <a:t>          "label": "7.7\n(+22.6%)"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"NV_XC05",</a:t>
            </a:r>
          </a:p>
          <a:p>
            <a:r>
              <a:t>          "month": "2025-10",</a:t>
            </a:r>
          </a:p>
          <a:p>
            <a:r>
              <a:t>          "start": "2025-10-01",</a:t>
            </a:r>
          </a:p>
          <a:p>
            <a:r>
              <a:t>          "end": "2025-10-31",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76.33031,</a:t>
            </a:r>
          </a:p>
          <a:p>
            <a:r>
              <a:t>          "raw_mean": 2.462268064516129,</a:t>
            </a:r>
          </a:p>
          <a:p>
            <a:r>
              <a:t>          "value": 7.829447487889459,</a:t>
            </a:r>
          </a:p>
          <a:p>
            <a:r>
              <a:t>          "prior_start": "2024-10-01",</a:t>
            </a:r>
          </a:p>
          <a:p>
            <a:r>
              <a:t>          "prior_end": "2024-10-31",</a:t>
            </a:r>
          </a:p>
          <a:p>
            <a:r>
              <a:t>          "prior_days": 31,</a:t>
            </a:r>
          </a:p>
          <a:p>
            <a:r>
              <a:t>          "prior_raw_mean": 6.859636129032258,</a:t>
            </a:r>
          </a:p>
          <a:p>
            <a:r>
              <a:t>          "prior_value": 21.812068975049478,</a:t>
            </a:r>
          </a:p>
          <a:p>
            <a:r>
              <a:t>          "yoy_fraction": -0.6410497556721715,</a:t>
            </a:r>
          </a:p>
          <a:p>
            <a:r>
              <a:t>          "yoy_pct": -64.10497556721715,</a:t>
            </a:r>
          </a:p>
          <a:p>
            <a:r>
              <a:t>          "value_label": "7.8",</a:t>
            </a:r>
          </a:p>
          <a:p>
            <a:r>
              <a:t>          "yoy_label": "(-64.1%)",</a:t>
            </a:r>
          </a:p>
          <a:p>
            <a:r>
              <a:t>          "label": "7.8\n(-64.1%)"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"NV_XC05",</a:t>
            </a:r>
          </a:p>
          <a:p>
            <a:r>
              <a:t>          "month": "2025-11",</a:t>
            </a:r>
          </a:p>
          <a:p>
            <a:r>
              <a:t>          "start": "2025-11-01",</a:t>
            </a:r>
          </a:p>
          <a:p>
            <a:r>
              <a:t>          "end": "2025-11-30",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80.23504,</a:t>
            </a:r>
          </a:p>
          <a:p>
            <a:r>
              <a:t>          "raw_mean": 2.674501333333333,</a:t>
            </a:r>
          </a:p>
          <a:p>
            <a:r>
              <a:t>          "value": 8.504300586678266,</a:t>
            </a:r>
          </a:p>
          <a:p>
            <a:r>
              <a:t>          "prior_start": "2024-11-01",</a:t>
            </a:r>
          </a:p>
          <a:p>
            <a:r>
              <a:t>          "prior_end": "2024-11-30",</a:t>
            </a:r>
          </a:p>
          <a:p>
            <a:r>
              <a:t>          "prior_days": 30,</a:t>
            </a:r>
          </a:p>
          <a:p>
            <a:r>
              <a:t>          "prior_raw_mean": 8.390868333333334,</a:t>
            </a:r>
          </a:p>
          <a:p>
            <a:r>
              <a:t>          "prior_value": 26.681036049800717,</a:t>
            </a:r>
          </a:p>
          <a:p>
            <a:r>
              <a:t>          "yoy_fraction": -0.6812604813844256,</a:t>
            </a:r>
          </a:p>
          <a:p>
            <a:r>
              <a:t>          "yoy_pct": -68.12604813844257,</a:t>
            </a:r>
          </a:p>
          <a:p>
            <a:r>
              <a:t>          "value_label": "8.5",</a:t>
            </a:r>
          </a:p>
          <a:p>
            <a:r>
              <a:t>          "yoy_label": "(-68.1%)",</a:t>
            </a:r>
          </a:p>
          <a:p>
            <a:r>
              <a:t>          "label": "8.5\n(-68.1%)"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"NV_XC05",</a:t>
            </a:r>
          </a:p>
          <a:p>
            <a:r>
              <a:t>          "month": "2025-12",</a:t>
            </a:r>
          </a:p>
          <a:p>
            <a:r>
              <a:t>          "start": "2025-12-01",</a:t>
            </a:r>
          </a:p>
          <a:p>
            <a:r>
              <a:t>          "end": "2025-12-31",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72.54621,</a:t>
            </a:r>
          </a:p>
          <a:p>
            <a:r>
              <a:t>          "raw_mean": 2.340200322580645,</a:t>
            </a:r>
          </a:p>
          <a:p>
            <a:r>
              <a:t>          "value": 7.441300076475533,</a:t>
            </a:r>
          </a:p>
          <a:p>
            <a:r>
              <a:t>          "prior_start": "2024-12-01",</a:t>
            </a:r>
          </a:p>
          <a:p>
            <a:r>
              <a:t>          "prior_end": "2024-12-31",</a:t>
            </a:r>
          </a:p>
          <a:p>
            <a:r>
              <a:t>          "prior_days": 31,</a:t>
            </a:r>
          </a:p>
          <a:p>
            <a:r>
              <a:t>          "prior_raw_mean": 5.817437741935485,</a:t>
            </a:r>
          </a:p>
          <a:p>
            <a:r>
              <a:t>          "prior_value": 18.498117232211595,</a:t>
            </a:r>
          </a:p>
          <a:p>
            <a:r>
              <a:t>          "yoy_fraction": -0.5977266235767138,</a:t>
            </a:r>
          </a:p>
          <a:p>
            <a:r>
              <a:t>          "yoy_pct": -59.77266235767138,</a:t>
            </a:r>
          </a:p>
          <a:p>
            <a:r>
              <a:t>          "value_label": "7.4",</a:t>
            </a:r>
          </a:p>
          <a:p>
            <a:r>
              <a:t>          "yoy_label": "(-59.8%)",</a:t>
            </a:r>
          </a:p>
          <a:p>
            <a:r>
              <a:t>          "label": "7.4\n(-59.8%)"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"NV_XC05",</a:t>
            </a:r>
          </a:p>
          <a:p>
            <a:r>
              <a:t>          "month": "2026-01",</a:t>
            </a:r>
          </a:p>
          <a:p>
            <a:r>
              <a:t>          "start": "2026-01-01",</a:t>
            </a:r>
          </a:p>
          <a:p>
            <a:r>
              <a:t>          "end": "2026-01-31",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59.55057,</a:t>
            </a:r>
          </a:p>
          <a:p>
            <a:r>
              <a:t>          "raw_mean": 1.920986129032258,</a:t>
            </a:r>
          </a:p>
          <a:p>
            <a:r>
              <a:t>          "value": 6.108295127962737,</a:t>
            </a:r>
          </a:p>
          <a:p>
            <a:r>
              <a:t>          "prior_start": "2025-01-01",</a:t>
            </a:r>
          </a:p>
          <a:p>
            <a:r>
              <a:t>          "prior_end": "2025-01-31",</a:t>
            </a:r>
          </a:p>
          <a:p>
            <a:r>
              <a:t>          "prior_days": 31,</a:t>
            </a:r>
          </a:p>
          <a:p>
            <a:r>
              <a:t>          "prior_raw_mean": 4.2310393548387095,</a:t>
            </a:r>
          </a:p>
          <a:p>
            <a:r>
              <a:t>          "prior_value": 13.453734353823593,</a:t>
            </a:r>
          </a:p>
          <a:p>
            <a:r>
              <a:t>          "yoy_fraction": -0.5459777213285959,</a:t>
            </a:r>
          </a:p>
          <a:p>
            <a:r>
              <a:t>          "yoy_pct": -54.59777213285959,</a:t>
            </a:r>
          </a:p>
          <a:p>
            <a:r>
              <a:t>          "value_label": "6.1",</a:t>
            </a:r>
          </a:p>
          <a:p>
            <a:r>
              <a:t>          "yoy_label": "(-54.6%)",</a:t>
            </a:r>
          </a:p>
          <a:p>
            <a:r>
              <a:t>          "label": "6.1\n(-54.6%)"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"NV_XC05",</a:t>
            </a:r>
          </a:p>
          <a:p>
            <a:r>
              <a:t>          "month": "2026-02",</a:t>
            </a:r>
          </a:p>
          <a:p>
            <a:r>
              <a:t>          "start": "2026-02-01",</a:t>
            </a:r>
          </a:p>
          <a:p>
            <a:r>
              <a:t>          "end": "2026-02-28",</a:t>
            </a:r>
          </a:p>
          <a:p>
            <a:r>
              <a:t>          "days": 28,</a:t>
            </a:r>
          </a:p>
          <a:p>
            <a:r>
              <a:t>          "partial": false,</a:t>
            </a:r>
          </a:p>
          <a:p>
            <a:r>
              <a:t>          "raw_sum": 52.47988,</a:t>
            </a:r>
          </a:p>
          <a:p>
            <a:r>
              <a:t>          "raw_mean": 1.8742814285714287,</a:t>
            </a:r>
          </a:p>
          <a:p>
            <a:r>
              <a:t>          "value": 5.959784896698566,</a:t>
            </a:r>
          </a:p>
          <a:p>
            <a:r>
              <a:t>          "prior_start": "2025-02-01",</a:t>
            </a:r>
          </a:p>
          <a:p>
            <a:r>
              <a:t>          "prior_end": "2025-02-28",</a:t>
            </a:r>
          </a:p>
          <a:p>
            <a:r>
              <a:t>          "prior_days": 28,</a:t>
            </a:r>
          </a:p>
          <a:p>
            <a:r>
              <a:t>          "prior_raw_mean": 3.5832685714285715,</a:t>
            </a:r>
          </a:p>
          <a:p>
            <a:r>
              <a:t>          "prior_value": 11.39397189091915,</a:t>
            </a:r>
          </a:p>
          <a:p>
            <a:r>
              <a:t>          "yoy_fraction": -0.4769352642120841,</a:t>
            </a:r>
          </a:p>
          <a:p>
            <a:r>
              <a:t>          "yoy_pct": -47.69352642120841,</a:t>
            </a:r>
          </a:p>
          <a:p>
            <a:r>
              <a:t>          "value_label": "6.0",</a:t>
            </a:r>
          </a:p>
          <a:p>
            <a:r>
              <a:t>          "yoy_label": "(-47.7%)",</a:t>
            </a:r>
          </a:p>
          <a:p>
            <a:r>
              <a:t>          "label": "6.0\n(-47.7%)"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"NV_XC05",</a:t>
            </a:r>
          </a:p>
          <a:p>
            <a:r>
              <a:t>          "month": "2026-03",</a:t>
            </a:r>
          </a:p>
          <a:p>
            <a:r>
              <a:t>          "start": "2026-03-01",</a:t>
            </a:r>
          </a:p>
          <a:p>
            <a:r>
              <a:t>          "end": "2026-03-31",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54.10808,</a:t>
            </a:r>
          </a:p>
          <a:p>
            <a:r>
              <a:t>          "raw_mean": 1.745421935483871,</a:t>
            </a:r>
          </a:p>
          <a:p>
            <a:r>
              <a:t>          "value": 5.550041274960391,</a:t>
            </a:r>
          </a:p>
          <a:p>
            <a:r>
              <a:t>          "prior_start": "2025-03-01",</a:t>
            </a:r>
          </a:p>
          <a:p>
            <a:r>
              <a:t>          "prior_end": "2025-03-31",</a:t>
            </a:r>
          </a:p>
          <a:p>
            <a:r>
              <a:t>          "prior_days": 31,</a:t>
            </a:r>
          </a:p>
          <a:p>
            <a:r>
              <a:t>          "prior_raw_mean": 3.330847741935484,</a:t>
            </a:r>
          </a:p>
          <a:p>
            <a:r>
              <a:t>          "prior_value": 10.591331570051407,</a:t>
            </a:r>
          </a:p>
          <a:p>
            <a:r>
              <a:t>          "yoy_fraction": -0.4759826714656,</a:t>
            </a:r>
          </a:p>
          <a:p>
            <a:r>
              <a:t>          "yoy_pct": -47.598267146560005,</a:t>
            </a:r>
          </a:p>
          <a:p>
            <a:r>
              <a:t>          "value_label": "5.6",</a:t>
            </a:r>
          </a:p>
          <a:p>
            <a:r>
              <a:t>          "yoy_label": "(-47.6%)",</a:t>
            </a:r>
          </a:p>
          <a:p>
            <a:r>
              <a:t>          "label": "5.6\n(-47.6%)"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"NV_XC05",</a:t>
            </a:r>
          </a:p>
          <a:p>
            <a:r>
              <a:t>          "month": "2026-04",</a:t>
            </a:r>
          </a:p>
          <a:p>
            <a:r>
              <a:t>          "start": "2026-04-01",</a:t>
            </a:r>
          </a:p>
          <a:p>
            <a:r>
              <a:t>          "end": "2026-04-30",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49.01237,</a:t>
            </a:r>
          </a:p>
          <a:p>
            <a:r>
              <a:t>          "raw_mean": 1.6337456666666665,</a:t>
            </a:r>
          </a:p>
          <a:p>
            <a:r>
              <a:t>          "value": 5.194936363781862,</a:t>
            </a:r>
          </a:p>
          <a:p>
            <a:r>
              <a:t>          "prior_start": "2025-04-01",</a:t>
            </a:r>
          </a:p>
          <a:p>
            <a:r>
              <a:t>          "prior_end": "2025-04-30",</a:t>
            </a:r>
          </a:p>
          <a:p>
            <a:r>
              <a:t>          "prior_days": 30,</a:t>
            </a:r>
          </a:p>
          <a:p>
            <a:r>
              <a:t>          "prior_raw_mean": 3.274029333333333,</a:t>
            </a:r>
          </a:p>
          <a:p>
            <a:r>
              <a:t>          "prior_value": 10.410662067446538,</a:t>
            </a:r>
          </a:p>
          <a:p>
            <a:r>
              <a:t>          "yoy_fraction": -0.5009984638704112,</a:t>
            </a:r>
          </a:p>
          <a:p>
            <a:r>
              <a:t>          "yoy_pct": -50.099846387041126,</a:t>
            </a:r>
          </a:p>
          <a:p>
            <a:r>
              <a:t>          "value_label": "5.2",</a:t>
            </a:r>
          </a:p>
          <a:p>
            <a:r>
              <a:t>          "yoy_label": "(-50.1%)",</a:t>
            </a:r>
          </a:p>
          <a:p>
            <a:r>
              <a:t>          "label": "5.2\n(-50.1%)"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"NV_XC05",</a:t>
            </a:r>
          </a:p>
          <a:p>
            <a:r>
              <a:t>          "month": "2026-05",</a:t>
            </a:r>
          </a:p>
          <a:p>
            <a:r>
              <a:t>          "start": "2026-05-01",</a:t>
            </a:r>
          </a:p>
          <a:p>
            <a:r>
              <a:t>          "end": "2026-05-31",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49.94708,</a:t>
            </a:r>
          </a:p>
          <a:p>
            <a:r>
              <a:t>          "raw_mean": 1.611196129032258,</a:t>
            </a:r>
          </a:p>
          <a:p>
            <a:r>
              <a:t>          "value": 5.123234008003031,</a:t>
            </a:r>
          </a:p>
          <a:p>
            <a:r>
              <a:t>          "prior_start": "2025-05-01",</a:t>
            </a:r>
          </a:p>
          <a:p>
            <a:r>
              <a:t>          "prior_end": "2025-05-31",</a:t>
            </a:r>
          </a:p>
          <a:p>
            <a:r>
              <a:t>          "prior_days": 31,</a:t>
            </a:r>
          </a:p>
          <a:p>
            <a:r>
              <a:t>          "prior_raw_mean": 3.1669564516129034,</a:t>
            </a:r>
          </a:p>
          <a:p>
            <a:r>
              <a:t>          "prior_value": 10.07019487100753,</a:t>
            </a:r>
          </a:p>
          <a:p>
            <a:r>
              <a:t>          "yoy_fraction": -0.4912477788535141,</a:t>
            </a:r>
          </a:p>
          <a:p>
            <a:r>
              <a:t>          "yoy_pct": -49.12477788535141,</a:t>
            </a:r>
          </a:p>
          <a:p>
            <a:r>
              <a:t>          "value_label": "5.1",</a:t>
            </a:r>
          </a:p>
          <a:p>
            <a:r>
              <a:t>          "yoy_label": "(-49.1%)",</a:t>
            </a:r>
          </a:p>
          <a:p>
            <a:r>
              <a:t>          "label": "5.1\n(-49.1%)"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"NV_XC05",</a:t>
            </a:r>
          </a:p>
          <a:p>
            <a:r>
              <a:t>          "month": "2026-06",</a:t>
            </a:r>
          </a:p>
          <a:p>
            <a:r>
              <a:t>          "start": "2026-06-01",</a:t>
            </a:r>
          </a:p>
          <a:p>
            <a:r>
              <a:t>          "end": "2026-06-30",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48.28871,</a:t>
            </a:r>
          </a:p>
          <a:p>
            <a:r>
              <a:t>          "raw_mean": 1.6096236666666668,</a:t>
            </a:r>
          </a:p>
          <a:p>
            <a:r>
              <a:t>          "value": 5.118233938475467,</a:t>
            </a:r>
          </a:p>
          <a:p>
            <a:r>
              <a:t>          "prior_start": "2025-06-01",</a:t>
            </a:r>
          </a:p>
          <a:p>
            <a:r>
              <a:t>          "prior_end": "2025-06-30",</a:t>
            </a:r>
          </a:p>
          <a:p>
            <a:r>
              <a:t>          "prior_days": 30,</a:t>
            </a:r>
          </a:p>
          <a:p>
            <a:r>
              <a:t>          "prior_raw_mean": 2.7272676666666666,</a:t>
            </a:r>
          </a:p>
          <a:p>
            <a:r>
              <a:t>          "prior_value": 8.672085419660288,</a:t>
            </a:r>
          </a:p>
          <a:p>
            <a:r>
              <a:t>          "yoy_fraction": -0.40980356041327326,</a:t>
            </a:r>
          </a:p>
          <a:p>
            <a:r>
              <a:t>          "yoy_pct": -40.980356041327326,</a:t>
            </a:r>
          </a:p>
          <a:p>
            <a:r>
              <a:t>          "value_label": "5.1",</a:t>
            </a:r>
          </a:p>
          <a:p>
            <a:r>
              <a:t>          "yoy_label": "(-41.0%)",</a:t>
            </a:r>
          </a:p>
          <a:p>
            <a:r>
              <a:t>          "label": "5.1\n(-41.0%)"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"NV_XC05",</a:t>
            </a:r>
          </a:p>
          <a:p>
            <a:r>
              <a:t>          "month": "2026-07",</a:t>
            </a:r>
          </a:p>
          <a:p>
            <a:r>
              <a:t>          "start": "2026-07-01",</a:t>
            </a:r>
          </a:p>
          <a:p>
            <a:r>
              <a:t>          "end": "2026-07-31",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171.23461,</a:t>
            </a:r>
          </a:p>
          <a:p>
            <a:r>
              <a:t>          "raw_mean": 5.523697096774193,</a:t>
            </a:r>
          </a:p>
          <a:p>
            <a:r>
              <a:t>          "value": 17.564089378180583,</a:t>
            </a:r>
          </a:p>
          <a:p>
            <a:r>
              <a:t>          "prior_start": "2025-07-01",</a:t>
            </a:r>
          </a:p>
          <a:p>
            <a:r>
              <a:t>          "prior_end": "2025-07-31",</a:t>
            </a:r>
          </a:p>
          <a:p>
            <a:r>
              <a:t>          "prior_days": 31,</a:t>
            </a:r>
          </a:p>
          <a:p>
            <a:r>
              <a:t>          "prior_raw_mean": 2.8372264516129033,</a:t>
            </a:r>
          </a:p>
          <a:p>
            <a:r>
              <a:t>          "prior_value": 9.021729126198744,</a:t>
            </a:r>
          </a:p>
          <a:p>
            <a:r>
              <a:t>          "yoy_fraction": 0.9468650779122998,</a:t>
            </a:r>
          </a:p>
          <a:p>
            <a:r>
              <a:t>          "yoy_pct": 94.68650779122999,</a:t>
            </a:r>
          </a:p>
          <a:p>
            <a:r>
              <a:t>          "value_label": "17.6",</a:t>
            </a:r>
          </a:p>
          <a:p>
            <a:r>
              <a:t>          "yoy_label": "(+94.7%)",</a:t>
            </a:r>
          </a:p>
          <a:p>
            <a:r>
              <a:t>          "label": "17.6\n(+94.7%)"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"NV_XC05",</a:t>
            </a:r>
          </a:p>
          <a:p>
            <a:r>
              <a:t>          "month": "2026-08",</a:t>
            </a:r>
          </a:p>
          <a:p>
            <a:r>
              <a:t>          "start": "2026-08-01",</a:t>
            </a:r>
          </a:p>
          <a:p>
            <a:r>
              <a:t>          "end": "2026-08-31",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56.62582,</a:t>
            </a:r>
          </a:p>
          <a:p>
            <a:r>
              <a:t>          "raw_mean": 1.8266393548387097,</a:t>
            </a:r>
          </a:p>
          <a:p>
            <a:r>
              <a:t>          "value": 5.808294033506227,</a:t>
            </a:r>
          </a:p>
          <a:p>
            <a:r>
              <a:t>          "prior_start": "2025-08-01",</a:t>
            </a:r>
          </a:p>
          <a:p>
            <a:r>
              <a:t>          "prior_end": "2025-08-31",</a:t>
            </a:r>
          </a:p>
          <a:p>
            <a:r>
              <a:t>          "prior_days": 31,</a:t>
            </a:r>
          </a:p>
          <a:p>
            <a:r>
              <a:t>          "prior_raw_mean": 2.5498070967741935,</a:t>
            </a:r>
          </a:p>
          <a:p>
            <a:r>
              <a:t>          "prior_value": 8.107801524999495,</a:t>
            </a:r>
          </a:p>
          <a:p>
            <a:r>
              <a:t>          "yoy_fraction": -0.28361664803991493,</a:t>
            </a:r>
          </a:p>
          <a:p>
            <a:r>
              <a:t>          "yoy_pct": -28.361664803991495,</a:t>
            </a:r>
          </a:p>
          <a:p>
            <a:r>
              <a:t>          "value_label": "5.8",</a:t>
            </a:r>
          </a:p>
          <a:p>
            <a:r>
              <a:t>          "yoy_label": "(-28.4%)",</a:t>
            </a:r>
          </a:p>
          <a:p>
            <a:r>
              <a:t>          "label": "5.8\n(-28.4%)"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"NV_XC05",</a:t>
            </a:r>
          </a:p>
          <a:p>
            <a:r>
              <a:t>          "month": "2026-09",</a:t>
            </a:r>
          </a:p>
          <a:p>
            <a:r>
              <a:t>          "start": "2026-09-01",</a:t>
            </a:r>
          </a:p>
          <a:p>
            <a:r>
              <a:t>          "end": "2026-09-30",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39.2581,</a:t>
            </a:r>
          </a:p>
          <a:p>
            <a:r>
              <a:t>          "raw_mean": 1.3086033333333333,</a:t>
            </a:r>
          </a:p>
          <a:p>
            <a:r>
              <a:t>          "value": 4.161058346351844,</a:t>
            </a:r>
          </a:p>
          <a:p>
            <a:r>
              <a:t>          "prior_start": "2025-09-01",</a:t>
            </a:r>
          </a:p>
          <a:p>
            <a:r>
              <a:t>          "prior_end": "2025-09-30",</a:t>
            </a:r>
          </a:p>
          <a:p>
            <a:r>
              <a:t>          "prior_days": 30,</a:t>
            </a:r>
          </a:p>
          <a:p>
            <a:r>
              <a:t>          "prior_raw_mean": 2.419212,</a:t>
            </a:r>
          </a:p>
          <a:p>
            <a:r>
              <a:t>          "prior_value": 7.692539081764937,</a:t>
            </a:r>
          </a:p>
          <a:p>
            <a:r>
              <a:t>          "yoy_fraction": -0.4590786862278571,</a:t>
            </a:r>
          </a:p>
          <a:p>
            <a:r>
              <a:t>          "yoy_pct": -45.907868622785706,</a:t>
            </a:r>
          </a:p>
          <a:p>
            <a:r>
              <a:t>          "value_label": "4.2",</a:t>
            </a:r>
          </a:p>
          <a:p>
            <a:r>
              <a:t>          "yoy_label": "(-45.9%)",</a:t>
            </a:r>
          </a:p>
          <a:p>
            <a:r>
              <a:t>          "label": "4.2\n(-45.9%)"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"NV_XC05",</a:t>
            </a:r>
          </a:p>
          <a:p>
            <a:r>
              <a:t>          "month": "2026-10",</a:t>
            </a:r>
          </a:p>
          <a:p>
            <a:r>
              <a:t>          "start": "2026-10-01",</a:t>
            </a:r>
          </a:p>
          <a:p>
            <a:r>
              <a:t>          "end": "2026-10-19",</a:t>
            </a:r>
          </a:p>
          <a:p>
            <a:r>
              <a:t>          "days": 19,</a:t>
            </a:r>
          </a:p>
          <a:p>
            <a:r>
              <a:t>          "partial": true,</a:t>
            </a:r>
          </a:p>
          <a:p>
            <a:r>
              <a:t>          "raw_sum": 26.79019,</a:t>
            </a:r>
          </a:p>
          <a:p>
            <a:r>
              <a:t>          "raw_mean": 1.41001,</a:t>
            </a:r>
          </a:p>
          <a:p>
            <a:r>
              <a:t>          "value": 4.483508279009603,</a:t>
            </a:r>
          </a:p>
          <a:p>
            <a:r>
              <a:t>          "prior_start": "2025-10-01",</a:t>
            </a:r>
          </a:p>
          <a:p>
            <a:r>
              <a:t>          "prior_end": "2025-10-19",</a:t>
            </a:r>
          </a:p>
          <a:p>
            <a:r>
              <a:t>          "prior_days": 19,</a:t>
            </a:r>
          </a:p>
          <a:p>
            <a:r>
              <a:t>          "prior_raw_mean": 2.460578421052632,</a:t>
            </a:r>
          </a:p>
          <a:p>
            <a:r>
              <a:t>          "prior_value": 7.824074809357274,</a:t>
            </a:r>
          </a:p>
          <a:p>
            <a:r>
              <a:t>          "yoy_fraction": -0.42695994245255553,</a:t>
            </a:r>
          </a:p>
          <a:p>
            <a:r>
              <a:t>          "yoy_pct": -42.695994245255555,</a:t>
            </a:r>
          </a:p>
          <a:p>
            <a:r>
              <a:t>          "value_label": "4.5",</a:t>
            </a:r>
          </a:p>
          <a:p>
            <a:r>
              <a:t>          "yoy_label": "(-42.7%)",</a:t>
            </a:r>
          </a:p>
          <a:p>
            <a:r>
              <a:t>          "label": "4.5\n(-42.7%)"</a:t>
            </a:r>
          </a:p>
          <a:p>
            <a:r>
              <a:t>        }</a:t>
            </a:r>
          </a:p>
          <a:p>
            <a:r>
              <a:t>      ]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"NV_XC09",</a:t>
            </a:r>
          </a:p>
          <a:p>
            <a:r>
              <a:t>      "label": "불닭",</a:t>
            </a:r>
          </a:p>
          <a:p>
            <a:r>
              <a:t>      "points": [</a:t>
            </a:r>
          </a:p>
          <a:p>
            <a:r>
              <a:t>        {</a:t>
            </a:r>
          </a:p>
          <a:p>
            <a:r>
              <a:t>          "group_id": "NV_XC09",</a:t>
            </a:r>
          </a:p>
          <a:p>
            <a:r>
              <a:t>          "month": "2025-01",</a:t>
            </a:r>
          </a:p>
          <a:p>
            <a:r>
              <a:t>          "start": "2025-01-01",</a:t>
            </a:r>
          </a:p>
          <a:p>
            <a:r>
              <a:t>          "end": "2025-01-31",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0.44244,</a:t>
            </a:r>
          </a:p>
          <a:p>
            <a:r>
              <a:t>          "raw_mean": 0.01427225806451613,</a:t>
            </a:r>
          </a:p>
          <a:p>
            <a:r>
              <a:t>          "value": 44.90955967437422,</a:t>
            </a:r>
          </a:p>
          <a:p>
            <a:r>
              <a:t>          "prior_start": "2024-01-01",</a:t>
            </a:r>
          </a:p>
          <a:p>
            <a:r>
              <a:t>          "prior_end": "2024-01-31",</a:t>
            </a:r>
          </a:p>
          <a:p>
            <a:r>
              <a:t>          "prior_days": 31,</a:t>
            </a:r>
          </a:p>
          <a:p>
            <a:r>
              <a:t>          "prior_raw_mean": 0.02043838709677419,</a:t>
            </a:r>
          </a:p>
          <a:p>
            <a:r>
              <a:t>          "prior_value": 64.3121054020585,</a:t>
            </a:r>
          </a:p>
          <a:p>
            <a:r>
              <a:t>          "yoy_fraction": -0.3016935242033493,</a:t>
            </a:r>
          </a:p>
          <a:p>
            <a:r>
              <a:t>          "yoy_pct": -30.169352420334928,</a:t>
            </a:r>
          </a:p>
          <a:p>
            <a:r>
              <a:t>          "value_label": "44.9",</a:t>
            </a:r>
          </a:p>
          <a:p>
            <a:r>
              <a:t>          "yoy_label": "(-30.2%)",</a:t>
            </a:r>
          </a:p>
          <a:p>
            <a:r>
              <a:t>          "label": "44.9\n(-30.2%)"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"NV_XC09",</a:t>
            </a:r>
          </a:p>
          <a:p>
            <a:r>
              <a:t>          "month": "2025-02",</a:t>
            </a:r>
          </a:p>
          <a:p>
            <a:r>
              <a:t>          "start": "2025-02-01",</a:t>
            </a:r>
          </a:p>
          <a:p>
            <a:r>
              <a:t>          "end": "2025-02-28",</a:t>
            </a:r>
          </a:p>
          <a:p>
            <a:r>
              <a:t>          "days": 28,</a:t>
            </a:r>
          </a:p>
          <a:p>
            <a:r>
              <a:t>          "partial": false,</a:t>
            </a:r>
          </a:p>
          <a:p>
            <a:r>
              <a:t>          "raw_sum": 0.35469,</a:t>
            </a:r>
          </a:p>
          <a:p>
            <a:r>
              <a:t>          "raw_mean": 0.0126675,</a:t>
            </a:r>
          </a:p>
          <a:p>
            <a:r>
              <a:t>          "value": 39.85997482693518,</a:t>
            </a:r>
          </a:p>
          <a:p>
            <a:r>
              <a:t>          "prior_start": "2024-02-01",</a:t>
            </a:r>
          </a:p>
          <a:p>
            <a:r>
              <a:t>          "prior_end": "2024-02-29",</a:t>
            </a:r>
          </a:p>
          <a:p>
            <a:r>
              <a:t>          "prior_days": 29,</a:t>
            </a:r>
          </a:p>
          <a:p>
            <a:r>
              <a:t>          "prior_raw_mean": 0.016302758620689653,</a:t>
            </a:r>
          </a:p>
          <a:p>
            <a:r>
              <a:t>          "prior_value": 51.298799939237426,</a:t>
            </a:r>
          </a:p>
          <a:p>
            <a:r>
              <a:t>          "yoy_fraction": -0.22298426329370946,</a:t>
            </a:r>
          </a:p>
          <a:p>
            <a:r>
              <a:t>          "yoy_pct": -22.298426329370947,</a:t>
            </a:r>
          </a:p>
          <a:p>
            <a:r>
              <a:t>          "value_label": "39.9",</a:t>
            </a:r>
          </a:p>
          <a:p>
            <a:r>
              <a:t>          "yoy_label": "(-22.3%)",</a:t>
            </a:r>
          </a:p>
          <a:p>
            <a:r>
              <a:t>          "label": "39.9\n(-22.3%)"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"NV_XC09",</a:t>
            </a:r>
          </a:p>
          <a:p>
            <a:r>
              <a:t>          "month": "2025-03",</a:t>
            </a:r>
          </a:p>
          <a:p>
            <a:r>
              <a:t>          "start": "2025-03-01",</a:t>
            </a:r>
          </a:p>
          <a:p>
            <a:r>
              <a:t>          "end": "2025-03-31",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0.40399,</a:t>
            </a:r>
          </a:p>
          <a:p>
            <a:r>
              <a:t>          "raw_mean": 0.013031935483870969,</a:t>
            </a:r>
          </a:p>
          <a:p>
            <a:r>
              <a:t>          "value": 41.00671958423841,</a:t>
            </a:r>
          </a:p>
          <a:p>
            <a:r>
              <a:t>          "prior_start": "2024-03-01",</a:t>
            </a:r>
          </a:p>
          <a:p>
            <a:r>
              <a:t>          "prior_end": "2024-03-31",</a:t>
            </a:r>
          </a:p>
          <a:p>
            <a:r>
              <a:t>          "prior_days": 31,</a:t>
            </a:r>
          </a:p>
          <a:p>
            <a:r>
              <a:t>          "prior_raw_mean": 0.016903225806451615,</a:t>
            </a:r>
          </a:p>
          <a:p>
            <a:r>
              <a:t>          "prior_value": 53.188249862969194,</a:t>
            </a:r>
          </a:p>
          <a:p>
            <a:r>
              <a:t>          "yoy_fraction": -0.2290267175572518,</a:t>
            </a:r>
          </a:p>
          <a:p>
            <a:r>
              <a:t>          "yoy_pct": -22.90267175572518,</a:t>
            </a:r>
          </a:p>
          <a:p>
            <a:r>
              <a:t>          "value_label": "41.0",</a:t>
            </a:r>
          </a:p>
          <a:p>
            <a:r>
              <a:t>          "yoy_label": "(-22.9%)",</a:t>
            </a:r>
          </a:p>
          <a:p>
            <a:r>
              <a:t>          "label": "41.0\n(-22.9%)"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"NV_XC09",</a:t>
            </a:r>
          </a:p>
          <a:p>
            <a:r>
              <a:t>          "month": "2025-04",</a:t>
            </a:r>
          </a:p>
          <a:p>
            <a:r>
              <a:t>          "start": "2025-04-01",</a:t>
            </a:r>
          </a:p>
          <a:p>
            <a:r>
              <a:t>          "end": "2025-04-30",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0.30389,</a:t>
            </a:r>
          </a:p>
          <a:p>
            <a:r>
              <a:t>          "raw_mean": 0.010129666666666667,</a:t>
            </a:r>
          </a:p>
          <a:p>
            <a:r>
              <a:t>          "value": 31.87434445143696,</a:t>
            </a:r>
          </a:p>
          <a:p>
            <a:r>
              <a:t>          "prior_start": "2024-04-01",</a:t>
            </a:r>
          </a:p>
          <a:p>
            <a:r>
              <a:t>          "prior_end": "2024-04-30",</a:t>
            </a:r>
          </a:p>
          <a:p>
            <a:r>
              <a:t>          "prior_days": 30,</a:t>
            </a:r>
          </a:p>
          <a:p>
            <a:r>
              <a:t>          "prior_raw_mean": 0.01721366666666667,</a:t>
            </a:r>
          </a:p>
          <a:p>
            <a:r>
              <a:t>          "prior_value": 54.16509335011537,</a:t>
            </a:r>
          </a:p>
          <a:p>
            <a:r>
              <a:t>          "yoy_fraction": -0.41153347146647035,</a:t>
            </a:r>
          </a:p>
          <a:p>
            <a:r>
              <a:t>          "yoy_pct": -41.153347146647036,</a:t>
            </a:r>
          </a:p>
          <a:p>
            <a:r>
              <a:t>          "value_label": "31.9",</a:t>
            </a:r>
          </a:p>
          <a:p>
            <a:r>
              <a:t>          "yoy_label": "(-41.2%)",</a:t>
            </a:r>
          </a:p>
          <a:p>
            <a:r>
              <a:t>          "label": "31.9\n(-41.2%)"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"NV_XC09",</a:t>
            </a:r>
          </a:p>
          <a:p>
            <a:r>
              <a:t>          "month": "2025-05",</a:t>
            </a:r>
          </a:p>
          <a:p>
            <a:r>
              <a:t>          "start": "2025-05-01",</a:t>
            </a:r>
          </a:p>
          <a:p>
            <a:r>
              <a:t>          "end": "2025-05-31",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0.32428,</a:t>
            </a:r>
          </a:p>
          <a:p>
            <a:r>
              <a:t>          "raw_mean": 0.010460645161290322,</a:t>
            </a:r>
          </a:p>
          <a:p>
            <a:r>
              <a:t>          "value": 32.91581233886193,</a:t>
            </a:r>
          </a:p>
          <a:p>
            <a:r>
              <a:t>          "prior_start": "2024-05-01",</a:t>
            </a:r>
          </a:p>
          <a:p>
            <a:r>
              <a:t>          "prior_end": "2024-05-31",</a:t>
            </a:r>
          </a:p>
          <a:p>
            <a:r>
              <a:t>          "prior_days": 31,</a:t>
            </a:r>
          </a:p>
          <a:p>
            <a:r>
              <a:t>          "prior_raw_mean": 0.016535806451612903,</a:t>
            </a:r>
          </a:p>
          <a:p>
            <a:r>
              <a:t>          "prior_value": 52.03211595850504,</a:t>
            </a:r>
          </a:p>
          <a:p>
            <a:r>
              <a:t>          "yoy_fraction": -0.36739431536645784,</a:t>
            </a:r>
          </a:p>
          <a:p>
            <a:r>
              <a:t>          "yoy_pct": -36.73943153664578,</a:t>
            </a:r>
          </a:p>
          <a:p>
            <a:r>
              <a:t>          "value_label": "32.9",</a:t>
            </a:r>
          </a:p>
          <a:p>
            <a:r>
              <a:t>          "yoy_label": "(-36.7%)",</a:t>
            </a:r>
          </a:p>
          <a:p>
            <a:r>
              <a:t>          "label": "32.9\n(-36.7%)"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"NV_XC09",</a:t>
            </a:r>
          </a:p>
          <a:p>
            <a:r>
              <a:t>          "month": "2025-06",</a:t>
            </a:r>
          </a:p>
          <a:p>
            <a:r>
              <a:t>          "start": "2025-06-01",</a:t>
            </a:r>
          </a:p>
          <a:p>
            <a:r>
              <a:t>          "end": "2025-06-30",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0.36651,</a:t>
            </a:r>
          </a:p>
          <a:p>
            <a:r>
              <a:t>          "raw_mean": 0.012217,</a:t>
            </a:r>
          </a:p>
          <a:p>
            <a:r>
              <a:t>          "value": 38.44241661422278,</a:t>
            </a:r>
          </a:p>
          <a:p>
            <a:r>
              <a:t>          "prior_start": "2024-06-01",</a:t>
            </a:r>
          </a:p>
          <a:p>
            <a:r>
              <a:t>          "prior_end": "2024-06-30",</a:t>
            </a:r>
          </a:p>
          <a:p>
            <a:r>
              <a:t>          "prior_days": 30,</a:t>
            </a:r>
          </a:p>
          <a:p>
            <a:r>
              <a:t>          "prior_raw_mean": 0.018984333333333332,</a:t>
            </a:r>
          </a:p>
          <a:p>
            <a:r>
              <a:t>          "prior_value": 59.73673169708411,</a:t>
            </a:r>
          </a:p>
          <a:p>
            <a:r>
              <a:t>          "yoy_fraction": -0.35646936948009755,</a:t>
            </a:r>
          </a:p>
          <a:p>
            <a:r>
              <a:t>          "yoy_pct": -35.64693694800975,</a:t>
            </a:r>
          </a:p>
          <a:p>
            <a:r>
              <a:t>          "value_label": "38.4",</a:t>
            </a:r>
          </a:p>
          <a:p>
            <a:r>
              <a:t>          "yoy_label": "(-35.6%)",</a:t>
            </a:r>
          </a:p>
          <a:p>
            <a:r>
              <a:t>          "label": "38.4\n(-35.6%)"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"NV_XC09",</a:t>
            </a:r>
          </a:p>
          <a:p>
            <a:r>
              <a:t>          "month": "2025-07",</a:t>
            </a:r>
          </a:p>
          <a:p>
            <a:r>
              <a:t>          "start": "2025-07-01",</a:t>
            </a:r>
          </a:p>
          <a:p>
            <a:r>
              <a:t>          "end": "2025-07-31",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0.40446,</a:t>
            </a:r>
          </a:p>
          <a:p>
            <a:r>
              <a:t>          "raw_mean": 0.013047096774193547,</a:t>
            </a:r>
          </a:p>
          <a:p>
            <a:r>
              <a:t>          "value": 41.05442660224527,</a:t>
            </a:r>
          </a:p>
          <a:p>
            <a:r>
              <a:t>          "prior_start": "2024-07-01",</a:t>
            </a:r>
          </a:p>
          <a:p>
            <a:r>
              <a:t>          "prior_end": "2024-07-31",</a:t>
            </a:r>
          </a:p>
          <a:p>
            <a:r>
              <a:t>          "prior_days": 31,</a:t>
            </a:r>
          </a:p>
          <a:p>
            <a:r>
              <a:t>          "prior_raw_mean": 0.01840225806451613,</a:t>
            </a:r>
          </a:p>
          <a:p>
            <a:r>
              <a:t>          "prior_value": 57.9051543880306,</a:t>
            </a:r>
          </a:p>
          <a:p>
            <a:r>
              <a:t>          "yoy_fraction": -0.2910056619980016,</a:t>
            </a:r>
          </a:p>
          <a:p>
            <a:r>
              <a:t>          "yoy_pct": -29.10056619980016,</a:t>
            </a:r>
          </a:p>
          <a:p>
            <a:r>
              <a:t>          "value_label": "41.1",</a:t>
            </a:r>
          </a:p>
          <a:p>
            <a:r>
              <a:t>          "yoy_label": "(-29.1%)",</a:t>
            </a:r>
          </a:p>
          <a:p>
            <a:r>
              <a:t>          "label": "41.1\n(-29.1%)"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"NV_XC09",</a:t>
            </a:r>
          </a:p>
          <a:p>
            <a:r>
              <a:t>          "month": "2025-08",</a:t>
            </a:r>
          </a:p>
          <a:p>
            <a:r>
              <a:t>          "start": "2025-08-01",</a:t>
            </a:r>
          </a:p>
          <a:p>
            <a:r>
              <a:t>          "end": "2025-08-31",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0.45237,</a:t>
            </a:r>
          </a:p>
          <a:p>
            <a:r>
              <a:t>          "raw_mean": 0.01459258064516129,</a:t>
            </a:r>
          </a:p>
          <a:p>
            <a:r>
              <a:t>          "value": 45.91749731013621,</a:t>
            </a:r>
          </a:p>
          <a:p>
            <a:r>
              <a:t>          "prior_start": "2024-08-01",</a:t>
            </a:r>
          </a:p>
          <a:p>
            <a:r>
              <a:t>          "prior_end": "2024-08-31",</a:t>
            </a:r>
          </a:p>
          <a:p>
            <a:r>
              <a:t>          "prior_days": 31,</a:t>
            </a:r>
          </a:p>
          <a:p>
            <a:r>
              <a:t>          "prior_raw_mean": 0.01624483870967742,</a:t>
            </a:r>
          </a:p>
          <a:p>
            <a:r>
              <a:t>          "prior_value": 51.11654722994782,</a:t>
            </a:r>
          </a:p>
          <a:p>
            <a:r>
              <a:t>          "yoy_fraction": -0.10170972418038482,</a:t>
            </a:r>
          </a:p>
          <a:p>
            <a:r>
              <a:t>          "yoy_pct": -10.170972418038481,</a:t>
            </a:r>
          </a:p>
          <a:p>
            <a:r>
              <a:t>          "value_label": "45.9",</a:t>
            </a:r>
          </a:p>
          <a:p>
            <a:r>
              <a:t>          "yoy_label": "(-10.2%)",</a:t>
            </a:r>
          </a:p>
          <a:p>
            <a:r>
              <a:t>          "label": "45.9\n(-10.2%)"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"NV_XC09",</a:t>
            </a:r>
          </a:p>
          <a:p>
            <a:r>
              <a:t>          "month": "2025-09",</a:t>
            </a:r>
          </a:p>
          <a:p>
            <a:r>
              <a:t>          "start": "2025-09-01",</a:t>
            </a:r>
          </a:p>
          <a:p>
            <a:r>
              <a:t>          "end": "2025-09-30",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0.32523,</a:t>
            </a:r>
          </a:p>
          <a:p>
            <a:r>
              <a:t>          "raw_mean": 0.010841,</a:t>
            </a:r>
          </a:p>
          <a:p>
            <a:r>
              <a:t>          "value": 34.11264946507237,</a:t>
            </a:r>
          </a:p>
          <a:p>
            <a:r>
              <a:t>          "prior_start": "2024-09-01",</a:t>
            </a:r>
          </a:p>
          <a:p>
            <a:r>
              <a:t>          "prior_end": "2024-09-30",</a:t>
            </a:r>
          </a:p>
          <a:p>
            <a:r>
              <a:t>          "prior_days": 30,</a:t>
            </a:r>
          </a:p>
          <a:p>
            <a:r>
              <a:t>          "prior_raw_mean": 0.012280000000000001,</a:t>
            </a:r>
          </a:p>
          <a:p>
            <a:r>
              <a:t>          "prior_value": 38.64065449968533,</a:t>
            </a:r>
          </a:p>
          <a:p>
            <a:r>
              <a:t>          "yoy_fraction": -0.11718241042345268,</a:t>
            </a:r>
          </a:p>
          <a:p>
            <a:r>
              <a:t>          "yoy_pct": -11.718241042345268,</a:t>
            </a:r>
          </a:p>
          <a:p>
            <a:r>
              <a:t>          "value_label": "34.1",</a:t>
            </a:r>
          </a:p>
          <a:p>
            <a:r>
              <a:t>          "yoy_label": "(-11.7%)",</a:t>
            </a:r>
          </a:p>
          <a:p>
            <a:r>
              <a:t>          "label": "34.1\n(-11.7%)"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"NV_XC09",</a:t>
            </a:r>
          </a:p>
          <a:p>
            <a:r>
              <a:t>          "month": "2025-10",</a:t>
            </a:r>
          </a:p>
          <a:p>
            <a:r>
              <a:t>          "start": "2025-10-01",</a:t>
            </a:r>
          </a:p>
          <a:p>
            <a:r>
              <a:t>          "end": "2025-10-31",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0.40302,</a:t>
            </a:r>
          </a:p>
          <a:p>
            <a:r>
              <a:t>          "raw_mean": 0.013000645161290323,</a:t>
            </a:r>
          </a:p>
          <a:p>
            <a:r>
              <a:t>          "value": 40.90826041941573,</a:t>
            </a:r>
          </a:p>
          <a:p>
            <a:r>
              <a:t>          "prior_start": "2024-10-01",</a:t>
            </a:r>
          </a:p>
          <a:p>
            <a:r>
              <a:t>          "prior_end": "2024-10-31",</a:t>
            </a:r>
          </a:p>
          <a:p>
            <a:r>
              <a:t>          "prior_days": 31,</a:t>
            </a:r>
          </a:p>
          <a:p>
            <a:r>
              <a:t>          "prior_raw_mean": 0.013245483870967741,</a:t>
            </a:r>
          </a:p>
          <a:p>
            <a:r>
              <a:t>          "prior_value": 41.678678008079736,</a:t>
            </a:r>
          </a:p>
          <a:p>
            <a:r>
              <a:t>          "yoy_fraction": -0.018484693504785654,</a:t>
            </a:r>
          </a:p>
          <a:p>
            <a:r>
              <a:t>          "yoy_pct": -1.8484693504785654,</a:t>
            </a:r>
          </a:p>
          <a:p>
            <a:r>
              <a:t>          "value_label": "40.9",</a:t>
            </a:r>
          </a:p>
          <a:p>
            <a:r>
              <a:t>          "yoy_label": "(-1.8%)",</a:t>
            </a:r>
          </a:p>
          <a:p>
            <a:r>
              <a:t>          "label": "40.9\n(-1.8%)"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"NV_XC09",</a:t>
            </a:r>
          </a:p>
          <a:p>
            <a:r>
              <a:t>          "month": "2025-11",</a:t>
            </a:r>
          </a:p>
          <a:p>
            <a:r>
              <a:t>          "start": "2025-11-01",</a:t>
            </a:r>
          </a:p>
          <a:p>
            <a:r>
              <a:t>          "end": "2025-11-30",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0.46188,</a:t>
            </a:r>
          </a:p>
          <a:p>
            <a:r>
              <a:t>          "raw_mean": 0.015396,</a:t>
            </a:r>
          </a:p>
          <a:p>
            <a:r>
              <a:t>          "value": 48.44556324732536,</a:t>
            </a:r>
          </a:p>
          <a:p>
            <a:r>
              <a:t>          "prior_start": "2024-11-01",</a:t>
            </a:r>
          </a:p>
          <a:p>
            <a:r>
              <a:t>          "prior_end": "2024-11-30",</a:t>
            </a:r>
          </a:p>
          <a:p>
            <a:r>
              <a:t>          "prior_days": 30,</a:t>
            </a:r>
          </a:p>
          <a:p>
            <a:r>
              <a:t>          "prior_raw_mean": 0.013656,</a:t>
            </a:r>
          </a:p>
          <a:p>
            <a:r>
              <a:t>          "prior_value": 42.970421648835746,</a:t>
            </a:r>
          </a:p>
          <a:p>
            <a:r>
              <a:t>          "yoy_fraction": 0.12741652021089633,</a:t>
            </a:r>
          </a:p>
          <a:p>
            <a:r>
              <a:t>          "yoy_pct": 12.741652021089633,</a:t>
            </a:r>
          </a:p>
          <a:p>
            <a:r>
              <a:t>          "value_label": "48.4",</a:t>
            </a:r>
          </a:p>
          <a:p>
            <a:r>
              <a:t>          "yoy_label": "(+12.7%)",</a:t>
            </a:r>
          </a:p>
          <a:p>
            <a:r>
              <a:t>          "label": "48.4\n(+12.7%)"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"NV_XC09",</a:t>
            </a:r>
          </a:p>
          <a:p>
            <a:r>
              <a:t>          "month": "2025-12",</a:t>
            </a:r>
          </a:p>
          <a:p>
            <a:r>
              <a:t>          "start": "2025-12-01",</a:t>
            </a:r>
          </a:p>
          <a:p>
            <a:r>
              <a:t>          "end": "2025-12-31",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0.34612,</a:t>
            </a:r>
          </a:p>
          <a:p>
            <a:r>
              <a:t>          "raw_mean": 0.01116516129032258,</a:t>
            </a:r>
          </a:p>
          <a:p>
            <a:r>
              <a:t>          "value": 35.13266611177652,</a:t>
            </a:r>
          </a:p>
          <a:p>
            <a:r>
              <a:t>          "prior_start": "2024-12-01",</a:t>
            </a:r>
          </a:p>
          <a:p>
            <a:r>
              <a:t>          "prior_end": "2024-12-31",</a:t>
            </a:r>
          </a:p>
          <a:p>
            <a:r>
              <a:t>          "prior_days": 31,</a:t>
            </a:r>
          </a:p>
          <a:p>
            <a:r>
              <a:t>          "prior_raw_mean": 0.011792580645161291,</a:t>
            </a:r>
          </a:p>
          <a:p>
            <a:r>
              <a:t>          "prior_value": 37.10692462291154,</a:t>
            </a:r>
          </a:p>
          <a:p>
            <a:r>
              <a:t>          "yoy_fraction": -0.05320458462127631,</a:t>
            </a:r>
          </a:p>
          <a:p>
            <a:r>
              <a:t>          "yoy_pct": -5.320458462127631,</a:t>
            </a:r>
          </a:p>
          <a:p>
            <a:r>
              <a:t>          "value_label": "35.1",</a:t>
            </a:r>
          </a:p>
          <a:p>
            <a:r>
              <a:t>          "yoy_label": "(-5.3%)",</a:t>
            </a:r>
          </a:p>
          <a:p>
            <a:r>
              <a:t>          "label": "35.1\n(-5.3%)"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"NV_XC09",</a:t>
            </a:r>
          </a:p>
          <a:p>
            <a:r>
              <a:t>          "month": "2026-01",</a:t>
            </a:r>
          </a:p>
          <a:p>
            <a:r>
              <a:t>          "start": "2026-01-01",</a:t>
            </a:r>
          </a:p>
          <a:p>
            <a:r>
              <a:t>          "end": "2026-01-31",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0.29773,</a:t>
            </a:r>
          </a:p>
          <a:p>
            <a:r>
              <a:t>          "raw_mean": 0.009604193548387097,</a:t>
            </a:r>
          </a:p>
          <a:p>
            <a:r>
              <a:t>          "value": 30.220873342942404,</a:t>
            </a:r>
          </a:p>
          <a:p>
            <a:r>
              <a:t>          "prior_start": "2025-01-01",</a:t>
            </a:r>
          </a:p>
          <a:p>
            <a:r>
              <a:t>          "prior_end": "2025-01-31",</a:t>
            </a:r>
          </a:p>
          <a:p>
            <a:r>
              <a:t>          "prior_days": 31,</a:t>
            </a:r>
          </a:p>
          <a:p>
            <a:r>
              <a:t>          "prior_raw_mean": 0.01427225806451613,</a:t>
            </a:r>
          </a:p>
          <a:p>
            <a:r>
              <a:t>          "prior_value": 44.90955967437422,</a:t>
            </a:r>
          </a:p>
          <a:p>
            <a:r>
              <a:t>          "yoy_fraction": -0.3270725974143387,</a:t>
            </a:r>
          </a:p>
          <a:p>
            <a:r>
              <a:t>          "yoy_pct": -32.70725974143387,</a:t>
            </a:r>
          </a:p>
          <a:p>
            <a:r>
              <a:t>          "value_label": "30.2",</a:t>
            </a:r>
          </a:p>
          <a:p>
            <a:r>
              <a:t>          "yoy_label": "(-32.7%)",</a:t>
            </a:r>
          </a:p>
          <a:p>
            <a:r>
              <a:t>          "label": "30.2\n(-32.7%)"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"NV_XC09",</a:t>
            </a:r>
          </a:p>
          <a:p>
            <a:r>
              <a:t>          "month": "2026-02",</a:t>
            </a:r>
          </a:p>
          <a:p>
            <a:r>
              <a:t>          "start": "2026-02-01",</a:t>
            </a:r>
          </a:p>
          <a:p>
            <a:r>
              <a:t>          "end": "2026-02-28",</a:t>
            </a:r>
          </a:p>
          <a:p>
            <a:r>
              <a:t>          "days": 28,</a:t>
            </a:r>
          </a:p>
          <a:p>
            <a:r>
              <a:t>          "partial": false,</a:t>
            </a:r>
          </a:p>
          <a:p>
            <a:r>
              <a:t>          "raw_sum": 0.2451,</a:t>
            </a:r>
          </a:p>
          <a:p>
            <a:r>
              <a:t>          "raw_mean": 0.008753571428571428,</a:t>
            </a:r>
          </a:p>
          <a:p>
            <a:r>
              <a:t>          "value": 27.544277622943447,</a:t>
            </a:r>
          </a:p>
          <a:p>
            <a:r>
              <a:t>          "prior_start": "2025-02-01",</a:t>
            </a:r>
          </a:p>
          <a:p>
            <a:r>
              <a:t>          "prior_end": "2025-02-28",</a:t>
            </a:r>
          </a:p>
          <a:p>
            <a:r>
              <a:t>          "prior_days": 28,</a:t>
            </a:r>
          </a:p>
          <a:p>
            <a:r>
              <a:t>          "prior_raw_mean": 0.0126675,</a:t>
            </a:r>
          </a:p>
          <a:p>
            <a:r>
              <a:t>          "prior_value": 39.85997482693518,</a:t>
            </a:r>
          </a:p>
          <a:p>
            <a:r>
              <a:t>          "yoy_fraction": -0.308974033663199,</a:t>
            </a:r>
          </a:p>
          <a:p>
            <a:r>
              <a:t>          "yoy_pct": -30.8974033663199,</a:t>
            </a:r>
          </a:p>
          <a:p>
            <a:r>
              <a:t>          "value_label": "27.5",</a:t>
            </a:r>
          </a:p>
          <a:p>
            <a:r>
              <a:t>          "yoy_label": "(-30.9%)",</a:t>
            </a:r>
          </a:p>
          <a:p>
            <a:r>
              <a:t>          "label": "27.5\n(-30.9%)"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"NV_XC09",</a:t>
            </a:r>
          </a:p>
          <a:p>
            <a:r>
              <a:t>          "month": "2026-03",</a:t>
            </a:r>
          </a:p>
          <a:p>
            <a:r>
              <a:t>          "start": "2026-03-01",</a:t>
            </a:r>
          </a:p>
          <a:p>
            <a:r>
              <a:t>          "end": "2026-03-31",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0.22846,</a:t>
            </a:r>
          </a:p>
          <a:p>
            <a:r>
              <a:t>          "raw_mean": 0.007369677419354839,</a:t>
            </a:r>
          </a:p>
          <a:p>
            <a:r>
              <a:t>          "value": 23.189670923080044,</a:t>
            </a:r>
          </a:p>
          <a:p>
            <a:r>
              <a:t>          "prior_start": "2025-03-01",</a:t>
            </a:r>
          </a:p>
          <a:p>
            <a:r>
              <a:t>          "prior_end": "2025-03-31",</a:t>
            </a:r>
          </a:p>
          <a:p>
            <a:r>
              <a:t>          "prior_days": 31,</a:t>
            </a:r>
          </a:p>
          <a:p>
            <a:r>
              <a:t>          "prior_raw_mean": 0.013031935483870969,</a:t>
            </a:r>
          </a:p>
          <a:p>
            <a:r>
              <a:t>          "prior_value": 41.00671958423841,</a:t>
            </a:r>
          </a:p>
          <a:p>
            <a:r>
              <a:t>          "yoy_fraction": -0.4344909527463552,</a:t>
            </a:r>
          </a:p>
          <a:p>
            <a:r>
              <a:t>          "yoy_pct": -43.44909527463552,</a:t>
            </a:r>
          </a:p>
          <a:p>
            <a:r>
              <a:t>          "value_label": "23.2",</a:t>
            </a:r>
          </a:p>
          <a:p>
            <a:r>
              <a:t>          "yoy_label": "(-43.4%)",</a:t>
            </a:r>
          </a:p>
          <a:p>
            <a:r>
              <a:t>          "label": "23.2\n(-43.4%)"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"NV_XC09",</a:t>
            </a:r>
          </a:p>
          <a:p>
            <a:r>
              <a:t>          "month": "2026-04",</a:t>
            </a:r>
          </a:p>
          <a:p>
            <a:r>
              <a:t>          "start": "2026-04-01",</a:t>
            </a:r>
          </a:p>
          <a:p>
            <a:r>
              <a:t>          "end": "2026-04-30",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0.26452,</a:t>
            </a:r>
          </a:p>
          <a:p>
            <a:r>
              <a:t>          "raw_mean": 0.008817333333333333,</a:t>
            </a:r>
          </a:p>
          <a:p>
            <a:r>
              <a:t>          "value": 27.744912943150826,</a:t>
            </a:r>
          </a:p>
          <a:p>
            <a:r>
              <a:t>          "prior_start": "2025-04-01",</a:t>
            </a:r>
          </a:p>
          <a:p>
            <a:r>
              <a:t>          "prior_end": "2025-04-30",</a:t>
            </a:r>
          </a:p>
          <a:p>
            <a:r>
              <a:t>          "prior_days": 30,</a:t>
            </a:r>
          </a:p>
          <a:p>
            <a:r>
              <a:t>          "prior_raw_mean": 0.010129666666666667,</a:t>
            </a:r>
          </a:p>
          <a:p>
            <a:r>
              <a:t>          "prior_value": 31.87434445143696,</a:t>
            </a:r>
          </a:p>
          <a:p>
            <a:r>
              <a:t>          "yoy_fraction": -0.12955345684293662,</a:t>
            </a:r>
          </a:p>
          <a:p>
            <a:r>
              <a:t>          "yoy_pct": -12.955345684293661,</a:t>
            </a:r>
          </a:p>
          <a:p>
            <a:r>
              <a:t>          "value_label": "27.7",</a:t>
            </a:r>
          </a:p>
          <a:p>
            <a:r>
              <a:t>          "yoy_label": "(-13.0%)",</a:t>
            </a:r>
          </a:p>
          <a:p>
            <a:r>
              <a:t>          "label": "27.7\n(-13.0%)"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"NV_XC09",</a:t>
            </a:r>
          </a:p>
          <a:p>
            <a:r>
              <a:t>          "month": "2026-05",</a:t>
            </a:r>
          </a:p>
          <a:p>
            <a:r>
              <a:t>          "start": "2026-05-01",</a:t>
            </a:r>
          </a:p>
          <a:p>
            <a:r>
              <a:t>          "end": "2026-05-31",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0.256,</a:t>
            </a:r>
          </a:p>
          <a:p>
            <a:r>
              <a:t>          "raw_mean": 0.008258064516129033,</a:t>
            </a:r>
          </a:p>
          <a:p>
            <a:r>
              <a:t>          "value": 25.985099169694877,</a:t>
            </a:r>
          </a:p>
          <a:p>
            <a:r>
              <a:t>          "prior_start": "2025-05-01",</a:t>
            </a:r>
          </a:p>
          <a:p>
            <a:r>
              <a:t>          "prior_end": "2025-05-31",</a:t>
            </a:r>
          </a:p>
          <a:p>
            <a:r>
              <a:t>          "prior_days": 31,</a:t>
            </a:r>
          </a:p>
          <a:p>
            <a:r>
              <a:t>          "prior_raw_mean": 0.010460645161290322,</a:t>
            </a:r>
          </a:p>
          <a:p>
            <a:r>
              <a:t>          "prior_value": 32.91581233886193,</a:t>
            </a:r>
          </a:p>
          <a:p>
            <a:r>
              <a:t>          "yoy_fraction": -0.21055877636610343,</a:t>
            </a:r>
          </a:p>
          <a:p>
            <a:r>
              <a:t>          "yoy_pct": -21.055877636610344,</a:t>
            </a:r>
          </a:p>
          <a:p>
            <a:r>
              <a:t>          "value_label": "26.0",</a:t>
            </a:r>
          </a:p>
          <a:p>
            <a:r>
              <a:t>          "yoy_label": "(-21.1%)",</a:t>
            </a:r>
          </a:p>
          <a:p>
            <a:r>
              <a:t>          "label": "26.0\n(-21.1%)"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"NV_XC09",</a:t>
            </a:r>
          </a:p>
          <a:p>
            <a:r>
              <a:t>          "month": "2026-06",</a:t>
            </a:r>
          </a:p>
          <a:p>
            <a:r>
              <a:t>          "start": "2026-06-01",</a:t>
            </a:r>
          </a:p>
          <a:p>
            <a:r>
              <a:t>          "end": "2026-06-30",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0.19957,</a:t>
            </a:r>
          </a:p>
          <a:p>
            <a:r>
              <a:t>          "raw_mean": 0.006652333333333333,</a:t>
            </a:r>
          </a:p>
          <a:p>
            <a:r>
              <a:t>          "value": 20.93245227606461,</a:t>
            </a:r>
          </a:p>
          <a:p>
            <a:r>
              <a:t>          "prior_start": "2025-06-01",</a:t>
            </a:r>
          </a:p>
          <a:p>
            <a:r>
              <a:t>          "prior_end": "2025-06-30",</a:t>
            </a:r>
          </a:p>
          <a:p>
            <a:r>
              <a:t>          "prior_days": 30,</a:t>
            </a:r>
          </a:p>
          <a:p>
            <a:r>
              <a:t>          "prior_raw_mean": 0.012217,</a:t>
            </a:r>
          </a:p>
          <a:p>
            <a:r>
              <a:t>          "prior_value": 38.44241661422278,</a:t>
            </a:r>
          </a:p>
          <a:p>
            <a:r>
              <a:t>          "yoy_fraction": -0.45548552563367983,</a:t>
            </a:r>
          </a:p>
          <a:p>
            <a:r>
              <a:t>          "yoy_pct": -45.548552563367984,</a:t>
            </a:r>
          </a:p>
          <a:p>
            <a:r>
              <a:t>          "value_label": "20.9",</a:t>
            </a:r>
          </a:p>
          <a:p>
            <a:r>
              <a:t>          "yoy_label": "(-45.5%)",</a:t>
            </a:r>
          </a:p>
          <a:p>
            <a:r>
              <a:t>          "label": "20.9\n(-45.5%)"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"NV_XC09",</a:t>
            </a:r>
          </a:p>
          <a:p>
            <a:r>
              <a:t>          "month": "2026-07",</a:t>
            </a:r>
          </a:p>
          <a:p>
            <a:r>
              <a:t>          "start": "2026-07-01",</a:t>
            </a:r>
          </a:p>
          <a:p>
            <a:r>
              <a:t>          "end": "2026-07-31",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0.21189,</a:t>
            </a:r>
          </a:p>
          <a:p>
            <a:r>
              <a:t>          "raw_mean": 0.00683516129032258,</a:t>
            </a:r>
          </a:p>
          <a:p>
            <a:r>
              <a:t>          "value": 21.507744777604092,</a:t>
            </a:r>
          </a:p>
          <a:p>
            <a:r>
              <a:t>          "prior_start": "2025-07-01",</a:t>
            </a:r>
          </a:p>
          <a:p>
            <a:r>
              <a:t>          "prior_end": "2025-07-31",</a:t>
            </a:r>
          </a:p>
          <a:p>
            <a:r>
              <a:t>          "prior_days": 31,</a:t>
            </a:r>
          </a:p>
          <a:p>
            <a:r>
              <a:t>          "prior_raw_mean": 0.013047096774193547,</a:t>
            </a:r>
          </a:p>
          <a:p>
            <a:r>
              <a:t>          "prior_value": 41.05442660224527,</a:t>
            </a:r>
          </a:p>
          <a:p>
            <a:r>
              <a:t>          "yoy_fraction": -0.4761163032191069,</a:t>
            </a:r>
          </a:p>
          <a:p>
            <a:r>
              <a:t>          "yoy_pct": -47.611630321910695,</a:t>
            </a:r>
          </a:p>
          <a:p>
            <a:r>
              <a:t>          "value_label": "21.5",</a:t>
            </a:r>
          </a:p>
          <a:p>
            <a:r>
              <a:t>          "yoy_label": "(-47.6%)",</a:t>
            </a:r>
          </a:p>
          <a:p>
            <a:r>
              <a:t>          "label": "21.5\n(-47.6%)"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"NV_XC09",</a:t>
            </a:r>
          </a:p>
          <a:p>
            <a:r>
              <a:t>          "month": "2026-08",</a:t>
            </a:r>
          </a:p>
          <a:p>
            <a:r>
              <a:t>          "start": "2026-08-01",</a:t>
            </a:r>
          </a:p>
          <a:p>
            <a:r>
              <a:t>          "end": "2026-08-31",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0.19386,</a:t>
            </a:r>
          </a:p>
          <a:p>
            <a:r>
              <a:t>          "raw_mean": 0.006253548387096774,</a:t>
            </a:r>
          </a:p>
          <a:p>
            <a:r>
              <a:t>          "value": 19.67762236342597,</a:t>
            </a:r>
          </a:p>
          <a:p>
            <a:r>
              <a:t>          "prior_start": "2025-08-01",</a:t>
            </a:r>
          </a:p>
          <a:p>
            <a:r>
              <a:t>          "prior_end": "2025-08-31",</a:t>
            </a:r>
          </a:p>
          <a:p>
            <a:r>
              <a:t>          "prior_days": 31,</a:t>
            </a:r>
          </a:p>
          <a:p>
            <a:r>
              <a:t>          "prior_raw_mean": 0.01459258064516129,</a:t>
            </a:r>
          </a:p>
          <a:p>
            <a:r>
              <a:t>          "prior_value": 45.91749731013621,</a:t>
            </a:r>
          </a:p>
          <a:p>
            <a:r>
              <a:t>          "yoy_fraction": -0.5714569931693083,</a:t>
            </a:r>
          </a:p>
          <a:p>
            <a:r>
              <a:t>          "yoy_pct": -57.14569931693083,</a:t>
            </a:r>
          </a:p>
          <a:p>
            <a:r>
              <a:t>          "value_label": "19.7",</a:t>
            </a:r>
          </a:p>
          <a:p>
            <a:r>
              <a:t>          "yoy_label": "(-57.1%)",</a:t>
            </a:r>
          </a:p>
          <a:p>
            <a:r>
              <a:t>          "label": "19.7\n(-57.1%)"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"NV_XC09",</a:t>
            </a:r>
          </a:p>
          <a:p>
            <a:r>
              <a:t>          "month": "2026-09",</a:t>
            </a:r>
          </a:p>
          <a:p>
            <a:r>
              <a:t>          "start": "2026-09-01",</a:t>
            </a:r>
          </a:p>
          <a:p>
            <a:r>
              <a:t>          "end": "2026-09-30",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0.16114,</a:t>
            </a:r>
          </a:p>
          <a:p>
            <a:r>
              <a:t>          "raw_mean": 0.005371333333333334,</a:t>
            </a:r>
          </a:p>
          <a:p>
            <a:r>
              <a:t>          "value": 16.901615271659324,</a:t>
            </a:r>
          </a:p>
          <a:p>
            <a:r>
              <a:t>          "prior_start": "2025-09-01",</a:t>
            </a:r>
          </a:p>
          <a:p>
            <a:r>
              <a:t>          "prior_end": "2025-09-30",</a:t>
            </a:r>
          </a:p>
          <a:p>
            <a:r>
              <a:t>          "prior_days": 30,</a:t>
            </a:r>
          </a:p>
          <a:p>
            <a:r>
              <a:t>          "prior_raw_mean": 0.010841,</a:t>
            </a:r>
          </a:p>
          <a:p>
            <a:r>
              <a:t>          "prior_value": 34.11264946507237,</a:t>
            </a:r>
          </a:p>
          <a:p>
            <a:r>
              <a:t>          "yoy_fraction": -0.5045352519755251,</a:t>
            </a:r>
          </a:p>
          <a:p>
            <a:r>
              <a:t>          "yoy_pct": -50.45352519755251,</a:t>
            </a:r>
          </a:p>
          <a:p>
            <a:r>
              <a:t>          "value_label": "16.9",</a:t>
            </a:r>
          </a:p>
          <a:p>
            <a:r>
              <a:t>          "yoy_label": "(-50.5%)",</a:t>
            </a:r>
          </a:p>
          <a:p>
            <a:r>
              <a:t>          "label": "16.9\n(-50.5%)"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"NV_XC09",</a:t>
            </a:r>
          </a:p>
          <a:p>
            <a:r>
              <a:t>          "month": "2026-10",</a:t>
            </a:r>
          </a:p>
          <a:p>
            <a:r>
              <a:t>          "start": "2026-10-01",</a:t>
            </a:r>
          </a:p>
          <a:p>
            <a:r>
              <a:t>          "end": "2026-10-19",</a:t>
            </a:r>
          </a:p>
          <a:p>
            <a:r>
              <a:t>          "days": 19,</a:t>
            </a:r>
          </a:p>
          <a:p>
            <a:r>
              <a:t>          "partial": true,</a:t>
            </a:r>
          </a:p>
          <a:p>
            <a:r>
              <a:t>          "raw_sum": 0.10854,</a:t>
            </a:r>
          </a:p>
          <a:p>
            <a:r>
              <a:t>          "raw_mean": 0.0057126315789473685,</a:t>
            </a:r>
          </a:p>
          <a:p>
            <a:r>
              <a:t>          "value": 17.975555629161008,</a:t>
            </a:r>
          </a:p>
          <a:p>
            <a:r>
              <a:t>          "prior_start": "2025-10-01",</a:t>
            </a:r>
          </a:p>
          <a:p>
            <a:r>
              <a:t>          "prior_end": "2025-10-19",</a:t>
            </a:r>
          </a:p>
          <a:p>
            <a:r>
              <a:t>          "prior_days": 19,</a:t>
            </a:r>
          </a:p>
          <a:p>
            <a:r>
              <a:t>          "prior_raw_mean": 0.011303684210526315,</a:t>
            </a:r>
          </a:p>
          <a:p>
            <a:r>
              <a:t>          "prior_value": 35.56854691795568,</a:t>
            </a:r>
          </a:p>
          <a:p>
            <a:r>
              <a:t>          "yoy_fraction": -0.4946221539321134,</a:t>
            </a:r>
          </a:p>
          <a:p>
            <a:r>
              <a:t>          "yoy_pct": -49.46221539321134,</a:t>
            </a:r>
          </a:p>
          <a:p>
            <a:r>
              <a:t>          "value_label": "18.0",</a:t>
            </a:r>
          </a:p>
          <a:p>
            <a:r>
              <a:t>          "yoy_label": "(-49.5%)",</a:t>
            </a:r>
          </a:p>
          <a:p>
            <a:r>
              <a:t>          "label": "18.0\n(-49.5%)"</a:t>
            </a:r>
          </a:p>
          <a:p>
            <a:r>
              <a:t>        }</a:t>
            </a:r>
          </a:p>
          <a:p>
            <a:r>
              <a:t>      ]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"NV_XC11",</a:t>
            </a:r>
          </a:p>
          <a:p>
            <a:r>
              <a:t>      "label": "시즈닝·분말",</a:t>
            </a:r>
          </a:p>
          <a:p>
            <a:r>
              <a:t>      "points": [</a:t>
            </a:r>
          </a:p>
          <a:p>
            <a:r>
              <a:t>        {</a:t>
            </a:r>
          </a:p>
          <a:p>
            <a:r>
              <a:t>          "group_id": "NV_XC11",</a:t>
            </a:r>
          </a:p>
          <a:p>
            <a:r>
              <a:t>          "month": "2025-01",</a:t>
            </a:r>
          </a:p>
          <a:p>
            <a:r>
              <a:t>          "start": "2025-01-01",</a:t>
            </a:r>
          </a:p>
          <a:p>
            <a:r>
              <a:t>          "end": "2025-01-31",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227.63383,</a:t>
            </a:r>
          </a:p>
          <a:p>
            <a:r>
              <a:t>          "raw_mean": 7.343026774193548,</a:t>
            </a:r>
          </a:p>
          <a:p>
            <a:r>
              <a:t>          "value": 7.343026774193548,</a:t>
            </a:r>
          </a:p>
          <a:p>
            <a:r>
              <a:t>          "prior_start": "2024-01-01",</a:t>
            </a:r>
          </a:p>
          <a:p>
            <a:r>
              <a:t>          "prior_end": "2024-01-31",</a:t>
            </a:r>
          </a:p>
          <a:p>
            <a:r>
              <a:t>          "prior_days": 31,</a:t>
            </a:r>
          </a:p>
          <a:p>
            <a:r>
              <a:t>          "prior_raw_mean": 8.069108387096774,</a:t>
            </a:r>
          </a:p>
          <a:p>
            <a:r>
              <a:t>          "prior_value": 8.069108387096774,</a:t>
            </a:r>
          </a:p>
          <a:p>
            <a:r>
              <a:t>          "yoy_fraction": -0.08998288014872813,</a:t>
            </a:r>
          </a:p>
          <a:p>
            <a:r>
              <a:t>          "yoy_pct": -8.998288014872813,</a:t>
            </a:r>
          </a:p>
          <a:p>
            <a:r>
              <a:t>          "value_label": "7.3",</a:t>
            </a:r>
          </a:p>
          <a:p>
            <a:r>
              <a:t>          "yoy_label": "(-9.0%)",</a:t>
            </a:r>
          </a:p>
          <a:p>
            <a:r>
              <a:t>          "label": "7.3\n(-9.0%)"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"NV_XC11",</a:t>
            </a:r>
          </a:p>
          <a:p>
            <a:r>
              <a:t>          "month": "2025-02",</a:t>
            </a:r>
          </a:p>
          <a:p>
            <a:r>
              <a:t>          "start": "2025-02-01",</a:t>
            </a:r>
          </a:p>
          <a:p>
            <a:r>
              <a:t>          "end": "2025-02-28",</a:t>
            </a:r>
          </a:p>
          <a:p>
            <a:r>
              <a:t>          "days": 28,</a:t>
            </a:r>
          </a:p>
          <a:p>
            <a:r>
              <a:t>          "partial": false,</a:t>
            </a:r>
          </a:p>
          <a:p>
            <a:r>
              <a:t>          "raw_sum": 186.35054,</a:t>
            </a:r>
          </a:p>
          <a:p>
            <a:r>
              <a:t>          "raw_mean": 6.6553764285714285,</a:t>
            </a:r>
          </a:p>
          <a:p>
            <a:r>
              <a:t>          "value": 6.6553764285714285,</a:t>
            </a:r>
          </a:p>
          <a:p>
            <a:r>
              <a:t>          "prior_start": "2024-02-01",</a:t>
            </a:r>
          </a:p>
          <a:p>
            <a:r>
              <a:t>          "prior_end": "2024-02-29",</a:t>
            </a:r>
          </a:p>
          <a:p>
            <a:r>
              <a:t>          "prior_days": 29,</a:t>
            </a:r>
          </a:p>
          <a:p>
            <a:r>
              <a:t>          "prior_raw_mean": 7.208782413793103,</a:t>
            </a:r>
          </a:p>
          <a:p>
            <a:r>
              <a:t>          "prior_value": 7.208782413793103,</a:t>
            </a:r>
          </a:p>
          <a:p>
            <a:r>
              <a:t>          "yoy_fraction": -0.07676830197604545,</a:t>
            </a:r>
          </a:p>
          <a:p>
            <a:r>
              <a:t>          "yoy_pct": -7.676830197604545,</a:t>
            </a:r>
          </a:p>
          <a:p>
            <a:r>
              <a:t>          "value_label": "6.7",</a:t>
            </a:r>
          </a:p>
          <a:p>
            <a:r>
              <a:t>          "yoy_label": "(-7.7%)",</a:t>
            </a:r>
          </a:p>
          <a:p>
            <a:r>
              <a:t>          "label": "6.7\n(-7.7%)"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"NV_XC11",</a:t>
            </a:r>
          </a:p>
          <a:p>
            <a:r>
              <a:t>          "month": "2025-03",</a:t>
            </a:r>
          </a:p>
          <a:p>
            <a:r>
              <a:t>          "start": "2025-03-01",</a:t>
            </a:r>
          </a:p>
          <a:p>
            <a:r>
              <a:t>          "end": "2025-03-31",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195.31035,</a:t>
            </a:r>
          </a:p>
          <a:p>
            <a:r>
              <a:t>          "raw_mean": 6.300333870967742,</a:t>
            </a:r>
          </a:p>
          <a:p>
            <a:r>
              <a:t>          "value": 6.300333870967742,</a:t>
            </a:r>
          </a:p>
          <a:p>
            <a:r>
              <a:t>          "prior_start": "2024-03-01",</a:t>
            </a:r>
          </a:p>
          <a:p>
            <a:r>
              <a:t>          "prior_end": "2024-03-31",</a:t>
            </a:r>
          </a:p>
          <a:p>
            <a:r>
              <a:t>          "prior_days": 31,</a:t>
            </a:r>
          </a:p>
          <a:p>
            <a:r>
              <a:t>          "prior_raw_mean": 6.937885806451613,</a:t>
            </a:r>
          </a:p>
          <a:p>
            <a:r>
              <a:t>          "prior_value": 6.937885806451613,</a:t>
            </a:r>
          </a:p>
          <a:p>
            <a:r>
              <a:t>          "yoy_fraction": -0.09189426768757203,</a:t>
            </a:r>
          </a:p>
          <a:p>
            <a:r>
              <a:t>          "yoy_pct": -9.189426768757203,</a:t>
            </a:r>
          </a:p>
          <a:p>
            <a:r>
              <a:t>          "value_label": "6.3",</a:t>
            </a:r>
          </a:p>
          <a:p>
            <a:r>
              <a:t>          "yoy_label": "(-9.2%)",</a:t>
            </a:r>
          </a:p>
          <a:p>
            <a:r>
              <a:t>          "label": "6.3\n(-9.2%)"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"NV_XC11",</a:t>
            </a:r>
          </a:p>
          <a:p>
            <a:r>
              <a:t>          "month": "2025-04",</a:t>
            </a:r>
          </a:p>
          <a:p>
            <a:r>
              <a:t>          "start": "2025-04-01",</a:t>
            </a:r>
          </a:p>
          <a:p>
            <a:r>
              <a:t>          "end": "2025-04-30",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177.36833,</a:t>
            </a:r>
          </a:p>
          <a:p>
            <a:r>
              <a:t>          "raw_mean": 5.912277666666666,</a:t>
            </a:r>
          </a:p>
          <a:p>
            <a:r>
              <a:t>          "value": 5.912277666666666,</a:t>
            </a:r>
          </a:p>
          <a:p>
            <a:r>
              <a:t>          "prior_start": "2024-04-01",</a:t>
            </a:r>
          </a:p>
          <a:p>
            <a:r>
              <a:t>          "prior_end": "2024-04-30",</a:t>
            </a:r>
          </a:p>
          <a:p>
            <a:r>
              <a:t>          "prior_days": 30,</a:t>
            </a:r>
          </a:p>
          <a:p>
            <a:r>
              <a:t>          "prior_raw_mean": 6.2083303333333335,</a:t>
            </a:r>
          </a:p>
          <a:p>
            <a:r>
              <a:t>          "prior_value": 6.2083303333333335,</a:t>
            </a:r>
          </a:p>
          <a:p>
            <a:r>
              <a:t>          "yoy_fraction": -0.047686358613542534,</a:t>
            </a:r>
          </a:p>
          <a:p>
            <a:r>
              <a:t>          "yoy_pct": -4.768635861354253,</a:t>
            </a:r>
          </a:p>
          <a:p>
            <a:r>
              <a:t>          "value_label": "5.9",</a:t>
            </a:r>
          </a:p>
          <a:p>
            <a:r>
              <a:t>          "yoy_label": "(-4.8%)",</a:t>
            </a:r>
          </a:p>
          <a:p>
            <a:r>
              <a:t>          "label": "5.9\n(-4.8%)"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"NV_XC11",</a:t>
            </a:r>
          </a:p>
          <a:p>
            <a:r>
              <a:t>          "month": "2025-05",</a:t>
            </a:r>
          </a:p>
          <a:p>
            <a:r>
              <a:t>          "start": "2025-05-01",</a:t>
            </a:r>
          </a:p>
          <a:p>
            <a:r>
              <a:t>          "end": "2025-05-31",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208.81994,</a:t>
            </a:r>
          </a:p>
          <a:p>
            <a:r>
              <a:t>          "raw_mean": 6.736127096774194,</a:t>
            </a:r>
          </a:p>
          <a:p>
            <a:r>
              <a:t>          "value": 6.736127096774194,</a:t>
            </a:r>
          </a:p>
          <a:p>
            <a:r>
              <a:t>          "prior_start": "2024-05-01",</a:t>
            </a:r>
          </a:p>
          <a:p>
            <a:r>
              <a:t>          "prior_end": "2024-05-31",</a:t>
            </a:r>
          </a:p>
          <a:p>
            <a:r>
              <a:t>          "prior_days": 31,</a:t>
            </a:r>
          </a:p>
          <a:p>
            <a:r>
              <a:t>          "prior_raw_mean": 6.486225483870968,</a:t>
            </a:r>
          </a:p>
          <a:p>
            <a:r>
              <a:t>          "prior_value": 6.486225483870968,</a:t>
            </a:r>
          </a:p>
          <a:p>
            <a:r>
              <a:t>          "yoy_fraction": 0.03852804894381889,</a:t>
            </a:r>
          </a:p>
          <a:p>
            <a:r>
              <a:t>          "yoy_pct": 3.8528048943818893,</a:t>
            </a:r>
          </a:p>
          <a:p>
            <a:r>
              <a:t>          "value_label": "6.7",</a:t>
            </a:r>
          </a:p>
          <a:p>
            <a:r>
              <a:t>          "yoy_label": "(+3.9%)",</a:t>
            </a:r>
          </a:p>
          <a:p>
            <a:r>
              <a:t>          "label": "6.7\n(+3.9%)"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"NV_XC11",</a:t>
            </a:r>
          </a:p>
          <a:p>
            <a:r>
              <a:t>          "month": "2025-06",</a:t>
            </a:r>
          </a:p>
          <a:p>
            <a:r>
              <a:t>          "start": "2025-06-01",</a:t>
            </a:r>
          </a:p>
          <a:p>
            <a:r>
              <a:t>          "end": "2025-06-30",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183.37695,</a:t>
            </a:r>
          </a:p>
          <a:p>
            <a:r>
              <a:t>          "raw_mean": 6.112565,</a:t>
            </a:r>
          </a:p>
          <a:p>
            <a:r>
              <a:t>          "value": 6.112565,</a:t>
            </a:r>
          </a:p>
          <a:p>
            <a:r>
              <a:t>          "prior_start": "2024-06-01",</a:t>
            </a:r>
          </a:p>
          <a:p>
            <a:r>
              <a:t>          "prior_end": "2024-06-30",</a:t>
            </a:r>
          </a:p>
          <a:p>
            <a:r>
              <a:t>          "prior_days": 30,</a:t>
            </a:r>
          </a:p>
          <a:p>
            <a:r>
              <a:t>          "prior_raw_mean": 5.641379333333333,</a:t>
            </a:r>
          </a:p>
          <a:p>
            <a:r>
              <a:t>          "prior_value": 5.641379333333333,</a:t>
            </a:r>
          </a:p>
          <a:p>
            <a:r>
              <a:t>          "yoy_fraction": 0.0835231312814868,</a:t>
            </a:r>
          </a:p>
          <a:p>
            <a:r>
              <a:t>          "yoy_pct": 8.35231312814868,</a:t>
            </a:r>
          </a:p>
          <a:p>
            <a:r>
              <a:t>          "value_label": "6.1",</a:t>
            </a:r>
          </a:p>
          <a:p>
            <a:r>
              <a:t>          "yoy_label": "(+8.4%)",</a:t>
            </a:r>
          </a:p>
          <a:p>
            <a:r>
              <a:t>          "label": "6.1\n(+8.4%)"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"NV_XC11",</a:t>
            </a:r>
          </a:p>
          <a:p>
            <a:r>
              <a:t>          "month": "2025-07",</a:t>
            </a:r>
          </a:p>
          <a:p>
            <a:r>
              <a:t>          "start": "2025-07-01",</a:t>
            </a:r>
          </a:p>
          <a:p>
            <a:r>
              <a:t>          "end": "2025-07-31",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201.87228,</a:t>
            </a:r>
          </a:p>
          <a:p>
            <a:r>
              <a:t>          "raw_mean": 6.512009032258065,</a:t>
            </a:r>
          </a:p>
          <a:p>
            <a:r>
              <a:t>          "value": 6.512009032258065,</a:t>
            </a:r>
          </a:p>
          <a:p>
            <a:r>
              <a:t>          "prior_start": "2024-07-01",</a:t>
            </a:r>
          </a:p>
          <a:p>
            <a:r>
              <a:t>          "prior_end": "2024-07-31",</a:t>
            </a:r>
          </a:p>
          <a:p>
            <a:r>
              <a:t>          "prior_days": 31,</a:t>
            </a:r>
          </a:p>
          <a:p>
            <a:r>
              <a:t>          "prior_raw_mean": 6.1409454838709685,</a:t>
            </a:r>
          </a:p>
          <a:p>
            <a:r>
              <a:t>          "prior_value": 6.1409454838709685,</a:t>
            </a:r>
          </a:p>
          <a:p>
            <a:r>
              <a:t>          "yoy_fraction": 0.060424498045404285,</a:t>
            </a:r>
          </a:p>
          <a:p>
            <a:r>
              <a:t>          "yoy_pct": 6.0424498045404285,</a:t>
            </a:r>
          </a:p>
          <a:p>
            <a:r>
              <a:t>          "value_label": "6.5",</a:t>
            </a:r>
          </a:p>
          <a:p>
            <a:r>
              <a:t>          "yoy_label": "(+6.0%)",</a:t>
            </a:r>
          </a:p>
          <a:p>
            <a:r>
              <a:t>          "label": "6.5\n(+6.0%)"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"NV_XC11",</a:t>
            </a:r>
          </a:p>
          <a:p>
            <a:r>
              <a:t>          "month": "2025-08",</a:t>
            </a:r>
          </a:p>
          <a:p>
            <a:r>
              <a:t>          "start": "2025-08-01",</a:t>
            </a:r>
          </a:p>
          <a:p>
            <a:r>
              <a:t>          "end": "2025-08-31",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201.86112,</a:t>
            </a:r>
          </a:p>
          <a:p>
            <a:r>
              <a:t>          "raw_mean": 6.511649032258065,</a:t>
            </a:r>
          </a:p>
          <a:p>
            <a:r>
              <a:t>          "value": 6.511649032258065,</a:t>
            </a:r>
          </a:p>
          <a:p>
            <a:r>
              <a:t>          "prior_start": "2024-08-01",</a:t>
            </a:r>
          </a:p>
          <a:p>
            <a:r>
              <a:t>          "prior_end": "2024-08-31",</a:t>
            </a:r>
          </a:p>
          <a:p>
            <a:r>
              <a:t>          "prior_days": 31,</a:t>
            </a:r>
          </a:p>
          <a:p>
            <a:r>
              <a:t>          "prior_raw_mean": 7.247466774193549,</a:t>
            </a:r>
          </a:p>
          <a:p>
            <a:r>
              <a:t>          "prior_value": 7.247466774193549,</a:t>
            </a:r>
          </a:p>
          <a:p>
            <a:r>
              <a:t>          "yoy_fraction": -0.10152757713295768,</a:t>
            </a:r>
          </a:p>
          <a:p>
            <a:r>
              <a:t>          "yoy_pct": -10.152757713295768,</a:t>
            </a:r>
          </a:p>
          <a:p>
            <a:r>
              <a:t>          "value_label": "6.5",</a:t>
            </a:r>
          </a:p>
          <a:p>
            <a:r>
              <a:t>          "yoy_label": "(-10.2%)",</a:t>
            </a:r>
          </a:p>
          <a:p>
            <a:r>
              <a:t>          "label": "6.5\n(-10.2%)"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"NV_XC11",</a:t>
            </a:r>
          </a:p>
          <a:p>
            <a:r>
              <a:t>          "month": "2025-09",</a:t>
            </a:r>
          </a:p>
          <a:p>
            <a:r>
              <a:t>          "start": "2025-09-01",</a:t>
            </a:r>
          </a:p>
          <a:p>
            <a:r>
              <a:t>          "end": "2025-09-30",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182.02435,</a:t>
            </a:r>
          </a:p>
          <a:p>
            <a:r>
              <a:t>          "raw_mean": 6.067478333333333,</a:t>
            </a:r>
          </a:p>
          <a:p>
            <a:r>
              <a:t>          "value": 6.067478333333333,</a:t>
            </a:r>
          </a:p>
          <a:p>
            <a:r>
              <a:t>          "prior_start": "2024-09-01",</a:t>
            </a:r>
          </a:p>
          <a:p>
            <a:r>
              <a:t>          "prior_end": "2024-09-30",</a:t>
            </a:r>
          </a:p>
          <a:p>
            <a:r>
              <a:t>          "prior_days": 30,</a:t>
            </a:r>
          </a:p>
          <a:p>
            <a:r>
              <a:t>          "prior_raw_mean": 6.0093483333333335,</a:t>
            </a:r>
          </a:p>
          <a:p>
            <a:r>
              <a:t>          "prior_value": 6.0093483333333335,</a:t>
            </a:r>
          </a:p>
          <a:p>
            <a:r>
              <a:t>          "yoy_fraction": 0.009673261853961224,</a:t>
            </a:r>
          </a:p>
          <a:p>
            <a:r>
              <a:t>          "yoy_pct": 0.9673261853961224,</a:t>
            </a:r>
          </a:p>
          <a:p>
            <a:r>
              <a:t>          "value_label": "6.1",</a:t>
            </a:r>
          </a:p>
          <a:p>
            <a:r>
              <a:t>          "yoy_label": "(+1.0%)",</a:t>
            </a:r>
          </a:p>
          <a:p>
            <a:r>
              <a:t>          "label": "6.1\n(+1.0%)"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"NV_XC11",</a:t>
            </a:r>
          </a:p>
          <a:p>
            <a:r>
              <a:t>          "month": "2025-10",</a:t>
            </a:r>
          </a:p>
          <a:p>
            <a:r>
              <a:t>          "start": "2025-10-01",</a:t>
            </a:r>
          </a:p>
          <a:p>
            <a:r>
              <a:t>          "end": "2025-10-31",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169.47055,</a:t>
            </a:r>
          </a:p>
          <a:p>
            <a:r>
              <a:t>          "raw_mean": 5.466791935483871,</a:t>
            </a:r>
          </a:p>
          <a:p>
            <a:r>
              <a:t>          "value": 5.466791935483871,</a:t>
            </a:r>
          </a:p>
          <a:p>
            <a:r>
              <a:t>          "prior_start": "2024-10-01",</a:t>
            </a:r>
          </a:p>
          <a:p>
            <a:r>
              <a:t>          "prior_end": "2024-10-31",</a:t>
            </a:r>
          </a:p>
          <a:p>
            <a:r>
              <a:t>          "prior_days": 31,</a:t>
            </a:r>
          </a:p>
          <a:p>
            <a:r>
              <a:t>          "prior_raw_mean": 21.836349032258067,</a:t>
            </a:r>
          </a:p>
          <a:p>
            <a:r>
              <a:t>          "prior_value": 21.836349032258067,</a:t>
            </a:r>
          </a:p>
          <a:p>
            <a:r>
              <a:t>          "yoy_fraction": -0.7496471627464842,</a:t>
            </a:r>
          </a:p>
          <a:p>
            <a:r>
              <a:t>          "yoy_pct": -74.96471627464842,</a:t>
            </a:r>
          </a:p>
          <a:p>
            <a:r>
              <a:t>          "value_label": "5.5",</a:t>
            </a:r>
          </a:p>
          <a:p>
            <a:r>
              <a:t>          "yoy_label": "(-75.0%)",</a:t>
            </a:r>
          </a:p>
          <a:p>
            <a:r>
              <a:t>          "label": "5.5\n(-75.0%)"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"NV_XC11",</a:t>
            </a:r>
          </a:p>
          <a:p>
            <a:r>
              <a:t>          "month": "2025-11",</a:t>
            </a:r>
          </a:p>
          <a:p>
            <a:r>
              <a:t>          "start": "2025-11-01",</a:t>
            </a:r>
          </a:p>
          <a:p>
            <a:r>
              <a:t>          "end": "2025-11-30",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152.4955,</a:t>
            </a:r>
          </a:p>
          <a:p>
            <a:r>
              <a:t>          "raw_mean": 5.083183333333333,</a:t>
            </a:r>
          </a:p>
          <a:p>
            <a:r>
              <a:t>          "value": 5.083183333333333,</a:t>
            </a:r>
          </a:p>
          <a:p>
            <a:r>
              <a:t>          "prior_start": "2024-11-01",</a:t>
            </a:r>
          </a:p>
          <a:p>
            <a:r>
              <a:t>          "prior_end": "2024-11-30",</a:t>
            </a:r>
          </a:p>
          <a:p>
            <a:r>
              <a:t>          "prior_days": 30,</a:t>
            </a:r>
          </a:p>
          <a:p>
            <a:r>
              <a:t>          "prior_raw_mean": 8.174683333333332,</a:t>
            </a:r>
          </a:p>
          <a:p>
            <a:r>
              <a:t>          "prior_value": 8.174683333333332,</a:t>
            </a:r>
          </a:p>
          <a:p>
            <a:r>
              <a:t>          "yoy_fraction": -0.3781797867807315,</a:t>
            </a:r>
          </a:p>
          <a:p>
            <a:r>
              <a:t>          "yoy_pct": -37.817978678073146,</a:t>
            </a:r>
          </a:p>
          <a:p>
            <a:r>
              <a:t>          "value_label": "5.1",</a:t>
            </a:r>
          </a:p>
          <a:p>
            <a:r>
              <a:t>          "yoy_label": "(-37.8%)",</a:t>
            </a:r>
          </a:p>
          <a:p>
            <a:r>
              <a:t>          "label": "5.1\n(-37.8%)"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"NV_XC11",</a:t>
            </a:r>
          </a:p>
          <a:p>
            <a:r>
              <a:t>          "month": "2025-12",</a:t>
            </a:r>
          </a:p>
          <a:p>
            <a:r>
              <a:t>          "start": "2025-12-01",</a:t>
            </a:r>
          </a:p>
          <a:p>
            <a:r>
              <a:t>          "end": "2025-12-31",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160.16419,</a:t>
            </a:r>
          </a:p>
          <a:p>
            <a:r>
              <a:t>          "raw_mean": 5.166586774193548,</a:t>
            </a:r>
          </a:p>
          <a:p>
            <a:r>
              <a:t>          "value": 5.166586774193548,</a:t>
            </a:r>
          </a:p>
          <a:p>
            <a:r>
              <a:t>          "prior_start": "2024-12-01",</a:t>
            </a:r>
          </a:p>
          <a:p>
            <a:r>
              <a:t>          "prior_end": "2024-12-31",</a:t>
            </a:r>
          </a:p>
          <a:p>
            <a:r>
              <a:t>          "prior_days": 31,</a:t>
            </a:r>
          </a:p>
          <a:p>
            <a:r>
              <a:t>          "prior_raw_mean": 7.758265483870968,</a:t>
            </a:r>
          </a:p>
          <a:p>
            <a:r>
              <a:t>          "prior_value": 7.758265483870968,</a:t>
            </a:r>
          </a:p>
          <a:p>
            <a:r>
              <a:t>          "yoy_fraction": -0.33405388292852134,</a:t>
            </a:r>
          </a:p>
          <a:p>
            <a:r>
              <a:t>          "yoy_pct": -33.40538829285214,</a:t>
            </a:r>
          </a:p>
          <a:p>
            <a:r>
              <a:t>          "value_label": "5.2",</a:t>
            </a:r>
          </a:p>
          <a:p>
            <a:r>
              <a:t>          "yoy_label": "(-33.4%)",</a:t>
            </a:r>
          </a:p>
          <a:p>
            <a:r>
              <a:t>          "label": "5.2\n(-33.4%)"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"NV_XC11",</a:t>
            </a:r>
          </a:p>
          <a:p>
            <a:r>
              <a:t>          "month": "2026-01",</a:t>
            </a:r>
          </a:p>
          <a:p>
            <a:r>
              <a:t>          "start": "2026-01-01",</a:t>
            </a:r>
          </a:p>
          <a:p>
            <a:r>
              <a:t>          "end": "2026-01-31",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140.20442,</a:t>
            </a:r>
          </a:p>
          <a:p>
            <a:r>
              <a:t>          "raw_mean": 4.522723225806452,</a:t>
            </a:r>
          </a:p>
          <a:p>
            <a:r>
              <a:t>          "value": 4.522723225806452,</a:t>
            </a:r>
          </a:p>
          <a:p>
            <a:r>
              <a:t>          "prior_start": "2025-01-01",</a:t>
            </a:r>
          </a:p>
          <a:p>
            <a:r>
              <a:t>          "prior_end": "2025-01-31",</a:t>
            </a:r>
          </a:p>
          <a:p>
            <a:r>
              <a:t>          "prior_days": 31,</a:t>
            </a:r>
          </a:p>
          <a:p>
            <a:r>
              <a:t>          "prior_raw_mean": 7.343026774193548,</a:t>
            </a:r>
          </a:p>
          <a:p>
            <a:r>
              <a:t>          "prior_value": 7.343026774193548,</a:t>
            </a:r>
          </a:p>
          <a:p>
            <a:r>
              <a:t>          "yoy_fraction": -0.38407915905996926,</a:t>
            </a:r>
          </a:p>
          <a:p>
            <a:r>
              <a:t>          "yoy_pct": -38.40791590599692,</a:t>
            </a:r>
          </a:p>
          <a:p>
            <a:r>
              <a:t>          "value_label": "4.5",</a:t>
            </a:r>
          </a:p>
          <a:p>
            <a:r>
              <a:t>          "yoy_label": "(-38.4%)",</a:t>
            </a:r>
          </a:p>
          <a:p>
            <a:r>
              <a:t>          "label": "4.5\n(-38.4%)"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"NV_XC11",</a:t>
            </a:r>
          </a:p>
          <a:p>
            <a:r>
              <a:t>          "month": "2026-02",</a:t>
            </a:r>
          </a:p>
          <a:p>
            <a:r>
              <a:t>          "start": "2026-02-01",</a:t>
            </a:r>
          </a:p>
          <a:p>
            <a:r>
              <a:t>          "end": "2026-02-28",</a:t>
            </a:r>
          </a:p>
          <a:p>
            <a:r>
              <a:t>          "days": 28,</a:t>
            </a:r>
          </a:p>
          <a:p>
            <a:r>
              <a:t>          "partial": false,</a:t>
            </a:r>
          </a:p>
          <a:p>
            <a:r>
              <a:t>          "raw_sum": 123.65981,</a:t>
            </a:r>
          </a:p>
          <a:p>
            <a:r>
              <a:t>          "raw_mean": 4.416421785714285,</a:t>
            </a:r>
          </a:p>
          <a:p>
            <a:r>
              <a:t>          "value": 4.416421785714285,</a:t>
            </a:r>
          </a:p>
          <a:p>
            <a:r>
              <a:t>          "prior_start": "2025-02-01",</a:t>
            </a:r>
          </a:p>
          <a:p>
            <a:r>
              <a:t>          "prior_end": "2025-02-28",</a:t>
            </a:r>
          </a:p>
          <a:p>
            <a:r>
              <a:t>          "prior_days": 28,</a:t>
            </a:r>
          </a:p>
          <a:p>
            <a:r>
              <a:t>          "prior_raw_mean": 6.6553764285714285,</a:t>
            </a:r>
          </a:p>
          <a:p>
            <a:r>
              <a:t>          "prior_value": 6.6553764285714285,</a:t>
            </a:r>
          </a:p>
          <a:p>
            <a:r>
              <a:t>          "yoy_fraction": -0.3364129237296549,</a:t>
            </a:r>
          </a:p>
          <a:p>
            <a:r>
              <a:t>          "yoy_pct": -33.641292372965495,</a:t>
            </a:r>
          </a:p>
          <a:p>
            <a:r>
              <a:t>          "value_label": "4.4",</a:t>
            </a:r>
          </a:p>
          <a:p>
            <a:r>
              <a:t>          "yoy_label": "(-33.6%)",</a:t>
            </a:r>
          </a:p>
          <a:p>
            <a:r>
              <a:t>          "label": "4.4\n(-33.6%)"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"NV_XC11",</a:t>
            </a:r>
          </a:p>
          <a:p>
            <a:r>
              <a:t>          "month": "2026-03",</a:t>
            </a:r>
          </a:p>
          <a:p>
            <a:r>
              <a:t>          "start": "2026-03-01",</a:t>
            </a:r>
          </a:p>
          <a:p>
            <a:r>
              <a:t>          "end": "2026-03-31",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140.70186,</a:t>
            </a:r>
          </a:p>
          <a:p>
            <a:r>
              <a:t>          "raw_mean": 4.5387696774193556,</a:t>
            </a:r>
          </a:p>
          <a:p>
            <a:r>
              <a:t>          "value": 4.5387696774193556,</a:t>
            </a:r>
          </a:p>
          <a:p>
            <a:r>
              <a:t>          "prior_start": "2025-03-01",</a:t>
            </a:r>
          </a:p>
          <a:p>
            <a:r>
              <a:t>          "prior_end": "2025-03-31",</a:t>
            </a:r>
          </a:p>
          <a:p>
            <a:r>
              <a:t>          "prior_days": 31,</a:t>
            </a:r>
          </a:p>
          <a:p>
            <a:r>
              <a:t>          "prior_raw_mean": 6.300333870967742,</a:t>
            </a:r>
          </a:p>
          <a:p>
            <a:r>
              <a:t>          "prior_value": 6.300333870967742,</a:t>
            </a:r>
          </a:p>
          <a:p>
            <a:r>
              <a:t>          "yoy_fraction": -0.2795985466208011,</a:t>
            </a:r>
          </a:p>
          <a:p>
            <a:r>
              <a:t>          "yoy_pct": -27.959854662080108,</a:t>
            </a:r>
          </a:p>
          <a:p>
            <a:r>
              <a:t>          "value_label": "4.5",</a:t>
            </a:r>
          </a:p>
          <a:p>
            <a:r>
              <a:t>          "yoy_label": "(-28.0%)",</a:t>
            </a:r>
          </a:p>
          <a:p>
            <a:r>
              <a:t>          "label": "4.5\n(-28.0%)"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"NV_XC11",</a:t>
            </a:r>
          </a:p>
          <a:p>
            <a:r>
              <a:t>          "month": "2026-04",</a:t>
            </a:r>
          </a:p>
          <a:p>
            <a:r>
              <a:t>          "start": "2026-04-01",</a:t>
            </a:r>
          </a:p>
          <a:p>
            <a:r>
              <a:t>          "end": "2026-04-30",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124.06222,</a:t>
            </a:r>
          </a:p>
          <a:p>
            <a:r>
              <a:t>          "raw_mean": 4.135407333333333,</a:t>
            </a:r>
          </a:p>
          <a:p>
            <a:r>
              <a:t>          "value": 4.135407333333333,</a:t>
            </a:r>
          </a:p>
          <a:p>
            <a:r>
              <a:t>          "prior_start": "2025-04-01",</a:t>
            </a:r>
          </a:p>
          <a:p>
            <a:r>
              <a:t>          "prior_end": "2025-04-30",</a:t>
            </a:r>
          </a:p>
          <a:p>
            <a:r>
              <a:t>          "prior_days": 30,</a:t>
            </a:r>
          </a:p>
          <a:p>
            <a:r>
              <a:t>          "prior_raw_mean": 5.912277666666666,</a:t>
            </a:r>
          </a:p>
          <a:p>
            <a:r>
              <a:t>          "prior_value": 5.912277666666666,</a:t>
            </a:r>
          </a:p>
          <a:p>
            <a:r>
              <a:t>          "yoy_fraction": -0.3005390533924517,</a:t>
            </a:r>
          </a:p>
          <a:p>
            <a:r>
              <a:t>          "yoy_pct": -30.05390533924517,</a:t>
            </a:r>
          </a:p>
          <a:p>
            <a:r>
              <a:t>          "value_label": "4.1",</a:t>
            </a:r>
          </a:p>
          <a:p>
            <a:r>
              <a:t>          "yoy_label": "(-30.1%)",</a:t>
            </a:r>
          </a:p>
          <a:p>
            <a:r>
              <a:t>          "label": "4.1\n(-30.1%)"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"NV_XC11",</a:t>
            </a:r>
          </a:p>
          <a:p>
            <a:r>
              <a:t>          "month": "2026-05",</a:t>
            </a:r>
          </a:p>
          <a:p>
            <a:r>
              <a:t>          "start": "2026-05-01",</a:t>
            </a:r>
          </a:p>
          <a:p>
            <a:r>
              <a:t>          "end": "2026-05-31",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143.72574,</a:t>
            </a:r>
          </a:p>
          <a:p>
            <a:r>
              <a:t>          "raw_mean": 4.636314193548388,</a:t>
            </a:r>
          </a:p>
          <a:p>
            <a:r>
              <a:t>          "value": 4.636314193548388,</a:t>
            </a:r>
          </a:p>
          <a:p>
            <a:r>
              <a:t>          "prior_start": "2025-05-01",</a:t>
            </a:r>
          </a:p>
          <a:p>
            <a:r>
              <a:t>          "prior_end": "2025-05-31",</a:t>
            </a:r>
          </a:p>
          <a:p>
            <a:r>
              <a:t>          "prior_days": 31,</a:t>
            </a:r>
          </a:p>
          <a:p>
            <a:r>
              <a:t>          "prior_raw_mean": 6.736127096774194,</a:t>
            </a:r>
          </a:p>
          <a:p>
            <a:r>
              <a:t>          "prior_value": 6.736127096774194,</a:t>
            </a:r>
          </a:p>
          <a:p>
            <a:r>
              <a:t>          "yoy_fraction": -0.3117240623668409,</a:t>
            </a:r>
          </a:p>
          <a:p>
            <a:r>
              <a:t>          "yoy_pct": -31.17240623668409,</a:t>
            </a:r>
          </a:p>
          <a:p>
            <a:r>
              <a:t>          "value_label": "4.6",</a:t>
            </a:r>
          </a:p>
          <a:p>
            <a:r>
              <a:t>          "yoy_label": "(-31.2%)",</a:t>
            </a:r>
          </a:p>
          <a:p>
            <a:r>
              <a:t>          "label": "4.6\n(-31.2%)"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"NV_XC11",</a:t>
            </a:r>
          </a:p>
          <a:p>
            <a:r>
              <a:t>          "month": "2026-06",</a:t>
            </a:r>
          </a:p>
          <a:p>
            <a:r>
              <a:t>          "start": "2026-06-01",</a:t>
            </a:r>
          </a:p>
          <a:p>
            <a:r>
              <a:t>          "end": "2026-06-30",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130.56271,</a:t>
            </a:r>
          </a:p>
          <a:p>
            <a:r>
              <a:t>          "raw_mean": 4.352090333333334,</a:t>
            </a:r>
          </a:p>
          <a:p>
            <a:r>
              <a:t>          "value": 4.352090333333334,</a:t>
            </a:r>
          </a:p>
          <a:p>
            <a:r>
              <a:t>          "prior_start": "2025-06-01",</a:t>
            </a:r>
          </a:p>
          <a:p>
            <a:r>
              <a:t>          "prior_end": "2025-06-30",</a:t>
            </a:r>
          </a:p>
          <a:p>
            <a:r>
              <a:t>          "prior_days": 30,</a:t>
            </a:r>
          </a:p>
          <a:p>
            <a:r>
              <a:t>          "prior_raw_mean": 6.112565,</a:t>
            </a:r>
          </a:p>
          <a:p>
            <a:r>
              <a:t>          "prior_value": 6.112565,</a:t>
            </a:r>
          </a:p>
          <a:p>
            <a:r>
              <a:t>          "yoy_fraction": -0.2880091527315728,</a:t>
            </a:r>
          </a:p>
          <a:p>
            <a:r>
              <a:t>          "yoy_pct": -28.80091527315728,</a:t>
            </a:r>
          </a:p>
          <a:p>
            <a:r>
              <a:t>          "value_label": "4.4",</a:t>
            </a:r>
          </a:p>
          <a:p>
            <a:r>
              <a:t>          "yoy_label": "(-28.8%)",</a:t>
            </a:r>
          </a:p>
          <a:p>
            <a:r>
              <a:t>          "label": "4.4\n(-28.8%)"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"NV_XC11",</a:t>
            </a:r>
          </a:p>
          <a:p>
            <a:r>
              <a:t>          "month": "2026-07",</a:t>
            </a:r>
          </a:p>
          <a:p>
            <a:r>
              <a:t>          "start": "2026-07-01",</a:t>
            </a:r>
          </a:p>
          <a:p>
            <a:r>
              <a:t>          "end": "2026-07-31",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160.00208,</a:t>
            </a:r>
          </a:p>
          <a:p>
            <a:r>
              <a:t>          "raw_mean": 5.161357419354839,</a:t>
            </a:r>
          </a:p>
          <a:p>
            <a:r>
              <a:t>          "value": 5.161357419354839,</a:t>
            </a:r>
          </a:p>
          <a:p>
            <a:r>
              <a:t>          "prior_start": "2025-07-01",</a:t>
            </a:r>
          </a:p>
          <a:p>
            <a:r>
              <a:t>          "prior_end": "2025-07-31",</a:t>
            </a:r>
          </a:p>
          <a:p>
            <a:r>
              <a:t>          "prior_days": 31,</a:t>
            </a:r>
          </a:p>
          <a:p>
            <a:r>
              <a:t>          "prior_raw_mean": 6.512009032258065,</a:t>
            </a:r>
          </a:p>
          <a:p>
            <a:r>
              <a:t>          "prior_value": 6.512009032258065,</a:t>
            </a:r>
          </a:p>
          <a:p>
            <a:r>
              <a:t>          "yoy_fraction": -0.20740935803568472,</a:t>
            </a:r>
          </a:p>
          <a:p>
            <a:r>
              <a:t>          "yoy_pct": -20.740935803568473,</a:t>
            </a:r>
          </a:p>
          <a:p>
            <a:r>
              <a:t>          "value_label": "5.2",</a:t>
            </a:r>
          </a:p>
          <a:p>
            <a:r>
              <a:t>          "yoy_label": "(-20.7%)",</a:t>
            </a:r>
          </a:p>
          <a:p>
            <a:r>
              <a:t>          "label": "5.2\n(-20.7%)"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"NV_XC11",</a:t>
            </a:r>
          </a:p>
          <a:p>
            <a:r>
              <a:t>          "month": "2026-08",</a:t>
            </a:r>
          </a:p>
          <a:p>
            <a:r>
              <a:t>          "start": "2026-08-01",</a:t>
            </a:r>
          </a:p>
          <a:p>
            <a:r>
              <a:t>          "end": "2026-08-31",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141.41734,</a:t>
            </a:r>
          </a:p>
          <a:p>
            <a:r>
              <a:t>          "raw_mean": 4.561849677419355,</a:t>
            </a:r>
          </a:p>
          <a:p>
            <a:r>
              <a:t>          "value": 4.561849677419355,</a:t>
            </a:r>
          </a:p>
          <a:p>
            <a:r>
              <a:t>          "prior_start": "2025-08-01",</a:t>
            </a:r>
          </a:p>
          <a:p>
            <a:r>
              <a:t>          "prior_end": "2025-08-31",</a:t>
            </a:r>
          </a:p>
          <a:p>
            <a:r>
              <a:t>          "prior_days": 31,</a:t>
            </a:r>
          </a:p>
          <a:p>
            <a:r>
              <a:t>          "prior_raw_mean": 6.511649032258065,</a:t>
            </a:r>
          </a:p>
          <a:p>
            <a:r>
              <a:t>          "prior_value": 6.511649032258065,</a:t>
            </a:r>
          </a:p>
          <a:p>
            <a:r>
              <a:t>          "yoy_fraction": -0.29943250091944407,</a:t>
            </a:r>
          </a:p>
          <a:p>
            <a:r>
              <a:t>          "yoy_pct": -29.943250091944407,</a:t>
            </a:r>
          </a:p>
          <a:p>
            <a:r>
              <a:t>          "value_label": "4.6",</a:t>
            </a:r>
          </a:p>
          <a:p>
            <a:r>
              <a:t>          "yoy_label": "(-29.9%)",</a:t>
            </a:r>
          </a:p>
          <a:p>
            <a:r>
              <a:t>          "label": "4.6\n(-29.9%)"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"NV_XC11",</a:t>
            </a:r>
          </a:p>
          <a:p>
            <a:r>
              <a:t>          "month": "2026-09",</a:t>
            </a:r>
          </a:p>
          <a:p>
            <a:r>
              <a:t>          "start": "2026-09-01",</a:t>
            </a:r>
          </a:p>
          <a:p>
            <a:r>
              <a:t>          "end": "2026-09-30",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130.98751,</a:t>
            </a:r>
          </a:p>
          <a:p>
            <a:r>
              <a:t>          "raw_mean": 4.3662503333333325,</a:t>
            </a:r>
          </a:p>
          <a:p>
            <a:r>
              <a:t>          "value": 4.3662503333333325,</a:t>
            </a:r>
          </a:p>
          <a:p>
            <a:r>
              <a:t>          "prior_start": "2025-09-01",</a:t>
            </a:r>
          </a:p>
          <a:p>
            <a:r>
              <a:t>          "prior_end": "2025-09-30",</a:t>
            </a:r>
          </a:p>
          <a:p>
            <a:r>
              <a:t>          "prior_days": 30,</a:t>
            </a:r>
          </a:p>
          <a:p>
            <a:r>
              <a:t>          "prior_raw_mean": 6.067478333333333,</a:t>
            </a:r>
          </a:p>
          <a:p>
            <a:r>
              <a:t>          "prior_value": 6.067478333333333,</a:t>
            </a:r>
          </a:p>
          <a:p>
            <a:r>
              <a:t>          "yoy_fraction": -0.2803846847962924,</a:t>
            </a:r>
          </a:p>
          <a:p>
            <a:r>
              <a:t>          "yoy_pct": -28.03846847962924,</a:t>
            </a:r>
          </a:p>
          <a:p>
            <a:r>
              <a:t>          "value_label": "4.4",</a:t>
            </a:r>
          </a:p>
          <a:p>
            <a:r>
              <a:t>          "yoy_label": "(-28.0%)",</a:t>
            </a:r>
          </a:p>
          <a:p>
            <a:r>
              <a:t>          "label": "4.4\n(-28.0%)"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"NV_XC11",</a:t>
            </a:r>
          </a:p>
          <a:p>
            <a:r>
              <a:t>          "month": "2026-10",</a:t>
            </a:r>
          </a:p>
          <a:p>
            <a:r>
              <a:t>          "start": "2026-10-01",</a:t>
            </a:r>
          </a:p>
          <a:p>
            <a:r>
              <a:t>          "end": "2026-10-19",</a:t>
            </a:r>
          </a:p>
          <a:p>
            <a:r>
              <a:t>          "days": 19,</a:t>
            </a:r>
          </a:p>
          <a:p>
            <a:r>
              <a:t>          "partial": true,</a:t>
            </a:r>
          </a:p>
          <a:p>
            <a:r>
              <a:t>          "raw_sum": 79.96191,</a:t>
            </a:r>
          </a:p>
          <a:p>
            <a:r>
              <a:t>          "raw_mean": 4.2085215789473684,</a:t>
            </a:r>
          </a:p>
          <a:p>
            <a:r>
              <a:t>          "value": 4.2085215789473684,</a:t>
            </a:r>
          </a:p>
          <a:p>
            <a:r>
              <a:t>          "prior_start": "2025-10-01",</a:t>
            </a:r>
          </a:p>
          <a:p>
            <a:r>
              <a:t>          "prior_end": "2025-10-19",</a:t>
            </a:r>
          </a:p>
          <a:p>
            <a:r>
              <a:t>          "prior_days": 19,</a:t>
            </a:r>
          </a:p>
          <a:p>
            <a:r>
              <a:t>          "prior_raw_mean": 5.668826315789474,</a:t>
            </a:r>
          </a:p>
          <a:p>
            <a:r>
              <a:t>          "prior_value": 5.668826315789474,</a:t>
            </a:r>
          </a:p>
          <a:p>
            <a:r>
              <a:t>          "yoy_fraction": -0.2576026597912684,</a:t>
            </a:r>
          </a:p>
          <a:p>
            <a:r>
              <a:t>          "yoy_pct": -25.76026597912684,</a:t>
            </a:r>
          </a:p>
          <a:p>
            <a:r>
              <a:t>          "value_label": "4.2",</a:t>
            </a:r>
          </a:p>
          <a:p>
            <a:r>
              <a:t>          "yoy_label": "(-25.8%)",</a:t>
            </a:r>
          </a:p>
          <a:p>
            <a:r>
              <a:t>          "label": "4.2\n(-25.8%)"</a:t>
            </a:r>
          </a:p>
          <a:p>
            <a:r>
              <a:t>        }</a:t>
            </a:r>
          </a:p>
          <a:p>
            <a:r>
              <a:t>      ]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"NV_XC13",</a:t>
            </a:r>
          </a:p>
          <a:p>
            <a:r>
              <a:t>      "label": "후추·페퍼",</a:t>
            </a:r>
          </a:p>
          <a:p>
            <a:r>
              <a:t>      "points": [</a:t>
            </a:r>
          </a:p>
          <a:p>
            <a:r>
              <a:t>        {</a:t>
            </a:r>
          </a:p>
          <a:p>
            <a:r>
              <a:t>          "group_id": "NV_XC13",</a:t>
            </a:r>
          </a:p>
          <a:p>
            <a:r>
              <a:t>          "month": "2025-01",</a:t>
            </a:r>
          </a:p>
          <a:p>
            <a:r>
              <a:t>          "start": "2025-01-01",</a:t>
            </a:r>
          </a:p>
          <a:p>
            <a:r>
              <a:t>          "end": "2025-01-31",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5.12533,</a:t>
            </a:r>
          </a:p>
          <a:p>
            <a:r>
              <a:t>          "raw_mean": 0.1653332258064516,</a:t>
            </a:r>
          </a:p>
          <a:p>
            <a:r>
              <a:t>          "value": 33.6138791132541,</a:t>
            </a:r>
          </a:p>
          <a:p>
            <a:r>
              <a:t>          "prior_start": "2024-01-01",</a:t>
            </a:r>
          </a:p>
          <a:p>
            <a:r>
              <a:t>          "prior_end": "2024-01-31",</a:t>
            </a:r>
          </a:p>
          <a:p>
            <a:r>
              <a:t>          "prior_days": 31,</a:t>
            </a:r>
          </a:p>
          <a:p>
            <a:r>
              <a:t>          "prior_raw_mean": 0.19850903225806452,</a:t>
            </a:r>
          </a:p>
          <a:p>
            <a:r>
              <a:t>          "prior_value": 40.358848505278836,</a:t>
            </a:r>
          </a:p>
          <a:p>
            <a:r>
              <a:t>          "yoy_fraction": -0.16712492159290693,</a:t>
            </a:r>
          </a:p>
          <a:p>
            <a:r>
              <a:t>          "yoy_pct": -16.712492159290694,</a:t>
            </a:r>
          </a:p>
          <a:p>
            <a:r>
              <a:t>          "value_label": "33.6",</a:t>
            </a:r>
          </a:p>
          <a:p>
            <a:r>
              <a:t>          "yoy_label": "(-16.7%)",</a:t>
            </a:r>
          </a:p>
          <a:p>
            <a:r>
              <a:t>          "label": "33.6\n(-16.7%)"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"NV_XC13",</a:t>
            </a:r>
          </a:p>
          <a:p>
            <a:r>
              <a:t>          "month": "2025-02",</a:t>
            </a:r>
          </a:p>
          <a:p>
            <a:r>
              <a:t>          "start": "2025-02-01",</a:t>
            </a:r>
          </a:p>
          <a:p>
            <a:r>
              <a:t>          "end": "2025-02-28",</a:t>
            </a:r>
          </a:p>
          <a:p>
            <a:r>
              <a:t>          "days": 28,</a:t>
            </a:r>
          </a:p>
          <a:p>
            <a:r>
              <a:t>          "partial": false,</a:t>
            </a:r>
          </a:p>
          <a:p>
            <a:r>
              <a:t>          "raw_sum": 4.92971,</a:t>
            </a:r>
          </a:p>
          <a:p>
            <a:r>
              <a:t>          "raw_mean": 0.17606107142857144,</a:t>
            </a:r>
          </a:p>
          <a:p>
            <a:r>
              <a:t>          "value": 35.794956172197665,</a:t>
            </a:r>
          </a:p>
          <a:p>
            <a:r>
              <a:t>          "prior_start": "2024-02-01",</a:t>
            </a:r>
          </a:p>
          <a:p>
            <a:r>
              <a:t>          "prior_end": "2024-02-29",</a:t>
            </a:r>
          </a:p>
          <a:p>
            <a:r>
              <a:t>          "prior_days": 29,</a:t>
            </a:r>
          </a:p>
          <a:p>
            <a:r>
              <a:t>          "prior_raw_mean": 0.19466068965517241,</a:t>
            </a:r>
          </a:p>
          <a:p>
            <a:r>
              <a:t>          "prior_value": 39.57644241352669,</a:t>
            </a:r>
          </a:p>
          <a:p>
            <a:r>
              <a:t>          "yoy_fraction": -0.0955489177581198,</a:t>
            </a:r>
          </a:p>
          <a:p>
            <a:r>
              <a:t>          "yoy_pct": -9.55489177581198,</a:t>
            </a:r>
          </a:p>
          <a:p>
            <a:r>
              <a:t>          "value_label": "35.8",</a:t>
            </a:r>
          </a:p>
          <a:p>
            <a:r>
              <a:t>          "yoy_label": "(-9.6%)",</a:t>
            </a:r>
          </a:p>
          <a:p>
            <a:r>
              <a:t>          "label": "35.8\n(-9.6%)"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"NV_XC13",</a:t>
            </a:r>
          </a:p>
          <a:p>
            <a:r>
              <a:t>          "month": "2025-03",</a:t>
            </a:r>
          </a:p>
          <a:p>
            <a:r>
              <a:t>          "start": "2025-03-01",</a:t>
            </a:r>
          </a:p>
          <a:p>
            <a:r>
              <a:t>          "end": "2025-03-31",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5.46629,</a:t>
            </a:r>
          </a:p>
          <a:p>
            <a:r>
              <a:t>          "raw_mean": 0.17633193548387097,</a:t>
            </a:r>
          </a:p>
          <a:p>
            <a:r>
              <a:t>          "value": 35.850025512111365,</a:t>
            </a:r>
          </a:p>
          <a:p>
            <a:r>
              <a:t>          "prior_start": "2024-03-01",</a:t>
            </a:r>
          </a:p>
          <a:p>
            <a:r>
              <a:t>          "prior_end": "2024-03-31",</a:t>
            </a:r>
          </a:p>
          <a:p>
            <a:r>
              <a:t>          "prior_days": 31,</a:t>
            </a:r>
          </a:p>
          <a:p>
            <a:r>
              <a:t>          "prior_raw_mean": 0.20572129032258066,</a:t>
            </a:r>
          </a:p>
          <a:p>
            <a:r>
              <a:t>          "prior_value": 41.82517186243659,</a:t>
            </a:r>
          </a:p>
          <a:p>
            <a:r>
              <a:t>          "yoy_fraction": -0.1428600549443656,</a:t>
            </a:r>
          </a:p>
          <a:p>
            <a:r>
              <a:t>          "yoy_pct": -14.28600549443656,</a:t>
            </a:r>
          </a:p>
          <a:p>
            <a:r>
              <a:t>          "value_label": "35.9",</a:t>
            </a:r>
          </a:p>
          <a:p>
            <a:r>
              <a:t>          "yoy_label": "(-14.3%)",</a:t>
            </a:r>
          </a:p>
          <a:p>
            <a:r>
              <a:t>          "label": "35.9\n(-14.3%)"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"NV_XC13",</a:t>
            </a:r>
          </a:p>
          <a:p>
            <a:r>
              <a:t>          "month": "2025-04",</a:t>
            </a:r>
          </a:p>
          <a:p>
            <a:r>
              <a:t>          "start": "2025-04-01",</a:t>
            </a:r>
          </a:p>
          <a:p>
            <a:r>
              <a:t>          "end": "2025-04-30",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4.37636,</a:t>
            </a:r>
          </a:p>
          <a:p>
            <a:r>
              <a:t>          "raw_mean": 0.14587866666666666,</a:t>
            </a:r>
          </a:p>
          <a:p>
            <a:r>
              <a:t>          "value": 29.658574933246587,</a:t>
            </a:r>
          </a:p>
          <a:p>
            <a:r>
              <a:t>          "prior_start": "2024-04-01",</a:t>
            </a:r>
          </a:p>
          <a:p>
            <a:r>
              <a:t>          "prior_end": "2024-04-30",</a:t>
            </a:r>
          </a:p>
          <a:p>
            <a:r>
              <a:t>          "prior_days": 30,</a:t>
            </a:r>
          </a:p>
          <a:p>
            <a:r>
              <a:t>          "prior_raw_mean": 0.18183666666666667,</a:t>
            </a:r>
          </a:p>
          <a:p>
            <a:r>
              <a:t>          "prior_value": 36.96919177543746,</a:t>
            </a:r>
          </a:p>
          <a:p>
            <a:r>
              <a:t>          "yoy_fraction": -0.1977488955289547,</a:t>
            </a:r>
          </a:p>
          <a:p>
            <a:r>
              <a:t>          "yoy_pct": -19.77488955289547,</a:t>
            </a:r>
          </a:p>
          <a:p>
            <a:r>
              <a:t>          "value_label": "29.7",</a:t>
            </a:r>
          </a:p>
          <a:p>
            <a:r>
              <a:t>          "yoy_label": "(-19.8%)",</a:t>
            </a:r>
          </a:p>
          <a:p>
            <a:r>
              <a:t>          "label": "29.7\n(-19.8%)"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"NV_XC13",</a:t>
            </a:r>
          </a:p>
          <a:p>
            <a:r>
              <a:t>          "month": "2025-05",</a:t>
            </a:r>
          </a:p>
          <a:p>
            <a:r>
              <a:t>          "start": "2025-05-01",</a:t>
            </a:r>
          </a:p>
          <a:p>
            <a:r>
              <a:t>          "end": "2025-05-31",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4.99677,</a:t>
            </a:r>
          </a:p>
          <a:p>
            <a:r>
              <a:t>          "raw_mean": 0.16118612903225807,</a:t>
            </a:r>
          </a:p>
          <a:p>
            <a:r>
              <a:t>          "value": 32.77073334531331,</a:t>
            </a:r>
          </a:p>
          <a:p>
            <a:r>
              <a:t>          "prior_start": "2024-05-01",</a:t>
            </a:r>
          </a:p>
          <a:p>
            <a:r>
              <a:t>          "prior_end": "2024-05-31",</a:t>
            </a:r>
          </a:p>
          <a:p>
            <a:r>
              <a:t>          "prior_days": 31,</a:t>
            </a:r>
          </a:p>
          <a:p>
            <a:r>
              <a:t>          "prior_raw_mean": 0.18318419354838708,</a:t>
            </a:r>
          </a:p>
          <a:p>
            <a:r>
              <a:t>          "prior_value": 37.243157310695544,</a:t>
            </a:r>
          </a:p>
          <a:p>
            <a:r>
              <a:t>          "yoy_fraction": -0.12008713246494374,</a:t>
            </a:r>
          </a:p>
          <a:p>
            <a:r>
              <a:t>          "yoy_pct": -12.008713246494374,</a:t>
            </a:r>
          </a:p>
          <a:p>
            <a:r>
              <a:t>          "value_label": "32.8",</a:t>
            </a:r>
          </a:p>
          <a:p>
            <a:r>
              <a:t>          "yoy_label": "(-12.0%)",</a:t>
            </a:r>
          </a:p>
          <a:p>
            <a:r>
              <a:t>          "label": "32.8\n(-12.0%)"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"NV_XC13",</a:t>
            </a:r>
          </a:p>
          <a:p>
            <a:r>
              <a:t>          "month": "2025-06",</a:t>
            </a:r>
          </a:p>
          <a:p>
            <a:r>
              <a:t>          "start": "2025-06-01",</a:t>
            </a:r>
          </a:p>
          <a:p>
            <a:r>
              <a:t>          "end": "2025-06-30",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4.2422,</a:t>
            </a:r>
          </a:p>
          <a:p>
            <a:r>
              <a:t>          "raw_mean": 0.14140666666666668,</a:t>
            </a:r>
          </a:p>
          <a:p>
            <a:r>
              <a:t>          "value": 28.74937312785481,</a:t>
            </a:r>
          </a:p>
          <a:p>
            <a:r>
              <a:t>          "prior_start": "2024-06-01",</a:t>
            </a:r>
          </a:p>
          <a:p>
            <a:r>
              <a:t>          "prior_end": "2024-06-30",</a:t>
            </a:r>
          </a:p>
          <a:p>
            <a:r>
              <a:t>          "prior_days": 30,</a:t>
            </a:r>
          </a:p>
          <a:p>
            <a:r>
              <a:t>          "prior_raw_mean": 0.19637,</a:t>
            </a:r>
          </a:p>
          <a:p>
            <a:r>
              <a:t>          "prior_value": 39.92396210303745,</a:t>
            </a:r>
          </a:p>
          <a:p>
            <a:r>
              <a:t>          "yoy_fraction": -0.2798967934681128,</a:t>
            </a:r>
          </a:p>
          <a:p>
            <a:r>
              <a:t>          "yoy_pct": -27.98967934681128,</a:t>
            </a:r>
          </a:p>
          <a:p>
            <a:r>
              <a:t>          "value_label": "28.7",</a:t>
            </a:r>
          </a:p>
          <a:p>
            <a:r>
              <a:t>          "yoy_label": "(-28.0%)",</a:t>
            </a:r>
          </a:p>
          <a:p>
            <a:r>
              <a:t>          "label": "28.7\n(-28.0%)"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"NV_XC13",</a:t>
            </a:r>
          </a:p>
          <a:p>
            <a:r>
              <a:t>          "month": "2025-07",</a:t>
            </a:r>
          </a:p>
          <a:p>
            <a:r>
              <a:t>          "start": "2025-07-01",</a:t>
            </a:r>
          </a:p>
          <a:p>
            <a:r>
              <a:t>          "end": "2025-07-31",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4.43223,</a:t>
            </a:r>
          </a:p>
          <a:p>
            <a:r>
              <a:t>          "raw_mean": 0.14297516129032256,</a:t>
            </a:r>
          </a:p>
          <a:p>
            <a:r>
              <a:t>          "value": 29.068263589298294,</a:t>
            </a:r>
          </a:p>
          <a:p>
            <a:r>
              <a:t>          "prior_start": "2024-07-01",</a:t>
            </a:r>
          </a:p>
          <a:p>
            <a:r>
              <a:t>          "prior_end": "2024-07-31",</a:t>
            </a:r>
          </a:p>
          <a:p>
            <a:r>
              <a:t>          "prior_days": 31,</a:t>
            </a:r>
          </a:p>
          <a:p>
            <a:r>
              <a:t>          "prior_raw_mean": 0.24033870967741935,</a:t>
            </a:r>
          </a:p>
          <a:p>
            <a:r>
              <a:t>          "prior_value": 48.86323540792488,</a:t>
            </a:r>
          </a:p>
          <a:p>
            <a:r>
              <a:t>          "yoy_fraction": -0.40510972417958513,</a:t>
            </a:r>
          </a:p>
          <a:p>
            <a:r>
              <a:t>          "yoy_pct": -40.51097241795851,</a:t>
            </a:r>
          </a:p>
          <a:p>
            <a:r>
              <a:t>          "value_label": "29.1",</a:t>
            </a:r>
          </a:p>
          <a:p>
            <a:r>
              <a:t>          "yoy_label": "(-40.5%)",</a:t>
            </a:r>
          </a:p>
          <a:p>
            <a:r>
              <a:t>          "label": "29.1\n(-40.5%)"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"NV_XC13",</a:t>
            </a:r>
          </a:p>
          <a:p>
            <a:r>
              <a:t>          "month": "2025-08",</a:t>
            </a:r>
          </a:p>
          <a:p>
            <a:r>
              <a:t>          "start": "2025-08-01",</a:t>
            </a:r>
          </a:p>
          <a:p>
            <a:r>
              <a:t>          "end": "2025-08-31",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4.87381,</a:t>
            </a:r>
          </a:p>
          <a:p>
            <a:r>
              <a:t>          "raw_mean": 0.15721967741935483,</a:t>
            </a:r>
          </a:p>
          <a:p>
            <a:r>
              <a:t>          "value": 31.964314524327012,</a:t>
            </a:r>
          </a:p>
          <a:p>
            <a:r>
              <a:t>          "prior_start": "2024-08-01",</a:t>
            </a:r>
          </a:p>
          <a:p>
            <a:r>
              <a:t>          "prior_end": "2024-08-31",</a:t>
            </a:r>
          </a:p>
          <a:p>
            <a:r>
              <a:t>          "prior_days": 31,</a:t>
            </a:r>
          </a:p>
          <a:p>
            <a:r>
              <a:t>          "prior_raw_mean": 0.19147709677419356,</a:t>
            </a:r>
          </a:p>
          <a:p>
            <a:r>
              <a:t>          "prior_value": 38.929186511241724,</a:t>
            </a:r>
          </a:p>
          <a:p>
            <a:r>
              <a:t>          "yoy_fraction": -0.17891131593267284,</a:t>
            </a:r>
          </a:p>
          <a:p>
            <a:r>
              <a:t>          "yoy_pct": -17.891131593267286,</a:t>
            </a:r>
          </a:p>
          <a:p>
            <a:r>
              <a:t>          "value_label": "32.0",</a:t>
            </a:r>
          </a:p>
          <a:p>
            <a:r>
              <a:t>          "yoy_label": "(-17.9%)",</a:t>
            </a:r>
          </a:p>
          <a:p>
            <a:r>
              <a:t>          "label": "32.0\n(-17.9%)"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"NV_XC13",</a:t>
            </a:r>
          </a:p>
          <a:p>
            <a:r>
              <a:t>          "month": "2025-09",</a:t>
            </a:r>
          </a:p>
          <a:p>
            <a:r>
              <a:t>          "start": "2025-09-01",</a:t>
            </a:r>
          </a:p>
          <a:p>
            <a:r>
              <a:t>          "end": "2025-09-30",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3.86212,</a:t>
            </a:r>
          </a:p>
          <a:p>
            <a:r>
              <a:t>          "raw_mean": 0.12873733333333334,</a:t>
            </a:r>
          </a:p>
          <a:p>
            <a:r>
              <a:t>          "value": 26.173572425758007,</a:t>
            </a:r>
          </a:p>
          <a:p>
            <a:r>
              <a:t>          "prior_start": "2024-09-01",</a:t>
            </a:r>
          </a:p>
          <a:p>
            <a:r>
              <a:t>          "prior_end": "2024-09-30",</a:t>
            </a:r>
          </a:p>
          <a:p>
            <a:r>
              <a:t>          "prior_days": 30,</a:t>
            </a:r>
          </a:p>
          <a:p>
            <a:r>
              <a:t>          "prior_raw_mean": 0.171962,</a:t>
            </a:r>
          </a:p>
          <a:p>
            <a:r>
              <a:t>          "prior_value": 34.96157443174887,</a:t>
            </a:r>
          </a:p>
          <a:p>
            <a:r>
              <a:t>          "yoy_fraction": -0.2513617349569479,</a:t>
            </a:r>
          </a:p>
          <a:p>
            <a:r>
              <a:t>          "yoy_pct": -25.13617349569479,</a:t>
            </a:r>
          </a:p>
          <a:p>
            <a:r>
              <a:t>          "value_label": "26.2",</a:t>
            </a:r>
          </a:p>
          <a:p>
            <a:r>
              <a:t>          "yoy_label": "(-25.1%)",</a:t>
            </a:r>
          </a:p>
          <a:p>
            <a:r>
              <a:t>          "label": "26.2\n(-25.1%)"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"NV_XC13",</a:t>
            </a:r>
          </a:p>
          <a:p>
            <a:r>
              <a:t>          "month": "2025-10",</a:t>
            </a:r>
          </a:p>
          <a:p>
            <a:r>
              <a:t>          "start": "2025-10-01",</a:t>
            </a:r>
          </a:p>
          <a:p>
            <a:r>
              <a:t>          "end": "2025-10-31",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3.77825,</a:t>
            </a:r>
          </a:p>
          <a:p>
            <a:r>
              <a:t>          "raw_mean": 0.12187903225806451,</a:t>
            </a:r>
          </a:p>
          <a:p>
            <a:r>
              <a:t>          "value": 24.779212023353093,</a:t>
            </a:r>
          </a:p>
          <a:p>
            <a:r>
              <a:t>          "prior_start": "2024-10-01",</a:t>
            </a:r>
          </a:p>
          <a:p>
            <a:r>
              <a:t>          "prior_end": "2024-10-31",</a:t>
            </a:r>
          </a:p>
          <a:p>
            <a:r>
              <a:t>          "prior_days": 31,</a:t>
            </a:r>
          </a:p>
          <a:p>
            <a:r>
              <a:t>          "prior_raw_mean": 0.17597064516129032,</a:t>
            </a:r>
          </a:p>
          <a:p>
            <a:r>
              <a:t>          "prior_value": 35.7765716182024,</a:t>
            </a:r>
          </a:p>
          <a:p>
            <a:r>
              <a:t>          "yoy_fraction": -0.3073899789004396,</a:t>
            </a:r>
          </a:p>
          <a:p>
            <a:r>
              <a:t>          "yoy_pct": -30.73899789004396,</a:t>
            </a:r>
          </a:p>
          <a:p>
            <a:r>
              <a:t>          "value_label": "24.8",</a:t>
            </a:r>
          </a:p>
          <a:p>
            <a:r>
              <a:t>          "yoy_label": "(-30.7%)",</a:t>
            </a:r>
          </a:p>
          <a:p>
            <a:r>
              <a:t>          "label": "24.8\n(-30.7%)"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"NV_XC13",</a:t>
            </a:r>
          </a:p>
          <a:p>
            <a:r>
              <a:t>          "month": "2025-11",</a:t>
            </a:r>
          </a:p>
          <a:p>
            <a:r>
              <a:t>          "start": "2025-11-01",</a:t>
            </a:r>
          </a:p>
          <a:p>
            <a:r>
              <a:t>          "end": "2025-11-30",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3.8677,</a:t>
            </a:r>
          </a:p>
          <a:p>
            <a:r>
              <a:t>          "raw_mean": 0.12892333333333333,</a:t>
            </a:r>
          </a:p>
          <a:p>
            <a:r>
              <a:t>          "value": 26.211388064354356,</a:t>
            </a:r>
          </a:p>
          <a:p>
            <a:r>
              <a:t>          "prior_start": "2024-11-01",</a:t>
            </a:r>
          </a:p>
          <a:p>
            <a:r>
              <a:t>          "prior_end": "2024-11-30",</a:t>
            </a:r>
          </a:p>
          <a:p>
            <a:r>
              <a:t>          "prior_days": 30,</a:t>
            </a:r>
          </a:p>
          <a:p>
            <a:r>
              <a:t>          "prior_raw_mean": 0.17159000000000002,</a:t>
            </a:r>
          </a:p>
          <a:p>
            <a:r>
              <a:t>          "prior_value": 34.885943154556166,</a:t>
            </a:r>
          </a:p>
          <a:p>
            <a:r>
              <a:t>          "yoy_fraction": -0.24865473900965462,</a:t>
            </a:r>
          </a:p>
          <a:p>
            <a:r>
              <a:t>          "yoy_pct": -24.865473900965462,</a:t>
            </a:r>
          </a:p>
          <a:p>
            <a:r>
              <a:t>          "value_label": "26.2",</a:t>
            </a:r>
          </a:p>
          <a:p>
            <a:r>
              <a:t>          "yoy_label": "(-24.9%)",</a:t>
            </a:r>
          </a:p>
          <a:p>
            <a:r>
              <a:t>          "label": "26.2\n(-24.9%)"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"NV_XC13",</a:t>
            </a:r>
          </a:p>
          <a:p>
            <a:r>
              <a:t>          "month": "2025-12",</a:t>
            </a:r>
          </a:p>
          <a:p>
            <a:r>
              <a:t>          "start": "2025-12-01",</a:t>
            </a:r>
          </a:p>
          <a:p>
            <a:r>
              <a:t>          "end": "2025-12-31",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3.66091,</a:t>
            </a:r>
          </a:p>
          <a:p>
            <a:r>
              <a:t>          "raw_mean": 0.11809387096774193,</a:t>
            </a:r>
          </a:p>
          <a:p>
            <a:r>
              <a:t>          "value": 24.00965131698897,</a:t>
            </a:r>
          </a:p>
          <a:p>
            <a:r>
              <a:t>          "prior_start": "2024-12-01",</a:t>
            </a:r>
          </a:p>
          <a:p>
            <a:r>
              <a:t>          "prior_end": "2024-12-31",</a:t>
            </a:r>
          </a:p>
          <a:p>
            <a:r>
              <a:t>          "prior_days": 31,</a:t>
            </a:r>
          </a:p>
          <a:p>
            <a:r>
              <a:t>          "prior_raw_mean": 0.1574,</a:t>
            </a:r>
          </a:p>
          <a:p>
            <a:r>
              <a:t>          "prior_value": 32.000975887447645,</a:t>
            </a:r>
          </a:p>
          <a:p>
            <a:r>
              <a:t>          "yoy_fraction": -0.24972127720621373,</a:t>
            </a:r>
          </a:p>
          <a:p>
            <a:r>
              <a:t>          "yoy_pct": -24.972127720621373,</a:t>
            </a:r>
          </a:p>
          <a:p>
            <a:r>
              <a:t>          "value_label": "24.0",</a:t>
            </a:r>
          </a:p>
          <a:p>
            <a:r>
              <a:t>          "yoy_label": "(-25.0%)",</a:t>
            </a:r>
          </a:p>
          <a:p>
            <a:r>
              <a:t>          "label": "24.0\n(-25.0%)"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"NV_XC13",</a:t>
            </a:r>
          </a:p>
          <a:p>
            <a:r>
              <a:t>          "month": "2026-01",</a:t>
            </a:r>
          </a:p>
          <a:p>
            <a:r>
              <a:t>          "start": "2026-01-01",</a:t>
            </a:r>
          </a:p>
          <a:p>
            <a:r>
              <a:t>          "end": "2026-01-31",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3.57705,</a:t>
            </a:r>
          </a:p>
          <a:p>
            <a:r>
              <a:t>          "raw_mean": 0.11538870967741935,</a:t>
            </a:r>
          </a:p>
          <a:p>
            <a:r>
              <a:t>          "value": 23.459665286345576,</a:t>
            </a:r>
          </a:p>
          <a:p>
            <a:r>
              <a:t>          "prior_start": "2025-01-01",</a:t>
            </a:r>
          </a:p>
          <a:p>
            <a:r>
              <a:t>          "prior_end": "2025-01-31",</a:t>
            </a:r>
          </a:p>
          <a:p>
            <a:r>
              <a:t>          "prior_days": 31,</a:t>
            </a:r>
          </a:p>
          <a:p>
            <a:r>
              <a:t>          "prior_raw_mean": 0.1653332258064516,</a:t>
            </a:r>
          </a:p>
          <a:p>
            <a:r>
              <a:t>          "prior_value": 33.6138791132541,</a:t>
            </a:r>
          </a:p>
          <a:p>
            <a:r>
              <a:t>          "yoy_fraction": -0.30208396337406573,</a:t>
            </a:r>
          </a:p>
          <a:p>
            <a:r>
              <a:t>          "yoy_pct": -30.208396337406572,</a:t>
            </a:r>
          </a:p>
          <a:p>
            <a:r>
              <a:t>          "value_label": "23.5",</a:t>
            </a:r>
          </a:p>
          <a:p>
            <a:r>
              <a:t>          "yoy_label": "(-30.2%)",</a:t>
            </a:r>
          </a:p>
          <a:p>
            <a:r>
              <a:t>          "label": "23.5\n(-30.2%)"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"NV_XC13",</a:t>
            </a:r>
          </a:p>
          <a:p>
            <a:r>
              <a:t>          "month": "2026-02",</a:t>
            </a:r>
          </a:p>
          <a:p>
            <a:r>
              <a:t>          "start": "2026-02-01",</a:t>
            </a:r>
          </a:p>
          <a:p>
            <a:r>
              <a:t>          "end": "2026-02-28",</a:t>
            </a:r>
          </a:p>
          <a:p>
            <a:r>
              <a:t>          "days": 28,</a:t>
            </a:r>
          </a:p>
          <a:p>
            <a:r>
              <a:t>          "partial": false,</a:t>
            </a:r>
          </a:p>
          <a:p>
            <a:r>
              <a:t>          "raw_sum": 2.57658,</a:t>
            </a:r>
          </a:p>
          <a:p>
            <a:r>
              <a:t>          "raw_mean": 0.09202071428571428,</a:t>
            </a:r>
          </a:p>
          <a:p>
            <a:r>
              <a:t>          "value": 18.70872083229258,</a:t>
            </a:r>
          </a:p>
          <a:p>
            <a:r>
              <a:t>          "prior_start": "2025-02-01",</a:t>
            </a:r>
          </a:p>
          <a:p>
            <a:r>
              <a:t>          "prior_end": "2025-02-28",</a:t>
            </a:r>
          </a:p>
          <a:p>
            <a:r>
              <a:t>          "prior_days": 28,</a:t>
            </a:r>
          </a:p>
          <a:p>
            <a:r>
              <a:t>          "prior_raw_mean": 0.17606107142857144,</a:t>
            </a:r>
          </a:p>
          <a:p>
            <a:r>
              <a:t>          "prior_value": 35.794956172197665,</a:t>
            </a:r>
          </a:p>
          <a:p>
            <a:r>
              <a:t>          "yoy_fraction": -0.4773363950414933,</a:t>
            </a:r>
          </a:p>
          <a:p>
            <a:r>
              <a:t>          "yoy_pct": -47.73363950414933,</a:t>
            </a:r>
          </a:p>
          <a:p>
            <a:r>
              <a:t>          "value_label": "18.7",</a:t>
            </a:r>
          </a:p>
          <a:p>
            <a:r>
              <a:t>          "yoy_label": "(-47.7%)",</a:t>
            </a:r>
          </a:p>
          <a:p>
            <a:r>
              <a:t>          "label": "18.7\n(-47.7%)"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"NV_XC13",</a:t>
            </a:r>
          </a:p>
          <a:p>
            <a:r>
              <a:t>          "month": "2026-03",</a:t>
            </a:r>
          </a:p>
          <a:p>
            <a:r>
              <a:t>          "start": "2026-03-01",</a:t>
            </a:r>
          </a:p>
          <a:p>
            <a:r>
              <a:t>          "end": "2026-03-31",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2.4759700000000002,</a:t>
            </a:r>
          </a:p>
          <a:p>
            <a:r>
              <a:t>          "raw_mean": 0.07987000000000001,</a:t>
            </a:r>
          </a:p>
          <a:p>
            <a:r>
              <a:t>          "value": 16.23836050908795,</a:t>
            </a:r>
          </a:p>
          <a:p>
            <a:r>
              <a:t>          "prior_start": "2025-03-01",</a:t>
            </a:r>
          </a:p>
          <a:p>
            <a:r>
              <a:t>          "prior_end": "2025-03-31",</a:t>
            </a:r>
          </a:p>
          <a:p>
            <a:r>
              <a:t>          "prior_days": 31,</a:t>
            </a:r>
          </a:p>
          <a:p>
            <a:r>
              <a:t>          "prior_raw_mean": 0.17633193548387097,</a:t>
            </a:r>
          </a:p>
          <a:p>
            <a:r>
              <a:t>          "prior_value": 35.850025512111365,</a:t>
            </a:r>
          </a:p>
          <a:p>
            <a:r>
              <a:t>          "yoy_fraction": -0.5470474490010593,</a:t>
            </a:r>
          </a:p>
          <a:p>
            <a:r>
              <a:t>          "yoy_pct": -54.70474490010593,</a:t>
            </a:r>
          </a:p>
          <a:p>
            <a:r>
              <a:t>          "value_label": "16.2",</a:t>
            </a:r>
          </a:p>
          <a:p>
            <a:r>
              <a:t>          "yoy_label": "(-54.7%)",</a:t>
            </a:r>
          </a:p>
          <a:p>
            <a:r>
              <a:t>          "label": "16.2\n(-54.7%)"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"NV_XC13",</a:t>
            </a:r>
          </a:p>
          <a:p>
            <a:r>
              <a:t>          "month": "2026-04",</a:t>
            </a:r>
          </a:p>
          <a:p>
            <a:r>
              <a:t>          "start": "2026-04-01",</a:t>
            </a:r>
          </a:p>
          <a:p>
            <a:r>
              <a:t>          "end": "2026-04-30",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1.92261,</a:t>
            </a:r>
          </a:p>
          <a:p>
            <a:r>
              <a:t>          "raw_mean": 0.06408699999999999,</a:t>
            </a:r>
          </a:p>
          <a:p>
            <a:r>
              <a:t>          "value": 13.029520595291341,</a:t>
            </a:r>
          </a:p>
          <a:p>
            <a:r>
              <a:t>          "prior_start": "2025-04-01",</a:t>
            </a:r>
          </a:p>
          <a:p>
            <a:r>
              <a:t>          "prior_end": "2025-04-30",</a:t>
            </a:r>
          </a:p>
          <a:p>
            <a:r>
              <a:t>          "prior_days": 30,</a:t>
            </a:r>
          </a:p>
          <a:p>
            <a:r>
              <a:t>          "prior_raw_mean": 0.14587866666666666,</a:t>
            </a:r>
          </a:p>
          <a:p>
            <a:r>
              <a:t>          "prior_value": 29.658574933246587,</a:t>
            </a:r>
          </a:p>
          <a:p>
            <a:r>
              <a:t>          "yoy_fraction": -0.56068285058816,</a:t>
            </a:r>
          </a:p>
          <a:p>
            <a:r>
              <a:t>          "yoy_pct": -56.068285058816,</a:t>
            </a:r>
          </a:p>
          <a:p>
            <a:r>
              <a:t>          "value_label": "13.0",</a:t>
            </a:r>
          </a:p>
          <a:p>
            <a:r>
              <a:t>          "yoy_label": "(-56.1%)",</a:t>
            </a:r>
          </a:p>
          <a:p>
            <a:r>
              <a:t>          "label": "13.0\n(-56.1%)"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"NV_XC13",</a:t>
            </a:r>
          </a:p>
          <a:p>
            <a:r>
              <a:t>          "month": "2026-05",</a:t>
            </a:r>
          </a:p>
          <a:p>
            <a:r>
              <a:t>          "start": "2026-05-01",</a:t>
            </a:r>
          </a:p>
          <a:p>
            <a:r>
              <a:t>          "end": "2026-05-31",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2.2579700000000003,</a:t>
            </a:r>
          </a:p>
          <a:p>
            <a:r>
              <a:t>          "raw_mean": 0.07283774193548388,</a:t>
            </a:r>
          </a:p>
          <a:p>
            <a:r>
              <a:t>          "value": 14.808632931216987,</a:t>
            </a:r>
          </a:p>
          <a:p>
            <a:r>
              <a:t>          "prior_start": "2025-05-01",</a:t>
            </a:r>
          </a:p>
          <a:p>
            <a:r>
              <a:t>          "prior_end": "2025-05-31",</a:t>
            </a:r>
          </a:p>
          <a:p>
            <a:r>
              <a:t>          "prior_days": 31,</a:t>
            </a:r>
          </a:p>
          <a:p>
            <a:r>
              <a:t>          "prior_raw_mean": 0.16118612903225807,</a:t>
            </a:r>
          </a:p>
          <a:p>
            <a:r>
              <a:t>          "prior_value": 32.77073334531331,</a:t>
            </a:r>
          </a:p>
          <a:p>
            <a:r>
              <a:t>          "yoy_fraction": -0.548114081696776,</a:t>
            </a:r>
          </a:p>
          <a:p>
            <a:r>
              <a:t>          "yoy_pct": -54.8114081696776,</a:t>
            </a:r>
          </a:p>
          <a:p>
            <a:r>
              <a:t>          "value_label": "14.8",</a:t>
            </a:r>
          </a:p>
          <a:p>
            <a:r>
              <a:t>          "yoy_label": "(-54.8%)",</a:t>
            </a:r>
          </a:p>
          <a:p>
            <a:r>
              <a:t>          "label": "14.8\n(-54.8%)"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"NV_XC13",</a:t>
            </a:r>
          </a:p>
          <a:p>
            <a:r>
              <a:t>          "month": "2026-06",</a:t>
            </a:r>
          </a:p>
          <a:p>
            <a:r>
              <a:t>          "start": "2026-06-01",</a:t>
            </a:r>
          </a:p>
          <a:p>
            <a:r>
              <a:t>          "end": "2026-06-30",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2.16853,</a:t>
            </a:r>
          </a:p>
          <a:p>
            <a:r>
              <a:t>          "raw_mean": 0.07228433333333334,</a:t>
            </a:r>
          </a:p>
          <a:p>
            <a:r>
              <a:t>          "value": 14.696119491996367,</a:t>
            </a:r>
          </a:p>
          <a:p>
            <a:r>
              <a:t>          "prior_start": "2025-06-01",</a:t>
            </a:r>
          </a:p>
          <a:p>
            <a:r>
              <a:t>          "prior_end": "2025-06-30",</a:t>
            </a:r>
          </a:p>
          <a:p>
            <a:r>
              <a:t>          "prior_days": 30,</a:t>
            </a:r>
          </a:p>
          <a:p>
            <a:r>
              <a:t>          "prior_raw_mean": 0.14140666666666668,</a:t>
            </a:r>
          </a:p>
          <a:p>
            <a:r>
              <a:t>          "prior_value": 28.74937312785481,</a:t>
            </a:r>
          </a:p>
          <a:p>
            <a:r>
              <a:t>          "yoy_fraction": -0.48881948045825285,</a:t>
            </a:r>
          </a:p>
          <a:p>
            <a:r>
              <a:t>          "yoy_pct": -48.88194804582528,</a:t>
            </a:r>
          </a:p>
          <a:p>
            <a:r>
              <a:t>          "value_label": "14.7",</a:t>
            </a:r>
          </a:p>
          <a:p>
            <a:r>
              <a:t>          "yoy_label": "(-48.9%)",</a:t>
            </a:r>
          </a:p>
          <a:p>
            <a:r>
              <a:t>          "label": "14.7\n(-48.9%)"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"NV_XC13",</a:t>
            </a:r>
          </a:p>
          <a:p>
            <a:r>
              <a:t>          "month": "2026-07",</a:t>
            </a:r>
          </a:p>
          <a:p>
            <a:r>
              <a:t>          "start": "2026-07-01",</a:t>
            </a:r>
          </a:p>
          <a:p>
            <a:r>
              <a:t>          "end": "2026-07-31",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2.02882,</a:t>
            </a:r>
          </a:p>
          <a:p>
            <a:r>
              <a:t>          "raw_mean": 0.06544580645161291,</a:t>
            </a:r>
          </a:p>
          <a:p>
            <a:r>
              <a:t>          "value": 13.30577937860629,</a:t>
            </a:r>
          </a:p>
          <a:p>
            <a:r>
              <a:t>          "prior_start": "2025-07-01",</a:t>
            </a:r>
          </a:p>
          <a:p>
            <a:r>
              <a:t>          "prior_end": "2025-07-31",</a:t>
            </a:r>
          </a:p>
          <a:p>
            <a:r>
              <a:t>          "prior_days": 31,</a:t>
            </a:r>
          </a:p>
          <a:p>
            <a:r>
              <a:t>          "prior_raw_mean": 0.14297516129032256,</a:t>
            </a:r>
          </a:p>
          <a:p>
            <a:r>
              <a:t>          "prior_value": 29.068263589298294,</a:t>
            </a:r>
          </a:p>
          <a:p>
            <a:r>
              <a:t>          "yoy_fraction": -0.542257509199658,</a:t>
            </a:r>
          </a:p>
          <a:p>
            <a:r>
              <a:t>          "yoy_pct": -54.2257509199658,</a:t>
            </a:r>
          </a:p>
          <a:p>
            <a:r>
              <a:t>          "value_label": "13.3",</a:t>
            </a:r>
          </a:p>
          <a:p>
            <a:r>
              <a:t>          "yoy_label": "(-54.2%)",</a:t>
            </a:r>
          </a:p>
          <a:p>
            <a:r>
              <a:t>          "label": "13.3\n(-54.2%)"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"NV_XC13",</a:t>
            </a:r>
          </a:p>
          <a:p>
            <a:r>
              <a:t>          "month": "2026-08",</a:t>
            </a:r>
          </a:p>
          <a:p>
            <a:r>
              <a:t>          "start": "2026-08-01",</a:t>
            </a:r>
          </a:p>
          <a:p>
            <a:r>
              <a:t>          "end": "2026-08-31",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1.76055,</a:t>
            </a:r>
          </a:p>
          <a:p>
            <a:r>
              <a:t>          "raw_mean": 0.05679193548387097,</a:t>
            </a:r>
          </a:p>
          <a:p>
            <a:r>
              <a:t>          "value": 11.54636186798499,</a:t>
            </a:r>
          </a:p>
          <a:p>
            <a:r>
              <a:t>          "prior_start": "2025-08-01",</a:t>
            </a:r>
          </a:p>
          <a:p>
            <a:r>
              <a:t>          "prior_end": "2025-08-31",</a:t>
            </a:r>
          </a:p>
          <a:p>
            <a:r>
              <a:t>          "prior_days": 31,</a:t>
            </a:r>
          </a:p>
          <a:p>
            <a:r>
              <a:t>          "prior_raw_mean": 0.15721967741935483,</a:t>
            </a:r>
          </a:p>
          <a:p>
            <a:r>
              <a:t>          "prior_value": 31.964314524327012,</a:t>
            </a:r>
          </a:p>
          <a:p>
            <a:r>
              <a:t>          "yoy_fraction": -0.6387733621130081,</a:t>
            </a:r>
          </a:p>
          <a:p>
            <a:r>
              <a:t>          "yoy_pct": -63.87733621130081,</a:t>
            </a:r>
          </a:p>
          <a:p>
            <a:r>
              <a:t>          "value_label": "11.5",</a:t>
            </a:r>
          </a:p>
          <a:p>
            <a:r>
              <a:t>          "yoy_label": "(-63.9%)",</a:t>
            </a:r>
          </a:p>
          <a:p>
            <a:r>
              <a:t>          "label": "11.5\n(-63.9%)"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"NV_XC13",</a:t>
            </a:r>
          </a:p>
          <a:p>
            <a:r>
              <a:t>          "month": "2026-09",</a:t>
            </a:r>
          </a:p>
          <a:p>
            <a:r>
              <a:t>          "start": "2026-09-01",</a:t>
            </a:r>
          </a:p>
          <a:p>
            <a:r>
              <a:t>          "end": "2026-09-30",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2.53187,</a:t>
            </a:r>
          </a:p>
          <a:p>
            <a:r>
              <a:t>          "raw_mean": 0.08439566666666667,</a:t>
            </a:r>
          </a:p>
          <a:p>
            <a:r>
              <a:t>          "value": 17.158473278304125,</a:t>
            </a:r>
          </a:p>
          <a:p>
            <a:r>
              <a:t>          "prior_start": "2025-09-01",</a:t>
            </a:r>
          </a:p>
          <a:p>
            <a:r>
              <a:t>          "prior_end": "2025-09-30",</a:t>
            </a:r>
          </a:p>
          <a:p>
            <a:r>
              <a:t>          "prior_days": 30,</a:t>
            </a:r>
          </a:p>
          <a:p>
            <a:r>
              <a:t>          "prior_raw_mean": 0.12873733333333334,</a:t>
            </a:r>
          </a:p>
          <a:p>
            <a:r>
              <a:t>          "prior_value": 26.173572425758007,</a:t>
            </a:r>
          </a:p>
          <a:p>
            <a:r>
              <a:t>          "yoy_fraction": -0.3444351806779695,</a:t>
            </a:r>
          </a:p>
          <a:p>
            <a:r>
              <a:t>          "yoy_pct": -34.44351806779695,</a:t>
            </a:r>
          </a:p>
          <a:p>
            <a:r>
              <a:t>          "value_label": "17.2",</a:t>
            </a:r>
          </a:p>
          <a:p>
            <a:r>
              <a:t>          "yoy_label": "(-34.4%)",</a:t>
            </a:r>
          </a:p>
          <a:p>
            <a:r>
              <a:t>          "label": "17.2\n(-34.4%)"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"NV_XC13",</a:t>
            </a:r>
          </a:p>
          <a:p>
            <a:r>
              <a:t>          "month": "2026-10",</a:t>
            </a:r>
          </a:p>
          <a:p>
            <a:r>
              <a:t>          "start": "2026-10-01",</a:t>
            </a:r>
          </a:p>
          <a:p>
            <a:r>
              <a:t>          "end": "2026-10-19",</a:t>
            </a:r>
          </a:p>
          <a:p>
            <a:r>
              <a:t>          "days": 19,</a:t>
            </a:r>
          </a:p>
          <a:p>
            <a:r>
              <a:t>          "partial": true,</a:t>
            </a:r>
          </a:p>
          <a:p>
            <a:r>
              <a:t>          "raw_sum": 1.38606,</a:t>
            </a:r>
          </a:p>
          <a:p>
            <a:r>
              <a:t>          "raw_mean": 0.07295052631578948,</a:t>
            </a:r>
          </a:p>
          <a:p>
            <a:r>
              <a:t>          "value": 14.831563110598438,</a:t>
            </a:r>
          </a:p>
          <a:p>
            <a:r>
              <a:t>          "prior_start": "2025-10-01",</a:t>
            </a:r>
          </a:p>
          <a:p>
            <a:r>
              <a:t>          "prior_end": "2025-10-19",</a:t>
            </a:r>
          </a:p>
          <a:p>
            <a:r>
              <a:t>          "prior_days": 19,</a:t>
            </a:r>
          </a:p>
          <a:p>
            <a:r>
              <a:t>          "prior_raw_mean": 0.12060736842105263,</a:t>
            </a:r>
          </a:p>
          <a:p>
            <a:r>
              <a:t>          "prior_value": 24.52067019498488,</a:t>
            </a:r>
          </a:p>
          <a:p>
            <a:r>
              <a:t>          "yoy_fraction": -0.39514038594133205,</a:t>
            </a:r>
          </a:p>
          <a:p>
            <a:r>
              <a:t>          "yoy_pct": -39.514038594133204,</a:t>
            </a:r>
          </a:p>
          <a:p>
            <a:r>
              <a:t>          "value_label": "14.8",</a:t>
            </a:r>
          </a:p>
          <a:p>
            <a:r>
              <a:t>          "yoy_label": "(-39.5%)",</a:t>
            </a:r>
          </a:p>
          <a:p>
            <a:r>
              <a:t>          "label": "14.8\n(-39.5%)"</a:t>
            </a:r>
          </a:p>
          <a:p>
            <a:r>
              <a:t>        }</a:t>
            </a:r>
          </a:p>
          <a:p>
            <a:r>
              <a:t>      ]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"NV_XC14",</a:t>
            </a:r>
          </a:p>
          <a:p>
            <a:r>
              <a:t>      "label": "매운맛",</a:t>
            </a:r>
          </a:p>
          <a:p>
            <a:r>
              <a:t>      "points": [</a:t>
            </a:r>
          </a:p>
          <a:p>
            <a:r>
              <a:t>        {</a:t>
            </a:r>
          </a:p>
          <a:p>
            <a:r>
              <a:t>          "group_id": "NV_XC14",</a:t>
            </a:r>
          </a:p>
          <a:p>
            <a:r>
              <a:t>          "month": "2025-01",</a:t>
            </a:r>
          </a:p>
          <a:p>
            <a:r>
              <a:t>          "start": "2025-01-01",</a:t>
            </a:r>
          </a:p>
          <a:p>
            <a:r>
              <a:t>          "end": "2025-01-31",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27.46614,</a:t>
            </a:r>
          </a:p>
          <a:p>
            <a:r>
              <a:t>          "raw_mean": 0.8860045161290322,</a:t>
            </a:r>
          </a:p>
          <a:p>
            <a:r>
              <a:t>          "value": 8.445135646955404,</a:t>
            </a:r>
          </a:p>
          <a:p>
            <a:r>
              <a:t>          "prior_start": "2024-01-01",</a:t>
            </a:r>
          </a:p>
          <a:p>
            <a:r>
              <a:t>          "prior_end": "2024-01-31",</a:t>
            </a:r>
          </a:p>
          <a:p>
            <a:r>
              <a:t>          "prior_days": 31,</a:t>
            </a:r>
          </a:p>
          <a:p>
            <a:r>
              <a:t>          "prior_raw_mean": 0.920081935483871,</a:t>
            </a:r>
          </a:p>
          <a:p>
            <a:r>
              <a:t>          "prior_value": 8.769951631197953,</a:t>
            </a:r>
          </a:p>
          <a:p>
            <a:r>
              <a:t>          "yoy_fraction": -0.0370373746517666,</a:t>
            </a:r>
          </a:p>
          <a:p>
            <a:r>
              <a:t>          "yoy_pct": -3.7037374651766597,</a:t>
            </a:r>
          </a:p>
          <a:p>
            <a:r>
              <a:t>          "value_label": "8.4",</a:t>
            </a:r>
          </a:p>
          <a:p>
            <a:r>
              <a:t>          "yoy_label": "(-3.7%)",</a:t>
            </a:r>
          </a:p>
          <a:p>
            <a:r>
              <a:t>          "label": "8.4\n(-3.7%)"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"NV_XC14",</a:t>
            </a:r>
          </a:p>
          <a:p>
            <a:r>
              <a:t>          "month": "2025-02",</a:t>
            </a:r>
          </a:p>
          <a:p>
            <a:r>
              <a:t>          "start": "2025-02-01",</a:t>
            </a:r>
          </a:p>
          <a:p>
            <a:r>
              <a:t>          "end": "2025-02-28",</a:t>
            </a:r>
          </a:p>
          <a:p>
            <a:r>
              <a:t>          "days": 28,</a:t>
            </a:r>
          </a:p>
          <a:p>
            <a:r>
              <a:t>          "partial": false,</a:t>
            </a:r>
          </a:p>
          <a:p>
            <a:r>
              <a:t>          "raw_sum": 23.1847,</a:t>
            </a:r>
          </a:p>
          <a:p>
            <a:r>
              <a:t>          "raw_mean": 0.828025,</a:t>
            </a:r>
          </a:p>
          <a:p>
            <a:r>
              <a:t>          "value": 7.8924918742195915,</a:t>
            </a:r>
          </a:p>
          <a:p>
            <a:r>
              <a:t>          "prior_start": "2024-02-01",</a:t>
            </a:r>
          </a:p>
          <a:p>
            <a:r>
              <a:t>          "prior_end": "2024-02-29",</a:t>
            </a:r>
          </a:p>
          <a:p>
            <a:r>
              <a:t>          "prior_days": 29,</a:t>
            </a:r>
          </a:p>
          <a:p>
            <a:r>
              <a:t>          "prior_raw_mean": 0.9201268965517241,</a:t>
            </a:r>
          </a:p>
          <a:p>
            <a:r>
              <a:t>          "prior_value": 8.770380186933211,</a:t>
            </a:r>
          </a:p>
          <a:p>
            <a:r>
              <a:t>          "yoy_fraction": -0.10009695064548807,</a:t>
            </a:r>
          </a:p>
          <a:p>
            <a:r>
              <a:t>          "yoy_pct": -10.009695064548808,</a:t>
            </a:r>
          </a:p>
          <a:p>
            <a:r>
              <a:t>          "value_label": "7.9",</a:t>
            </a:r>
          </a:p>
          <a:p>
            <a:r>
              <a:t>          "yoy_label": "(-10.0%)",</a:t>
            </a:r>
          </a:p>
          <a:p>
            <a:r>
              <a:t>          "label": "7.9\n(-10.0%)"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"NV_XC14",</a:t>
            </a:r>
          </a:p>
          <a:p>
            <a:r>
              <a:t>          "month": "2025-03",</a:t>
            </a:r>
          </a:p>
          <a:p>
            <a:r>
              <a:t>          "start": "2025-03-01",</a:t>
            </a:r>
          </a:p>
          <a:p>
            <a:r>
              <a:t>          "end": "2025-03-31",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26.23093,</a:t>
            </a:r>
          </a:p>
          <a:p>
            <a:r>
              <a:t>          "raw_mean": 0.8461590322580645,</a:t>
            </a:r>
          </a:p>
          <a:p>
            <a:r>
              <a:t>          "value": 8.0653401604955,</a:t>
            </a:r>
          </a:p>
          <a:p>
            <a:r>
              <a:t>          "prior_start": "2024-03-01",</a:t>
            </a:r>
          </a:p>
          <a:p>
            <a:r>
              <a:t>          "prior_end": "2024-03-31",</a:t>
            </a:r>
          </a:p>
          <a:p>
            <a:r>
              <a:t>          "prior_days": 31,</a:t>
            </a:r>
          </a:p>
          <a:p>
            <a:r>
              <a:t>          "prior_raw_mean": 0.8549935483870967,</a:t>
            </a:r>
          </a:p>
          <a:p>
            <a:r>
              <a:t>          "prior_value": 8.149548181703857,</a:t>
            </a:r>
          </a:p>
          <a:p>
            <a:r>
              <a:t>          "yoy_fraction": -0.010332845371404442,</a:t>
            </a:r>
          </a:p>
          <a:p>
            <a:r>
              <a:t>          "yoy_pct": -1.0332845371404442,</a:t>
            </a:r>
          </a:p>
          <a:p>
            <a:r>
              <a:t>          "value_label": "8.1",</a:t>
            </a:r>
          </a:p>
          <a:p>
            <a:r>
              <a:t>          "yoy_label": "(-1.0%)",</a:t>
            </a:r>
          </a:p>
          <a:p>
            <a:r>
              <a:t>          "label": "8.1\n(-1.0%)"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"NV_XC14",</a:t>
            </a:r>
          </a:p>
          <a:p>
            <a:r>
              <a:t>          "month": "2025-04",</a:t>
            </a:r>
          </a:p>
          <a:p>
            <a:r>
              <a:t>          "start": "2025-04-01",</a:t>
            </a:r>
          </a:p>
          <a:p>
            <a:r>
              <a:t>          "end": "2025-04-30",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21.56379,</a:t>
            </a:r>
          </a:p>
          <a:p>
            <a:r>
              <a:t>          "raw_mean": 0.718793,</a:t>
            </a:r>
          </a:p>
          <a:p>
            <a:r>
              <a:t>          "value": 6.851324430718786,</a:t>
            </a:r>
          </a:p>
          <a:p>
            <a:r>
              <a:t>          "prior_start": "2024-04-01",</a:t>
            </a:r>
          </a:p>
          <a:p>
            <a:r>
              <a:t>          "prior_end": "2024-04-30",</a:t>
            </a:r>
          </a:p>
          <a:p>
            <a:r>
              <a:t>          "prior_days": 30,</a:t>
            </a:r>
          </a:p>
          <a:p>
            <a:r>
              <a:t>          "prior_raw_mean": 0.7851206666666666,</a:t>
            </a:r>
          </a:p>
          <a:p>
            <a:r>
              <a:t>          "prior_value": 7.483540330241882,</a:t>
            </a:r>
          </a:p>
          <a:p>
            <a:r>
              <a:t>          "yoy_fraction": -0.08448085687040885,</a:t>
            </a:r>
          </a:p>
          <a:p>
            <a:r>
              <a:t>          "yoy_pct": -8.448085687040885,</a:t>
            </a:r>
          </a:p>
          <a:p>
            <a:r>
              <a:t>          "value_label": "6.9",</a:t>
            </a:r>
          </a:p>
          <a:p>
            <a:r>
              <a:t>          "yoy_label": "(-8.4%)",</a:t>
            </a:r>
          </a:p>
          <a:p>
            <a:r>
              <a:t>          "label": "6.9\n(-8.4%)"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"NV_XC14",</a:t>
            </a:r>
          </a:p>
          <a:p>
            <a:r>
              <a:t>          "month": "2025-05",</a:t>
            </a:r>
          </a:p>
          <a:p>
            <a:r>
              <a:t>          "start": "2025-05-01",</a:t>
            </a:r>
          </a:p>
          <a:p>
            <a:r>
              <a:t>          "end": "2025-05-31",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21.21163,</a:t>
            </a:r>
          </a:p>
          <a:p>
            <a:r>
              <a:t>          "raw_mean": 0.684246129032258,</a:t>
            </a:r>
          </a:p>
          <a:p>
            <a:r>
              <a:t>          "value": 6.522033771146169,</a:t>
            </a:r>
          </a:p>
          <a:p>
            <a:r>
              <a:t>          "prior_start": "2024-05-01",</a:t>
            </a:r>
          </a:p>
          <a:p>
            <a:r>
              <a:t>          "prior_end": "2024-05-31",</a:t>
            </a:r>
          </a:p>
          <a:p>
            <a:r>
              <a:t>          "prior_days": 31,</a:t>
            </a:r>
          </a:p>
          <a:p>
            <a:r>
              <a:t>          "prior_raw_mean": 0.7733154838709677,</a:t>
            </a:r>
          </a:p>
          <a:p>
            <a:r>
              <a:t>          "prior_value": 7.371016784106524,</a:t>
            </a:r>
          </a:p>
          <a:p>
            <a:r>
              <a:t>          "yoy_fraction": -0.11517854833690555,</a:t>
            </a:r>
          </a:p>
          <a:p>
            <a:r>
              <a:t>          "yoy_pct": -11.517854833690555,</a:t>
            </a:r>
          </a:p>
          <a:p>
            <a:r>
              <a:t>          "value_label": "6.5",</a:t>
            </a:r>
          </a:p>
          <a:p>
            <a:r>
              <a:t>          "yoy_label": "(-11.5%)",</a:t>
            </a:r>
          </a:p>
          <a:p>
            <a:r>
              <a:t>          "label": "6.5\n(-11.5%)"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"NV_XC14",</a:t>
            </a:r>
          </a:p>
          <a:p>
            <a:r>
              <a:t>          "month": "2025-06",</a:t>
            </a:r>
          </a:p>
          <a:p>
            <a:r>
              <a:t>          "start": "2025-06-01",</a:t>
            </a:r>
          </a:p>
          <a:p>
            <a:r>
              <a:t>          "end": "2025-06-30",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19.97636,</a:t>
            </a:r>
          </a:p>
          <a:p>
            <a:r>
              <a:t>          "raw_mean": 0.6658786666666666,</a:t>
            </a:r>
          </a:p>
          <a:p>
            <a:r>
              <a:t>          "value": 6.346960497428027,</a:t>
            </a:r>
          </a:p>
          <a:p>
            <a:r>
              <a:t>          "prior_start": "2024-06-01",</a:t>
            </a:r>
          </a:p>
          <a:p>
            <a:r>
              <a:t>          "prior_end": "2024-06-30",</a:t>
            </a:r>
          </a:p>
          <a:p>
            <a:r>
              <a:t>          "prior_days": 30,</a:t>
            </a:r>
          </a:p>
          <a:p>
            <a:r>
              <a:t>          "prior_raw_mean": 0.9119996666666667,</a:t>
            </a:r>
          </a:p>
          <a:p>
            <a:r>
              <a:t>          "prior_value": 8.692913811126044,</a:t>
            </a:r>
          </a:p>
          <a:p>
            <a:r>
              <a:t>          "yoy_fraction": -0.2698696161804153,</a:t>
            </a:r>
          </a:p>
          <a:p>
            <a:r>
              <a:t>          "yoy_pct": -26.986961618041526,</a:t>
            </a:r>
          </a:p>
          <a:p>
            <a:r>
              <a:t>          "value_label": "6.3",</a:t>
            </a:r>
          </a:p>
          <a:p>
            <a:r>
              <a:t>          "yoy_label": "(-27.0%)",</a:t>
            </a:r>
          </a:p>
          <a:p>
            <a:r>
              <a:t>          "label": "6.3\n(-27.0%)"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"NV_XC14",</a:t>
            </a:r>
          </a:p>
          <a:p>
            <a:r>
              <a:t>          "month": "2025-07",</a:t>
            </a:r>
          </a:p>
          <a:p>
            <a:r>
              <a:t>          "start": "2025-07-01",</a:t>
            </a:r>
          </a:p>
          <a:p>
            <a:r>
              <a:t>          "end": "2025-07-31",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21.43522,</a:t>
            </a:r>
          </a:p>
          <a:p>
            <a:r>
              <a:t>          "raw_mean": 0.6914587096774194,</a:t>
            </a:r>
          </a:p>
          <a:p>
            <a:r>
              <a:t>          "value": 6.59078197818592,</a:t>
            </a:r>
          </a:p>
          <a:p>
            <a:r>
              <a:t>          "prior_start": "2024-07-01",</a:t>
            </a:r>
          </a:p>
          <a:p>
            <a:r>
              <a:t>          "prior_end": "2024-07-31",</a:t>
            </a:r>
          </a:p>
          <a:p>
            <a:r>
              <a:t>          "prior_days": 31,</a:t>
            </a:r>
          </a:p>
          <a:p>
            <a:r>
              <a:t>          "prior_raw_mean": 1.0708170967741935,</a:t>
            </a:r>
          </a:p>
          <a:p>
            <a:r>
              <a:t>          "prior_value": 10.206715056991921,</a:t>
            </a:r>
          </a:p>
          <a:p>
            <a:r>
              <a:t>          "yoy_fraction": -0.3542700132819887,</a:t>
            </a:r>
          </a:p>
          <a:p>
            <a:r>
              <a:t>          "yoy_pct": -35.42700132819887,</a:t>
            </a:r>
          </a:p>
          <a:p>
            <a:r>
              <a:t>          "value_label": "6.6",</a:t>
            </a:r>
          </a:p>
          <a:p>
            <a:r>
              <a:t>          "yoy_label": "(-35.4%)",</a:t>
            </a:r>
          </a:p>
          <a:p>
            <a:r>
              <a:t>          "label": "6.6\n(-35.4%)"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"NV_XC14",</a:t>
            </a:r>
          </a:p>
          <a:p>
            <a:r>
              <a:t>          "month": "2025-08",</a:t>
            </a:r>
          </a:p>
          <a:p>
            <a:r>
              <a:t>          "start": "2025-08-01",</a:t>
            </a:r>
          </a:p>
          <a:p>
            <a:r>
              <a:t>          "end": "2025-08-31",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22.005300000000002,</a:t>
            </a:r>
          </a:p>
          <a:p>
            <a:r>
              <a:t>          "raw_mean": 0.7098483870967742,</a:t>
            </a:r>
          </a:p>
          <a:p>
            <a:r>
              <a:t>          "value": 6.766066999292501,</a:t>
            </a:r>
          </a:p>
          <a:p>
            <a:r>
              <a:t>          "prior_start": "2024-08-01",</a:t>
            </a:r>
          </a:p>
          <a:p>
            <a:r>
              <a:t>          "prior_end": "2024-08-31",</a:t>
            </a:r>
          </a:p>
          <a:p>
            <a:r>
              <a:t>          "prior_days": 31,</a:t>
            </a:r>
          </a:p>
          <a:p>
            <a:r>
              <a:t>          "prior_raw_mean": 0.9772387096774193,</a:t>
            </a:r>
          </a:p>
          <a:p>
            <a:r>
              <a:t>          "prior_value": 9.31475326868376,</a:t>
            </a:r>
          </a:p>
          <a:p>
            <a:r>
              <a:t>          "yoy_fraction": -0.27361822647089895,</a:t>
            </a:r>
          </a:p>
          <a:p>
            <a:r>
              <a:t>          "yoy_pct": -27.361822647089895,</a:t>
            </a:r>
          </a:p>
          <a:p>
            <a:r>
              <a:t>          "value_label": "6.8",</a:t>
            </a:r>
          </a:p>
          <a:p>
            <a:r>
              <a:t>          "yoy_label": "(-27.4%)",</a:t>
            </a:r>
          </a:p>
          <a:p>
            <a:r>
              <a:t>          "label": "6.8\n(-27.4%)"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"NV_XC14",</a:t>
            </a:r>
          </a:p>
          <a:p>
            <a:r>
              <a:t>          "month": "2025-09",</a:t>
            </a:r>
          </a:p>
          <a:p>
            <a:r>
              <a:t>          "start": "2025-09-01",</a:t>
            </a:r>
          </a:p>
          <a:p>
            <a:r>
              <a:t>          "end": "2025-09-30",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19.16589,</a:t>
            </a:r>
          </a:p>
          <a:p>
            <a:r>
              <a:t>          "raw_mean": 0.6388630000000001,</a:t>
            </a:r>
          </a:p>
          <a:p>
            <a:r>
              <a:t>          "value": 6.089455072297999,</a:t>
            </a:r>
          </a:p>
          <a:p>
            <a:r>
              <a:t>          "prior_start": "2024-09-01",</a:t>
            </a:r>
          </a:p>
          <a:p>
            <a:r>
              <a:t>          "prior_end": "2024-09-30",</a:t>
            </a:r>
          </a:p>
          <a:p>
            <a:r>
              <a:t>          "prior_days": 30,</a:t>
            </a:r>
          </a:p>
          <a:p>
            <a:r>
              <a:t>          "prior_raw_mean": 0.8784639999999999,</a:t>
            </a:r>
          </a:p>
          <a:p>
            <a:r>
              <a:t>          "prior_value": 8.373261654895007,</a:t>
            </a:r>
          </a:p>
          <a:p>
            <a:r>
              <a:t>          "yoy_fraction": -0.27274993625236776,</a:t>
            </a:r>
          </a:p>
          <a:p>
            <a:r>
              <a:t>          "yoy_pct": -27.274993625236775,</a:t>
            </a:r>
          </a:p>
          <a:p>
            <a:r>
              <a:t>          "value_label": "6.1",</a:t>
            </a:r>
          </a:p>
          <a:p>
            <a:r>
              <a:t>          "yoy_label": "(-27.3%)",</a:t>
            </a:r>
          </a:p>
          <a:p>
            <a:r>
              <a:t>          "label": "6.1\n(-27.3%)"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"NV_XC14",</a:t>
            </a:r>
          </a:p>
          <a:p>
            <a:r>
              <a:t>          "month": "2025-10",</a:t>
            </a:r>
          </a:p>
          <a:p>
            <a:r>
              <a:t>          "start": "2025-10-01",</a:t>
            </a:r>
          </a:p>
          <a:p>
            <a:r>
              <a:t>          "end": "2025-10-31",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20.81479,</a:t>
            </a:r>
          </a:p>
          <a:p>
            <a:r>
              <a:t>          "raw_mean": 0.6714448387096774,</a:t>
            </a:r>
          </a:p>
          <a:p>
            <a:r>
              <a:t>          "value": 6.40001561970087,</a:t>
            </a:r>
          </a:p>
          <a:p>
            <a:r>
              <a:t>          "prior_start": "2024-10-01",</a:t>
            </a:r>
          </a:p>
          <a:p>
            <a:r>
              <a:t>          "prior_end": "2024-10-31",</a:t>
            </a:r>
          </a:p>
          <a:p>
            <a:r>
              <a:t>          "prior_days": 31,</a:t>
            </a:r>
          </a:p>
          <a:p>
            <a:r>
              <a:t>          "prior_raw_mean": 0.7799867741935484,</a:t>
            </a:r>
          </a:p>
          <a:p>
            <a:r>
              <a:t>          "prior_value": 7.434605570268207,</a:t>
            </a:r>
          </a:p>
          <a:p>
            <a:r>
              <a:t>          "yoy_fraction": -0.13915868714068358,</a:t>
            </a:r>
          </a:p>
          <a:p>
            <a:r>
              <a:t>          "yoy_pct": -13.915868714068358,</a:t>
            </a:r>
          </a:p>
          <a:p>
            <a:r>
              <a:t>          "value_label": "6.4",</a:t>
            </a:r>
          </a:p>
          <a:p>
            <a:r>
              <a:t>          "yoy_label": "(-13.9%)",</a:t>
            </a:r>
          </a:p>
          <a:p>
            <a:r>
              <a:t>          "label": "6.4\n(-13.9%)"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"NV_XC14",</a:t>
            </a:r>
          </a:p>
          <a:p>
            <a:r>
              <a:t>          "month": "2025-11",</a:t>
            </a:r>
          </a:p>
          <a:p>
            <a:r>
              <a:t>          "start": "2025-11-01",</a:t>
            </a:r>
          </a:p>
          <a:p>
            <a:r>
              <a:t>          "end": "2025-11-30",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17.46113,</a:t>
            </a:r>
          </a:p>
          <a:p>
            <a:r>
              <a:t>          "raw_mean": 0.5820376666666667,</a:t>
            </a:r>
          </a:p>
          <a:p>
            <a:r>
              <a:t>          "value": 5.54781263205386,</a:t>
            </a:r>
          </a:p>
          <a:p>
            <a:r>
              <a:t>          "prior_start": "2024-11-01",</a:t>
            </a:r>
          </a:p>
          <a:p>
            <a:r>
              <a:t>          "prior_end": "2024-11-30",</a:t>
            </a:r>
          </a:p>
          <a:p>
            <a:r>
              <a:t>          "prior_days": 30,</a:t>
            </a:r>
          </a:p>
          <a:p>
            <a:r>
              <a:t>          "prior_raw_mean": 0.8091550000000001,</a:t>
            </a:r>
          </a:p>
          <a:p>
            <a:r>
              <a:t>          "prior_value": 7.7126285589011845,</a:t>
            </a:r>
          </a:p>
          <a:p>
            <a:r>
              <a:t>          "yoy_fraction": -0.2806845824759574,</a:t>
            </a:r>
          </a:p>
          <a:p>
            <a:r>
              <a:t>          "yoy_pct": -28.06845824759574,</a:t>
            </a:r>
          </a:p>
          <a:p>
            <a:r>
              <a:t>          "value_label": "5.5",</a:t>
            </a:r>
          </a:p>
          <a:p>
            <a:r>
              <a:t>          "yoy_label": "(-28.1%)",</a:t>
            </a:r>
          </a:p>
          <a:p>
            <a:r>
              <a:t>          "label": "5.5\n(-28.1%)"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"NV_XC14",</a:t>
            </a:r>
          </a:p>
          <a:p>
            <a:r>
              <a:t>          "month": "2025-12",</a:t>
            </a:r>
          </a:p>
          <a:p>
            <a:r>
              <a:t>          "start": "2025-12-01",</a:t>
            </a:r>
          </a:p>
          <a:p>
            <a:r>
              <a:t>          "end": "2025-12-31",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18.4952,</a:t>
            </a:r>
          </a:p>
          <a:p>
            <a:r>
              <a:t>          "raw_mean": 0.5966193548387096,</a:t>
            </a:r>
          </a:p>
          <a:p>
            <a:r>
              <a:t>          "value": 5.686801014542618,</a:t>
            </a:r>
          </a:p>
          <a:p>
            <a:r>
              <a:t>          "prior_start": "2024-12-01",</a:t>
            </a:r>
          </a:p>
          <a:p>
            <a:r>
              <a:t>          "prior_end": "2024-12-31",</a:t>
            </a:r>
          </a:p>
          <a:p>
            <a:r>
              <a:t>          "prior_days": 31,</a:t>
            </a:r>
          </a:p>
          <a:p>
            <a:r>
              <a:t>          "prior_raw_mean": 0.8187529032258065,</a:t>
            </a:r>
          </a:p>
          <a:p>
            <a:r>
              <a:t>          "prior_value": 7.804112962414632,</a:t>
            </a:r>
          </a:p>
          <a:p>
            <a:r>
              <a:t>          "yoy_fraction": -0.2713071886669497,</a:t>
            </a:r>
          </a:p>
          <a:p>
            <a:r>
              <a:t>          "yoy_pct": -27.13071886669497,</a:t>
            </a:r>
          </a:p>
          <a:p>
            <a:r>
              <a:t>          "value_label": "5.7",</a:t>
            </a:r>
          </a:p>
          <a:p>
            <a:r>
              <a:t>          "yoy_label": "(-27.1%)",</a:t>
            </a:r>
          </a:p>
          <a:p>
            <a:r>
              <a:t>          "label": "5.7\n(-27.1%)"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"NV_XC14",</a:t>
            </a:r>
          </a:p>
          <a:p>
            <a:r>
              <a:t>          "month": "2026-01",</a:t>
            </a:r>
          </a:p>
          <a:p>
            <a:r>
              <a:t>          "start": "2026-01-01",</a:t>
            </a:r>
          </a:p>
          <a:p>
            <a:r>
              <a:t>          "end": "2026-01-31",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17.00281,</a:t>
            </a:r>
          </a:p>
          <a:p>
            <a:r>
              <a:t>          "raw_mean": 0.5484777419354839,</a:t>
            </a:r>
          </a:p>
          <a:p>
            <a:r>
              <a:t>          "value": 5.2279292550540335,</a:t>
            </a:r>
          </a:p>
          <a:p>
            <a:r>
              <a:t>          "prior_start": "2025-01-01",</a:t>
            </a:r>
          </a:p>
          <a:p>
            <a:r>
              <a:t>          "prior_end": "2025-01-31",</a:t>
            </a:r>
          </a:p>
          <a:p>
            <a:r>
              <a:t>          "prior_days": 31,</a:t>
            </a:r>
          </a:p>
          <a:p>
            <a:r>
              <a:t>          "prior_raw_mean": 0.8860045161290322,</a:t>
            </a:r>
          </a:p>
          <a:p>
            <a:r>
              <a:t>          "prior_value": 8.445135646955404,</a:t>
            </a:r>
          </a:p>
          <a:p>
            <a:r>
              <a:t>          "yoy_fraction": -0.38095378527889256,</a:t>
            </a:r>
          </a:p>
          <a:p>
            <a:r>
              <a:t>          "yoy_pct": -38.09537852788926,</a:t>
            </a:r>
          </a:p>
          <a:p>
            <a:r>
              <a:t>          "value_label": "5.2",</a:t>
            </a:r>
          </a:p>
          <a:p>
            <a:r>
              <a:t>          "yoy_label": "(-38.1%)",</a:t>
            </a:r>
          </a:p>
          <a:p>
            <a:r>
              <a:t>          "label": "5.2\n(-38.1%)"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"NV_XC14",</a:t>
            </a:r>
          </a:p>
          <a:p>
            <a:r>
              <a:t>          "month": "2026-02",</a:t>
            </a:r>
          </a:p>
          <a:p>
            <a:r>
              <a:t>          "start": "2026-02-01",</a:t>
            </a:r>
          </a:p>
          <a:p>
            <a:r>
              <a:t>          "end": "2026-02-28",</a:t>
            </a:r>
          </a:p>
          <a:p>
            <a:r>
              <a:t>          "days": 28,</a:t>
            </a:r>
          </a:p>
          <a:p>
            <a:r>
              <a:t>          "partial": false,</a:t>
            </a:r>
          </a:p>
          <a:p>
            <a:r>
              <a:t>          "raw_sum": 103.43735,</a:t>
            </a:r>
          </a:p>
          <a:p>
            <a:r>
              <a:t>          "raw_mean": 3.694191071428571,</a:t>
            </a:r>
          </a:p>
          <a:p>
            <a:r>
              <a:t>          "value": 35.21194772267089,</a:t>
            </a:r>
          </a:p>
          <a:p>
            <a:r>
              <a:t>          "prior_start": "2025-02-01",</a:t>
            </a:r>
          </a:p>
          <a:p>
            <a:r>
              <a:t>          "prior_end": "2025-02-28",</a:t>
            </a:r>
          </a:p>
          <a:p>
            <a:r>
              <a:t>          "prior_days": 28,</a:t>
            </a:r>
          </a:p>
          <a:p>
            <a:r>
              <a:t>          "prior_raw_mean": 0.828025,</a:t>
            </a:r>
          </a:p>
          <a:p>
            <a:r>
              <a:t>          "prior_value": 7.8924918742195915,</a:t>
            </a:r>
          </a:p>
          <a:p>
            <a:r>
              <a:t>          "yoy_fraction": 3.46144871402261,</a:t>
            </a:r>
          </a:p>
          <a:p>
            <a:r>
              <a:t>          "yoy_pct": 346.144871402261,</a:t>
            </a:r>
          </a:p>
          <a:p>
            <a:r>
              <a:t>          "value_label": "35.2",</a:t>
            </a:r>
          </a:p>
          <a:p>
            <a:r>
              <a:t>          "yoy_label": "(+346.1%)",</a:t>
            </a:r>
          </a:p>
          <a:p>
            <a:r>
              <a:t>          "label": "35.2\n(+346.1%)"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"NV_XC14",</a:t>
            </a:r>
          </a:p>
          <a:p>
            <a:r>
              <a:t>          "month": "2026-03",</a:t>
            </a:r>
          </a:p>
          <a:p>
            <a:r>
              <a:t>          "start": "2026-03-01",</a:t>
            </a:r>
          </a:p>
          <a:p>
            <a:r>
              <a:t>          "end": "2026-03-31",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40.71305,</a:t>
            </a:r>
          </a:p>
          <a:p>
            <a:r>
              <a:t>          "raw_mean": 1.3133241935483873,</a:t>
            </a:r>
          </a:p>
          <a:p>
            <a:r>
              <a:t>          "value": 12.518221703205388,</a:t>
            </a:r>
          </a:p>
          <a:p>
            <a:r>
              <a:t>          "prior_start": "2025-03-01",</a:t>
            </a:r>
          </a:p>
          <a:p>
            <a:r>
              <a:t>          "prior_end": "2025-03-31",</a:t>
            </a:r>
          </a:p>
          <a:p>
            <a:r>
              <a:t>          "prior_days": 31,</a:t>
            </a:r>
          </a:p>
          <a:p>
            <a:r>
              <a:t>          "prior_raw_mean": 0.8461590322580645,</a:t>
            </a:r>
          </a:p>
          <a:p>
            <a:r>
              <a:t>          "prior_value": 8.0653401604955,</a:t>
            </a:r>
          </a:p>
          <a:p>
            <a:r>
              <a:t>          "yoy_fraction": 0.5521008976807149,</a:t>
            </a:r>
          </a:p>
          <a:p>
            <a:r>
              <a:t>          "yoy_pct": 55.21008976807149,</a:t>
            </a:r>
          </a:p>
          <a:p>
            <a:r>
              <a:t>          "value_label": "12.5",</a:t>
            </a:r>
          </a:p>
          <a:p>
            <a:r>
              <a:t>          "yoy_label": "(+55.2%)",</a:t>
            </a:r>
          </a:p>
          <a:p>
            <a:r>
              <a:t>          "label": "12.5\n(+55.2%)"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"NV_XC14",</a:t>
            </a:r>
          </a:p>
          <a:p>
            <a:r>
              <a:t>          "month": "2026-04",</a:t>
            </a:r>
          </a:p>
          <a:p>
            <a:r>
              <a:t>          "start": "2026-04-01",</a:t>
            </a:r>
          </a:p>
          <a:p>
            <a:r>
              <a:t>          "end": "2026-04-30",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24.42554,</a:t>
            </a:r>
          </a:p>
          <a:p>
            <a:r>
              <a:t>          "raw_mean": 0.8141846666666667,</a:t>
            </a:r>
          </a:p>
          <a:p>
            <a:r>
              <a:t>          "value": 7.76056986900257,</a:t>
            </a:r>
          </a:p>
          <a:p>
            <a:r>
              <a:t>          "prior_start": "2025-04-01",</a:t>
            </a:r>
          </a:p>
          <a:p>
            <a:r>
              <a:t>          "prior_end": "2025-04-30",</a:t>
            </a:r>
          </a:p>
          <a:p>
            <a:r>
              <a:t>          "prior_days": 30,</a:t>
            </a:r>
          </a:p>
          <a:p>
            <a:r>
              <a:t>          "prior_raw_mean": 0.718793,</a:t>
            </a:r>
          </a:p>
          <a:p>
            <a:r>
              <a:t>          "prior_value": 6.851324430718786,</a:t>
            </a:r>
          </a:p>
          <a:p>
            <a:r>
              <a:t>          "yoy_fraction": 0.13271090100580651,</a:t>
            </a:r>
          </a:p>
          <a:p>
            <a:r>
              <a:t>          "yoy_pct": 13.27109010058065,</a:t>
            </a:r>
          </a:p>
          <a:p>
            <a:r>
              <a:t>          "value_label": "7.8",</a:t>
            </a:r>
          </a:p>
          <a:p>
            <a:r>
              <a:t>          "yoy_label": "(+13.3%)",</a:t>
            </a:r>
          </a:p>
          <a:p>
            <a:r>
              <a:t>          "label": "7.8\n(+13.3%)"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"NV_XC14",</a:t>
            </a:r>
          </a:p>
          <a:p>
            <a:r>
              <a:t>          "month": "2026-05",</a:t>
            </a:r>
          </a:p>
          <a:p>
            <a:r>
              <a:t>          "start": "2026-05-01",</a:t>
            </a:r>
          </a:p>
          <a:p>
            <a:r>
              <a:t>          "end": "2026-05-31",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19.82543,</a:t>
            </a:r>
          </a:p>
          <a:p>
            <a:r>
              <a:t>          "raw_mean": 0.63953,</a:t>
            </a:r>
          </a:p>
          <a:p>
            <a:r>
              <a:t>          "value": 6.095812721016461,</a:t>
            </a:r>
          </a:p>
          <a:p>
            <a:r>
              <a:t>          "prior_start": "2025-05-01",</a:t>
            </a:r>
          </a:p>
          <a:p>
            <a:r>
              <a:t>          "prior_end": "2025-05-31",</a:t>
            </a:r>
          </a:p>
          <a:p>
            <a:r>
              <a:t>          "prior_days": 31,</a:t>
            </a:r>
          </a:p>
          <a:p>
            <a:r>
              <a:t>          "prior_raw_mean": 0.684246129032258,</a:t>
            </a:r>
          </a:p>
          <a:p>
            <a:r>
              <a:t>          "prior_value": 6.522033771146169,</a:t>
            </a:r>
          </a:p>
          <a:p>
            <a:r>
              <a:t>          "yoy_fraction": -0.06535094191252622,</a:t>
            </a:r>
          </a:p>
          <a:p>
            <a:r>
              <a:t>          "yoy_pct": -6.535094191252622,</a:t>
            </a:r>
          </a:p>
          <a:p>
            <a:r>
              <a:t>          "value_label": "6.1",</a:t>
            </a:r>
          </a:p>
          <a:p>
            <a:r>
              <a:t>          "yoy_label": "(-6.5%)",</a:t>
            </a:r>
          </a:p>
          <a:p>
            <a:r>
              <a:t>          "label": "6.1\n(-6.5%)"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"NV_XC14",</a:t>
            </a:r>
          </a:p>
          <a:p>
            <a:r>
              <a:t>          "month": "2026-06",</a:t>
            </a:r>
          </a:p>
          <a:p>
            <a:r>
              <a:t>          "start": "2026-06-01",</a:t>
            </a:r>
          </a:p>
          <a:p>
            <a:r>
              <a:t>          "end": "2026-06-30",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16.68981,</a:t>
            </a:r>
          </a:p>
          <a:p>
            <a:r>
              <a:t>          "raw_mean": 0.556327,</a:t>
            </a:r>
          </a:p>
          <a:p>
            <a:r>
              <a:t>          "value": 5.302746084851257,</a:t>
            </a:r>
          </a:p>
          <a:p>
            <a:r>
              <a:t>          "prior_start": "2025-06-01",</a:t>
            </a:r>
          </a:p>
          <a:p>
            <a:r>
              <a:t>          "prior_end": "2025-06-30",</a:t>
            </a:r>
          </a:p>
          <a:p>
            <a:r>
              <a:t>          "prior_days": 30,</a:t>
            </a:r>
          </a:p>
          <a:p>
            <a:r>
              <a:t>          "prior_raw_mean": 0.6658786666666666,</a:t>
            </a:r>
          </a:p>
          <a:p>
            <a:r>
              <a:t>          "prior_value": 6.346960497428027,</a:t>
            </a:r>
          </a:p>
          <a:p>
            <a:r>
              <a:t>          "yoy_fraction": -0.16452196496258586,</a:t>
            </a:r>
          </a:p>
          <a:p>
            <a:r>
              <a:t>          "yoy_pct": -16.452196496258587,</a:t>
            </a:r>
          </a:p>
          <a:p>
            <a:r>
              <a:t>          "value_label": "5.3",</a:t>
            </a:r>
          </a:p>
          <a:p>
            <a:r>
              <a:t>          "yoy_label": "(-16.5%)",</a:t>
            </a:r>
          </a:p>
          <a:p>
            <a:r>
              <a:t>          "label": "5.3\n(-16.5%)"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"NV_XC14",</a:t>
            </a:r>
          </a:p>
          <a:p>
            <a:r>
              <a:t>          "month": "2026-07",</a:t>
            </a:r>
          </a:p>
          <a:p>
            <a:r>
              <a:t>          "start": "2026-07-01",</a:t>
            </a:r>
          </a:p>
          <a:p>
            <a:r>
              <a:t>          "end": "2026-07-31",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16.18674,</a:t>
            </a:r>
          </a:p>
          <a:p>
            <a:r>
              <a:t>          "raw_mean": 0.5221529032258064,</a:t>
            </a:r>
          </a:p>
          <a:p>
            <a:r>
              <a:t>          "value": 4.977008599752236,</a:t>
            </a:r>
          </a:p>
          <a:p>
            <a:r>
              <a:t>          "prior_start": "2025-07-01",</a:t>
            </a:r>
          </a:p>
          <a:p>
            <a:r>
              <a:t>          "prior_end": "2025-07-31",</a:t>
            </a:r>
          </a:p>
          <a:p>
            <a:r>
              <a:t>          "prior_days": 31,</a:t>
            </a:r>
          </a:p>
          <a:p>
            <a:r>
              <a:t>          "prior_raw_mean": 0.6914587096774194,</a:t>
            </a:r>
          </a:p>
          <a:p>
            <a:r>
              <a:t>          "prior_value": 6.59078197818592,</a:t>
            </a:r>
          </a:p>
          <a:p>
            <a:r>
              <a:t>          "yoy_fraction": -0.24485309691246482,</a:t>
            </a:r>
          </a:p>
          <a:p>
            <a:r>
              <a:t>          "yoy_pct": -24.48530969124648,</a:t>
            </a:r>
          </a:p>
          <a:p>
            <a:r>
              <a:t>          "value_label": "5.0",</a:t>
            </a:r>
          </a:p>
          <a:p>
            <a:r>
              <a:t>          "yoy_label": "(-24.5%)",</a:t>
            </a:r>
          </a:p>
          <a:p>
            <a:r>
              <a:t>          "label": "5.0\n(-24.5%)"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"NV_XC14",</a:t>
            </a:r>
          </a:p>
          <a:p>
            <a:r>
              <a:t>          "month": "2026-08",</a:t>
            </a:r>
          </a:p>
          <a:p>
            <a:r>
              <a:t>          "start": "2026-08-01",</a:t>
            </a:r>
          </a:p>
          <a:p>
            <a:r>
              <a:t>          "end": "2026-08-31",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14.76144,</a:t>
            </a:r>
          </a:p>
          <a:p>
            <a:r>
              <a:t>          "raw_mean": 0.47617548387096775,</a:t>
            </a:r>
          </a:p>
          <a:p>
            <a:r>
              <a:t>          "value": 4.538765299543123,</a:t>
            </a:r>
          </a:p>
          <a:p>
            <a:r>
              <a:t>          "prior_start": "2025-08-01",</a:t>
            </a:r>
          </a:p>
          <a:p>
            <a:r>
              <a:t>          "prior_end": "2025-08-31",</a:t>
            </a:r>
          </a:p>
          <a:p>
            <a:r>
              <a:t>          "prior_days": 31,</a:t>
            </a:r>
          </a:p>
          <a:p>
            <a:r>
              <a:t>          "prior_raw_mean": 0.7098483870967742,</a:t>
            </a:r>
          </a:p>
          <a:p>
            <a:r>
              <a:t>          "prior_value": 6.766066999292501,</a:t>
            </a:r>
          </a:p>
          <a:p>
            <a:r>
              <a:t>          "yoy_fraction": -0.32918705948112503,</a:t>
            </a:r>
          </a:p>
          <a:p>
            <a:r>
              <a:t>          "yoy_pct": -32.9187059481125,</a:t>
            </a:r>
          </a:p>
          <a:p>
            <a:r>
              <a:t>          "value_label": "4.5",</a:t>
            </a:r>
          </a:p>
          <a:p>
            <a:r>
              <a:t>          "yoy_label": "(-32.9%)",</a:t>
            </a:r>
          </a:p>
          <a:p>
            <a:r>
              <a:t>          "label": "4.5\n(-32.9%)"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"NV_XC14",</a:t>
            </a:r>
          </a:p>
          <a:p>
            <a:r>
              <a:t>          "month": "2026-09",</a:t>
            </a:r>
          </a:p>
          <a:p>
            <a:r>
              <a:t>          "start": "2026-09-01",</a:t>
            </a:r>
          </a:p>
          <a:p>
            <a:r>
              <a:t>          "end": "2026-09-30",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12.52013,</a:t>
            </a:r>
          </a:p>
          <a:p>
            <a:r>
              <a:t>          "raw_mean": 0.41733766666666666,</a:t>
            </a:r>
          </a:p>
          <a:p>
            <a:r>
              <a:t>          "value": 3.977940452247735,</a:t>
            </a:r>
          </a:p>
          <a:p>
            <a:r>
              <a:t>          "prior_start": "2025-09-01",</a:t>
            </a:r>
          </a:p>
          <a:p>
            <a:r>
              <a:t>          "prior_end": "2025-09-30",</a:t>
            </a:r>
          </a:p>
          <a:p>
            <a:r>
              <a:t>          "prior_days": 30,</a:t>
            </a:r>
          </a:p>
          <a:p>
            <a:r>
              <a:t>          "prior_raw_mean": 0.6388630000000001,</a:t>
            </a:r>
          </a:p>
          <a:p>
            <a:r>
              <a:t>          "prior_value": 6.089455072297999,</a:t>
            </a:r>
          </a:p>
          <a:p>
            <a:r>
              <a:t>          "yoy_fraction": -0.3467493552347426,</a:t>
            </a:r>
          </a:p>
          <a:p>
            <a:r>
              <a:t>          "yoy_pct": -34.67493552347426,</a:t>
            </a:r>
          </a:p>
          <a:p>
            <a:r>
              <a:t>          "value_label": "4.0",</a:t>
            </a:r>
          </a:p>
          <a:p>
            <a:r>
              <a:t>          "yoy_label": "(-34.7%)",</a:t>
            </a:r>
          </a:p>
          <a:p>
            <a:r>
              <a:t>          "label": "4.0\n(-34.7%)"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"NV_XC14",</a:t>
            </a:r>
          </a:p>
          <a:p>
            <a:r>
              <a:t>          "month": "2026-10",</a:t>
            </a:r>
          </a:p>
          <a:p>
            <a:r>
              <a:t>          "start": "2026-10-01",</a:t>
            </a:r>
          </a:p>
          <a:p>
            <a:r>
              <a:t>          "end": "2026-10-19",</a:t>
            </a:r>
          </a:p>
          <a:p>
            <a:r>
              <a:t>          "days": 19,</a:t>
            </a:r>
          </a:p>
          <a:p>
            <a:r>
              <a:t>          "partial": true,</a:t>
            </a:r>
          </a:p>
          <a:p>
            <a:r>
              <a:t>          "raw_sum": 7.81387,</a:t>
            </a:r>
          </a:p>
          <a:p>
            <a:r>
              <a:t>          "raw_mean": 0.4112563157894737,</a:t>
            </a:r>
          </a:p>
          <a:p>
            <a:r>
              <a:t>          "value": 3.919974796159424,</a:t>
            </a:r>
          </a:p>
          <a:p>
            <a:r>
              <a:t>          "prior_start": "2025-10-01",</a:t>
            </a:r>
          </a:p>
          <a:p>
            <a:r>
              <a:t>          "prior_end": "2025-10-19",</a:t>
            </a:r>
          </a:p>
          <a:p>
            <a:r>
              <a:t>          "prior_days": 19,</a:t>
            </a:r>
          </a:p>
          <a:p>
            <a:r>
              <a:t>          "prior_raw_mean": 0.7063194736842106,</a:t>
            </a:r>
          </a:p>
          <a:p>
            <a:r>
              <a:t>          "prior_value": 6.732430429824812,</a:t>
            </a:r>
          </a:p>
          <a:p>
            <a:r>
              <a:t>          "yoy_fraction": -0.4177474484112229,</a:t>
            </a:r>
          </a:p>
          <a:p>
            <a:r>
              <a:t>          "yoy_pct": -41.77474484112229,</a:t>
            </a:r>
          </a:p>
          <a:p>
            <a:r>
              <a:t>          "value_label": "3.9",</a:t>
            </a:r>
          </a:p>
          <a:p>
            <a:r>
              <a:t>          "yoy_label": "(-41.8%)",</a:t>
            </a:r>
          </a:p>
          <a:p>
            <a:r>
              <a:t>          "label": "3.9\n(-41.8%)"</a:t>
            </a:r>
          </a:p>
          <a:p>
            <a:r>
              <a:t>        }</a:t>
            </a:r>
          </a:p>
          <a:p>
            <a:r>
              <a:t>      ]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"NV_XC15",</a:t>
            </a:r>
          </a:p>
          <a:p>
            <a:r>
              <a:t>      "label": "마라",</a:t>
            </a:r>
          </a:p>
          <a:p>
            <a:r>
              <a:t>      "points": [</a:t>
            </a:r>
          </a:p>
          <a:p>
            <a:r>
              <a:t>        {</a:t>
            </a:r>
          </a:p>
          <a:p>
            <a:r>
              <a:t>          "group_id": "NV_XC15",</a:t>
            </a:r>
          </a:p>
          <a:p>
            <a:r>
              <a:t>          "month": "2025-01",</a:t>
            </a:r>
          </a:p>
          <a:p>
            <a:r>
              <a:t>          "start": "2025-01-01",</a:t>
            </a:r>
          </a:p>
          <a:p>
            <a:r>
              <a:t>          "end": "2025-01-31",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4.33723,</a:t>
            </a:r>
          </a:p>
          <a:p>
            <a:r>
              <a:t>          "raw_mean": 0.13991064516129031,</a:t>
            </a:r>
          </a:p>
          <a:p>
            <a:r>
              <a:t>          "value": 3.466962170150471,</a:t>
            </a:r>
          </a:p>
          <a:p>
            <a:r>
              <a:t>          "prior_start": "2024-01-01",</a:t>
            </a:r>
          </a:p>
          <a:p>
            <a:r>
              <a:t>          "prior_end": "2024-01-31",</a:t>
            </a:r>
          </a:p>
          <a:p>
            <a:r>
              <a:t>          "prior_days": 31,</a:t>
            </a:r>
          </a:p>
          <a:p>
            <a:r>
              <a:t>          "prior_raw_mean": 0.3283274193548387,</a:t>
            </a:r>
          </a:p>
          <a:p>
            <a:r>
              <a:t>          "prior_value": 8.135898029875523,</a:t>
            </a:r>
          </a:p>
          <a:p>
            <a:r>
              <a:t>          "yoy_fraction": -0.5738685321006274,</a:t>
            </a:r>
          </a:p>
          <a:p>
            <a:r>
              <a:t>          "yoy_pct": -57.38685321006274,</a:t>
            </a:r>
          </a:p>
          <a:p>
            <a:r>
              <a:t>          "value_label": "3.5",</a:t>
            </a:r>
          </a:p>
          <a:p>
            <a:r>
              <a:t>          "yoy_label": "(-57.4%)",</a:t>
            </a:r>
          </a:p>
          <a:p>
            <a:r>
              <a:t>          "label": "3.5\n(-57.4%)"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"NV_XC15",</a:t>
            </a:r>
          </a:p>
          <a:p>
            <a:r>
              <a:t>          "month": "2025-02",</a:t>
            </a:r>
          </a:p>
          <a:p>
            <a:r>
              <a:t>          "start": "2025-02-01",</a:t>
            </a:r>
          </a:p>
          <a:p>
            <a:r>
              <a:t>          "end": "2025-02-28",</a:t>
            </a:r>
          </a:p>
          <a:p>
            <a:r>
              <a:t>          "days": 28,</a:t>
            </a:r>
          </a:p>
          <a:p>
            <a:r>
              <a:t>          "partial": false,</a:t>
            </a:r>
          </a:p>
          <a:p>
            <a:r>
              <a:t>          "raw_sum": 3.78389,</a:t>
            </a:r>
          </a:p>
          <a:p>
            <a:r>
              <a:t>          "raw_mean": 0.13513892857142856,</a:t>
            </a:r>
          </a:p>
          <a:p>
            <a:r>
              <a:t>          "value": 3.3487198385204597,</a:t>
            </a:r>
          </a:p>
          <a:p>
            <a:r>
              <a:t>          "prior_start": "2024-02-01",</a:t>
            </a:r>
          </a:p>
          <a:p>
            <a:r>
              <a:t>          "prior_end": "2024-02-29",</a:t>
            </a:r>
          </a:p>
          <a:p>
            <a:r>
              <a:t>          "prior_days": 29,</a:t>
            </a:r>
          </a:p>
          <a:p>
            <a:r>
              <a:t>          "prior_raw_mean": 0.4178510344827586,</a:t>
            </a:r>
          </a:p>
          <a:p>
            <a:r>
              <a:t>          "prior_value": 10.354278101140334,</a:t>
            </a:r>
          </a:p>
          <a:p>
            <a:r>
              <a:t>          "yoy_fraction": -0.6765858705155254,</a:t>
            </a:r>
          </a:p>
          <a:p>
            <a:r>
              <a:t>          "yoy_pct": -67.65858705155254,</a:t>
            </a:r>
          </a:p>
          <a:p>
            <a:r>
              <a:t>          "value_label": "3.3",</a:t>
            </a:r>
          </a:p>
          <a:p>
            <a:r>
              <a:t>          "yoy_label": "(-67.7%)",</a:t>
            </a:r>
          </a:p>
          <a:p>
            <a:r>
              <a:t>          "label": "3.3\n(-67.7%)"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"NV_XC15",</a:t>
            </a:r>
          </a:p>
          <a:p>
            <a:r>
              <a:t>          "month": "2025-03",</a:t>
            </a:r>
          </a:p>
          <a:p>
            <a:r>
              <a:t>          "start": "2025-03-01",</a:t>
            </a:r>
          </a:p>
          <a:p>
            <a:r>
              <a:t>          "end": "2025-03-31",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3.7447500000000002,</a:t>
            </a:r>
          </a:p>
          <a:p>
            <a:r>
              <a:t>          "raw_mean": 0.1207983870967742,</a:t>
            </a:r>
          </a:p>
          <a:p>
            <a:r>
              <a:t>          "value": 2.993363641464939,</a:t>
            </a:r>
          </a:p>
          <a:p>
            <a:r>
              <a:t>          "prior_start": "2024-03-01",</a:t>
            </a:r>
          </a:p>
          <a:p>
            <a:r>
              <a:t>          "prior_end": "2024-03-31",</a:t>
            </a:r>
          </a:p>
          <a:p>
            <a:r>
              <a:t>          "prior_days": 31,</a:t>
            </a:r>
          </a:p>
          <a:p>
            <a:r>
              <a:t>          "prior_raw_mean": 0.2809077419354839,</a:t>
            </a:r>
          </a:p>
          <a:p>
            <a:r>
              <a:t>          "prior_value": 6.960846427875423,</a:t>
            </a:r>
          </a:p>
          <a:p>
            <a:r>
              <a:t>          "yoy_fraction": -0.5699713141956835,</a:t>
            </a:r>
          </a:p>
          <a:p>
            <a:r>
              <a:t>          "yoy_pct": -56.99713141956835,</a:t>
            </a:r>
          </a:p>
          <a:p>
            <a:r>
              <a:t>          "value_label": "3.0",</a:t>
            </a:r>
          </a:p>
          <a:p>
            <a:r>
              <a:t>          "yoy_label": "(-57.0%)",</a:t>
            </a:r>
          </a:p>
          <a:p>
            <a:r>
              <a:t>          "label": "3.0\n(-57.0%)"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"NV_XC15",</a:t>
            </a:r>
          </a:p>
          <a:p>
            <a:r>
              <a:t>          "month": "2025-04",</a:t>
            </a:r>
          </a:p>
          <a:p>
            <a:r>
              <a:t>          "start": "2025-04-01",</a:t>
            </a:r>
          </a:p>
          <a:p>
            <a:r>
              <a:t>          "end": "2025-04-30",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13.40881,</a:t>
            </a:r>
          </a:p>
          <a:p>
            <a:r>
              <a:t>          "raw_mean": 0.44696033333333335,</a:t>
            </a:r>
          </a:p>
          <a:p>
            <a:r>
              <a:t>          "value": 11.075601613001812,</a:t>
            </a:r>
          </a:p>
          <a:p>
            <a:r>
              <a:t>          "prior_start": "2024-04-01",</a:t>
            </a:r>
          </a:p>
          <a:p>
            <a:r>
              <a:t>          "prior_end": "2024-04-30",</a:t>
            </a:r>
          </a:p>
          <a:p>
            <a:r>
              <a:t>          "prior_days": 30,</a:t>
            </a:r>
          </a:p>
          <a:p>
            <a:r>
              <a:t>          "prior_raw_mean": 0.251891,</a:t>
            </a:r>
          </a:p>
          <a:p>
            <a:r>
              <a:t>          "prior_value": 6.241816460746269,</a:t>
            </a:r>
          </a:p>
          <a:p>
            <a:r>
              <a:t>          "yoy_fraction": 0.7744196233026721,</a:t>
            </a:r>
          </a:p>
          <a:p>
            <a:r>
              <a:t>          "yoy_pct": 77.44196233026722,</a:t>
            </a:r>
          </a:p>
          <a:p>
            <a:r>
              <a:t>          "value_label": "11.1",</a:t>
            </a:r>
          </a:p>
          <a:p>
            <a:r>
              <a:t>          "yoy_label": "(+77.4%)",</a:t>
            </a:r>
          </a:p>
          <a:p>
            <a:r>
              <a:t>          "label": "11.1\n(+77.4%)"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"NV_XC15",</a:t>
            </a:r>
          </a:p>
          <a:p>
            <a:r>
              <a:t>          "month": "2025-05",</a:t>
            </a:r>
          </a:p>
          <a:p>
            <a:r>
              <a:t>          "start": "2025-05-01",</a:t>
            </a:r>
          </a:p>
          <a:p>
            <a:r>
              <a:t>          "end": "2025-05-31",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11.70406,</a:t>
            </a:r>
          </a:p>
          <a:p>
            <a:r>
              <a:t>          "raw_mean": 0.3775503225806452,</a:t>
            </a:r>
          </a:p>
          <a:p>
            <a:r>
              <a:t>          "value": 9.3556332629746,</a:t>
            </a:r>
          </a:p>
          <a:p>
            <a:r>
              <a:t>          "prior_start": "2024-05-01",</a:t>
            </a:r>
          </a:p>
          <a:p>
            <a:r>
              <a:t>          "prior_end": "2024-05-31",</a:t>
            </a:r>
          </a:p>
          <a:p>
            <a:r>
              <a:t>          "prior_days": 31,</a:t>
            </a:r>
          </a:p>
          <a:p>
            <a:r>
              <a:t>          "prior_raw_mean": 0.26900709677419354,</a:t>
            </a:r>
          </a:p>
          <a:p>
            <a:r>
              <a:t>          "prior_value": 6.665950449610053,</a:t>
            </a:r>
          </a:p>
          <a:p>
            <a:r>
              <a:t>          "yoy_fraction": 0.40349577058765695,</a:t>
            </a:r>
          </a:p>
          <a:p>
            <a:r>
              <a:t>          "yoy_pct": 40.349577058765696,</a:t>
            </a:r>
          </a:p>
          <a:p>
            <a:r>
              <a:t>          "value_label": "9.4",</a:t>
            </a:r>
          </a:p>
          <a:p>
            <a:r>
              <a:t>          "yoy_label": "(+40.3%)",</a:t>
            </a:r>
          </a:p>
          <a:p>
            <a:r>
              <a:t>          "label": "9.4\n(+40.3%)"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"NV_XC15",</a:t>
            </a:r>
          </a:p>
          <a:p>
            <a:r>
              <a:t>          "month": "2025-06",</a:t>
            </a:r>
          </a:p>
          <a:p>
            <a:r>
              <a:t>          "start": "2025-06-01",</a:t>
            </a:r>
          </a:p>
          <a:p>
            <a:r>
              <a:t>          "end": "2025-06-30",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11.15633,</a:t>
            </a:r>
          </a:p>
          <a:p>
            <a:r>
              <a:t>          "raw_mean": 0.37187766666666666,</a:t>
            </a:r>
          </a:p>
          <a:p>
            <a:r>
              <a:t>          "value": 9.215065806971722,</a:t>
            </a:r>
          </a:p>
          <a:p>
            <a:r>
              <a:t>          "prior_start": "2024-06-01",</a:t>
            </a:r>
          </a:p>
          <a:p>
            <a:r>
              <a:t>          "prior_end": "2024-06-30",</a:t>
            </a:r>
          </a:p>
          <a:p>
            <a:r>
              <a:t>          "prior_days": 30,</a:t>
            </a:r>
          </a:p>
          <a:p>
            <a:r>
              <a:t>          "prior_raw_mean": 0.27070833333333333,</a:t>
            </a:r>
          </a:p>
          <a:p>
            <a:r>
              <a:t>          "prior_value": 6.708106804376448,</a:t>
            </a:r>
          </a:p>
          <a:p>
            <a:r>
              <a:t>          "yoy_fraction": 0.37372079421271365,</a:t>
            </a:r>
          </a:p>
          <a:p>
            <a:r>
              <a:t>          "yoy_pct": 37.372079421271366,</a:t>
            </a:r>
          </a:p>
          <a:p>
            <a:r>
              <a:t>          "value_label": "9.2",</a:t>
            </a:r>
          </a:p>
          <a:p>
            <a:r>
              <a:t>          "yoy_label": "(+37.4%)",</a:t>
            </a:r>
          </a:p>
          <a:p>
            <a:r>
              <a:t>          "label": "9.2\n(+37.4%)"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"NV_XC15",</a:t>
            </a:r>
          </a:p>
          <a:p>
            <a:r>
              <a:t>          "month": "2025-07",</a:t>
            </a:r>
          </a:p>
          <a:p>
            <a:r>
              <a:t>          "start": "2025-07-01",</a:t>
            </a:r>
          </a:p>
          <a:p>
            <a:r>
              <a:t>          "end": "2025-07-31",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12.91696,</a:t>
            </a:r>
          </a:p>
          <a:p>
            <a:r>
              <a:t>          "raw_mean": 0.41667612903225804,</a:t>
            </a:r>
          </a:p>
          <a:p>
            <a:r>
              <a:t>          "value": 10.325164142401217,</a:t>
            </a:r>
          </a:p>
          <a:p>
            <a:r>
              <a:t>          "prior_start": "2024-07-01",</a:t>
            </a:r>
          </a:p>
          <a:p>
            <a:r>
              <a:t>          "prior_end": "2024-07-31",</a:t>
            </a:r>
          </a:p>
          <a:p>
            <a:r>
              <a:t>          "prior_days": 31,</a:t>
            </a:r>
          </a:p>
          <a:p>
            <a:r>
              <a:t>          "prior_raw_mean": 0.27243354838709677,</a:t>
            </a:r>
          </a:p>
          <a:p>
            <a:r>
              <a:t>          "prior_value": 6.750857342192043,</a:t>
            </a:r>
          </a:p>
          <a:p>
            <a:r>
              <a:t>          "yoy_fraction": 0.5294596847529556,</a:t>
            </a:r>
          </a:p>
          <a:p>
            <a:r>
              <a:t>          "yoy_pct": 52.94596847529556,</a:t>
            </a:r>
          </a:p>
          <a:p>
            <a:r>
              <a:t>          "value_label": "10.3",</a:t>
            </a:r>
          </a:p>
          <a:p>
            <a:r>
              <a:t>          "yoy_label": "(+52.9%)",</a:t>
            </a:r>
          </a:p>
          <a:p>
            <a:r>
              <a:t>          "label": "10.3\n(+52.9%)"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"NV_XC15",</a:t>
            </a:r>
          </a:p>
          <a:p>
            <a:r>
              <a:t>          "month": "2025-08",</a:t>
            </a:r>
          </a:p>
          <a:p>
            <a:r>
              <a:t>          "start": "2025-08-01",</a:t>
            </a:r>
          </a:p>
          <a:p>
            <a:r>
              <a:t>          "end": "2025-08-31",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11.50283,</a:t>
            </a:r>
          </a:p>
          <a:p>
            <a:r>
              <a:t>          "raw_mean": 0.3710590322580645,</a:t>
            </a:r>
          </a:p>
          <a:p>
            <a:r>
              <a:t>          "value": 9.194780184512222,</a:t>
            </a:r>
          </a:p>
          <a:p>
            <a:r>
              <a:t>          "prior_start": "2024-08-01",</a:t>
            </a:r>
          </a:p>
          <a:p>
            <a:r>
              <a:t>          "prior_end": "2024-08-31",</a:t>
            </a:r>
          </a:p>
          <a:p>
            <a:r>
              <a:t>          "prior_days": 31,</a:t>
            </a:r>
          </a:p>
          <a:p>
            <a:r>
              <a:t>          "prior_raw_mean": 0.23420935483870967,</a:t>
            </a:r>
          </a:p>
          <a:p>
            <a:r>
              <a:t>          "prior_value": 5.803668278314913,</a:t>
            </a:r>
          </a:p>
          <a:p>
            <a:r>
              <a:t>          "yoy_fraction": 0.5843049160593847,</a:t>
            </a:r>
          </a:p>
          <a:p>
            <a:r>
              <a:t>          "yoy_pct": 58.43049160593847,</a:t>
            </a:r>
          </a:p>
          <a:p>
            <a:r>
              <a:t>          "value_label": "9.2",</a:t>
            </a:r>
          </a:p>
          <a:p>
            <a:r>
              <a:t>          "yoy_label": "(+58.4%)",</a:t>
            </a:r>
          </a:p>
          <a:p>
            <a:r>
              <a:t>          "label": "9.2\n(+58.4%)"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"NV_XC15",</a:t>
            </a:r>
          </a:p>
          <a:p>
            <a:r>
              <a:t>          "month": "2025-09",</a:t>
            </a:r>
          </a:p>
          <a:p>
            <a:r>
              <a:t>          "start": "2025-09-01",</a:t>
            </a:r>
          </a:p>
          <a:p>
            <a:r>
              <a:t>          "end": "2025-09-30",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9.41243,</a:t>
            </a:r>
          </a:p>
          <a:p>
            <a:r>
              <a:t>          "raw_mean": 0.3137476666666667,</a:t>
            </a:r>
          </a:p>
          <a:p>
            <a:r>
              <a:t>          "value": 7.774614219327938,</a:t>
            </a:r>
          </a:p>
          <a:p>
            <a:r>
              <a:t>          "prior_start": "2024-09-01",</a:t>
            </a:r>
          </a:p>
          <a:p>
            <a:r>
              <a:t>          "prior_end": "2024-09-30",</a:t>
            </a:r>
          </a:p>
          <a:p>
            <a:r>
              <a:t>          "prior_days": 30,</a:t>
            </a:r>
          </a:p>
          <a:p>
            <a:r>
              <a:t>          "prior_raw_mean": 0.19543733333333335,</a:t>
            </a:r>
          </a:p>
          <a:p>
            <a:r>
              <a:t>          "prior_value": 4.842904130137065,</a:t>
            </a:r>
          </a:p>
          <a:p>
            <a:r>
              <a:t>          "yoy_fraction": 0.6053619915676296,</a:t>
            </a:r>
          </a:p>
          <a:p>
            <a:r>
              <a:t>          "yoy_pct": 60.53619915676296,</a:t>
            </a:r>
          </a:p>
          <a:p>
            <a:r>
              <a:t>          "value_label": "7.8",</a:t>
            </a:r>
          </a:p>
          <a:p>
            <a:r>
              <a:t>          "yoy_label": "(+60.5%)",</a:t>
            </a:r>
          </a:p>
          <a:p>
            <a:r>
              <a:t>          "label": "7.8\n(+60.5%)"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"NV_XC15",</a:t>
            </a:r>
          </a:p>
          <a:p>
            <a:r>
              <a:t>          "month": "2025-10",</a:t>
            </a:r>
          </a:p>
          <a:p>
            <a:r>
              <a:t>          "start": "2025-10-01",</a:t>
            </a:r>
          </a:p>
          <a:p>
            <a:r>
              <a:t>          "end": "2025-10-31",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6.4165,</a:t>
            </a:r>
          </a:p>
          <a:p>
            <a:r>
              <a:t>          "raw_mean": 0.20698387096774193,</a:t>
            </a:r>
          </a:p>
          <a:p>
            <a:r>
              <a:t>          "value": 5.129025383659731,</a:t>
            </a:r>
          </a:p>
          <a:p>
            <a:r>
              <a:t>          "prior_start": "2024-10-01",</a:t>
            </a:r>
          </a:p>
          <a:p>
            <a:r>
              <a:t>          "prior_end": "2024-10-31",</a:t>
            </a:r>
          </a:p>
          <a:p>
            <a:r>
              <a:t>          "prior_days": 31,</a:t>
            </a:r>
          </a:p>
          <a:p>
            <a:r>
              <a:t>          "prior_raw_mean": 0.18083903225806452,</a:t>
            </a:r>
          </a:p>
          <a:p>
            <a:r>
              <a:t>          "prior_value": 4.481160693688193,</a:t>
            </a:r>
          </a:p>
          <a:p>
            <a:r>
              <a:t>          "yoy_fraction": 0.14457519697610244,</a:t>
            </a:r>
          </a:p>
          <a:p>
            <a:r>
              <a:t>          "yoy_pct": 14.457519697610245,</a:t>
            </a:r>
          </a:p>
          <a:p>
            <a:r>
              <a:t>          "value_label": "5.1",</a:t>
            </a:r>
          </a:p>
          <a:p>
            <a:r>
              <a:t>          "yoy_label": "(+14.5%)",</a:t>
            </a:r>
          </a:p>
          <a:p>
            <a:r>
              <a:t>          "label": "5.1\n(+14.5%)"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"NV_XC15",</a:t>
            </a:r>
          </a:p>
          <a:p>
            <a:r>
              <a:t>          "month": "2025-11",</a:t>
            </a:r>
          </a:p>
          <a:p>
            <a:r>
              <a:t>          "start": "2025-11-01",</a:t>
            </a:r>
          </a:p>
          <a:p>
            <a:r>
              <a:t>          "end": "2025-11-30",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5.84639,</a:t>
            </a:r>
          </a:p>
          <a:p>
            <a:r>
              <a:t>          "raw_mean": 0.19487966666666667,</a:t>
            </a:r>
          </a:p>
          <a:p>
            <a:r>
              <a:t>          "value": 4.829085244271315,</a:t>
            </a:r>
          </a:p>
          <a:p>
            <a:r>
              <a:t>          "prior_start": "2024-11-01",</a:t>
            </a:r>
          </a:p>
          <a:p>
            <a:r>
              <a:t>          "prior_end": "2024-11-30",</a:t>
            </a:r>
          </a:p>
          <a:p>
            <a:r>
              <a:t>          "prior_days": 30,</a:t>
            </a:r>
          </a:p>
          <a:p>
            <a:r>
              <a:t>          "prior_raw_mean": 0.16972733333333334,</a:t>
            </a:r>
          </a:p>
          <a:p>
            <a:r>
              <a:t>          "prior_value": 4.205814669990468,</a:t>
            </a:r>
          </a:p>
          <a:p>
            <a:r>
              <a:t>          "yoy_fraction": 0.1481925912542077,</a:t>
            </a:r>
          </a:p>
          <a:p>
            <a:r>
              <a:t>          "yoy_pct": 14.81925912542077,</a:t>
            </a:r>
          </a:p>
          <a:p>
            <a:r>
              <a:t>          "value_label": "4.8",</a:t>
            </a:r>
          </a:p>
          <a:p>
            <a:r>
              <a:t>          "yoy_label": "(+14.8%)",</a:t>
            </a:r>
          </a:p>
          <a:p>
            <a:r>
              <a:t>          "label": "4.8\n(+14.8%)"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"NV_XC15",</a:t>
            </a:r>
          </a:p>
          <a:p>
            <a:r>
              <a:t>          "month": "2025-12",</a:t>
            </a:r>
          </a:p>
          <a:p>
            <a:r>
              <a:t>          "start": "2025-12-01",</a:t>
            </a:r>
          </a:p>
          <a:p>
            <a:r>
              <a:t>          "end": "2025-12-31",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5.6619,</a:t>
            </a:r>
          </a:p>
          <a:p>
            <a:r>
              <a:t>          "raw_mean": 0.18264193548387098,</a:t>
            </a:r>
          </a:p>
          <a:p>
            <a:r>
              <a:t>          "value": 4.525836331293234,</a:t>
            </a:r>
          </a:p>
          <a:p>
            <a:r>
              <a:t>          "prior_start": "2024-12-01",</a:t>
            </a:r>
          </a:p>
          <a:p>
            <a:r>
              <a:t>          "prior_end": "2024-12-31",</a:t>
            </a:r>
          </a:p>
          <a:p>
            <a:r>
              <a:t>          "prior_days": 31,</a:t>
            </a:r>
          </a:p>
          <a:p>
            <a:r>
              <a:t>          "prior_raw_mean": 0.1474825806451613,</a:t>
            </a:r>
          </a:p>
          <a:p>
            <a:r>
              <a:t>          "prior_value": 3.654593453296493,</a:t>
            </a:r>
          </a:p>
          <a:p>
            <a:r>
              <a:t>          "yoy_fraction": 0.23839666138811366,</a:t>
            </a:r>
          </a:p>
          <a:p>
            <a:r>
              <a:t>          "yoy_pct": 23.839666138811367,</a:t>
            </a:r>
          </a:p>
          <a:p>
            <a:r>
              <a:t>          "value_label": "4.5",</a:t>
            </a:r>
          </a:p>
          <a:p>
            <a:r>
              <a:t>          "yoy_label": "(+23.8%)",</a:t>
            </a:r>
          </a:p>
          <a:p>
            <a:r>
              <a:t>          "label": "4.5\n(+23.8%)"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"NV_XC15",</a:t>
            </a:r>
          </a:p>
          <a:p>
            <a:r>
              <a:t>          "month": "2026-01",</a:t>
            </a:r>
          </a:p>
          <a:p>
            <a:r>
              <a:t>          "start": "2026-01-01",</a:t>
            </a:r>
          </a:p>
          <a:p>
            <a:r>
              <a:t>          "end": "2026-01-31",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5.65074,</a:t>
            </a:r>
          </a:p>
          <a:p>
            <a:r>
              <a:t>          "raw_mean": 0.18228193548387098,</a:t>
            </a:r>
          </a:p>
          <a:p>
            <a:r>
              <a:t>          "value": 4.516915592061309,</a:t>
            </a:r>
          </a:p>
          <a:p>
            <a:r>
              <a:t>          "prior_start": "2025-01-01",</a:t>
            </a:r>
          </a:p>
          <a:p>
            <a:r>
              <a:t>          "prior_end": "2025-01-31",</a:t>
            </a:r>
          </a:p>
          <a:p>
            <a:r>
              <a:t>          "prior_days": 31,</a:t>
            </a:r>
          </a:p>
          <a:p>
            <a:r>
              <a:t>          "prior_raw_mean": 0.13991064516129031,</a:t>
            </a:r>
          </a:p>
          <a:p>
            <a:r>
              <a:t>          "prior_value": 3.466962170150471,</a:t>
            </a:r>
          </a:p>
          <a:p>
            <a:r>
              <a:t>          "yoy_fraction": 0.30284536443767096,</a:t>
            </a:r>
          </a:p>
          <a:p>
            <a:r>
              <a:t>          "yoy_pct": 30.284536443767095,</a:t>
            </a:r>
          </a:p>
          <a:p>
            <a:r>
              <a:t>          "value_label": "4.5",</a:t>
            </a:r>
          </a:p>
          <a:p>
            <a:r>
              <a:t>          "yoy_label": "(+30.3%)",</a:t>
            </a:r>
          </a:p>
          <a:p>
            <a:r>
              <a:t>          "label": "4.5\n(+30.3%)"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"NV_XC15",</a:t>
            </a:r>
          </a:p>
          <a:p>
            <a:r>
              <a:t>          "month": "2026-02",</a:t>
            </a:r>
          </a:p>
          <a:p>
            <a:r>
              <a:t>          "start": "2026-02-01",</a:t>
            </a:r>
          </a:p>
          <a:p>
            <a:r>
              <a:t>          "end": "2026-02-28",</a:t>
            </a:r>
          </a:p>
          <a:p>
            <a:r>
              <a:t>          "days": 28,</a:t>
            </a:r>
          </a:p>
          <a:p>
            <a:r>
              <a:t>          "partial": false,</a:t>
            </a:r>
          </a:p>
          <a:p>
            <a:r>
              <a:t>          "raw_sum": 4.47698,</a:t>
            </a:r>
          </a:p>
          <a:p>
            <a:r>
              <a:t>          "raw_mean": 0.15989214285714287,</a:t>
            </a:r>
          </a:p>
          <a:p>
            <a:r>
              <a:t>          "value": 3.962100310172687,</a:t>
            </a:r>
          </a:p>
          <a:p>
            <a:r>
              <a:t>          "prior_start": "2025-02-01",</a:t>
            </a:r>
          </a:p>
          <a:p>
            <a:r>
              <a:t>          "prior_end": "2025-02-28",</a:t>
            </a:r>
          </a:p>
          <a:p>
            <a:r>
              <a:t>          "prior_days": 28,</a:t>
            </a:r>
          </a:p>
          <a:p>
            <a:r>
              <a:t>          "prior_raw_mean": 0.13513892857142856,</a:t>
            </a:r>
          </a:p>
          <a:p>
            <a:r>
              <a:t>          "prior_value": 3.3487198385204597,</a:t>
            </a:r>
          </a:p>
          <a:p>
            <a:r>
              <a:t>          "yoy_fraction": 0.18316864390878185,</a:t>
            </a:r>
          </a:p>
          <a:p>
            <a:r>
              <a:t>          "yoy_pct": 18.316864390878184,</a:t>
            </a:r>
          </a:p>
          <a:p>
            <a:r>
              <a:t>          "value_label": "4.0",</a:t>
            </a:r>
          </a:p>
          <a:p>
            <a:r>
              <a:t>          "yoy_label": "(+18.3%)",</a:t>
            </a:r>
          </a:p>
          <a:p>
            <a:r>
              <a:t>          "label": "4.0\n(+18.3%)"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"NV_XC15",</a:t>
            </a:r>
          </a:p>
          <a:p>
            <a:r>
              <a:t>          "month": "2026-03",</a:t>
            </a:r>
          </a:p>
          <a:p>
            <a:r>
              <a:t>          "start": "2026-03-01",</a:t>
            </a:r>
          </a:p>
          <a:p>
            <a:r>
              <a:t>          "end": "2026-03-31",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4.25338,</a:t>
            </a:r>
          </a:p>
          <a:p>
            <a:r>
              <a:t>          "raw_mean": 0.1372058064516129,</a:t>
            </a:r>
          </a:p>
          <a:p>
            <a:r>
              <a:t>          "value": 3.399936723502007,</a:t>
            </a:r>
          </a:p>
          <a:p>
            <a:r>
              <a:t>          "prior_start": "2025-03-01",</a:t>
            </a:r>
          </a:p>
          <a:p>
            <a:r>
              <a:t>          "prior_end": "2025-03-31",</a:t>
            </a:r>
          </a:p>
          <a:p>
            <a:r>
              <a:t>          "prior_days": 31,</a:t>
            </a:r>
          </a:p>
          <a:p>
            <a:r>
              <a:t>          "prior_raw_mean": 0.1207983870967742,</a:t>
            </a:r>
          </a:p>
          <a:p>
            <a:r>
              <a:t>          "prior_value": 2.993363641464939,</a:t>
            </a:r>
          </a:p>
          <a:p>
            <a:r>
              <a:t>          "yoy_fraction": 0.13582482141664998,</a:t>
            </a:r>
          </a:p>
          <a:p>
            <a:r>
              <a:t>          "yoy_pct": 13.582482141664997,</a:t>
            </a:r>
          </a:p>
          <a:p>
            <a:r>
              <a:t>          "value_label": "3.4",</a:t>
            </a:r>
          </a:p>
          <a:p>
            <a:r>
              <a:t>          "yoy_label": "(+13.6%)",</a:t>
            </a:r>
          </a:p>
          <a:p>
            <a:r>
              <a:t>          "label": "3.4\n(+13.6%)"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"NV_XC15",</a:t>
            </a:r>
          </a:p>
          <a:p>
            <a:r>
              <a:t>          "month": "2026-04",</a:t>
            </a:r>
          </a:p>
          <a:p>
            <a:r>
              <a:t>          "start": "2026-04-01",</a:t>
            </a:r>
          </a:p>
          <a:p>
            <a:r>
              <a:t>          "end": "2026-04-30",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3.49882,</a:t>
            </a:r>
          </a:p>
          <a:p>
            <a:r>
              <a:t>          "raw_mean": 0.11662733333333333,</a:t>
            </a:r>
          </a:p>
          <a:p>
            <a:r>
              <a:t>          "value": 2.8900056332816257,</a:t>
            </a:r>
          </a:p>
          <a:p>
            <a:r>
              <a:t>          "prior_start": "2025-04-01",</a:t>
            </a:r>
          </a:p>
          <a:p>
            <a:r>
              <a:t>          "prior_end": "2025-04-30",</a:t>
            </a:r>
          </a:p>
          <a:p>
            <a:r>
              <a:t>          "prior_days": 30,</a:t>
            </a:r>
          </a:p>
          <a:p>
            <a:r>
              <a:t>          "prior_raw_mean": 0.44696033333333335,</a:t>
            </a:r>
          </a:p>
          <a:p>
            <a:r>
              <a:t>          "prior_value": 11.075601613001812,</a:t>
            </a:r>
          </a:p>
          <a:p>
            <a:r>
              <a:t>          "yoy_fraction": -0.7390655844925836,</a:t>
            </a:r>
          </a:p>
          <a:p>
            <a:r>
              <a:t>          "yoy_pct": -73.90655844925837,</a:t>
            </a:r>
          </a:p>
          <a:p>
            <a:r>
              <a:t>          "value_label": "2.9",</a:t>
            </a:r>
          </a:p>
          <a:p>
            <a:r>
              <a:t>          "yoy_label": "(-73.9%)",</a:t>
            </a:r>
          </a:p>
          <a:p>
            <a:r>
              <a:t>          "label": "2.9\n(-73.9%)"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"NV_XC15",</a:t>
            </a:r>
          </a:p>
          <a:p>
            <a:r>
              <a:t>          "month": "2026-05",</a:t>
            </a:r>
          </a:p>
          <a:p>
            <a:r>
              <a:t>          "start": "2026-05-01",</a:t>
            </a:r>
          </a:p>
          <a:p>
            <a:r>
              <a:t>          "end": "2026-05-31",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3.8341600000000002,</a:t>
            </a:r>
          </a:p>
          <a:p>
            <a:r>
              <a:t>          "raw_mean": 0.1236825806451613,</a:t>
            </a:r>
          </a:p>
          <a:p>
            <a:r>
              <a:t>          "value": 3.064833470741494,</a:t>
            </a:r>
          </a:p>
          <a:p>
            <a:r>
              <a:t>          "prior_start": "2025-05-01",</a:t>
            </a:r>
          </a:p>
          <a:p>
            <a:r>
              <a:t>          "prior_end": "2025-05-31",</a:t>
            </a:r>
          </a:p>
          <a:p>
            <a:r>
              <a:t>          "prior_days": 31,</a:t>
            </a:r>
          </a:p>
          <a:p>
            <a:r>
              <a:t>          "prior_raw_mean": 0.3775503225806452,</a:t>
            </a:r>
          </a:p>
          <a:p>
            <a:r>
              <a:t>          "prior_value": 9.3556332629746,</a:t>
            </a:r>
          </a:p>
          <a:p>
            <a:r>
              <a:t>          "yoy_fraction": -0.6724076944239863,</a:t>
            </a:r>
          </a:p>
          <a:p>
            <a:r>
              <a:t>          "yoy_pct": -67.24076944239863,</a:t>
            </a:r>
          </a:p>
          <a:p>
            <a:r>
              <a:t>          "value_label": "3.1",</a:t>
            </a:r>
          </a:p>
          <a:p>
            <a:r>
              <a:t>          "yoy_label": "(-67.2%)",</a:t>
            </a:r>
          </a:p>
          <a:p>
            <a:r>
              <a:t>          "label": "3.1\n(-67.2%)"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"NV_XC15",</a:t>
            </a:r>
          </a:p>
          <a:p>
            <a:r>
              <a:t>          "month": "2026-06",</a:t>
            </a:r>
          </a:p>
          <a:p>
            <a:r>
              <a:t>          "start": "2026-06-01",</a:t>
            </a:r>
          </a:p>
          <a:p>
            <a:r>
              <a:t>          "end": "2026-06-30",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3.49881,</a:t>
            </a:r>
          </a:p>
          <a:p>
            <a:r>
              <a:t>          "raw_mean": 0.11662700000000001,</a:t>
            </a:r>
          </a:p>
          <a:p>
            <a:r>
              <a:t>          "value": 2.8899973733378927,</a:t>
            </a:r>
          </a:p>
          <a:p>
            <a:r>
              <a:t>          "prior_start": "2025-06-01",</a:t>
            </a:r>
          </a:p>
          <a:p>
            <a:r>
              <a:t>          "prior_end": "2025-06-30",</a:t>
            </a:r>
          </a:p>
          <a:p>
            <a:r>
              <a:t>          "prior_days": 30,</a:t>
            </a:r>
          </a:p>
          <a:p>
            <a:r>
              <a:t>          "prior_raw_mean": 0.37187766666666666,</a:t>
            </a:r>
          </a:p>
          <a:p>
            <a:r>
              <a:t>          "prior_value": 9.215065806971722,</a:t>
            </a:r>
          </a:p>
          <a:p>
            <a:r>
              <a:t>          "yoy_fraction": -0.6863834253737564,</a:t>
            </a:r>
          </a:p>
          <a:p>
            <a:r>
              <a:t>          "yoy_pct": -68.63834253737564,</a:t>
            </a:r>
          </a:p>
          <a:p>
            <a:r>
              <a:t>          "value_label": "2.9",</a:t>
            </a:r>
          </a:p>
          <a:p>
            <a:r>
              <a:t>          "yoy_label": "(-68.6%)",</a:t>
            </a:r>
          </a:p>
          <a:p>
            <a:r>
              <a:t>          "label": "2.9\n(-68.6%)"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"NV_XC15",</a:t>
            </a:r>
          </a:p>
          <a:p>
            <a:r>
              <a:t>          "month": "2026-07",</a:t>
            </a:r>
          </a:p>
          <a:p>
            <a:r>
              <a:t>          "start": "2026-07-01",</a:t>
            </a:r>
          </a:p>
          <a:p>
            <a:r>
              <a:t>          "end": "2026-07-31",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21.804100000000002,</a:t>
            </a:r>
          </a:p>
          <a:p>
            <a:r>
              <a:t>          "raw_mean": 0.7033580645161291,</a:t>
            </a:r>
          </a:p>
          <a:p>
            <a:r>
              <a:t>          "value": 17.429094111720588,</a:t>
            </a:r>
          </a:p>
          <a:p>
            <a:r>
              <a:t>          "prior_start": "2025-07-01",</a:t>
            </a:r>
          </a:p>
          <a:p>
            <a:r>
              <a:t>          "prior_end": "2025-07-31",</a:t>
            </a:r>
          </a:p>
          <a:p>
            <a:r>
              <a:t>          "prior_days": 31,</a:t>
            </a:r>
          </a:p>
          <a:p>
            <a:r>
              <a:t>          "prior_raw_mean": 0.41667612903225804,</a:t>
            </a:r>
          </a:p>
          <a:p>
            <a:r>
              <a:t>          "prior_value": 10.325164142401217,</a:t>
            </a:r>
          </a:p>
          <a:p>
            <a:r>
              <a:t>          "yoy_fraction": 0.6880210204258586,</a:t>
            </a:r>
          </a:p>
          <a:p>
            <a:r>
              <a:t>          "yoy_pct": 68.80210204258586,</a:t>
            </a:r>
          </a:p>
          <a:p>
            <a:r>
              <a:t>          "value_label": "17.4",</a:t>
            </a:r>
          </a:p>
          <a:p>
            <a:r>
              <a:t>          "yoy_label": "(+68.8%)",</a:t>
            </a:r>
          </a:p>
          <a:p>
            <a:r>
              <a:t>          "label": "17.4\n(+68.8%)"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"NV_XC15",</a:t>
            </a:r>
          </a:p>
          <a:p>
            <a:r>
              <a:t>          "month": "2026-08",</a:t>
            </a:r>
          </a:p>
          <a:p>
            <a:r>
              <a:t>          "start": "2026-08-01",</a:t>
            </a:r>
          </a:p>
          <a:p>
            <a:r>
              <a:t>          "end": "2026-08-31",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12.35243,</a:t>
            </a:r>
          </a:p>
          <a:p>
            <a:r>
              <a:t>          "raw_mean": 0.39846548387096775,</a:t>
            </a:r>
          </a:p>
          <a:p>
            <a:r>
              <a:t>          "value": 9.873907429265172,</a:t>
            </a:r>
          </a:p>
          <a:p>
            <a:r>
              <a:t>          "prior_start": "2025-08-01",</a:t>
            </a:r>
          </a:p>
          <a:p>
            <a:r>
              <a:t>          "prior_end": "2025-08-31",</a:t>
            </a:r>
          </a:p>
          <a:p>
            <a:r>
              <a:t>          "prior_days": 31,</a:t>
            </a:r>
          </a:p>
          <a:p>
            <a:r>
              <a:t>          "prior_raw_mean": 0.3710590322580645,</a:t>
            </a:r>
          </a:p>
          <a:p>
            <a:r>
              <a:t>          "prior_value": 9.194780184512222,</a:t>
            </a:r>
          </a:p>
          <a:p>
            <a:r>
              <a:t>          "yoy_fraction": 0.07386008486607198,</a:t>
            </a:r>
          </a:p>
          <a:p>
            <a:r>
              <a:t>          "yoy_pct": 7.386008486607198,</a:t>
            </a:r>
          </a:p>
          <a:p>
            <a:r>
              <a:t>          "value_label": "9.9",</a:t>
            </a:r>
          </a:p>
          <a:p>
            <a:r>
              <a:t>          "yoy_label": "(+7.4%)",</a:t>
            </a:r>
          </a:p>
          <a:p>
            <a:r>
              <a:t>          "label": "9.9\n(+7.4%)"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"NV_XC15",</a:t>
            </a:r>
          </a:p>
          <a:p>
            <a:r>
              <a:t>          "month": "2026-09",</a:t>
            </a:r>
          </a:p>
          <a:p>
            <a:r>
              <a:t>          "start": "2026-09-01",</a:t>
            </a:r>
          </a:p>
          <a:p>
            <a:r>
              <a:t>          "end": "2026-09-30",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6.26555,</a:t>
            </a:r>
          </a:p>
          <a:p>
            <a:r>
              <a:t>          "raw_mean": 0.20885166666666669,</a:t>
            </a:r>
          </a:p>
          <a:p>
            <a:r>
              <a:t>          "value": 5.17530904579478,</a:t>
            </a:r>
          </a:p>
          <a:p>
            <a:r>
              <a:t>          "prior_start": "2025-09-01",</a:t>
            </a:r>
          </a:p>
          <a:p>
            <a:r>
              <a:t>          "prior_end": "2025-09-30",</a:t>
            </a:r>
          </a:p>
          <a:p>
            <a:r>
              <a:t>          "prior_days": 30,</a:t>
            </a:r>
          </a:p>
          <a:p>
            <a:r>
              <a:t>          "prior_raw_mean": 0.3137476666666667,</a:t>
            </a:r>
          </a:p>
          <a:p>
            <a:r>
              <a:t>          "prior_value": 7.774614219327938,</a:t>
            </a:r>
          </a:p>
          <a:p>
            <a:r>
              <a:t>          "yoy_fraction": -0.33433236688081613,</a:t>
            </a:r>
          </a:p>
          <a:p>
            <a:r>
              <a:t>          "yoy_pct": -33.433236688081614,</a:t>
            </a:r>
          </a:p>
          <a:p>
            <a:r>
              <a:t>          "value_label": "5.2",</a:t>
            </a:r>
          </a:p>
          <a:p>
            <a:r>
              <a:t>          "yoy_label": "(-33.4%)",</a:t>
            </a:r>
          </a:p>
          <a:p>
            <a:r>
              <a:t>          "label": "5.2\n(-33.4%)"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"NV_XC15",</a:t>
            </a:r>
          </a:p>
          <a:p>
            <a:r>
              <a:t>          "month": "2026-10",</a:t>
            </a:r>
          </a:p>
          <a:p>
            <a:r>
              <a:t>          "start": "2026-10-01",</a:t>
            </a:r>
          </a:p>
          <a:p>
            <a:r>
              <a:t>          "end": "2026-10-19",</a:t>
            </a:r>
          </a:p>
          <a:p>
            <a:r>
              <a:t>          "days": 19,</a:t>
            </a:r>
          </a:p>
          <a:p>
            <a:r>
              <a:t>          "partial": true,</a:t>
            </a:r>
          </a:p>
          <a:p>
            <a:r>
              <a:t>          "raw_sum": 4.59998,</a:t>
            </a:r>
          </a:p>
          <a:p>
            <a:r>
              <a:t>          "raw_mean": 0.2421042105263158,</a:t>
            </a:r>
          </a:p>
          <a:p>
            <a:r>
              <a:t>          "value": 5.999301469600494,</a:t>
            </a:r>
          </a:p>
          <a:p>
            <a:r>
              <a:t>          "prior_start": "2025-10-01",</a:t>
            </a:r>
          </a:p>
          <a:p>
            <a:r>
              <a:t>          "prior_end": "2025-10-19",</a:t>
            </a:r>
          </a:p>
          <a:p>
            <a:r>
              <a:t>          "prior_days": 19,</a:t>
            </a:r>
          </a:p>
          <a:p>
            <a:r>
              <a:t>          "prior_raw_mean": 0.2012142105263158,</a:t>
            </a:r>
          </a:p>
          <a:p>
            <a:r>
              <a:t>          "prior_value": 4.9860541718410865,</a:t>
            </a:r>
          </a:p>
          <a:p>
            <a:r>
              <a:t>          "yoy_fraction": 0.20321626336949095,</a:t>
            </a:r>
          </a:p>
          <a:p>
            <a:r>
              <a:t>          "yoy_pct": 20.321626336949095,</a:t>
            </a:r>
          </a:p>
          <a:p>
            <a:r>
              <a:t>          "value_label": "6.0",</a:t>
            </a:r>
          </a:p>
          <a:p>
            <a:r>
              <a:t>          "yoy_label": "(+20.3%)",</a:t>
            </a:r>
          </a:p>
          <a:p>
            <a:r>
              <a:t>          "label": "6.0\n(+20.3%)"</a:t>
            </a:r>
          </a:p>
          <a:p>
            <a:r>
              <a:t>        }</a:t>
            </a:r>
          </a:p>
          <a:p>
            <a:r>
              <a:t>      ]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"formulas": {</a:t>
            </a:r>
          </a:p>
          <a:p>
            <a:r>
              <a:t>    "normalization": "raw_ratio/group_raw_max*100",</a:t>
            </a:r>
          </a:p>
          <a:p>
            <a:r>
              <a:t>    "monthly_average": "AVERAGE(normalized daily within actual start-end)",</a:t>
            </a:r>
          </a:p>
          <a:p>
            <a:r>
              <a:t>    "year_over_year": "current_mean/prior_same_period_mean-1",</a:t>
            </a:r>
          </a:p>
          <a:p>
            <a:r>
              <a:t>    "october": "2026Oct1~20 vs2025Oct1~20;2025Octplotpointfull31days",</a:t>
            </a:r>
          </a:p>
          <a:p>
            <a:r>
              <a:t>    "some": "monthly_documents/actual_calendar_days_or_Oct20",</a:t>
            </a:r>
          </a:p>
          <a:p>
            <a:r>
              <a:t>    "pos": "monthly_kg/calendar_days"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"metric": "Naverrelativeinterestnotsearchcounts/sales/preferences",</a:t>
            </a:r>
          </a:p>
          <a:p>
            <a:r>
              <a:t>  "analysis_end": "2026-10-19",</a:t>
            </a:r>
          </a:p>
          <a:p>
            <a:r>
              <a:t>  "original_query_capture_end": "2026-10-20",</a:t>
            </a:r>
          </a:p>
          <a:p>
            <a:r>
              <a:t>  "method": "trimdailycacheto19,recomputegroupmaxandmonthlydailymean;nointerpolation",</a:t>
            </a:r>
          </a:p>
          <a:p>
            <a:r>
              <a:t>  "latest_comparison": [</a:t>
            </a:r>
          </a:p>
          <a:p>
            <a:r>
              <a:t>    "2025-10-01..19",</a:t>
            </a:r>
          </a:p>
          <a:p>
            <a:r>
              <a:t>    "2026-10-01..19"</a:t>
            </a:r>
          </a:p>
          <a:p>
            <a:r>
              <a:t>  ],</a:t>
            </a:r>
          </a:p>
          <a:p>
            <a:r>
              <a:t>  "key": "chicken_flavor2",</a:t>
            </a:r>
          </a:p>
          <a:p>
            <a:r>
              <a:t>  "insight": "2026.10.1~19 전년비, 크림 0.08→3.59(+4,196.6%),\n낮은 전년지수 기준의 상승·커리 +965.4%·치즈 -37.8%",</a:t>
            </a:r>
          </a:p>
          <a:p>
            <a:r>
              <a:t>  "series": [</a:t>
            </a:r>
          </a:p>
          <a:p>
            <a:r>
              <a:t>    {</a:t>
            </a:r>
          </a:p>
          <a:p>
            <a:r>
              <a:t>      "id": "NV_XC17",</a:t>
            </a:r>
          </a:p>
          <a:p>
            <a:r>
              <a:t>      "label": "치즈",</a:t>
            </a:r>
          </a:p>
          <a:p>
            <a:r>
              <a:t>      "points": [</a:t>
            </a:r>
          </a:p>
          <a:p>
            <a:r>
              <a:t>        {</a:t>
            </a:r>
          </a:p>
          <a:p>
            <a:r>
              <a:t>          "group_id": "NV_XC17",</a:t>
            </a:r>
          </a:p>
          <a:p>
            <a:r>
              <a:t>          "month": "2025-01",</a:t>
            </a:r>
          </a:p>
          <a:p>
            <a:r>
              <a:t>          "start": "2025-01-01",</a:t>
            </a:r>
          </a:p>
          <a:p>
            <a:r>
              <a:t>          "end": "2025-01-31",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63.12,</a:t>
            </a:r>
          </a:p>
          <a:p>
            <a:r>
              <a:t>          "raw_mean": 2.0361290322580645,</a:t>
            </a:r>
          </a:p>
          <a:p>
            <a:r>
              <a:t>          "value": 5.018032800126539,</a:t>
            </a:r>
          </a:p>
          <a:p>
            <a:r>
              <a:t>          "prior_start": "2024-01-01",</a:t>
            </a:r>
          </a:p>
          <a:p>
            <a:r>
              <a:t>          "prior_end": "2024-01-31",</a:t>
            </a:r>
          </a:p>
          <a:p>
            <a:r>
              <a:t>          "prior_days": 31,</a:t>
            </a:r>
          </a:p>
          <a:p>
            <a:r>
              <a:t>          "prior_raw_mean": 0.5055145161290322,</a:t>
            </a:r>
          </a:p>
          <a:p>
            <a:r>
              <a:t>          "prior_value": 1.2458387374705795,</a:t>
            </a:r>
          </a:p>
          <a:p>
            <a:r>
              <a:t>          "yoy_fraction": 3.027834942999627,</a:t>
            </a:r>
          </a:p>
          <a:p>
            <a:r>
              <a:t>          "yoy_pct": 302.78349429996274,</a:t>
            </a:r>
          </a:p>
          <a:p>
            <a:r>
              <a:t>          "value_label": "5.0",</a:t>
            </a:r>
          </a:p>
          <a:p>
            <a:r>
              <a:t>          "yoy_label": "(+302.8%)",</a:t>
            </a:r>
          </a:p>
          <a:p>
            <a:r>
              <a:t>          "label": "5.0\n(+302.8%)"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"NV_XC17",</a:t>
            </a:r>
          </a:p>
          <a:p>
            <a:r>
              <a:t>          "month": "2025-02",</a:t>
            </a:r>
          </a:p>
          <a:p>
            <a:r>
              <a:t>          "start": "2025-02-01",</a:t>
            </a:r>
          </a:p>
          <a:p>
            <a:r>
              <a:t>          "end": "2025-02-28",</a:t>
            </a:r>
          </a:p>
          <a:p>
            <a:r>
              <a:t>          "days": 28,</a:t>
            </a:r>
          </a:p>
          <a:p>
            <a:r>
              <a:t>          "partial": false,</a:t>
            </a:r>
          </a:p>
          <a:p>
            <a:r>
              <a:t>          "raw_sum": 45.05962,</a:t>
            </a:r>
          </a:p>
          <a:p>
            <a:r>
              <a:t>          "raw_mean": 1.609272142857143,</a:t>
            </a:r>
          </a:p>
          <a:p>
            <a:r>
              <a:t>          "value": 3.9660455055893378,</a:t>
            </a:r>
          </a:p>
          <a:p>
            <a:r>
              <a:t>          "prior_start": "2024-02-01",</a:t>
            </a:r>
          </a:p>
          <a:p>
            <a:r>
              <a:t>          "prior_end": "2024-02-29",</a:t>
            </a:r>
          </a:p>
          <a:p>
            <a:r>
              <a:t>          "prior_days": 29,</a:t>
            </a:r>
          </a:p>
          <a:p>
            <a:r>
              <a:t>          "prior_raw_mean": 0.4444179310344828,</a:t>
            </a:r>
          </a:p>
          <a:p>
            <a:r>
              <a:t>          "prior_value": 1.095266419546224,</a:t>
            </a:r>
          </a:p>
          <a:p>
            <a:r>
              <a:t>          "yoy_fraction": 2.621078337481118,</a:t>
            </a:r>
          </a:p>
          <a:p>
            <a:r>
              <a:t>          "yoy_pct": 262.1078337481118,</a:t>
            </a:r>
          </a:p>
          <a:p>
            <a:r>
              <a:t>          "value_label": "4.0",</a:t>
            </a:r>
          </a:p>
          <a:p>
            <a:r>
              <a:t>          "yoy_label": "(+262.1%)",</a:t>
            </a:r>
          </a:p>
          <a:p>
            <a:r>
              <a:t>          "label": "4.0\n(+262.1%)"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"NV_XC17",</a:t>
            </a:r>
          </a:p>
          <a:p>
            <a:r>
              <a:t>          "month": "2025-03",</a:t>
            </a:r>
          </a:p>
          <a:p>
            <a:r>
              <a:t>          "start": "2025-03-01",</a:t>
            </a:r>
          </a:p>
          <a:p>
            <a:r>
              <a:t>          "end": "2025-03-31",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119.016,</a:t>
            </a:r>
          </a:p>
          <a:p>
            <a:r>
              <a:t>          "raw_mean": 3.839225806451613,</a:t>
            </a:r>
          </a:p>
          <a:p>
            <a:r>
              <a:t>          "value": 9.461758424269012,</a:t>
            </a:r>
          </a:p>
          <a:p>
            <a:r>
              <a:t>          "prior_start": "2024-03-01",</a:t>
            </a:r>
          </a:p>
          <a:p>
            <a:r>
              <a:t>          "prior_end": "2024-03-31",</a:t>
            </a:r>
          </a:p>
          <a:p>
            <a:r>
              <a:t>          "prior_days": 31,</a:t>
            </a:r>
          </a:p>
          <a:p>
            <a:r>
              <a:t>          "prior_raw_mean": 0.421638064516129,</a:t>
            </a:r>
          </a:p>
          <a:p>
            <a:r>
              <a:t>          "prior_value": 1.0391255190627053,</a:t>
            </a:r>
          </a:p>
          <a:p>
            <a:r>
              <a:t>          "yoy_fraction": 8.105500972397973,</a:t>
            </a:r>
          </a:p>
          <a:p>
            <a:r>
              <a:t>          "yoy_pct": 810.5500972397973,</a:t>
            </a:r>
          </a:p>
          <a:p>
            <a:r>
              <a:t>          "value_label": "9.5",</a:t>
            </a:r>
          </a:p>
          <a:p>
            <a:r>
              <a:t>          "yoy_label": "(+810.6%)",</a:t>
            </a:r>
          </a:p>
          <a:p>
            <a:r>
              <a:t>          "label": "9.5\n(+810.6%)"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"NV_XC17",</a:t>
            </a:r>
          </a:p>
          <a:p>
            <a:r>
              <a:t>          "month": "2025-04",</a:t>
            </a:r>
          </a:p>
          <a:p>
            <a:r>
              <a:t>          "start": "2025-04-01",</a:t>
            </a:r>
          </a:p>
          <a:p>
            <a:r>
              <a:t>          "end": "2025-04-30",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196.90781,</a:t>
            </a:r>
          </a:p>
          <a:p>
            <a:r>
              <a:t>          "raw_mean": 6.563593666666667,</a:t>
            </a:r>
          </a:p>
          <a:p>
            <a:r>
              <a:t>          "value": 16.17595338224209,</a:t>
            </a:r>
          </a:p>
          <a:p>
            <a:r>
              <a:t>          "prior_start": "2024-04-01",</a:t>
            </a:r>
          </a:p>
          <a:p>
            <a:r>
              <a:t>          "prior_end": "2024-04-30",</a:t>
            </a:r>
          </a:p>
          <a:p>
            <a:r>
              <a:t>          "prior_days": 30,</a:t>
            </a:r>
          </a:p>
          <a:p>
            <a:r>
              <a:t>          "prior_raw_mean": 0.39352966666666667,</a:t>
            </a:r>
          </a:p>
          <a:p>
            <a:r>
              <a:t>          "prior_value": 0.9698524719556733,</a:t>
            </a:r>
          </a:p>
          <a:p>
            <a:r>
              <a:t>          "yoy_fraction": 15.678777288285765,</a:t>
            </a:r>
          </a:p>
          <a:p>
            <a:r>
              <a:t>          "yoy_pct": 1567.8777288285764,</a:t>
            </a:r>
          </a:p>
          <a:p>
            <a:r>
              <a:t>          "value_label": "16.2",</a:t>
            </a:r>
          </a:p>
          <a:p>
            <a:r>
              <a:t>          "yoy_label": "(+1567.9%)",</a:t>
            </a:r>
          </a:p>
          <a:p>
            <a:r>
              <a:t>          "label": "16.2\n(+1567.9%)"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"NV_XC17",</a:t>
            </a:r>
          </a:p>
          <a:p>
            <a:r>
              <a:t>          "month": "2025-05",</a:t>
            </a:r>
          </a:p>
          <a:p>
            <a:r>
              <a:t>          "start": "2025-05-01",</a:t>
            </a:r>
          </a:p>
          <a:p>
            <a:r>
              <a:t>          "end": "2025-05-31",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379.71877,</a:t>
            </a:r>
          </a:p>
          <a:p>
            <a:r>
              <a:t>          "raw_mean": 12.248992580645162,</a:t>
            </a:r>
          </a:p>
          <a:p>
            <a:r>
              <a:t>          "value": 30.1875989018331,</a:t>
            </a:r>
          </a:p>
          <a:p>
            <a:r>
              <a:t>          "prior_start": "2024-05-01",</a:t>
            </a:r>
          </a:p>
          <a:p>
            <a:r>
              <a:t>          "prior_end": "2024-05-31",</a:t>
            </a:r>
          </a:p>
          <a:p>
            <a:r>
              <a:t>          "prior_days": 31,</a:t>
            </a:r>
          </a:p>
          <a:p>
            <a:r>
              <a:t>          "prior_raw_mean": 0.393076129032258,</a:t>
            </a:r>
          </a:p>
          <a:p>
            <a:r>
              <a:t>          "prior_value": 0.9687347300594094,</a:t>
            </a:r>
          </a:p>
          <a:p>
            <a:r>
              <a:t>          "yoy_fraction": 30.161883604587803,</a:t>
            </a:r>
          </a:p>
          <a:p>
            <a:r>
              <a:t>          "yoy_pct": 3016.18836045878,</a:t>
            </a:r>
          </a:p>
          <a:p>
            <a:r>
              <a:t>          "value_label": "30.2",</a:t>
            </a:r>
          </a:p>
          <a:p>
            <a:r>
              <a:t>          "yoy_label": "(+3016.2%)",</a:t>
            </a:r>
          </a:p>
          <a:p>
            <a:r>
              <a:t>          "label": "30.2\n(+3016.2%)"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"NV_XC17",</a:t>
            </a:r>
          </a:p>
          <a:p>
            <a:r>
              <a:t>          "month": "2025-06",</a:t>
            </a:r>
          </a:p>
          <a:p>
            <a:r>
              <a:t>          "start": "2025-06-01",</a:t>
            </a:r>
          </a:p>
          <a:p>
            <a:r>
              <a:t>          "end": "2025-06-30",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361.34911,</a:t>
            </a:r>
          </a:p>
          <a:p>
            <a:r>
              <a:t>          "raw_mean": 12.044970333333334,</a:t>
            </a:r>
          </a:p>
          <a:p>
            <a:r>
              <a:t>          "value": 29.684786794767906,</a:t>
            </a:r>
          </a:p>
          <a:p>
            <a:r>
              <a:t>          "prior_start": "2024-06-01",</a:t>
            </a:r>
          </a:p>
          <a:p>
            <a:r>
              <a:t>          "prior_end": "2024-06-30",</a:t>
            </a:r>
          </a:p>
          <a:p>
            <a:r>
              <a:t>          "prior_days": 30,</a:t>
            </a:r>
          </a:p>
          <a:p>
            <a:r>
              <a:t>          "prior_raw_mean": 0.46474133333333334,</a:t>
            </a:r>
          </a:p>
          <a:p>
            <a:r>
              <a:t>          "prior_value": 1.145353372646981,</a:t>
            </a:r>
          </a:p>
          <a:p>
            <a:r>
              <a:t>          "yoy_fraction": 24.917579241212316,</a:t>
            </a:r>
          </a:p>
          <a:p>
            <a:r>
              <a:t>          "yoy_pct": 2491.7579241212316,</a:t>
            </a:r>
          </a:p>
          <a:p>
            <a:r>
              <a:t>          "value_label": "29.7",</a:t>
            </a:r>
          </a:p>
          <a:p>
            <a:r>
              <a:t>          "yoy_label": "(+2491.8%)",</a:t>
            </a:r>
          </a:p>
          <a:p>
            <a:r>
              <a:t>          "label": "29.7\n(+2491.8%)"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"NV_XC17",</a:t>
            </a:r>
          </a:p>
          <a:p>
            <a:r>
              <a:t>          "month": "2025-07",</a:t>
            </a:r>
          </a:p>
          <a:p>
            <a:r>
              <a:t>          "start": "2025-07-01",</a:t>
            </a:r>
          </a:p>
          <a:p>
            <a:r>
              <a:t>          "end": "2025-07-31",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269.02304,</a:t>
            </a:r>
          </a:p>
          <a:p>
            <a:r>
              <a:t>          "raw_mean": 8.67816258064516,</a:t>
            </a:r>
          </a:p>
          <a:p>
            <a:r>
              <a:t>          "value": 21.387300993500535,</a:t>
            </a:r>
          </a:p>
          <a:p>
            <a:r>
              <a:t>          "prior_start": "2024-07-01",</a:t>
            </a:r>
          </a:p>
          <a:p>
            <a:r>
              <a:t>          "prior_end": "2024-07-31",</a:t>
            </a:r>
          </a:p>
          <a:p>
            <a:r>
              <a:t>          "prior_days": 31,</a:t>
            </a:r>
          </a:p>
          <a:p>
            <a:r>
              <a:t>          "prior_raw_mean": 0.4674309677419355,</a:t>
            </a:r>
          </a:p>
          <a:p>
            <a:r>
              <a:t>          "prior_value": 1.1519819671362737,</a:t>
            </a:r>
          </a:p>
          <a:p>
            <a:r>
              <a:t>          "yoy_fraction": 17.565656063755487,</a:t>
            </a:r>
          </a:p>
          <a:p>
            <a:r>
              <a:t>          "yoy_pct": 1756.5656063755487,</a:t>
            </a:r>
          </a:p>
          <a:p>
            <a:r>
              <a:t>          "value_label": "21.4",</a:t>
            </a:r>
          </a:p>
          <a:p>
            <a:r>
              <a:t>          "yoy_label": "(+1756.6%)",</a:t>
            </a:r>
          </a:p>
          <a:p>
            <a:r>
              <a:t>          "label": "21.4\n(+1756.6%)"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"NV_XC17",</a:t>
            </a:r>
          </a:p>
          <a:p>
            <a:r>
              <a:t>          "month": "2025-08",</a:t>
            </a:r>
          </a:p>
          <a:p>
            <a:r>
              <a:t>          "start": "2025-08-01",</a:t>
            </a:r>
          </a:p>
          <a:p>
            <a:r>
              <a:t>          "end": "2025-08-31",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183.42922,</a:t>
            </a:r>
          </a:p>
          <a:p>
            <a:r>
              <a:t>          "raw_mean": 5.917071612903225,</a:t>
            </a:r>
          </a:p>
          <a:p>
            <a:r>
              <a:t>          "value": 14.582602066882554,</a:t>
            </a:r>
          </a:p>
          <a:p>
            <a:r>
              <a:t>          "prior_start": "2024-08-01",</a:t>
            </a:r>
          </a:p>
          <a:p>
            <a:r>
              <a:t>          "prior_end": "2024-08-31",</a:t>
            </a:r>
          </a:p>
          <a:p>
            <a:r>
              <a:t>          "prior_days": 31,</a:t>
            </a:r>
          </a:p>
          <a:p>
            <a:r>
              <a:t>          "prior_raw_mean": 0.385821935483871,</a:t>
            </a:r>
          </a:p>
          <a:p>
            <a:r>
              <a:t>          "prior_value": 0.9508567957106696,</a:t>
            </a:r>
          </a:p>
          <a:p>
            <a:r>
              <a:t>          "yoy_fraction": 14.336275801640067,</a:t>
            </a:r>
          </a:p>
          <a:p>
            <a:r>
              <a:t>          "yoy_pct": 1433.6275801640068,</a:t>
            </a:r>
          </a:p>
          <a:p>
            <a:r>
              <a:t>          "value_label": "14.6",</a:t>
            </a:r>
          </a:p>
          <a:p>
            <a:r>
              <a:t>          "yoy_label": "(+1433.6%)",</a:t>
            </a:r>
          </a:p>
          <a:p>
            <a:r>
              <a:t>          "label": "14.6\n(+1433.6%)"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"NV_XC17",</a:t>
            </a:r>
          </a:p>
          <a:p>
            <a:r>
              <a:t>          "month": "2025-09",</a:t>
            </a:r>
          </a:p>
          <a:p>
            <a:r>
              <a:t>          "start": "2025-09-01",</a:t>
            </a:r>
          </a:p>
          <a:p>
            <a:r>
              <a:t>          "end": "2025-09-30",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83.73842,</a:t>
            </a:r>
          </a:p>
          <a:p>
            <a:r>
              <a:t>          "raw_mean": 2.7912806666666667,</a:t>
            </a:r>
          </a:p>
          <a:p>
            <a:r>
              <a:t>          "value": 6.879101332865408,</a:t>
            </a:r>
          </a:p>
          <a:p>
            <a:r>
              <a:t>          "prior_start": "2024-09-01",</a:t>
            </a:r>
          </a:p>
          <a:p>
            <a:r>
              <a:t>          "prior_end": "2024-09-30",</a:t>
            </a:r>
          </a:p>
          <a:p>
            <a:r>
              <a:t>          "prior_days": 30,</a:t>
            </a:r>
          </a:p>
          <a:p>
            <a:r>
              <a:t>          "prior_raw_mean": 0.28952433333333333,</a:t>
            </a:r>
          </a:p>
          <a:p>
            <a:r>
              <a:t>          "prior_value": 0.7135316957247231,</a:t>
            </a:r>
          </a:p>
          <a:p>
            <a:r>
              <a:t>          "yoy_fraction": 8.640919070705626,</a:t>
            </a:r>
          </a:p>
          <a:p>
            <a:r>
              <a:t>          "yoy_pct": 864.0919070705627,</a:t>
            </a:r>
          </a:p>
          <a:p>
            <a:r>
              <a:t>          "value_label": "6.9",</a:t>
            </a:r>
          </a:p>
          <a:p>
            <a:r>
              <a:t>          "yoy_label": "(+864.1%)",</a:t>
            </a:r>
          </a:p>
          <a:p>
            <a:r>
              <a:t>          "label": "6.9\n(+864.1%)"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"NV_XC17",</a:t>
            </a:r>
          </a:p>
          <a:p>
            <a:r>
              <a:t>          "month": "2025-10",</a:t>
            </a:r>
          </a:p>
          <a:p>
            <a:r>
              <a:t>          "start": "2025-10-01",</a:t>
            </a:r>
          </a:p>
          <a:p>
            <a:r>
              <a:t>          "end": "2025-10-31",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79.14252,</a:t>
            </a:r>
          </a:p>
          <a:p>
            <a:r>
              <a:t>          "raw_mean": 2.5529845161290323,</a:t>
            </a:r>
          </a:p>
          <a:p>
            <a:r>
              <a:t>          "value": 6.291821312494782,</a:t>
            </a:r>
          </a:p>
          <a:p>
            <a:r>
              <a:t>          "prior_start": "2024-10-01",</a:t>
            </a:r>
          </a:p>
          <a:p>
            <a:r>
              <a:t>          "prior_end": "2024-10-31",</a:t>
            </a:r>
          </a:p>
          <a:p>
            <a:r>
              <a:t>          "prior_days": 31,</a:t>
            </a:r>
          </a:p>
          <a:p>
            <a:r>
              <a:t>          "prior_raw_mean": 3.579891612903226,</a:t>
            </a:r>
          </a:p>
          <a:p>
            <a:r>
              <a:t>          "prior_value": 8.82263022129016,</a:t>
            </a:r>
          </a:p>
          <a:p>
            <a:r>
              <a:t>          "yoy_fraction": -0.28685424247841707,</a:t>
            </a:r>
          </a:p>
          <a:p>
            <a:r>
              <a:t>          "yoy_pct": -28.685424247841706,</a:t>
            </a:r>
          </a:p>
          <a:p>
            <a:r>
              <a:t>          "value_label": "6.3",</a:t>
            </a:r>
          </a:p>
          <a:p>
            <a:r>
              <a:t>          "yoy_label": "(-28.7%)",</a:t>
            </a:r>
          </a:p>
          <a:p>
            <a:r>
              <a:t>          "label": "6.3\n(-28.7%)"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"NV_XC17",</a:t>
            </a:r>
          </a:p>
          <a:p>
            <a:r>
              <a:t>          "month": "2025-11",</a:t>
            </a:r>
          </a:p>
          <a:p>
            <a:r>
              <a:t>          "start": "2025-11-01",</a:t>
            </a:r>
          </a:p>
          <a:p>
            <a:r>
              <a:t>          "end": "2025-11-30",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64.44116,</a:t>
            </a:r>
          </a:p>
          <a:p>
            <a:r>
              <a:t>          "raw_mean": 2.1480386666666664,</a:t>
            </a:r>
          </a:p>
          <a:p>
            <a:r>
              <a:t>          "value": 5.2938336984074095,</a:t>
            </a:r>
          </a:p>
          <a:p>
            <a:r>
              <a:t>          "prior_start": "2024-11-01",</a:t>
            </a:r>
          </a:p>
          <a:p>
            <a:r>
              <a:t>          "prior_end": "2024-11-30",</a:t>
            </a:r>
          </a:p>
          <a:p>
            <a:r>
              <a:t>          "prior_days": 30,</a:t>
            </a:r>
          </a:p>
          <a:p>
            <a:r>
              <a:t>          "prior_raw_mean": 7.6242643333333335,</a:t>
            </a:r>
          </a:p>
          <a:p>
            <a:r>
              <a:t>          "prior_value": 18.789972489647475,</a:t>
            </a:r>
          </a:p>
          <a:p>
            <a:r>
              <a:t>          "yoy_fraction": -0.7182628286803453,</a:t>
            </a:r>
          </a:p>
          <a:p>
            <a:r>
              <a:t>          "yoy_pct": -71.82628286803453,</a:t>
            </a:r>
          </a:p>
          <a:p>
            <a:r>
              <a:t>          "value_label": "5.3",</a:t>
            </a:r>
          </a:p>
          <a:p>
            <a:r>
              <a:t>          "yoy_label": "(-71.8%)",</a:t>
            </a:r>
          </a:p>
          <a:p>
            <a:r>
              <a:t>          "label": "5.3\n(-71.8%)"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"NV_XC17",</a:t>
            </a:r>
          </a:p>
          <a:p>
            <a:r>
              <a:t>          "month": "2025-12",</a:t>
            </a:r>
          </a:p>
          <a:p>
            <a:r>
              <a:t>          "start": "2025-12-01",</a:t>
            </a:r>
          </a:p>
          <a:p>
            <a:r>
              <a:t>          "end": "2025-12-31",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56.23314,</a:t>
            </a:r>
          </a:p>
          <a:p>
            <a:r>
              <a:t>          "raw_mean": 1.8139722580645161,</a:t>
            </a:r>
          </a:p>
          <a:p>
            <a:r>
              <a:t>          "value": 4.470528215686117,</a:t>
            </a:r>
          </a:p>
          <a:p>
            <a:r>
              <a:t>          "prior_start": "2024-12-01",</a:t>
            </a:r>
          </a:p>
          <a:p>
            <a:r>
              <a:t>          "prior_end": "2024-12-31",</a:t>
            </a:r>
          </a:p>
          <a:p>
            <a:r>
              <a:t>          "prior_days": 31,</a:t>
            </a:r>
          </a:p>
          <a:p>
            <a:r>
              <a:t>          "prior_raw_mean": 4.8706680645161295,</a:t>
            </a:r>
          </a:p>
          <a:p>
            <a:r>
              <a:t>          "prior_value": 12.00374422202779,</a:t>
            </a:r>
          </a:p>
          <a:p>
            <a:r>
              <a:t>          "yoy_fraction": -0.6275721863947787,</a:t>
            </a:r>
          </a:p>
          <a:p>
            <a:r>
              <a:t>          "yoy_pct": -62.75721863947788,</a:t>
            </a:r>
          </a:p>
          <a:p>
            <a:r>
              <a:t>          "value_label": "4.5",</a:t>
            </a:r>
          </a:p>
          <a:p>
            <a:r>
              <a:t>          "yoy_label": "(-62.8%)",</a:t>
            </a:r>
          </a:p>
          <a:p>
            <a:r>
              <a:t>          "label": "4.5\n(-62.8%)"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"NV_XC17",</a:t>
            </a:r>
          </a:p>
          <a:p>
            <a:r>
              <a:t>          "month": "2026-01",</a:t>
            </a:r>
          </a:p>
          <a:p>
            <a:r>
              <a:t>          "start": "2026-01-01",</a:t>
            </a:r>
          </a:p>
          <a:p>
            <a:r>
              <a:t>          "end": "2026-01-31",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47.64564,</a:t>
            </a:r>
          </a:p>
          <a:p>
            <a:r>
              <a:t>          "raw_mean": 1.536956129032258,</a:t>
            </a:r>
          </a:p>
          <a:p>
            <a:r>
              <a:t>          "value": 3.787822945231638,</a:t>
            </a:r>
          </a:p>
          <a:p>
            <a:r>
              <a:t>          "prior_start": "2025-01-01",</a:t>
            </a:r>
          </a:p>
          <a:p>
            <a:r>
              <a:t>          "prior_end": "2025-01-31",</a:t>
            </a:r>
          </a:p>
          <a:p>
            <a:r>
              <a:t>          "prior_days": 31,</a:t>
            </a:r>
          </a:p>
          <a:p>
            <a:r>
              <a:t>          "prior_raw_mean": 2.0361290322580645,</a:t>
            </a:r>
          </a:p>
          <a:p>
            <a:r>
              <a:t>          "prior_value": 5.018032800126539,</a:t>
            </a:r>
          </a:p>
          <a:p>
            <a:r>
              <a:t>          "yoy_fraction": -0.2451577946768062,</a:t>
            </a:r>
          </a:p>
          <a:p>
            <a:r>
              <a:t>          "yoy_pct": -24.51577946768062,</a:t>
            </a:r>
          </a:p>
          <a:p>
            <a:r>
              <a:t>          "value_label": "3.8",</a:t>
            </a:r>
          </a:p>
          <a:p>
            <a:r>
              <a:t>          "yoy_label": "(-24.5%)",</a:t>
            </a:r>
          </a:p>
          <a:p>
            <a:r>
              <a:t>          "label": "3.8\n(-24.5%)"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"NV_XC17",</a:t>
            </a:r>
          </a:p>
          <a:p>
            <a:r>
              <a:t>          "month": "2026-02",</a:t>
            </a:r>
          </a:p>
          <a:p>
            <a:r>
              <a:t>          "start": "2026-02-01",</a:t>
            </a:r>
          </a:p>
          <a:p>
            <a:r>
              <a:t>          "end": "2026-02-28",</a:t>
            </a:r>
          </a:p>
          <a:p>
            <a:r>
              <a:t>          "days": 28,</a:t>
            </a:r>
          </a:p>
          <a:p>
            <a:r>
              <a:t>          "partial": false,</a:t>
            </a:r>
          </a:p>
          <a:p>
            <a:r>
              <a:t>          "raw_sum": 39.04413,</a:t>
            </a:r>
          </a:p>
          <a:p>
            <a:r>
              <a:t>          "raw_mean": 1.3944332142857143,</a:t>
            </a:r>
          </a:p>
          <a:p>
            <a:r>
              <a:t>          "value": 3.4365757258082916,</a:t>
            </a:r>
          </a:p>
          <a:p>
            <a:r>
              <a:t>          "prior_start": "2025-02-01",</a:t>
            </a:r>
          </a:p>
          <a:p>
            <a:r>
              <a:t>          "prior_end": "2025-02-28",</a:t>
            </a:r>
          </a:p>
          <a:p>
            <a:r>
              <a:t>          "prior_days": 28,</a:t>
            </a:r>
          </a:p>
          <a:p>
            <a:r>
              <a:t>          "prior_raw_mean": 1.609272142857143,</a:t>
            </a:r>
          </a:p>
          <a:p>
            <a:r>
              <a:t>          "prior_value": 3.9660455055893378,</a:t>
            </a:r>
          </a:p>
          <a:p>
            <a:r>
              <a:t>          "yoy_fraction": -0.13350068198533416,</a:t>
            </a:r>
          </a:p>
          <a:p>
            <a:r>
              <a:t>          "yoy_pct": -13.350068198533416,</a:t>
            </a:r>
          </a:p>
          <a:p>
            <a:r>
              <a:t>          "value_label": "3.4",</a:t>
            </a:r>
          </a:p>
          <a:p>
            <a:r>
              <a:t>          "yoy_label": "(-13.4%)",</a:t>
            </a:r>
          </a:p>
          <a:p>
            <a:r>
              <a:t>          "label": "3.4\n(-13.4%)"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"NV_XC17",</a:t>
            </a:r>
          </a:p>
          <a:p>
            <a:r>
              <a:t>          "month": "2026-03",</a:t>
            </a:r>
          </a:p>
          <a:p>
            <a:r>
              <a:t>          "start": "2026-03-01",</a:t>
            </a:r>
          </a:p>
          <a:p>
            <a:r>
              <a:t>          "end": "2026-03-31",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39.26898,</a:t>
            </a:r>
          </a:p>
          <a:p>
            <a:r>
              <a:t>          "raw_mean": 1.2667412903225805,</a:t>
            </a:r>
          </a:p>
          <a:p>
            <a:r>
              <a:t>          "value": 3.1218794307273927,</a:t>
            </a:r>
          </a:p>
          <a:p>
            <a:r>
              <a:t>          "prior_start": "2025-03-01",</a:t>
            </a:r>
          </a:p>
          <a:p>
            <a:r>
              <a:t>          "prior_end": "2025-03-31",</a:t>
            </a:r>
          </a:p>
          <a:p>
            <a:r>
              <a:t>          "prior_days": 31,</a:t>
            </a:r>
          </a:p>
          <a:p>
            <a:r>
              <a:t>          "prior_raw_mean": 3.839225806451613,</a:t>
            </a:r>
          </a:p>
          <a:p>
            <a:r>
              <a:t>          "prior_value": 9.461758424269012,</a:t>
            </a:r>
          </a:p>
          <a:p>
            <a:r>
              <a:t>          "yoy_fraction": -0.6700529340592861,</a:t>
            </a:r>
          </a:p>
          <a:p>
            <a:r>
              <a:t>          "yoy_pct": -67.00529340592861,</a:t>
            </a:r>
          </a:p>
          <a:p>
            <a:r>
              <a:t>          "value_label": "3.1",</a:t>
            </a:r>
          </a:p>
          <a:p>
            <a:r>
              <a:t>          "yoy_label": "(-67.0%)",</a:t>
            </a:r>
          </a:p>
          <a:p>
            <a:r>
              <a:t>          "label": "3.1\n(-67.0%)"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"NV_XC17",</a:t>
            </a:r>
          </a:p>
          <a:p>
            <a:r>
              <a:t>          "month": "2026-04",</a:t>
            </a:r>
          </a:p>
          <a:p>
            <a:r>
              <a:t>          "start": "2026-04-01",</a:t>
            </a:r>
          </a:p>
          <a:p>
            <a:r>
              <a:t>          "end": "2026-04-30",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29.36036,</a:t>
            </a:r>
          </a:p>
          <a:p>
            <a:r>
              <a:t>          "raw_mean": 0.9786786666666667,</a:t>
            </a:r>
          </a:p>
          <a:p>
            <a:r>
              <a:t>          "value": 2.411950113333978,</a:t>
            </a:r>
          </a:p>
          <a:p>
            <a:r>
              <a:t>          "prior_start": "2025-04-01",</a:t>
            </a:r>
          </a:p>
          <a:p>
            <a:r>
              <a:t>          "prior_end": "2025-04-30",</a:t>
            </a:r>
          </a:p>
          <a:p>
            <a:r>
              <a:t>          "prior_days": 30,</a:t>
            </a:r>
          </a:p>
          <a:p>
            <a:r>
              <a:t>          "prior_raw_mean": 6.563593666666667,</a:t>
            </a:r>
          </a:p>
          <a:p>
            <a:r>
              <a:t>          "prior_value": 16.17595338224209,</a:t>
            </a:r>
          </a:p>
          <a:p>
            <a:r>
              <a:t>          "yoy_fraction": -0.8508928619946563,</a:t>
            </a:r>
          </a:p>
          <a:p>
            <a:r>
              <a:t>          "yoy_pct": -85.08928619946563,</a:t>
            </a:r>
          </a:p>
          <a:p>
            <a:r>
              <a:t>          "value_label": "2.4",</a:t>
            </a:r>
          </a:p>
          <a:p>
            <a:r>
              <a:t>          "yoy_label": "(-85.1%)",</a:t>
            </a:r>
          </a:p>
          <a:p>
            <a:r>
              <a:t>          "label": "2.4\n(-85.1%)"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"NV_XC17",</a:t>
            </a:r>
          </a:p>
          <a:p>
            <a:r>
              <a:t>          "month": "2026-05",</a:t>
            </a:r>
          </a:p>
          <a:p>
            <a:r>
              <a:t>          "start": "2026-05-01",</a:t>
            </a:r>
          </a:p>
          <a:p>
            <a:r>
              <a:t>          "end": "2026-05-31",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27.06941,</a:t>
            </a:r>
          </a:p>
          <a:p>
            <a:r>
              <a:t>          "raw_mean": 0.8732067741935484,</a:t>
            </a:r>
          </a:p>
          <a:p>
            <a:r>
              <a:t>          "value": 2.1520150072888677,</a:t>
            </a:r>
          </a:p>
          <a:p>
            <a:r>
              <a:t>          "prior_start": "2025-05-01",</a:t>
            </a:r>
          </a:p>
          <a:p>
            <a:r>
              <a:t>          "prior_end": "2025-05-31",</a:t>
            </a:r>
          </a:p>
          <a:p>
            <a:r>
              <a:t>          "prior_days": 31,</a:t>
            </a:r>
          </a:p>
          <a:p>
            <a:r>
              <a:t>          "prior_raw_mean": 12.248992580645162,</a:t>
            </a:r>
          </a:p>
          <a:p>
            <a:r>
              <a:t>          "prior_value": 30.1875989018331,</a:t>
            </a:r>
          </a:p>
          <a:p>
            <a:r>
              <a:t>          "yoy_fraction": -0.9287119517426015,</a:t>
            </a:r>
          </a:p>
          <a:p>
            <a:r>
              <a:t>          "yoy_pct": -92.87119517426015,</a:t>
            </a:r>
          </a:p>
          <a:p>
            <a:r>
              <a:t>          "value_label": "2.2",</a:t>
            </a:r>
          </a:p>
          <a:p>
            <a:r>
              <a:t>          "yoy_label": "(-92.9%)",</a:t>
            </a:r>
          </a:p>
          <a:p>
            <a:r>
              <a:t>          "label": "2.2\n(-92.9%)"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"NV_XC17",</a:t>
            </a:r>
          </a:p>
          <a:p>
            <a:r>
              <a:t>          "month": "2026-06",</a:t>
            </a:r>
          </a:p>
          <a:p>
            <a:r>
              <a:t>          "start": "2026-06-01",</a:t>
            </a:r>
          </a:p>
          <a:p>
            <a:r>
              <a:t>          "end": "2026-06-30",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26.74615,</a:t>
            </a:r>
          </a:p>
          <a:p>
            <a:r>
              <a:t>          "raw_mean": 0.8915383333333333,</a:t>
            </a:r>
          </a:p>
          <a:p>
            <a:r>
              <a:t>          "value": 2.1971930699673834,</a:t>
            </a:r>
          </a:p>
          <a:p>
            <a:r>
              <a:t>          "prior_start": "2025-06-01",</a:t>
            </a:r>
          </a:p>
          <a:p>
            <a:r>
              <a:t>          "prior_end": "2025-06-30",</a:t>
            </a:r>
          </a:p>
          <a:p>
            <a:r>
              <a:t>          "prior_days": 30,</a:t>
            </a:r>
          </a:p>
          <a:p>
            <a:r>
              <a:t>          "prior_raw_mean": 12.044970333333334,</a:t>
            </a:r>
          </a:p>
          <a:p>
            <a:r>
              <a:t>          "prior_value": 29.684786794767906,</a:t>
            </a:r>
          </a:p>
          <a:p>
            <a:r>
              <a:t>          "yoy_fraction": -0.9259825214458117,</a:t>
            </a:r>
          </a:p>
          <a:p>
            <a:r>
              <a:t>          "yoy_pct": -92.59825214458117,</a:t>
            </a:r>
          </a:p>
          <a:p>
            <a:r>
              <a:t>          "value_label": "2.2",</a:t>
            </a:r>
          </a:p>
          <a:p>
            <a:r>
              <a:t>          "yoy_label": "(-92.6%)",</a:t>
            </a:r>
          </a:p>
          <a:p>
            <a:r>
              <a:t>          "label": "2.2\n(-92.6%)"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"NV_XC17",</a:t>
            </a:r>
          </a:p>
          <a:p>
            <a:r>
              <a:t>          "month": "2026-07",</a:t>
            </a:r>
          </a:p>
          <a:p>
            <a:r>
              <a:t>          "start": "2026-07-01",</a:t>
            </a:r>
          </a:p>
          <a:p>
            <a:r>
              <a:t>          "end": "2026-07-31",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23.82274,</a:t>
            </a:r>
          </a:p>
          <a:p>
            <a:r>
              <a:t>          "raw_mean": 0.7684754838709678,</a:t>
            </a:r>
          </a:p>
          <a:p>
            <a:r>
              <a:t>          "value": 1.8939051126249444,</a:t>
            </a:r>
          </a:p>
          <a:p>
            <a:r>
              <a:t>          "prior_start": "2025-07-01",</a:t>
            </a:r>
          </a:p>
          <a:p>
            <a:r>
              <a:t>          "prior_end": "2025-07-31",</a:t>
            </a:r>
          </a:p>
          <a:p>
            <a:r>
              <a:t>          "prior_days": 31,</a:t>
            </a:r>
          </a:p>
          <a:p>
            <a:r>
              <a:t>          "prior_raw_mean": 8.67816258064516,</a:t>
            </a:r>
          </a:p>
          <a:p>
            <a:r>
              <a:t>          "prior_value": 21.387300993500535,</a:t>
            </a:r>
          </a:p>
          <a:p>
            <a:r>
              <a:t>          "yoy_fraction": -0.9114472128483865,</a:t>
            </a:r>
          </a:p>
          <a:p>
            <a:r>
              <a:t>          "yoy_pct": -91.14472128483865,</a:t>
            </a:r>
          </a:p>
          <a:p>
            <a:r>
              <a:t>          "value_label": "1.9",</a:t>
            </a:r>
          </a:p>
          <a:p>
            <a:r>
              <a:t>          "yoy_label": "(-91.1%)",</a:t>
            </a:r>
          </a:p>
          <a:p>
            <a:r>
              <a:t>          "label": "1.9\n(-91.1%)"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"NV_XC17",</a:t>
            </a:r>
          </a:p>
          <a:p>
            <a:r>
              <a:t>          "month": "2026-08",</a:t>
            </a:r>
          </a:p>
          <a:p>
            <a:r>
              <a:t>          "start": "2026-08-01",</a:t>
            </a:r>
          </a:p>
          <a:p>
            <a:r>
              <a:t>          "end": "2026-08-31",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24.58172,</a:t>
            </a:r>
          </a:p>
          <a:p>
            <a:r>
              <a:t>          "raw_mean": 0.7929587096774193,</a:t>
            </a:r>
          </a:p>
          <a:p>
            <a:r>
              <a:t>          "value": 1.9542439360508006,</a:t>
            </a:r>
          </a:p>
          <a:p>
            <a:r>
              <a:t>          "prior_start": "2025-08-01",</a:t>
            </a:r>
          </a:p>
          <a:p>
            <a:r>
              <a:t>          "prior_end": "2025-08-31",</a:t>
            </a:r>
          </a:p>
          <a:p>
            <a:r>
              <a:t>          "prior_days": 31,</a:t>
            </a:r>
          </a:p>
          <a:p>
            <a:r>
              <a:t>          "prior_raw_mean": 5.917071612903225,</a:t>
            </a:r>
          </a:p>
          <a:p>
            <a:r>
              <a:t>          "prior_value": 14.582602066882554,</a:t>
            </a:r>
          </a:p>
          <a:p>
            <a:r>
              <a:t>          "yoy_fraction": -0.8659879816312799,</a:t>
            </a:r>
          </a:p>
          <a:p>
            <a:r>
              <a:t>          "yoy_pct": -86.59879816312798,</a:t>
            </a:r>
          </a:p>
          <a:p>
            <a:r>
              <a:t>          "value_label": "2.0",</a:t>
            </a:r>
          </a:p>
          <a:p>
            <a:r>
              <a:t>          "yoy_label": "(-86.6%)",</a:t>
            </a:r>
          </a:p>
          <a:p>
            <a:r>
              <a:t>          "label": "2.0\n(-86.6%)"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"NV_XC17",</a:t>
            </a:r>
          </a:p>
          <a:p>
            <a:r>
              <a:t>          "month": "2026-09",</a:t>
            </a:r>
          </a:p>
          <a:p>
            <a:r>
              <a:t>          "start": "2026-09-01",</a:t>
            </a:r>
          </a:p>
          <a:p>
            <a:r>
              <a:t>          "end": "2026-09-30",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31.67941,</a:t>
            </a:r>
          </a:p>
          <a:p>
            <a:r>
              <a:t>          "raw_mean": 1.0559803333333333,</a:t>
            </a:r>
          </a:p>
          <a:p>
            <a:r>
              <a:t>          "value": 2.6024597974906825,</a:t>
            </a:r>
          </a:p>
          <a:p>
            <a:r>
              <a:t>          "prior_start": "2025-09-01",</a:t>
            </a:r>
          </a:p>
          <a:p>
            <a:r>
              <a:t>          "prior_end": "2025-09-30",</a:t>
            </a:r>
          </a:p>
          <a:p>
            <a:r>
              <a:t>          "prior_days": 30,</a:t>
            </a:r>
          </a:p>
          <a:p>
            <a:r>
              <a:t>          "prior_raw_mean": 2.7912806666666667,</a:t>
            </a:r>
          </a:p>
          <a:p>
            <a:r>
              <a:t>          "prior_value": 6.879101332865408,</a:t>
            </a:r>
          </a:p>
          <a:p>
            <a:r>
              <a:t>          "yoy_fraction": -0.6216860791020418,</a:t>
            </a:r>
          </a:p>
          <a:p>
            <a:r>
              <a:t>          "yoy_pct": -62.16860791020417,</a:t>
            </a:r>
          </a:p>
          <a:p>
            <a:r>
              <a:t>          "value_label": "2.6",</a:t>
            </a:r>
          </a:p>
          <a:p>
            <a:r>
              <a:t>          "yoy_label": "(-62.2%)",</a:t>
            </a:r>
          </a:p>
          <a:p>
            <a:r>
              <a:t>          "label": "2.6\n(-62.2%)"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"NV_XC17",</a:t>
            </a:r>
          </a:p>
          <a:p>
            <a:r>
              <a:t>          "month": "2026-10",</a:t>
            </a:r>
          </a:p>
          <a:p>
            <a:r>
              <a:t>          "start": "2026-10-01",</a:t>
            </a:r>
          </a:p>
          <a:p>
            <a:r>
              <a:t>          "end": "2026-10-19",</a:t>
            </a:r>
          </a:p>
          <a:p>
            <a:r>
              <a:t>          "days": 19,</a:t>
            </a:r>
          </a:p>
          <a:p>
            <a:r>
              <a:t>          "partial": true,</a:t>
            </a:r>
          </a:p>
          <a:p>
            <a:r>
              <a:t>          "raw_sum": 33.47844,</a:t>
            </a:r>
          </a:p>
          <a:p>
            <a:r>
              <a:t>          "raw_mean": 1.7620231578947367,</a:t>
            </a:r>
          </a:p>
          <a:p>
            <a:r>
              <a:t>          "value": 4.342499842012806,</a:t>
            </a:r>
          </a:p>
          <a:p>
            <a:r>
              <a:t>          "prior_start": "2025-10-01",</a:t>
            </a:r>
          </a:p>
          <a:p>
            <a:r>
              <a:t>          "prior_end": "2025-10-19",</a:t>
            </a:r>
          </a:p>
          <a:p>
            <a:r>
              <a:t>          "prior_days": 19,</a:t>
            </a:r>
          </a:p>
          <a:p>
            <a:r>
              <a:t>          "prior_raw_mean": 2.83315,</a:t>
            </a:r>
          </a:p>
          <a:p>
            <a:r>
              <a:t>          "prior_value": 6.982288156812953,</a:t>
            </a:r>
          </a:p>
          <a:p>
            <a:r>
              <a:t>          "yoy_fraction": -0.37806923110504675,</a:t>
            </a:r>
          </a:p>
          <a:p>
            <a:r>
              <a:t>          "yoy_pct": -37.80692311050468,</a:t>
            </a:r>
          </a:p>
          <a:p>
            <a:r>
              <a:t>          "value_label": "4.3",</a:t>
            </a:r>
          </a:p>
          <a:p>
            <a:r>
              <a:t>          "yoy_label": "(-37.8%)",</a:t>
            </a:r>
          </a:p>
          <a:p>
            <a:r>
              <a:t>          "label": "4.3\n(-37.8%)"</a:t>
            </a:r>
          </a:p>
          <a:p>
            <a:r>
              <a:t>        }</a:t>
            </a:r>
          </a:p>
          <a:p>
            <a:r>
              <a:t>      ]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"NV_XC18",</a:t>
            </a:r>
          </a:p>
          <a:p>
            <a:r>
              <a:t>      "label": "허니·꿀",</a:t>
            </a:r>
          </a:p>
          <a:p>
            <a:r>
              <a:t>      "points": [</a:t>
            </a:r>
          </a:p>
          <a:p>
            <a:r>
              <a:t>        {</a:t>
            </a:r>
          </a:p>
          <a:p>
            <a:r>
              <a:t>          "group_id": "NV_XC18",</a:t>
            </a:r>
          </a:p>
          <a:p>
            <a:r>
              <a:t>          "month": "2025-01",</a:t>
            </a:r>
          </a:p>
          <a:p>
            <a:r>
              <a:t>          "start": "2025-01-01",</a:t>
            </a:r>
          </a:p>
          <a:p>
            <a:r>
              <a:t>          "end": "2025-01-31",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20.32311,</a:t>
            </a:r>
          </a:p>
          <a:p>
            <a:r>
              <a:t>          "raw_mean": 0.655584193548387,</a:t>
            </a:r>
          </a:p>
          <a:p>
            <a:r>
              <a:t>          "value": 0.655584193548387,</a:t>
            </a:r>
          </a:p>
          <a:p>
            <a:r>
              <a:t>          "prior_start": "2024-01-01",</a:t>
            </a:r>
          </a:p>
          <a:p>
            <a:r>
              <a:t>          "prior_end": "2024-01-31",</a:t>
            </a:r>
          </a:p>
          <a:p>
            <a:r>
              <a:t>          "prior_days": 31,</a:t>
            </a:r>
          </a:p>
          <a:p>
            <a:r>
              <a:t>          "prior_raw_mean": 0.6265674193548387,</a:t>
            </a:r>
          </a:p>
          <a:p>
            <a:r>
              <a:t>          "prior_value": 0.6265674193548387,</a:t>
            </a:r>
          </a:p>
          <a:p>
            <a:r>
              <a:t>          "yoy_fraction": 0.04631069745603145,</a:t>
            </a:r>
          </a:p>
          <a:p>
            <a:r>
              <a:t>          "yoy_pct": 4.631069745603145,</a:t>
            </a:r>
          </a:p>
          <a:p>
            <a:r>
              <a:t>          "value_label": "0.7",</a:t>
            </a:r>
          </a:p>
          <a:p>
            <a:r>
              <a:t>          "yoy_label": "(+4.6%)",</a:t>
            </a:r>
          </a:p>
          <a:p>
            <a:r>
              <a:t>          "label": "0.7\n(+4.6%)"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"NV_XC18",</a:t>
            </a:r>
          </a:p>
          <a:p>
            <a:r>
              <a:t>          "month": "2025-02",</a:t>
            </a:r>
          </a:p>
          <a:p>
            <a:r>
              <a:t>          "start": "2025-02-01",</a:t>
            </a:r>
          </a:p>
          <a:p>
            <a:r>
              <a:t>          "end": "2025-02-28",</a:t>
            </a:r>
          </a:p>
          <a:p>
            <a:r>
              <a:t>          "days": 28,</a:t>
            </a:r>
          </a:p>
          <a:p>
            <a:r>
              <a:t>          "partial": false,</a:t>
            </a:r>
          </a:p>
          <a:p>
            <a:r>
              <a:t>          "raw_sum": 22.55784,</a:t>
            </a:r>
          </a:p>
          <a:p>
            <a:r>
              <a:t>          "raw_mean": 0.8056371428571428,</a:t>
            </a:r>
          </a:p>
          <a:p>
            <a:r>
              <a:t>          "value": 0.8056371428571428,</a:t>
            </a:r>
          </a:p>
          <a:p>
            <a:r>
              <a:t>          "prior_start": "2024-02-01",</a:t>
            </a:r>
          </a:p>
          <a:p>
            <a:r>
              <a:t>          "prior_end": "2024-02-29",</a:t>
            </a:r>
          </a:p>
          <a:p>
            <a:r>
              <a:t>          "prior_days": 29,</a:t>
            </a:r>
          </a:p>
          <a:p>
            <a:r>
              <a:t>          "prior_raw_mean": 0.5379544827586207,</a:t>
            </a:r>
          </a:p>
          <a:p>
            <a:r>
              <a:t>          "prior_value": 0.5379544827586207,</a:t>
            </a:r>
          </a:p>
          <a:p>
            <a:r>
              <a:t>          "yoy_fraction": 0.4975935114916237,</a:t>
            </a:r>
          </a:p>
          <a:p>
            <a:r>
              <a:t>          "yoy_pct": 49.75935114916237,</a:t>
            </a:r>
          </a:p>
          <a:p>
            <a:r>
              <a:t>          "value_label": "0.8",</a:t>
            </a:r>
          </a:p>
          <a:p>
            <a:r>
              <a:t>          "yoy_label": "(+49.8%)",</a:t>
            </a:r>
          </a:p>
          <a:p>
            <a:r>
              <a:t>          "label": "0.8\n(+49.8%)"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"NV_XC18",</a:t>
            </a:r>
          </a:p>
          <a:p>
            <a:r>
              <a:t>          "month": "2025-03",</a:t>
            </a:r>
          </a:p>
          <a:p>
            <a:r>
              <a:t>          "start": "2025-03-01",</a:t>
            </a:r>
          </a:p>
          <a:p>
            <a:r>
              <a:t>          "end": "2025-03-31",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23.83679,</a:t>
            </a:r>
          </a:p>
          <a:p>
            <a:r>
              <a:t>          "raw_mean": 0.7689287096774193,</a:t>
            </a:r>
          </a:p>
          <a:p>
            <a:r>
              <a:t>          "value": 0.7689287096774193,</a:t>
            </a:r>
          </a:p>
          <a:p>
            <a:r>
              <a:t>          "prior_start": "2024-03-01",</a:t>
            </a:r>
          </a:p>
          <a:p>
            <a:r>
              <a:t>          "prior_end": "2024-03-31",</a:t>
            </a:r>
          </a:p>
          <a:p>
            <a:r>
              <a:t>          "prior_days": 31,</a:t>
            </a:r>
          </a:p>
          <a:p>
            <a:r>
              <a:t>          "prior_raw_mean": 0.5290912903225806,</a:t>
            </a:r>
          </a:p>
          <a:p>
            <a:r>
              <a:t>          "prior_value": 0.5290912903225806,</a:t>
            </a:r>
          </a:p>
          <a:p>
            <a:r>
              <a:t>          "yoy_fraction": 0.4533006377946851,</a:t>
            </a:r>
          </a:p>
          <a:p>
            <a:r>
              <a:t>          "yoy_pct": 45.33006377946851,</a:t>
            </a:r>
          </a:p>
          <a:p>
            <a:r>
              <a:t>          "value_label": "0.8",</a:t>
            </a:r>
          </a:p>
          <a:p>
            <a:r>
              <a:t>          "yoy_label": "(+45.3%)",</a:t>
            </a:r>
          </a:p>
          <a:p>
            <a:r>
              <a:t>          "label": "0.8\n(+45.3%)"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"NV_XC18",</a:t>
            </a:r>
          </a:p>
          <a:p>
            <a:r>
              <a:t>          "month": "2025-04",</a:t>
            </a:r>
          </a:p>
          <a:p>
            <a:r>
              <a:t>          "start": "2025-04-01",</a:t>
            </a:r>
          </a:p>
          <a:p>
            <a:r>
              <a:t>          "end": "2025-04-30",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23.330840000000002,</a:t>
            </a:r>
          </a:p>
          <a:p>
            <a:r>
              <a:t>          "raw_mean": 0.7776946666666668,</a:t>
            </a:r>
          </a:p>
          <a:p>
            <a:r>
              <a:t>          "value": 0.7776946666666668,</a:t>
            </a:r>
          </a:p>
          <a:p>
            <a:r>
              <a:t>          "prior_start": "2024-04-01",</a:t>
            </a:r>
          </a:p>
          <a:p>
            <a:r>
              <a:t>          "prior_end": "2024-04-30",</a:t>
            </a:r>
          </a:p>
          <a:p>
            <a:r>
              <a:t>          "prior_days": 30,</a:t>
            </a:r>
          </a:p>
          <a:p>
            <a:r>
              <a:t>          "prior_raw_mean": 0.49285033333333333,</a:t>
            </a:r>
          </a:p>
          <a:p>
            <a:r>
              <a:t>          "prior_value": 0.49285033333333333,</a:t>
            </a:r>
          </a:p>
          <a:p>
            <a:r>
              <a:t>          "yoy_fraction": 0.5779530093990672,</a:t>
            </a:r>
          </a:p>
          <a:p>
            <a:r>
              <a:t>          "yoy_pct": 57.795300939906724,</a:t>
            </a:r>
          </a:p>
          <a:p>
            <a:r>
              <a:t>          "value_label": "0.8",</a:t>
            </a:r>
          </a:p>
          <a:p>
            <a:r>
              <a:t>          "yoy_label": "(+57.8%)",</a:t>
            </a:r>
          </a:p>
          <a:p>
            <a:r>
              <a:t>          "label": "0.8\n(+57.8%)"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"NV_XC18",</a:t>
            </a:r>
          </a:p>
          <a:p>
            <a:r>
              <a:t>          "month": "2025-05",</a:t>
            </a:r>
          </a:p>
          <a:p>
            <a:r>
              <a:t>          "start": "2025-05-01",</a:t>
            </a:r>
          </a:p>
          <a:p>
            <a:r>
              <a:t>          "end": "2025-05-31",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18.31325,</a:t>
            </a:r>
          </a:p>
          <a:p>
            <a:r>
              <a:t>          "raw_mean": 0.59075,</a:t>
            </a:r>
          </a:p>
          <a:p>
            <a:r>
              <a:t>          "value": 0.59075,</a:t>
            </a:r>
          </a:p>
          <a:p>
            <a:r>
              <a:t>          "prior_start": "2024-05-01",</a:t>
            </a:r>
          </a:p>
          <a:p>
            <a:r>
              <a:t>          "prior_end": "2024-05-31",</a:t>
            </a:r>
          </a:p>
          <a:p>
            <a:r>
              <a:t>          "prior_days": 31,</a:t>
            </a:r>
          </a:p>
          <a:p>
            <a:r>
              <a:t>          "prior_raw_mean": 0.5658135483870969,</a:t>
            </a:r>
          </a:p>
          <a:p>
            <a:r>
              <a:t>          "prior_value": 0.5658135483870969,</a:t>
            </a:r>
          </a:p>
          <a:p>
            <a:r>
              <a:t>          "yoy_fraction": 0.04407185314665374,</a:t>
            </a:r>
          </a:p>
          <a:p>
            <a:r>
              <a:t>          "yoy_pct": 4.407185314665374,</a:t>
            </a:r>
          </a:p>
          <a:p>
            <a:r>
              <a:t>          "value_label": "0.6",</a:t>
            </a:r>
          </a:p>
          <a:p>
            <a:r>
              <a:t>          "yoy_label": "(+4.4%)",</a:t>
            </a:r>
          </a:p>
          <a:p>
            <a:r>
              <a:t>          "label": "0.6\n(+4.4%)"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"NV_XC18",</a:t>
            </a:r>
          </a:p>
          <a:p>
            <a:r>
              <a:t>          "month": "2025-06",</a:t>
            </a:r>
          </a:p>
          <a:p>
            <a:r>
              <a:t>          "start": "2025-06-01",</a:t>
            </a:r>
          </a:p>
          <a:p>
            <a:r>
              <a:t>          "end": "2025-06-30",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16.37372,</a:t>
            </a:r>
          </a:p>
          <a:p>
            <a:r>
              <a:t>          "raw_mean": 0.5457906666666666,</a:t>
            </a:r>
          </a:p>
          <a:p>
            <a:r>
              <a:t>          "value": 0.5457906666666666,</a:t>
            </a:r>
          </a:p>
          <a:p>
            <a:r>
              <a:t>          "prior_start": "2024-06-01",</a:t>
            </a:r>
          </a:p>
          <a:p>
            <a:r>
              <a:t>          "prior_end": "2024-06-30",</a:t>
            </a:r>
          </a:p>
          <a:p>
            <a:r>
              <a:t>          "prior_days": 30,</a:t>
            </a:r>
          </a:p>
          <a:p>
            <a:r>
              <a:t>          "prior_raw_mean": 0.505967,</a:t>
            </a:r>
          </a:p>
          <a:p>
            <a:r>
              <a:t>          "prior_value": 0.505967,</a:t>
            </a:r>
          </a:p>
          <a:p>
            <a:r>
              <a:t>          "yoy_fraction": 0.07870803168322582,</a:t>
            </a:r>
          </a:p>
          <a:p>
            <a:r>
              <a:t>          "yoy_pct": 7.870803168322582,</a:t>
            </a:r>
          </a:p>
          <a:p>
            <a:r>
              <a:t>          "value_label": "0.5",</a:t>
            </a:r>
          </a:p>
          <a:p>
            <a:r>
              <a:t>          "yoy_label": "(+7.9%)",</a:t>
            </a:r>
          </a:p>
          <a:p>
            <a:r>
              <a:t>          "label": "0.5\n(+7.9%)"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"NV_XC18",</a:t>
            </a:r>
          </a:p>
          <a:p>
            <a:r>
              <a:t>          "month": "2025-07",</a:t>
            </a:r>
          </a:p>
          <a:p>
            <a:r>
              <a:t>          "start": "2025-07-01",</a:t>
            </a:r>
          </a:p>
          <a:p>
            <a:r>
              <a:t>          "end": "2025-07-31",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21.11018,</a:t>
            </a:r>
          </a:p>
          <a:p>
            <a:r>
              <a:t>          "raw_mean": 0.6809735483870968,</a:t>
            </a:r>
          </a:p>
          <a:p>
            <a:r>
              <a:t>          "value": 0.6809735483870968,</a:t>
            </a:r>
          </a:p>
          <a:p>
            <a:r>
              <a:t>          "prior_start": "2024-07-01",</a:t>
            </a:r>
          </a:p>
          <a:p>
            <a:r>
              <a:t>          "prior_end": "2024-07-31",</a:t>
            </a:r>
          </a:p>
          <a:p>
            <a:r>
              <a:t>          "prior_days": 31,</a:t>
            </a:r>
          </a:p>
          <a:p>
            <a:r>
              <a:t>          "prior_raw_mean": 0.5050609677419355,</a:t>
            </a:r>
          </a:p>
          <a:p>
            <a:r>
              <a:t>          "prior_value": 0.5050609677419355,</a:t>
            </a:r>
          </a:p>
          <a:p>
            <a:r>
              <a:t>          "yoy_fraction": 0.34829969425601104,</a:t>
            </a:r>
          </a:p>
          <a:p>
            <a:r>
              <a:t>          "yoy_pct": 34.82996942560111,</a:t>
            </a:r>
          </a:p>
          <a:p>
            <a:r>
              <a:t>          "value_label": "0.7",</a:t>
            </a:r>
          </a:p>
          <a:p>
            <a:r>
              <a:t>          "yoy_label": "(+34.8%)",</a:t>
            </a:r>
          </a:p>
          <a:p>
            <a:r>
              <a:t>          "label": "0.7\n(+34.8%)"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"NV_XC18",</a:t>
            </a:r>
          </a:p>
          <a:p>
            <a:r>
              <a:t>          "month": "2025-08",</a:t>
            </a:r>
          </a:p>
          <a:p>
            <a:r>
              <a:t>          "start": "2025-08-01",</a:t>
            </a:r>
          </a:p>
          <a:p>
            <a:r>
              <a:t>          "end": "2025-08-31",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19.33929,</a:t>
            </a:r>
          </a:p>
          <a:p>
            <a:r>
              <a:t>          "raw_mean": 0.623848064516129,</a:t>
            </a:r>
          </a:p>
          <a:p>
            <a:r>
              <a:t>          "value": 0.623848064516129,</a:t>
            </a:r>
          </a:p>
          <a:p>
            <a:r>
              <a:t>          "prior_start": "2024-08-01",</a:t>
            </a:r>
          </a:p>
          <a:p>
            <a:r>
              <a:t>          "prior_end": "2024-08-31",</a:t>
            </a:r>
          </a:p>
          <a:p>
            <a:r>
              <a:t>          "prior_days": 31,</a:t>
            </a:r>
          </a:p>
          <a:p>
            <a:r>
              <a:t>          "prior_raw_mean": 0.45518838709677417,</a:t>
            </a:r>
          </a:p>
          <a:p>
            <a:r>
              <a:t>          "prior_value": 0.45518838709677417,</a:t>
            </a:r>
          </a:p>
          <a:p>
            <a:r>
              <a:t>          "yoy_fraction": 0.3705271975304092,</a:t>
            </a:r>
          </a:p>
          <a:p>
            <a:r>
              <a:t>          "yoy_pct": 37.05271975304092,</a:t>
            </a:r>
          </a:p>
          <a:p>
            <a:r>
              <a:t>          "value_label": "0.6",</a:t>
            </a:r>
          </a:p>
          <a:p>
            <a:r>
              <a:t>          "yoy_label": "(+37.1%)",</a:t>
            </a:r>
          </a:p>
          <a:p>
            <a:r>
              <a:t>          "label": "0.6\n(+37.1%)"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"NV_XC18",</a:t>
            </a:r>
          </a:p>
          <a:p>
            <a:r>
              <a:t>          "month": "2025-09",</a:t>
            </a:r>
          </a:p>
          <a:p>
            <a:r>
              <a:t>          "start": "2025-09-01",</a:t>
            </a:r>
          </a:p>
          <a:p>
            <a:r>
              <a:t>          "end": "2025-09-30",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13.60489,</a:t>
            </a:r>
          </a:p>
          <a:p>
            <a:r>
              <a:t>          "raw_mean": 0.45349633333333333,</a:t>
            </a:r>
          </a:p>
          <a:p>
            <a:r>
              <a:t>          "value": 0.45349633333333333,</a:t>
            </a:r>
          </a:p>
          <a:p>
            <a:r>
              <a:t>          "prior_start": "2024-09-01",</a:t>
            </a:r>
          </a:p>
          <a:p>
            <a:r>
              <a:t>          "prior_end": "2024-09-30",</a:t>
            </a:r>
          </a:p>
          <a:p>
            <a:r>
              <a:t>          "prior_days": 30,</a:t>
            </a:r>
          </a:p>
          <a:p>
            <a:r>
              <a:t>          "prior_raw_mean": 0.41508033333333333,</a:t>
            </a:r>
          </a:p>
          <a:p>
            <a:r>
              <a:t>          "prior_value": 0.41508033333333333,</a:t>
            </a:r>
          </a:p>
          <a:p>
            <a:r>
              <a:t>          "yoy_fraction": 0.09255075925061895,</a:t>
            </a:r>
          </a:p>
          <a:p>
            <a:r>
              <a:t>          "yoy_pct": 9.255075925061895,</a:t>
            </a:r>
          </a:p>
          <a:p>
            <a:r>
              <a:t>          "value_label": "0.5",</a:t>
            </a:r>
          </a:p>
          <a:p>
            <a:r>
              <a:t>          "yoy_label": "(+9.3%)",</a:t>
            </a:r>
          </a:p>
          <a:p>
            <a:r>
              <a:t>          "label": "0.5\n(+9.3%)"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"NV_XC18",</a:t>
            </a:r>
          </a:p>
          <a:p>
            <a:r>
              <a:t>          "month": "2025-10",</a:t>
            </a:r>
          </a:p>
          <a:p>
            <a:r>
              <a:t>          "start": "2025-10-01",</a:t>
            </a:r>
          </a:p>
          <a:p>
            <a:r>
              <a:t>          "end": "2025-10-31",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20.21069,</a:t>
            </a:r>
          </a:p>
          <a:p>
            <a:r>
              <a:t>          "raw_mean": 0.6519577419354838,</a:t>
            </a:r>
          </a:p>
          <a:p>
            <a:r>
              <a:t>          "value": 0.6519577419354838,</a:t>
            </a:r>
          </a:p>
          <a:p>
            <a:r>
              <a:t>          "prior_start": "2024-10-01",</a:t>
            </a:r>
          </a:p>
          <a:p>
            <a:r>
              <a:t>          "prior_end": "2024-10-31",</a:t>
            </a:r>
          </a:p>
          <a:p>
            <a:r>
              <a:t>          "prior_days": 31,</a:t>
            </a:r>
          </a:p>
          <a:p>
            <a:r>
              <a:t>          "prior_raw_mean": 0.40259774193548387,</a:t>
            </a:r>
          </a:p>
          <a:p>
            <a:r>
              <a:t>          "prior_value": 0.40259774193548387,</a:t>
            </a:r>
          </a:p>
          <a:p>
            <a:r>
              <a:t>          "yoy_fraction": 0.6193775424601358,</a:t>
            </a:r>
          </a:p>
          <a:p>
            <a:r>
              <a:t>          "yoy_pct": 61.937754246013576,</a:t>
            </a:r>
          </a:p>
          <a:p>
            <a:r>
              <a:t>          "value_label": "0.7",</a:t>
            </a:r>
          </a:p>
          <a:p>
            <a:r>
              <a:t>          "yoy_label": "(+61.9%)",</a:t>
            </a:r>
          </a:p>
          <a:p>
            <a:r>
              <a:t>          "label": "0.7\n(+61.9%)"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"NV_XC18",</a:t>
            </a:r>
          </a:p>
          <a:p>
            <a:r>
              <a:t>          "month": "2025-11",</a:t>
            </a:r>
          </a:p>
          <a:p>
            <a:r>
              <a:t>          "start": "2025-11-01",</a:t>
            </a:r>
          </a:p>
          <a:p>
            <a:r>
              <a:t>          "end": "2025-11-30",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17.79323,</a:t>
            </a:r>
          </a:p>
          <a:p>
            <a:r>
              <a:t>          "raw_mean": 0.5931076666666667,</a:t>
            </a:r>
          </a:p>
          <a:p>
            <a:r>
              <a:t>          "value": 0.5931076666666667,</a:t>
            </a:r>
          </a:p>
          <a:p>
            <a:r>
              <a:t>          "prior_start": "2024-11-01",</a:t>
            </a:r>
          </a:p>
          <a:p>
            <a:r>
              <a:t>          "prior_end": "2024-11-30",</a:t>
            </a:r>
          </a:p>
          <a:p>
            <a:r>
              <a:t>          "prior_days": 30,</a:t>
            </a:r>
          </a:p>
          <a:p>
            <a:r>
              <a:t>          "prior_raw_mean": 0.465677,</a:t>
            </a:r>
          </a:p>
          <a:p>
            <a:r>
              <a:t>          "prior_value": 0.465677,</a:t>
            </a:r>
          </a:p>
          <a:p>
            <a:r>
              <a:t>          "yoy_fraction": 0.2736460393505942,</a:t>
            </a:r>
          </a:p>
          <a:p>
            <a:r>
              <a:t>          "yoy_pct": 27.364603935059417,</a:t>
            </a:r>
          </a:p>
          <a:p>
            <a:r>
              <a:t>          "value_label": "0.6",</a:t>
            </a:r>
          </a:p>
          <a:p>
            <a:r>
              <a:t>          "yoy_label": "(+27.4%)",</a:t>
            </a:r>
          </a:p>
          <a:p>
            <a:r>
              <a:t>          "label": "0.6\n(+27.4%)"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"NV_XC18",</a:t>
            </a:r>
          </a:p>
          <a:p>
            <a:r>
              <a:t>          "month": "2025-12",</a:t>
            </a:r>
          </a:p>
          <a:p>
            <a:r>
              <a:t>          "start": "2025-12-01",</a:t>
            </a:r>
          </a:p>
          <a:p>
            <a:r>
              <a:t>          "end": "2025-12-31",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13.3519,</a:t>
            </a:r>
          </a:p>
          <a:p>
            <a:r>
              <a:t>          "raw_mean": 0.4307064516129032,</a:t>
            </a:r>
          </a:p>
          <a:p>
            <a:r>
              <a:t>          "value": 0.4307064516129032,</a:t>
            </a:r>
          </a:p>
          <a:p>
            <a:r>
              <a:t>          "prior_start": "2024-12-01",</a:t>
            </a:r>
          </a:p>
          <a:p>
            <a:r>
              <a:t>          "prior_end": "2024-12-31",</a:t>
            </a:r>
          </a:p>
          <a:p>
            <a:r>
              <a:t>          "prior_days": 31,</a:t>
            </a:r>
          </a:p>
          <a:p>
            <a:r>
              <a:t>          "prior_raw_mean": 0.950281935483871,</a:t>
            </a:r>
          </a:p>
          <a:p>
            <a:r>
              <a:t>          "prior_value": 0.950281935483871,</a:t>
            </a:r>
          </a:p>
          <a:p>
            <a:r>
              <a:t>          "yoy_fraction": -0.5467592979197345,</a:t>
            </a:r>
          </a:p>
          <a:p>
            <a:r>
              <a:t>          "yoy_pct": -54.67592979197345,</a:t>
            </a:r>
          </a:p>
          <a:p>
            <a:r>
              <a:t>          "value_label": "0.4",</a:t>
            </a:r>
          </a:p>
          <a:p>
            <a:r>
              <a:t>          "yoy_label": "(-54.7%)",</a:t>
            </a:r>
          </a:p>
          <a:p>
            <a:r>
              <a:t>          "label": "0.4\n(-54.7%)"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"NV_XC18",</a:t>
            </a:r>
          </a:p>
          <a:p>
            <a:r>
              <a:t>          "month": "2026-01",</a:t>
            </a:r>
          </a:p>
          <a:p>
            <a:r>
              <a:t>          "start": "2026-01-01",</a:t>
            </a:r>
          </a:p>
          <a:p>
            <a:r>
              <a:t>          "end": "2026-01-31",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12.67726,</a:t>
            </a:r>
          </a:p>
          <a:p>
            <a:r>
              <a:t>          "raw_mean": 0.40894387096774193,</a:t>
            </a:r>
          </a:p>
          <a:p>
            <a:r>
              <a:t>          "value": 0.40894387096774193,</a:t>
            </a:r>
          </a:p>
          <a:p>
            <a:r>
              <a:t>          "prior_start": "2025-01-01",</a:t>
            </a:r>
          </a:p>
          <a:p>
            <a:r>
              <a:t>          "prior_end": "2025-01-31",</a:t>
            </a:r>
          </a:p>
          <a:p>
            <a:r>
              <a:t>          "prior_days": 31,</a:t>
            </a:r>
          </a:p>
          <a:p>
            <a:r>
              <a:t>          "prior_raw_mean": 0.655584193548387,</a:t>
            </a:r>
          </a:p>
          <a:p>
            <a:r>
              <a:t>          "prior_value": 0.655584193548387,</a:t>
            </a:r>
          </a:p>
          <a:p>
            <a:r>
              <a:t>          "yoy_fraction": -0.37621456558568045,</a:t>
            </a:r>
          </a:p>
          <a:p>
            <a:r>
              <a:t>          "yoy_pct": -37.62145655856804,</a:t>
            </a:r>
          </a:p>
          <a:p>
            <a:r>
              <a:t>          "value_label": "0.4",</a:t>
            </a:r>
          </a:p>
          <a:p>
            <a:r>
              <a:t>          "yoy_label": "(-37.6%)",</a:t>
            </a:r>
          </a:p>
          <a:p>
            <a:r>
              <a:t>          "label": "0.4\n(-37.6%)"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"NV_XC18",</a:t>
            </a:r>
          </a:p>
          <a:p>
            <a:r>
              <a:t>          "month": "2026-02",</a:t>
            </a:r>
          </a:p>
          <a:p>
            <a:r>
              <a:t>          "start": "2026-02-01",</a:t>
            </a:r>
          </a:p>
          <a:p>
            <a:r>
              <a:t>          "end": "2026-02-28",</a:t>
            </a:r>
          </a:p>
          <a:p>
            <a:r>
              <a:t>          "days": 28,</a:t>
            </a:r>
          </a:p>
          <a:p>
            <a:r>
              <a:t>          "partial": false,</a:t>
            </a:r>
          </a:p>
          <a:p>
            <a:r>
              <a:t>          "raw_sum": 13.00057,</a:t>
            </a:r>
          </a:p>
          <a:p>
            <a:r>
              <a:t>          "raw_mean": 0.46430607142857144,</a:t>
            </a:r>
          </a:p>
          <a:p>
            <a:r>
              <a:t>          "value": 0.46430607142857144,</a:t>
            </a:r>
          </a:p>
          <a:p>
            <a:r>
              <a:t>          "prior_start": "2025-02-01",</a:t>
            </a:r>
          </a:p>
          <a:p>
            <a:r>
              <a:t>          "prior_end": "2025-02-28",</a:t>
            </a:r>
          </a:p>
          <a:p>
            <a:r>
              <a:t>          "prior_days": 28,</a:t>
            </a:r>
          </a:p>
          <a:p>
            <a:r>
              <a:t>          "prior_raw_mean": 0.8056371428571428,</a:t>
            </a:r>
          </a:p>
          <a:p>
            <a:r>
              <a:t>          "prior_value": 0.8056371428571428,</a:t>
            </a:r>
          </a:p>
          <a:p>
            <a:r>
              <a:t>          "yoy_fraction": -0.42367841956499375,</a:t>
            </a:r>
          </a:p>
          <a:p>
            <a:r>
              <a:t>          "yoy_pct": -42.367841956499376,</a:t>
            </a:r>
          </a:p>
          <a:p>
            <a:r>
              <a:t>          "value_label": "0.5",</a:t>
            </a:r>
          </a:p>
          <a:p>
            <a:r>
              <a:t>          "yoy_label": "(-42.4%)",</a:t>
            </a:r>
          </a:p>
          <a:p>
            <a:r>
              <a:t>          "label": "0.5\n(-42.4%)"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"NV_XC18",</a:t>
            </a:r>
          </a:p>
          <a:p>
            <a:r>
              <a:t>          "month": "2026-03",</a:t>
            </a:r>
          </a:p>
          <a:p>
            <a:r>
              <a:t>          "start": "2026-03-01",</a:t>
            </a:r>
          </a:p>
          <a:p>
            <a:r>
              <a:t>          "end": "2026-03-31",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7.87056,</a:t>
            </a:r>
          </a:p>
          <a:p>
            <a:r>
              <a:t>          "raw_mean": 0.25388903225806453,</a:t>
            </a:r>
          </a:p>
          <a:p>
            <a:r>
              <a:t>          "value": 0.25388903225806453,</a:t>
            </a:r>
          </a:p>
          <a:p>
            <a:r>
              <a:t>          "prior_start": "2025-03-01",</a:t>
            </a:r>
          </a:p>
          <a:p>
            <a:r>
              <a:t>          "prior_end": "2025-03-31",</a:t>
            </a:r>
          </a:p>
          <a:p>
            <a:r>
              <a:t>          "prior_days": 31,</a:t>
            </a:r>
          </a:p>
          <a:p>
            <a:r>
              <a:t>          "prior_raw_mean": 0.7689287096774193,</a:t>
            </a:r>
          </a:p>
          <a:p>
            <a:r>
              <a:t>          "prior_value": 0.7689287096774193,</a:t>
            </a:r>
          </a:p>
          <a:p>
            <a:r>
              <a:t>          "yoy_fraction": -0.6698146017144087,</a:t>
            </a:r>
          </a:p>
          <a:p>
            <a:r>
              <a:t>          "yoy_pct": -66.98146017144086,</a:t>
            </a:r>
          </a:p>
          <a:p>
            <a:r>
              <a:t>          "value_label": "0.3",</a:t>
            </a:r>
          </a:p>
          <a:p>
            <a:r>
              <a:t>          "yoy_label": "(-67.0%)",</a:t>
            </a:r>
          </a:p>
          <a:p>
            <a:r>
              <a:t>          "label": "0.3\n(-67.0%)"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"NV_XC18",</a:t>
            </a:r>
          </a:p>
          <a:p>
            <a:r>
              <a:t>          "month": "2026-04",</a:t>
            </a:r>
          </a:p>
          <a:p>
            <a:r>
              <a:t>          "start": "2026-04-01",</a:t>
            </a:r>
          </a:p>
          <a:p>
            <a:r>
              <a:t>          "end": "2026-04-30",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7.47703,</a:t>
            </a:r>
          </a:p>
          <a:p>
            <a:r>
              <a:t>          "raw_mean": 0.24923433333333334,</a:t>
            </a:r>
          </a:p>
          <a:p>
            <a:r>
              <a:t>          "value": 0.24923433333333334,</a:t>
            </a:r>
          </a:p>
          <a:p>
            <a:r>
              <a:t>          "prior_start": "2025-04-01",</a:t>
            </a:r>
          </a:p>
          <a:p>
            <a:r>
              <a:t>          "prior_end": "2025-04-30",</a:t>
            </a:r>
          </a:p>
          <a:p>
            <a:r>
              <a:t>          "prior_days": 30,</a:t>
            </a:r>
          </a:p>
          <a:p>
            <a:r>
              <a:t>          "prior_raw_mean": 0.7776946666666668,</a:t>
            </a:r>
          </a:p>
          <a:p>
            <a:r>
              <a:t>          "prior_value": 0.7776946666666668,</a:t>
            </a:r>
          </a:p>
          <a:p>
            <a:r>
              <a:t>          "yoy_fraction": -0.67952161173794,</a:t>
            </a:r>
          </a:p>
          <a:p>
            <a:r>
              <a:t>          "yoy_pct": -67.952161173794,</a:t>
            </a:r>
          </a:p>
          <a:p>
            <a:r>
              <a:t>          "value_label": "0.2",</a:t>
            </a:r>
          </a:p>
          <a:p>
            <a:r>
              <a:t>          "yoy_label": "(-68.0%)",</a:t>
            </a:r>
          </a:p>
          <a:p>
            <a:r>
              <a:t>          "label": "0.2\n(-68.0%)"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"NV_XC18",</a:t>
            </a:r>
          </a:p>
          <a:p>
            <a:r>
              <a:t>          "month": "2026-05",</a:t>
            </a:r>
          </a:p>
          <a:p>
            <a:r>
              <a:t>          "start": "2026-05-01",</a:t>
            </a:r>
          </a:p>
          <a:p>
            <a:r>
              <a:t>          "end": "2026-05-31",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7.54729,</a:t>
            </a:r>
          </a:p>
          <a:p>
            <a:r>
              <a:t>          "raw_mean": 0.24346096774193549,</a:t>
            </a:r>
          </a:p>
          <a:p>
            <a:r>
              <a:t>          "value": 0.24346096774193549,</a:t>
            </a:r>
          </a:p>
          <a:p>
            <a:r>
              <a:t>          "prior_start": "2025-05-01",</a:t>
            </a:r>
          </a:p>
          <a:p>
            <a:r>
              <a:t>          "prior_end": "2025-05-31",</a:t>
            </a:r>
          </a:p>
          <a:p>
            <a:r>
              <a:t>          "prior_days": 31,</a:t>
            </a:r>
          </a:p>
          <a:p>
            <a:r>
              <a:t>          "prior_raw_mean": 0.59075,</a:t>
            </a:r>
          </a:p>
          <a:p>
            <a:r>
              <a:t>          "prior_value": 0.59075,</a:t>
            </a:r>
          </a:p>
          <a:p>
            <a:r>
              <a:t>          "yoy_fraction": -0.5878781756378578,</a:t>
            </a:r>
          </a:p>
          <a:p>
            <a:r>
              <a:t>          "yoy_pct": -58.78781756378578,</a:t>
            </a:r>
          </a:p>
          <a:p>
            <a:r>
              <a:t>          "value_label": "0.2",</a:t>
            </a:r>
          </a:p>
          <a:p>
            <a:r>
              <a:t>          "yoy_label": "(-58.8%)",</a:t>
            </a:r>
          </a:p>
          <a:p>
            <a:r>
              <a:t>          "label": "0.2\n(-58.8%)"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"NV_XC18",</a:t>
            </a:r>
          </a:p>
          <a:p>
            <a:r>
              <a:t>          "month": "2026-06",</a:t>
            </a:r>
          </a:p>
          <a:p>
            <a:r>
              <a:t>          "start": "2026-06-01",</a:t>
            </a:r>
          </a:p>
          <a:p>
            <a:r>
              <a:t>          "end": "2026-06-30",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6.87266,</a:t>
            </a:r>
          </a:p>
          <a:p>
            <a:r>
              <a:t>          "raw_mean": 0.22908866666666666,</a:t>
            </a:r>
          </a:p>
          <a:p>
            <a:r>
              <a:t>          "value": 0.22908866666666666,</a:t>
            </a:r>
          </a:p>
          <a:p>
            <a:r>
              <a:t>          "prior_start": "2025-06-01",</a:t>
            </a:r>
          </a:p>
          <a:p>
            <a:r>
              <a:t>          "prior_end": "2025-06-30",</a:t>
            </a:r>
          </a:p>
          <a:p>
            <a:r>
              <a:t>          "prior_days": 30,</a:t>
            </a:r>
          </a:p>
          <a:p>
            <a:r>
              <a:t>          "prior_raw_mean": 0.5457906666666666,</a:t>
            </a:r>
          </a:p>
          <a:p>
            <a:r>
              <a:t>          "prior_value": 0.5457906666666666,</a:t>
            </a:r>
          </a:p>
          <a:p>
            <a:r>
              <a:t>          "yoy_fraction": -0.5802627625243377,</a:t>
            </a:r>
          </a:p>
          <a:p>
            <a:r>
              <a:t>          "yoy_pct": -58.026276252433775,</a:t>
            </a:r>
          </a:p>
          <a:p>
            <a:r>
              <a:t>          "value_label": "0.2",</a:t>
            </a:r>
          </a:p>
          <a:p>
            <a:r>
              <a:t>          "yoy_label": "(-58.0%)",</a:t>
            </a:r>
          </a:p>
          <a:p>
            <a:r>
              <a:t>          "label": "0.2\n(-58.0%)"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"NV_XC18",</a:t>
            </a:r>
          </a:p>
          <a:p>
            <a:r>
              <a:t>          "month": "2026-07",</a:t>
            </a:r>
          </a:p>
          <a:p>
            <a:r>
              <a:t>          "start": "2026-07-01",</a:t>
            </a:r>
          </a:p>
          <a:p>
            <a:r>
              <a:t>          "end": "2026-07-31",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770.45662,</a:t>
            </a:r>
          </a:p>
          <a:p>
            <a:r>
              <a:t>          "raw_mean": 24.85343935483871,</a:t>
            </a:r>
          </a:p>
          <a:p>
            <a:r>
              <a:t>          "value": 24.85343935483871,</a:t>
            </a:r>
          </a:p>
          <a:p>
            <a:r>
              <a:t>          "prior_start": "2025-07-01",</a:t>
            </a:r>
          </a:p>
          <a:p>
            <a:r>
              <a:t>          "prior_end": "2025-07-31",</a:t>
            </a:r>
          </a:p>
          <a:p>
            <a:r>
              <a:t>          "prior_days": 31,</a:t>
            </a:r>
          </a:p>
          <a:p>
            <a:r>
              <a:t>          "prior_raw_mean": 0.6809735483870968,</a:t>
            </a:r>
          </a:p>
          <a:p>
            <a:r>
              <a:t>          "prior_value": 0.6809735483870968,</a:t>
            </a:r>
          </a:p>
          <a:p>
            <a:r>
              <a:t>          "yoy_fraction": 35.49692328535332,</a:t>
            </a:r>
          </a:p>
          <a:p>
            <a:r>
              <a:t>          "yoy_pct": 3549.692328535332,</a:t>
            </a:r>
          </a:p>
          <a:p>
            <a:r>
              <a:t>          "value_label": "24.9",</a:t>
            </a:r>
          </a:p>
          <a:p>
            <a:r>
              <a:t>          "yoy_label": "(+3549.7%)",</a:t>
            </a:r>
          </a:p>
          <a:p>
            <a:r>
              <a:t>          "label": "24.9\n(+3549.7%)"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"NV_XC18",</a:t>
            </a:r>
          </a:p>
          <a:p>
            <a:r>
              <a:t>          "month": "2026-08",</a:t>
            </a:r>
          </a:p>
          <a:p>
            <a:r>
              <a:t>          "start": "2026-08-01",</a:t>
            </a:r>
          </a:p>
          <a:p>
            <a:r>
              <a:t>          "end": "2026-08-31",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356.69694,</a:t>
            </a:r>
          </a:p>
          <a:p>
            <a:r>
              <a:t>          "raw_mean": 11.506352903225807,</a:t>
            </a:r>
          </a:p>
          <a:p>
            <a:r>
              <a:t>          "value": 11.506352903225807,</a:t>
            </a:r>
          </a:p>
          <a:p>
            <a:r>
              <a:t>          "prior_start": "2025-08-01",</a:t>
            </a:r>
          </a:p>
          <a:p>
            <a:r>
              <a:t>          "prior_end": "2025-08-31",</a:t>
            </a:r>
          </a:p>
          <a:p>
            <a:r>
              <a:t>          "prior_days": 31,</a:t>
            </a:r>
          </a:p>
          <a:p>
            <a:r>
              <a:t>          "prior_raw_mean": 0.623848064516129,</a:t>
            </a:r>
          </a:p>
          <a:p>
            <a:r>
              <a:t>          "prior_value": 0.623848064516129,</a:t>
            </a:r>
          </a:p>
          <a:p>
            <a:r>
              <a:t>          "yoy_fraction": 17.44415901514482,</a:t>
            </a:r>
          </a:p>
          <a:p>
            <a:r>
              <a:t>          "yoy_pct": 1744.415901514482,</a:t>
            </a:r>
          </a:p>
          <a:p>
            <a:r>
              <a:t>          "value_label": "11.5",</a:t>
            </a:r>
          </a:p>
          <a:p>
            <a:r>
              <a:t>          "yoy_label": "(+1744.4%)",</a:t>
            </a:r>
          </a:p>
          <a:p>
            <a:r>
              <a:t>          "label": "11.5\n(+1744.4%)"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"NV_XC18",</a:t>
            </a:r>
          </a:p>
          <a:p>
            <a:r>
              <a:t>          "month": "2026-09",</a:t>
            </a:r>
          </a:p>
          <a:p>
            <a:r>
              <a:t>          "start": "2026-09-01",</a:t>
            </a:r>
          </a:p>
          <a:p>
            <a:r>
              <a:t>          "end": "2026-09-30",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150.70961,</a:t>
            </a:r>
          </a:p>
          <a:p>
            <a:r>
              <a:t>          "raw_mean": 5.023653666666666,</a:t>
            </a:r>
          </a:p>
          <a:p>
            <a:r>
              <a:t>          "value": 5.023653666666666,</a:t>
            </a:r>
          </a:p>
          <a:p>
            <a:r>
              <a:t>          "prior_start": "2025-09-01",</a:t>
            </a:r>
          </a:p>
          <a:p>
            <a:r>
              <a:t>          "prior_end": "2025-09-30",</a:t>
            </a:r>
          </a:p>
          <a:p>
            <a:r>
              <a:t>          "prior_days": 30,</a:t>
            </a:r>
          </a:p>
          <a:p>
            <a:r>
              <a:t>          "prior_raw_mean": 0.45349633333333333,</a:t>
            </a:r>
          </a:p>
          <a:p>
            <a:r>
              <a:t>          "prior_value": 0.45349633333333333,</a:t>
            </a:r>
          </a:p>
          <a:p>
            <a:r>
              <a:t>          "yoy_fraction": 10.077605919636248,</a:t>
            </a:r>
          </a:p>
          <a:p>
            <a:r>
              <a:t>          "yoy_pct": 1007.7605919636248,</a:t>
            </a:r>
          </a:p>
          <a:p>
            <a:r>
              <a:t>          "value_label": "5.0",</a:t>
            </a:r>
          </a:p>
          <a:p>
            <a:r>
              <a:t>          "yoy_label": "(+1007.8%)",</a:t>
            </a:r>
          </a:p>
          <a:p>
            <a:r>
              <a:t>          "label": "5.0\n(+1007.8%)"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"NV_XC18",</a:t>
            </a:r>
          </a:p>
          <a:p>
            <a:r>
              <a:t>          "month": "2026-10",</a:t>
            </a:r>
          </a:p>
          <a:p>
            <a:r>
              <a:t>          "start": "2026-10-01",</a:t>
            </a:r>
          </a:p>
          <a:p>
            <a:r>
              <a:t>          "end": "2026-10-19",</a:t>
            </a:r>
          </a:p>
          <a:p>
            <a:r>
              <a:t>          "days": 19,</a:t>
            </a:r>
          </a:p>
          <a:p>
            <a:r>
              <a:t>          "partial": true,</a:t>
            </a:r>
          </a:p>
          <a:p>
            <a:r>
              <a:t>          "raw_sum": 65.35479,</a:t>
            </a:r>
          </a:p>
          <a:p>
            <a:r>
              <a:t>          "raw_mean": 3.439725789473684,</a:t>
            </a:r>
          </a:p>
          <a:p>
            <a:r>
              <a:t>          "value": 3.439725789473684,</a:t>
            </a:r>
          </a:p>
          <a:p>
            <a:r>
              <a:t>          "prior_start": "2025-10-01",</a:t>
            </a:r>
          </a:p>
          <a:p>
            <a:r>
              <a:t>          "prior_end": "2025-10-19",</a:t>
            </a:r>
          </a:p>
          <a:p>
            <a:r>
              <a:t>          "prior_days": 19,</a:t>
            </a:r>
          </a:p>
          <a:p>
            <a:r>
              <a:t>          "prior_raw_mean": 0.66723,</a:t>
            </a:r>
          </a:p>
          <a:p>
            <a:r>
              <a:t>          "prior_value": 0.66723,</a:t>
            </a:r>
          </a:p>
          <a:p>
            <a:r>
              <a:t>          "yoy_fraction": 4.155232512737263,</a:t>
            </a:r>
          </a:p>
          <a:p>
            <a:r>
              <a:t>          "yoy_pct": 415.5232512737263,</a:t>
            </a:r>
          </a:p>
          <a:p>
            <a:r>
              <a:t>          "value_label": "3.4",</a:t>
            </a:r>
          </a:p>
          <a:p>
            <a:r>
              <a:t>          "yoy_label": "(+415.5%)",</a:t>
            </a:r>
          </a:p>
          <a:p>
            <a:r>
              <a:t>          "label": "3.4\n(+415.5%)"</a:t>
            </a:r>
          </a:p>
          <a:p>
            <a:r>
              <a:t>        }</a:t>
            </a:r>
          </a:p>
          <a:p>
            <a:r>
              <a:t>      ]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"NV_XC19",</a:t>
            </a:r>
          </a:p>
          <a:p>
            <a:r>
              <a:t>      "label": "양파·어니언",</a:t>
            </a:r>
          </a:p>
          <a:p>
            <a:r>
              <a:t>      "points": [</a:t>
            </a:r>
          </a:p>
          <a:p>
            <a:r>
              <a:t>        {</a:t>
            </a:r>
          </a:p>
          <a:p>
            <a:r>
              <a:t>          "group_id": "NV_XC19",</a:t>
            </a:r>
          </a:p>
          <a:p>
            <a:r>
              <a:t>          "month": "2025-01",</a:t>
            </a:r>
          </a:p>
          <a:p>
            <a:r>
              <a:t>          "start": "2025-01-01",</a:t>
            </a:r>
          </a:p>
          <a:p>
            <a:r>
              <a:t>          "end": "2025-01-31",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12.83187,</a:t>
            </a:r>
          </a:p>
          <a:p>
            <a:r>
              <a:t>          "raw_mean": 0.41393129032258064,</a:t>
            </a:r>
          </a:p>
          <a:p>
            <a:r>
              <a:t>          "value": 40.90472659669354,</a:t>
            </a:r>
          </a:p>
          <a:p>
            <a:r>
              <a:t>          "prior_start": "2024-01-01",</a:t>
            </a:r>
          </a:p>
          <a:p>
            <a:r>
              <a:t>          "prior_end": "2024-01-31",</a:t>
            </a:r>
          </a:p>
          <a:p>
            <a:r>
              <a:t>          "prior_days": 31,</a:t>
            </a:r>
          </a:p>
          <a:p>
            <a:r>
              <a:t>          "prior_raw_mean": 0.46879096774193546,</a:t>
            </a:r>
          </a:p>
          <a:p>
            <a:r>
              <a:t>          "prior_value": 46.32596475501863,</a:t>
            </a:r>
          </a:p>
          <a:p>
            <a:r>
              <a:t>          "yoy_fraction": -0.11702375087046168,</a:t>
            </a:r>
          </a:p>
          <a:p>
            <a:r>
              <a:t>          "yoy_pct": -11.702375087046168,</a:t>
            </a:r>
          </a:p>
          <a:p>
            <a:r>
              <a:t>          "value_label": "40.9",</a:t>
            </a:r>
          </a:p>
          <a:p>
            <a:r>
              <a:t>          "yoy_label": "(-11.7%)",</a:t>
            </a:r>
          </a:p>
          <a:p>
            <a:r>
              <a:t>          "label": "40.9\n(-11.7%)"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"NV_XC19",</a:t>
            </a:r>
          </a:p>
          <a:p>
            <a:r>
              <a:t>          "month": "2025-02",</a:t>
            </a:r>
          </a:p>
          <a:p>
            <a:r>
              <a:t>          "start": "2025-02-01",</a:t>
            </a:r>
          </a:p>
          <a:p>
            <a:r>
              <a:t>          "end": "2025-02-28",</a:t>
            </a:r>
          </a:p>
          <a:p>
            <a:r>
              <a:t>          "days": 28,</a:t>
            </a:r>
          </a:p>
          <a:p>
            <a:r>
              <a:t>          "partial": false,</a:t>
            </a:r>
          </a:p>
          <a:p>
            <a:r>
              <a:t>          "raw_sum": 11.76376,</a:t>
            </a:r>
          </a:p>
          <a:p>
            <a:r>
              <a:t>          "raw_mean": 0.4201342857142857,</a:t>
            </a:r>
          </a:p>
          <a:p>
            <a:r>
              <a:t>          "value": 41.51770714808049,</a:t>
            </a:r>
          </a:p>
          <a:p>
            <a:r>
              <a:t>          "prior_start": "2024-02-01",</a:t>
            </a:r>
          </a:p>
          <a:p>
            <a:r>
              <a:t>          "prior_end": "2024-02-29",</a:t>
            </a:r>
          </a:p>
          <a:p>
            <a:r>
              <a:t>          "prior_days": 29,</a:t>
            </a:r>
          </a:p>
          <a:p>
            <a:r>
              <a:t>          "prior_raw_mean": 0.47495,</a:t>
            </a:r>
          </a:p>
          <a:p>
            <a:r>
              <a:t>          "prior_value": 46.934600865663974,</a:t>
            </a:r>
          </a:p>
          <a:p>
            <a:r>
              <a:t>          "yoy_fraction": -0.11541365256493175,</a:t>
            </a:r>
          </a:p>
          <a:p>
            <a:r>
              <a:t>          "yoy_pct": -11.541365256493174,</a:t>
            </a:r>
          </a:p>
          <a:p>
            <a:r>
              <a:t>          "value_label": "41.5",</a:t>
            </a:r>
          </a:p>
          <a:p>
            <a:r>
              <a:t>          "yoy_label": "(-11.5%)",</a:t>
            </a:r>
          </a:p>
          <a:p>
            <a:r>
              <a:t>          "label": "41.5\n(-11.5%)"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"NV_XC19",</a:t>
            </a:r>
          </a:p>
          <a:p>
            <a:r>
              <a:t>          "month": "2025-03",</a:t>
            </a:r>
          </a:p>
          <a:p>
            <a:r>
              <a:t>          "start": "2025-03-01",</a:t>
            </a:r>
          </a:p>
          <a:p>
            <a:r>
              <a:t>          "end": "2025-03-31",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12.36809,</a:t>
            </a:r>
          </a:p>
          <a:p>
            <a:r>
              <a:t>          "raw_mean": 0.3989706451612903,</a:t>
            </a:r>
          </a:p>
          <a:p>
            <a:r>
              <a:t>          "value": 39.42631432311108,</a:t>
            </a:r>
          </a:p>
          <a:p>
            <a:r>
              <a:t>          "prior_start": "2024-03-01",</a:t>
            </a:r>
          </a:p>
          <a:p>
            <a:r>
              <a:t>          "prior_end": "2024-03-31",</a:t>
            </a:r>
          </a:p>
          <a:p>
            <a:r>
              <a:t>          "prior_days": 31,</a:t>
            </a:r>
          </a:p>
          <a:p>
            <a:r>
              <a:t>          "prior_raw_mean": 0.47241774193548386,</a:t>
            </a:r>
          </a:p>
          <a:p>
            <a:r>
              <a:t>          "prior_value": 46.68436290051622,</a:t>
            </a:r>
          </a:p>
          <a:p>
            <a:r>
              <a:t>          "yoy_fraction": -0.15547065712071406,</a:t>
            </a:r>
          </a:p>
          <a:p>
            <a:r>
              <a:t>          "yoy_pct": -15.547065712071406,</a:t>
            </a:r>
          </a:p>
          <a:p>
            <a:r>
              <a:t>          "value_label": "39.4",</a:t>
            </a:r>
          </a:p>
          <a:p>
            <a:r>
              <a:t>          "yoy_label": "(-15.5%)",</a:t>
            </a:r>
          </a:p>
          <a:p>
            <a:r>
              <a:t>          "label": "39.4\n(-15.5%)"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"NV_XC19",</a:t>
            </a:r>
          </a:p>
          <a:p>
            <a:r>
              <a:t>          "month": "2025-04",</a:t>
            </a:r>
          </a:p>
          <a:p>
            <a:r>
              <a:t>          "start": "2025-04-01",</a:t>
            </a:r>
          </a:p>
          <a:p>
            <a:r>
              <a:t>          "end": "2025-04-30",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11.17341,</a:t>
            </a:r>
          </a:p>
          <a:p>
            <a:r>
              <a:t>          "raw_mean": 0.37244700000000003,</a:t>
            </a:r>
          </a:p>
          <a:p>
            <a:r>
              <a:t>          "value": 36.80524537027887,</a:t>
            </a:r>
          </a:p>
          <a:p>
            <a:r>
              <a:t>          "prior_start": "2024-04-01",</a:t>
            </a:r>
          </a:p>
          <a:p>
            <a:r>
              <a:t>          "prior_end": "2024-04-30",</a:t>
            </a:r>
          </a:p>
          <a:p>
            <a:r>
              <a:t>          "prior_days": 30,</a:t>
            </a:r>
          </a:p>
          <a:p>
            <a:r>
              <a:t>          "prior_raw_mean": 0.398214,</a:t>
            </a:r>
          </a:p>
          <a:p>
            <a:r>
              <a:t>          "prior_value": 39.35154258157598,</a:t>
            </a:r>
          </a:p>
          <a:p>
            <a:r>
              <a:t>          "yoy_fraction": -0.06470641413913114,</a:t>
            </a:r>
          </a:p>
          <a:p>
            <a:r>
              <a:t>          "yoy_pct": -6.470641413913114,</a:t>
            </a:r>
          </a:p>
          <a:p>
            <a:r>
              <a:t>          "value_label": "36.8",</a:t>
            </a:r>
          </a:p>
          <a:p>
            <a:r>
              <a:t>          "yoy_label": "(-6.5%)",</a:t>
            </a:r>
          </a:p>
          <a:p>
            <a:r>
              <a:t>          "label": "36.8\n(-6.5%)"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"NV_XC19",</a:t>
            </a:r>
          </a:p>
          <a:p>
            <a:r>
              <a:t>          "month": "2025-05",</a:t>
            </a:r>
          </a:p>
          <a:p>
            <a:r>
              <a:t>          "start": "2025-05-01",</a:t>
            </a:r>
          </a:p>
          <a:p>
            <a:r>
              <a:t>          "end": "2025-05-31",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11.56694,</a:t>
            </a:r>
          </a:p>
          <a:p>
            <a:r>
              <a:t>          "raw_mean": 0.3731270967741936,</a:t>
            </a:r>
          </a:p>
          <a:p>
            <a:r>
              <a:t>          "value": 36.87245259345352,</a:t>
            </a:r>
          </a:p>
          <a:p>
            <a:r>
              <a:t>          "prior_start": "2024-05-01",</a:t>
            </a:r>
          </a:p>
          <a:p>
            <a:r>
              <a:t>          "prior_end": "2024-05-31",</a:t>
            </a:r>
          </a:p>
          <a:p>
            <a:r>
              <a:t>          "prior_days": 31,</a:t>
            </a:r>
          </a:p>
          <a:p>
            <a:r>
              <a:t>          "prior_raw_mean": 0.4157458064516129,</a:t>
            </a:r>
          </a:p>
          <a:p>
            <a:r>
              <a:t>          "prior_value": 41.0840372405096,</a:t>
            </a:r>
          </a:p>
          <a:p>
            <a:r>
              <a:t>          "yoy_fraction": -0.10251146016641677,</a:t>
            </a:r>
          </a:p>
          <a:p>
            <a:r>
              <a:t>          "yoy_pct": -10.251146016641677,</a:t>
            </a:r>
          </a:p>
          <a:p>
            <a:r>
              <a:t>          "value_label": "36.9",</a:t>
            </a:r>
          </a:p>
          <a:p>
            <a:r>
              <a:t>          "yoy_label": "(-10.3%)",</a:t>
            </a:r>
          </a:p>
          <a:p>
            <a:r>
              <a:t>          "label": "36.9\n(-10.3%)"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"NV_XC19",</a:t>
            </a:r>
          </a:p>
          <a:p>
            <a:r>
              <a:t>          "month": "2025-06",</a:t>
            </a:r>
          </a:p>
          <a:p>
            <a:r>
              <a:t>          "start": "2025-06-01",</a:t>
            </a:r>
          </a:p>
          <a:p>
            <a:r>
              <a:t>          "end": "2025-06-30",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11.0891,</a:t>
            </a:r>
          </a:p>
          <a:p>
            <a:r>
              <a:t>          "raw_mean": 0.36963666666666667,</a:t>
            </a:r>
          </a:p>
          <a:p>
            <a:r>
              <a:t>          "value": 36.52752798255496,</a:t>
            </a:r>
          </a:p>
          <a:p>
            <a:r>
              <a:t>          "prior_start": "2024-06-01",</a:t>
            </a:r>
          </a:p>
          <a:p>
            <a:r>
              <a:t>          "prior_end": "2024-06-30",</a:t>
            </a:r>
          </a:p>
          <a:p>
            <a:r>
              <a:t>          "prior_days": 30,</a:t>
            </a:r>
          </a:p>
          <a:p>
            <a:r>
              <a:t>          "prior_raw_mean": 0.4647406666666667,</a:t>
            </a:r>
          </a:p>
          <a:p>
            <a:r>
              <a:t>          "prior_value": 45.925713645736565,</a:t>
            </a:r>
          </a:p>
          <a:p>
            <a:r>
              <a:t>          "yoy_fraction": -0.20463885952165428,</a:t>
            </a:r>
          </a:p>
          <a:p>
            <a:r>
              <a:t>          "yoy_pct": -20.463885952165427,</a:t>
            </a:r>
          </a:p>
          <a:p>
            <a:r>
              <a:t>          "value_label": "36.5",</a:t>
            </a:r>
          </a:p>
          <a:p>
            <a:r>
              <a:t>          "yoy_label": "(-20.5%)",</a:t>
            </a:r>
          </a:p>
          <a:p>
            <a:r>
              <a:t>          "label": "36.5\n(-20.5%)"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"NV_XC19",</a:t>
            </a:r>
          </a:p>
          <a:p>
            <a:r>
              <a:t>          "month": "2025-07",</a:t>
            </a:r>
          </a:p>
          <a:p>
            <a:r>
              <a:t>          "start": "2025-07-01",</a:t>
            </a:r>
          </a:p>
          <a:p>
            <a:r>
              <a:t>          "end": "2025-07-31",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11.18751,</a:t>
            </a:r>
          </a:p>
          <a:p>
            <a:r>
              <a:t>          "raw_mean": 0.3608874193548387,</a:t>
            </a:r>
          </a:p>
          <a:p>
            <a:r>
              <a:t>          "value": 35.66292659197568,</a:t>
            </a:r>
          </a:p>
          <a:p>
            <a:r>
              <a:t>          "prior_start": "2024-07-01",</a:t>
            </a:r>
          </a:p>
          <a:p>
            <a:r>
              <a:t>          "prior_end": "2024-07-31",</a:t>
            </a:r>
          </a:p>
          <a:p>
            <a:r>
              <a:t>          "prior_days": 31,</a:t>
            </a:r>
          </a:p>
          <a:p>
            <a:r>
              <a:t>          "prior_raw_mean": 0.48148483870967745,</a:t>
            </a:r>
          </a:p>
          <a:p>
            <a:r>
              <a:t>          "prior_value": 47.58037420298411,</a:t>
            </a:r>
          </a:p>
          <a:p>
            <a:r>
              <a:t>          "yoy_fraction": -0.25046981682336156,</a:t>
            </a:r>
          </a:p>
          <a:p>
            <a:r>
              <a:t>          "yoy_pct": -25.046981682336156,</a:t>
            </a:r>
          </a:p>
          <a:p>
            <a:r>
              <a:t>          "value_label": "35.7",</a:t>
            </a:r>
          </a:p>
          <a:p>
            <a:r>
              <a:t>          "yoy_label": "(-25.0%)",</a:t>
            </a:r>
          </a:p>
          <a:p>
            <a:r>
              <a:t>          "label": "35.7\n(-25.0%)"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"NV_XC19",</a:t>
            </a:r>
          </a:p>
          <a:p>
            <a:r>
              <a:t>          "month": "2025-08",</a:t>
            </a:r>
          </a:p>
          <a:p>
            <a:r>
              <a:t>          "start": "2025-08-01",</a:t>
            </a:r>
          </a:p>
          <a:p>
            <a:r>
              <a:t>          "end": "2025-08-31",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11.637220000000001,</a:t>
            </a:r>
          </a:p>
          <a:p>
            <a:r>
              <a:t>          "raw_mean": 0.37539419354838716,</a:t>
            </a:r>
          </a:p>
          <a:p>
            <a:r>
              <a:t>          "value": 37.096487296518276,</a:t>
            </a:r>
          </a:p>
          <a:p>
            <a:r>
              <a:t>          "prior_start": "2024-08-01",</a:t>
            </a:r>
          </a:p>
          <a:p>
            <a:r>
              <a:t>          "prior_end": "2024-08-31",</a:t>
            </a:r>
          </a:p>
          <a:p>
            <a:r>
              <a:t>          "prior_days": 31,</a:t>
            </a:r>
          </a:p>
          <a:p>
            <a:r>
              <a:t>          "prior_raw_mean": 0.5123148387096774,</a:t>
            </a:r>
          </a:p>
          <a:p>
            <a:r>
              <a:t>          "prior_value": 50.62699752057211,</a:t>
            </a:r>
          </a:p>
          <a:p>
            <a:r>
              <a:t>          "yoy_fraction": -0.2672587924764007,</a:t>
            </a:r>
          </a:p>
          <a:p>
            <a:r>
              <a:t>          "yoy_pct": -26.725879247640073,</a:t>
            </a:r>
          </a:p>
          <a:p>
            <a:r>
              <a:t>          "value_label": "37.1",</a:t>
            </a:r>
          </a:p>
          <a:p>
            <a:r>
              <a:t>          "yoy_label": "(-26.7%)",</a:t>
            </a:r>
          </a:p>
          <a:p>
            <a:r>
              <a:t>          "label": "37.1\n(-26.7%)"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"NV_XC19",</a:t>
            </a:r>
          </a:p>
          <a:p>
            <a:r>
              <a:t>          "month": "2025-09",</a:t>
            </a:r>
          </a:p>
          <a:p>
            <a:r>
              <a:t>          "start": "2025-09-01",</a:t>
            </a:r>
          </a:p>
          <a:p>
            <a:r>
              <a:t>          "end": "2025-09-30",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10.40043,</a:t>
            </a:r>
          </a:p>
          <a:p>
            <a:r>
              <a:t>          "raw_mean": 0.346681,</a:t>
            </a:r>
          </a:p>
          <a:p>
            <a:r>
              <a:t>          "value": 34.25904697906991,</a:t>
            </a:r>
          </a:p>
          <a:p>
            <a:r>
              <a:t>          "prior_start": "2024-09-01",</a:t>
            </a:r>
          </a:p>
          <a:p>
            <a:r>
              <a:t>          "prior_end": "2024-09-30",</a:t>
            </a:r>
          </a:p>
          <a:p>
            <a:r>
              <a:t>          "prior_days": 30,</a:t>
            </a:r>
          </a:p>
          <a:p>
            <a:r>
              <a:t>          "prior_raw_mean": 0.49425600000000003,</a:t>
            </a:r>
          </a:p>
          <a:p>
            <a:r>
              <a:t>          "prior_value": 48.842421487439964,</a:t>
            </a:r>
          </a:p>
          <a:p>
            <a:r>
              <a:t>          "yoy_fraction": -0.2985800880515359,</a:t>
            </a:r>
          </a:p>
          <a:p>
            <a:r>
              <a:t>          "yoy_pct": -29.85800880515359,</a:t>
            </a:r>
          </a:p>
          <a:p>
            <a:r>
              <a:t>          "value_label": "34.3",</a:t>
            </a:r>
          </a:p>
          <a:p>
            <a:r>
              <a:t>          "yoy_label": "(-29.9%)",</a:t>
            </a:r>
          </a:p>
          <a:p>
            <a:r>
              <a:t>          "label": "34.3\n(-29.9%)"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"NV_XC19",</a:t>
            </a:r>
          </a:p>
          <a:p>
            <a:r>
              <a:t>          "month": "2025-10",</a:t>
            </a:r>
          </a:p>
          <a:p>
            <a:r>
              <a:t>          "start": "2025-10-01",</a:t>
            </a:r>
          </a:p>
          <a:p>
            <a:r>
              <a:t>          "end": "2025-10-31",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11.90424,</a:t>
            </a:r>
          </a:p>
          <a:p>
            <a:r>
              <a:t>          "raw_mean": 0.38400774193548387,</a:t>
            </a:r>
          </a:p>
          <a:p>
            <a:r>
              <a:t>          "value": 37.9476789073941,</a:t>
            </a:r>
          </a:p>
          <a:p>
            <a:r>
              <a:t>          "prior_start": "2024-10-01",</a:t>
            </a:r>
          </a:p>
          <a:p>
            <a:r>
              <a:t>          "prior_end": "2024-10-31",</a:t>
            </a:r>
          </a:p>
          <a:p>
            <a:r>
              <a:t>          "prior_days": 31,</a:t>
            </a:r>
          </a:p>
          <a:p>
            <a:r>
              <a:t>          "prior_raw_mean": 0.46380354838709675,</a:t>
            </a:r>
          </a:p>
          <a:p>
            <a:r>
              <a:t>          "prior_value": 45.83310753474482,</a:t>
            </a:r>
          </a:p>
          <a:p>
            <a:r>
              <a:t>          "yoy_fraction": -0.17204656309574895,</a:t>
            </a:r>
          </a:p>
          <a:p>
            <a:r>
              <a:t>          "yoy_pct": -17.204656309574894,</a:t>
            </a:r>
          </a:p>
          <a:p>
            <a:r>
              <a:t>          "value_label": "37.9",</a:t>
            </a:r>
          </a:p>
          <a:p>
            <a:r>
              <a:t>          "yoy_label": "(-17.2%)",</a:t>
            </a:r>
          </a:p>
          <a:p>
            <a:r>
              <a:t>          "label": "37.9\n(-17.2%)"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"NV_XC19",</a:t>
            </a:r>
          </a:p>
          <a:p>
            <a:r>
              <a:t>          "month": "2025-11",</a:t>
            </a:r>
          </a:p>
          <a:p>
            <a:r>
              <a:t>          "start": "2025-11-01",</a:t>
            </a:r>
          </a:p>
          <a:p>
            <a:r>
              <a:t>          "end": "2025-11-30",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9.33227,</a:t>
            </a:r>
          </a:p>
          <a:p>
            <a:r>
              <a:t>          "raw_mean": 0.31107566666666664,</a:t>
            </a:r>
          </a:p>
          <a:p>
            <a:r>
              <a:t>          "value": 30.740524800548123,</a:t>
            </a:r>
          </a:p>
          <a:p>
            <a:r>
              <a:t>          "prior_start": "2024-11-01",</a:t>
            </a:r>
          </a:p>
          <a:p>
            <a:r>
              <a:t>          "prior_end": "2024-11-30",</a:t>
            </a:r>
          </a:p>
          <a:p>
            <a:r>
              <a:t>          "prior_days": 30,</a:t>
            </a:r>
          </a:p>
          <a:p>
            <a:r>
              <a:t>          "prior_raw_mean": 0.43850533333333336,</a:t>
            </a:r>
          </a:p>
          <a:p>
            <a:r>
              <a:t>          "prior_value": 43.33313569315704,</a:t>
            </a:r>
          </a:p>
          <a:p>
            <a:r>
              <a:t>          "yoy_fraction": -0.2906000383119628,</a:t>
            </a:r>
          </a:p>
          <a:p>
            <a:r>
              <a:t>          "yoy_pct": -29.06000383119628,</a:t>
            </a:r>
          </a:p>
          <a:p>
            <a:r>
              <a:t>          "value_label": "30.7",</a:t>
            </a:r>
          </a:p>
          <a:p>
            <a:r>
              <a:t>          "yoy_label": "(-29.1%)",</a:t>
            </a:r>
          </a:p>
          <a:p>
            <a:r>
              <a:t>          "label": "30.7\n(-29.1%)"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"NV_XC19",</a:t>
            </a:r>
          </a:p>
          <a:p>
            <a:r>
              <a:t>          "month": "2025-12",</a:t>
            </a:r>
          </a:p>
          <a:p>
            <a:r>
              <a:t>          "start": "2025-12-01",</a:t>
            </a:r>
          </a:p>
          <a:p>
            <a:r>
              <a:t>          "end": "2025-12-31",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8.89657,</a:t>
            </a:r>
          </a:p>
          <a:p>
            <a:r>
              <a:t>          "raw_mean": 0.28698612903225806,</a:t>
            </a:r>
          </a:p>
          <a:p>
            <a:r>
              <a:t>          "value": 28.359994568082897,</a:t>
            </a:r>
          </a:p>
          <a:p>
            <a:r>
              <a:t>          "prior_start": "2024-12-01",</a:t>
            </a:r>
          </a:p>
          <a:p>
            <a:r>
              <a:t>          "prior_end": "2024-12-31",</a:t>
            </a:r>
          </a:p>
          <a:p>
            <a:r>
              <a:t>          "prior_days": 31,</a:t>
            </a:r>
          </a:p>
          <a:p>
            <a:r>
              <a:t>          "prior_raw_mean": 0.44385483870967746,</a:t>
            </a:r>
          </a:p>
          <a:p>
            <a:r>
              <a:t>          "prior_value": 43.861774285992986,</a:t>
            </a:r>
          </a:p>
          <a:p>
            <a:r>
              <a:t>          "yoy_fraction": -0.3534234528870962,</a:t>
            </a:r>
          </a:p>
          <a:p>
            <a:r>
              <a:t>          "yoy_pct": -35.34234528870962,</a:t>
            </a:r>
          </a:p>
          <a:p>
            <a:r>
              <a:t>          "value_label": "28.4",</a:t>
            </a:r>
          </a:p>
          <a:p>
            <a:r>
              <a:t>          "yoy_label": "(-35.3%)",</a:t>
            </a:r>
          </a:p>
          <a:p>
            <a:r>
              <a:t>          "label": "28.4\n(-35.3%)"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"NV_XC19",</a:t>
            </a:r>
          </a:p>
          <a:p>
            <a:r>
              <a:t>          "month": "2026-01",</a:t>
            </a:r>
          </a:p>
          <a:p>
            <a:r>
              <a:t>          "start": "2026-01-01",</a:t>
            </a:r>
          </a:p>
          <a:p>
            <a:r>
              <a:t>          "end": "2026-01-31",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10.06308,</a:t>
            </a:r>
          </a:p>
          <a:p>
            <a:r>
              <a:t>          "raw_mean": 0.3246154838709677,</a:t>
            </a:r>
          </a:p>
          <a:p>
            <a:r>
              <a:t>          "value": 32.07853073017844,</a:t>
            </a:r>
          </a:p>
          <a:p>
            <a:r>
              <a:t>          "prior_start": "2025-01-01",</a:t>
            </a:r>
          </a:p>
          <a:p>
            <a:r>
              <a:t>          "prior_end": "2025-01-31",</a:t>
            </a:r>
          </a:p>
          <a:p>
            <a:r>
              <a:t>          "prior_days": 31,</a:t>
            </a:r>
          </a:p>
          <a:p>
            <a:r>
              <a:t>          "prior_raw_mean": 0.41393129032258064,</a:t>
            </a:r>
          </a:p>
          <a:p>
            <a:r>
              <a:t>          "prior_value": 40.90472659669354,</a:t>
            </a:r>
          </a:p>
          <a:p>
            <a:r>
              <a:t>          "yoy_fraction": -0.21577447402444072,</a:t>
            </a:r>
          </a:p>
          <a:p>
            <a:r>
              <a:t>          "yoy_pct": -21.577447402444072,</a:t>
            </a:r>
          </a:p>
          <a:p>
            <a:r>
              <a:t>          "value_label": "32.1",</a:t>
            </a:r>
          </a:p>
          <a:p>
            <a:r>
              <a:t>          "yoy_label": "(-21.6%)",</a:t>
            </a:r>
          </a:p>
          <a:p>
            <a:r>
              <a:t>          "label": "32.1\n(-21.6%)"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"NV_XC19",</a:t>
            </a:r>
          </a:p>
          <a:p>
            <a:r>
              <a:t>          "month": "2026-02",</a:t>
            </a:r>
          </a:p>
          <a:p>
            <a:r>
              <a:t>          "start": "2026-02-01",</a:t>
            </a:r>
          </a:p>
          <a:p>
            <a:r>
              <a:t>          "end": "2026-02-28",</a:t>
            </a:r>
          </a:p>
          <a:p>
            <a:r>
              <a:t>          "days": 28,</a:t>
            </a:r>
          </a:p>
          <a:p>
            <a:r>
              <a:t>          "partial": false,</a:t>
            </a:r>
          </a:p>
          <a:p>
            <a:r>
              <a:t>          "raw_sum": 7.85652,</a:t>
            </a:r>
          </a:p>
          <a:p>
            <a:r>
              <a:t>          "raw_mean": 0.28059,</a:t>
            </a:r>
          </a:p>
          <a:p>
            <a:r>
              <a:t>          "value": 27.72792853331225,</a:t>
            </a:r>
          </a:p>
          <a:p>
            <a:r>
              <a:t>          "prior_start": "2025-02-01",</a:t>
            </a:r>
          </a:p>
          <a:p>
            <a:r>
              <a:t>          "prior_end": "2025-02-28",</a:t>
            </a:r>
          </a:p>
          <a:p>
            <a:r>
              <a:t>          "prior_days": 28,</a:t>
            </a:r>
          </a:p>
          <a:p>
            <a:r>
              <a:t>          "prior_raw_mean": 0.4201342857142857,</a:t>
            </a:r>
          </a:p>
          <a:p>
            <a:r>
              <a:t>          "prior_value": 41.51770714808049,</a:t>
            </a:r>
          </a:p>
          <a:p>
            <a:r>
              <a:t>          "yoy_fraction": -0.33214210422517965,</a:t>
            </a:r>
          </a:p>
          <a:p>
            <a:r>
              <a:t>          "yoy_pct": -33.214210422517965,</a:t>
            </a:r>
          </a:p>
          <a:p>
            <a:r>
              <a:t>          "value_label": "27.7",</a:t>
            </a:r>
          </a:p>
          <a:p>
            <a:r>
              <a:t>          "yoy_label": "(-33.2%)",</a:t>
            </a:r>
          </a:p>
          <a:p>
            <a:r>
              <a:t>          "label": "27.7\n(-33.2%)"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"NV_XC19",</a:t>
            </a:r>
          </a:p>
          <a:p>
            <a:r>
              <a:t>          "month": "2026-03",</a:t>
            </a:r>
          </a:p>
          <a:p>
            <a:r>
              <a:t>          "start": "2026-03-01",</a:t>
            </a:r>
          </a:p>
          <a:p>
            <a:r>
              <a:t>          "end": "2026-03-31",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7.8424499999999995,</a:t>
            </a:r>
          </a:p>
          <a:p>
            <a:r>
              <a:t>          "raw_mean": 0.25298225806451613,</a:t>
            </a:r>
          </a:p>
          <a:p>
            <a:r>
              <a:t>          "value": 24.999729041693787,</a:t>
            </a:r>
          </a:p>
          <a:p>
            <a:r>
              <a:t>          "prior_start": "2025-03-01",</a:t>
            </a:r>
          </a:p>
          <a:p>
            <a:r>
              <a:t>          "prior_end": "2025-03-31",</a:t>
            </a:r>
          </a:p>
          <a:p>
            <a:r>
              <a:t>          "prior_days": 31,</a:t>
            </a:r>
          </a:p>
          <a:p>
            <a:r>
              <a:t>          "prior_raw_mean": 0.3989706451612903,</a:t>
            </a:r>
          </a:p>
          <a:p>
            <a:r>
              <a:t>          "prior_value": 39.42631432311108,</a:t>
            </a:r>
          </a:p>
          <a:p>
            <a:r>
              <a:t>          "yoy_fraction": -0.36591260251178637,</a:t>
            </a:r>
          </a:p>
          <a:p>
            <a:r>
              <a:t>          "yoy_pct": -36.59126025117864,</a:t>
            </a:r>
          </a:p>
          <a:p>
            <a:r>
              <a:t>          "value_label": "25.0",</a:t>
            </a:r>
          </a:p>
          <a:p>
            <a:r>
              <a:t>          "yoy_label": "(-36.6%)",</a:t>
            </a:r>
          </a:p>
          <a:p>
            <a:r>
              <a:t>          "label": "25.0\n(-36.6%)"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"NV_XC19",</a:t>
            </a:r>
          </a:p>
          <a:p>
            <a:r>
              <a:t>          "month": "2026-04",</a:t>
            </a:r>
          </a:p>
          <a:p>
            <a:r>
              <a:t>          "start": "2026-04-01",</a:t>
            </a:r>
          </a:p>
          <a:p>
            <a:r>
              <a:t>          "end": "2026-04-30",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8.98087,</a:t>
            </a:r>
          </a:p>
          <a:p>
            <a:r>
              <a:t>          "raw_mean": 0.29936233333333334,</a:t>
            </a:r>
          </a:p>
          <a:p>
            <a:r>
              <a:t>          "value": 29.583012168046853,</a:t>
            </a:r>
          </a:p>
          <a:p>
            <a:r>
              <a:t>          "prior_start": "2025-04-01",</a:t>
            </a:r>
          </a:p>
          <a:p>
            <a:r>
              <a:t>          "prior_end": "2025-04-30",</a:t>
            </a:r>
          </a:p>
          <a:p>
            <a:r>
              <a:t>          "prior_days": 30,</a:t>
            </a:r>
          </a:p>
          <a:p>
            <a:r>
              <a:t>          "prior_raw_mean": 0.37244700000000003,</a:t>
            </a:r>
          </a:p>
          <a:p>
            <a:r>
              <a:t>          "prior_value": 36.80524537027887,</a:t>
            </a:r>
          </a:p>
          <a:p>
            <a:r>
              <a:t>          "yoy_fraction": -0.19622836716812497,</a:t>
            </a:r>
          </a:p>
          <a:p>
            <a:r>
              <a:t>          "yoy_pct": -19.622836716812497,</a:t>
            </a:r>
          </a:p>
          <a:p>
            <a:r>
              <a:t>          "value_label": "29.6",</a:t>
            </a:r>
          </a:p>
          <a:p>
            <a:r>
              <a:t>          "yoy_label": "(-19.6%)",</a:t>
            </a:r>
          </a:p>
          <a:p>
            <a:r>
              <a:t>          "label": "29.6\n(-19.6%)"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"NV_XC19",</a:t>
            </a:r>
          </a:p>
          <a:p>
            <a:r>
              <a:t>          "month": "2026-05",</a:t>
            </a:r>
          </a:p>
          <a:p>
            <a:r>
              <a:t>          "start": "2026-05-01",</a:t>
            </a:r>
          </a:p>
          <a:p>
            <a:r>
              <a:t>          "end": "2026-05-31",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8.89657,</a:t>
            </a:r>
          </a:p>
          <a:p>
            <a:r>
              <a:t>          "raw_mean": 0.28698612903225806,</a:t>
            </a:r>
          </a:p>
          <a:p>
            <a:r>
              <a:t>          "value": 28.359994568082897,</a:t>
            </a:r>
          </a:p>
          <a:p>
            <a:r>
              <a:t>          "prior_start": "2025-05-01",</a:t>
            </a:r>
          </a:p>
          <a:p>
            <a:r>
              <a:t>          "prior_end": "2025-05-31",</a:t>
            </a:r>
          </a:p>
          <a:p>
            <a:r>
              <a:t>          "prior_days": 31,</a:t>
            </a:r>
          </a:p>
          <a:p>
            <a:r>
              <a:t>          "prior_raw_mean": 0.3731270967741936,</a:t>
            </a:r>
          </a:p>
          <a:p>
            <a:r>
              <a:t>          "prior_value": 36.87245259345352,</a:t>
            </a:r>
          </a:p>
          <a:p>
            <a:r>
              <a:t>          "yoy_fraction": -0.2308622678080805,</a:t>
            </a:r>
          </a:p>
          <a:p>
            <a:r>
              <a:t>          "yoy_pct": -23.08622678080805,</a:t>
            </a:r>
          </a:p>
          <a:p>
            <a:r>
              <a:t>          "value_label": "28.4",</a:t>
            </a:r>
          </a:p>
          <a:p>
            <a:r>
              <a:t>          "yoy_label": "(-23.1%)",</a:t>
            </a:r>
          </a:p>
          <a:p>
            <a:r>
              <a:t>          "label": "28.4\n(-23.1%)"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"NV_XC19",</a:t>
            </a:r>
          </a:p>
          <a:p>
            <a:r>
              <a:t>          "month": "2026-06",</a:t>
            </a:r>
          </a:p>
          <a:p>
            <a:r>
              <a:t>          "start": "2026-06-01",</a:t>
            </a:r>
          </a:p>
          <a:p>
            <a:r>
              <a:t>          "end": "2026-06-30",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8.36247,</a:t>
            </a:r>
          </a:p>
          <a:p>
            <a:r>
              <a:t>          "raw_mean": 0.278749,</a:t>
            </a:r>
          </a:p>
          <a:p>
            <a:r>
              <a:t>          "value": 27.54600075103267,</a:t>
            </a:r>
          </a:p>
          <a:p>
            <a:r>
              <a:t>          "prior_start": "2025-06-01",</a:t>
            </a:r>
          </a:p>
          <a:p>
            <a:r>
              <a:t>          "prior_end": "2025-06-30",</a:t>
            </a:r>
          </a:p>
          <a:p>
            <a:r>
              <a:t>          "prior_days": 30,</a:t>
            </a:r>
          </a:p>
          <a:p>
            <a:r>
              <a:t>          "prior_raw_mean": 0.36963666666666667,</a:t>
            </a:r>
          </a:p>
          <a:p>
            <a:r>
              <a:t>          "prior_value": 36.52752798255496,</a:t>
            </a:r>
          </a:p>
          <a:p>
            <a:r>
              <a:t>          "yoy_fraction": -0.24588379579947872,</a:t>
            </a:r>
          </a:p>
          <a:p>
            <a:r>
              <a:t>          "yoy_pct": -24.588379579947873,</a:t>
            </a:r>
          </a:p>
          <a:p>
            <a:r>
              <a:t>          "value_label": "27.5",</a:t>
            </a:r>
          </a:p>
          <a:p>
            <a:r>
              <a:t>          "yoy_label": "(-24.6%)",</a:t>
            </a:r>
          </a:p>
          <a:p>
            <a:r>
              <a:t>          "label": "27.5\n(-24.6%)"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"NV_XC19",</a:t>
            </a:r>
          </a:p>
          <a:p>
            <a:r>
              <a:t>          "month": "2026-07",</a:t>
            </a:r>
          </a:p>
          <a:p>
            <a:r>
              <a:t>          "start": "2026-07-01",</a:t>
            </a:r>
          </a:p>
          <a:p>
            <a:r>
              <a:t>          "end": "2026-07-31",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8.72788,</a:t>
            </a:r>
          </a:p>
          <a:p>
            <a:r>
              <a:t>          "raw_mean": 0.2815445161290323,</a:t>
            </a:r>
          </a:p>
          <a:p>
            <a:r>
              <a:t>          "value": 27.822253901321446,</a:t>
            </a:r>
          </a:p>
          <a:p>
            <a:r>
              <a:t>          "prior_start": "2025-07-01",</a:t>
            </a:r>
          </a:p>
          <a:p>
            <a:r>
              <a:t>          "prior_end": "2025-07-31",</a:t>
            </a:r>
          </a:p>
          <a:p>
            <a:r>
              <a:t>          "prior_days": 31,</a:t>
            </a:r>
          </a:p>
          <a:p>
            <a:r>
              <a:t>          "prior_raw_mean": 0.3608874193548387,</a:t>
            </a:r>
          </a:p>
          <a:p>
            <a:r>
              <a:t>          "prior_value": 35.66292659197568,</a:t>
            </a:r>
          </a:p>
          <a:p>
            <a:r>
              <a:t>          "yoy_fraction": -0.21985499901229144,</a:t>
            </a:r>
          </a:p>
          <a:p>
            <a:r>
              <a:t>          "yoy_pct": -21.985499901229144,</a:t>
            </a:r>
          </a:p>
          <a:p>
            <a:r>
              <a:t>          "value_label": "27.8",</a:t>
            </a:r>
          </a:p>
          <a:p>
            <a:r>
              <a:t>          "yoy_label": "(-22.0%)",</a:t>
            </a:r>
          </a:p>
          <a:p>
            <a:r>
              <a:t>          "label": "27.8\n(-22.0%)"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"NV_XC19",</a:t>
            </a:r>
          </a:p>
          <a:p>
            <a:r>
              <a:t>          "month": "2026-08",</a:t>
            </a:r>
          </a:p>
          <a:p>
            <a:r>
              <a:t>          "start": "2026-08-01",</a:t>
            </a:r>
          </a:p>
          <a:p>
            <a:r>
              <a:t>          "end": "2026-08-31",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8.40463,</a:t>
            </a:r>
          </a:p>
          <a:p>
            <a:r>
              <a:t>          "raw_mean": 0.27111709677419354,</a:t>
            </a:r>
          </a:p>
          <a:p>
            <a:r>
              <a:t>          "value": 26.79181540152514,</a:t>
            </a:r>
          </a:p>
          <a:p>
            <a:r>
              <a:t>          "prior_start": "2025-08-01",</a:t>
            </a:r>
          </a:p>
          <a:p>
            <a:r>
              <a:t>          "prior_end": "2025-08-31",</a:t>
            </a:r>
          </a:p>
          <a:p>
            <a:r>
              <a:t>          "prior_days": 31,</a:t>
            </a:r>
          </a:p>
          <a:p>
            <a:r>
              <a:t>          "prior_raw_mean": 0.37539419354838716,</a:t>
            </a:r>
          </a:p>
          <a:p>
            <a:r>
              <a:t>          "prior_value": 37.096487296518276,</a:t>
            </a:r>
          </a:p>
          <a:p>
            <a:r>
              <a:t>          "yoy_fraction": -0.2777802602339734,</a:t>
            </a:r>
          </a:p>
          <a:p>
            <a:r>
              <a:t>          "yoy_pct": -27.778026023397338,</a:t>
            </a:r>
          </a:p>
          <a:p>
            <a:r>
              <a:t>          "value_label": "26.8",</a:t>
            </a:r>
          </a:p>
          <a:p>
            <a:r>
              <a:t>          "yoy_label": "(-27.8%)",</a:t>
            </a:r>
          </a:p>
          <a:p>
            <a:r>
              <a:t>          "label": "26.8\n(-27.8%)"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"NV_XC19",</a:t>
            </a:r>
          </a:p>
          <a:p>
            <a:r>
              <a:t>          "month": "2026-09",</a:t>
            </a:r>
          </a:p>
          <a:p>
            <a:r>
              <a:t>          "start": "2026-09-01",</a:t>
            </a:r>
          </a:p>
          <a:p>
            <a:r>
              <a:t>          "end": "2026-09-30",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5.36879,</a:t>
            </a:r>
          </a:p>
          <a:p>
            <a:r>
              <a:t>          "raw_mean": 0.17895966666666666,</a:t>
            </a:r>
          </a:p>
          <a:p>
            <a:r>
              <a:t>          "value": 17.68481003485055,</a:t>
            </a:r>
          </a:p>
          <a:p>
            <a:r>
              <a:t>          "prior_start": "2025-09-01",</a:t>
            </a:r>
          </a:p>
          <a:p>
            <a:r>
              <a:t>          "prior_end": "2025-09-30",</a:t>
            </a:r>
          </a:p>
          <a:p>
            <a:r>
              <a:t>          "prior_days": 30,</a:t>
            </a:r>
          </a:p>
          <a:p>
            <a:r>
              <a:t>          "prior_raw_mean": 0.346681,</a:t>
            </a:r>
          </a:p>
          <a:p>
            <a:r>
              <a:t>          "prior_value": 34.25904697906991,</a:t>
            </a:r>
          </a:p>
          <a:p>
            <a:r>
              <a:t>          "yoy_fraction": -0.4837915355422805,</a:t>
            </a:r>
          </a:p>
          <a:p>
            <a:r>
              <a:t>          "yoy_pct": -48.37915355422805,</a:t>
            </a:r>
          </a:p>
          <a:p>
            <a:r>
              <a:t>          "value_label": "17.7",</a:t>
            </a:r>
          </a:p>
          <a:p>
            <a:r>
              <a:t>          "yoy_label": "(-48.4%)",</a:t>
            </a:r>
          </a:p>
          <a:p>
            <a:r>
              <a:t>          "label": "17.7\n(-48.4%)"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"NV_XC19",</a:t>
            </a:r>
          </a:p>
          <a:p>
            <a:r>
              <a:t>          "month": "2026-10",</a:t>
            </a:r>
          </a:p>
          <a:p>
            <a:r>
              <a:t>          "start": "2026-10-01",</a:t>
            </a:r>
          </a:p>
          <a:p>
            <a:r>
              <a:t>          "end": "2026-10-19",</a:t>
            </a:r>
          </a:p>
          <a:p>
            <a:r>
              <a:t>          "days": 19,</a:t>
            </a:r>
          </a:p>
          <a:p>
            <a:r>
              <a:t>          "partial": true,</a:t>
            </a:r>
          </a:p>
          <a:p>
            <a:r>
              <a:t>          "raw_sum": 4.51151,</a:t>
            </a:r>
          </a:p>
          <a:p>
            <a:r>
              <a:t>          "raw_mean": 0.23744789473684214,</a:t>
            </a:r>
          </a:p>
          <a:p>
            <a:r>
              <a:t>          "value": 23.46462188833746,</a:t>
            </a:r>
          </a:p>
          <a:p>
            <a:r>
              <a:t>          "prior_start": "2025-10-01",</a:t>
            </a:r>
          </a:p>
          <a:p>
            <a:r>
              <a:t>          "prior_end": "2025-10-19",</a:t>
            </a:r>
          </a:p>
          <a:p>
            <a:r>
              <a:t>          "prior_days": 19,</a:t>
            </a:r>
          </a:p>
          <a:p>
            <a:r>
              <a:t>          "prior_raw_mean": 0.37503473684210525,</a:t>
            </a:r>
          </a:p>
          <a:p>
            <a:r>
              <a:t>          "prior_value": 37.060965753118296,</a:t>
            </a:r>
          </a:p>
          <a:p>
            <a:r>
              <a:t>          "yoy_fraction": -0.36686426239814984,</a:t>
            </a:r>
          </a:p>
          <a:p>
            <a:r>
              <a:t>          "yoy_pct": -36.686426239814985,</a:t>
            </a:r>
          </a:p>
          <a:p>
            <a:r>
              <a:t>          "value_label": "23.5",</a:t>
            </a:r>
          </a:p>
          <a:p>
            <a:r>
              <a:t>          "yoy_label": "(-36.7%)",</a:t>
            </a:r>
          </a:p>
          <a:p>
            <a:r>
              <a:t>          "label": "23.5\n(-36.7%)"</a:t>
            </a:r>
          </a:p>
          <a:p>
            <a:r>
              <a:t>        }</a:t>
            </a:r>
          </a:p>
          <a:p>
            <a:r>
              <a:t>      ]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"NV_XC21",</a:t>
            </a:r>
          </a:p>
          <a:p>
            <a:r>
              <a:t>      "label": "고추",</a:t>
            </a:r>
          </a:p>
          <a:p>
            <a:r>
              <a:t>      "points": [</a:t>
            </a:r>
          </a:p>
          <a:p>
            <a:r>
              <a:t>        {</a:t>
            </a:r>
          </a:p>
          <a:p>
            <a:r>
              <a:t>          "group_id": "NV_XC21",</a:t>
            </a:r>
          </a:p>
          <a:p>
            <a:r>
              <a:t>          "month": "2025-01",</a:t>
            </a:r>
          </a:p>
          <a:p>
            <a:r>
              <a:t>          "start": "2025-01-01",</a:t>
            </a:r>
          </a:p>
          <a:p>
            <a:r>
              <a:t>          "end": "2025-01-31",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133.03505,</a:t>
            </a:r>
          </a:p>
          <a:p>
            <a:r>
              <a:t>          "raw_mean": 4.291453225806452,</a:t>
            </a:r>
          </a:p>
          <a:p>
            <a:r>
              <a:t>          "value": 30.078016741309078,</a:t>
            </a:r>
          </a:p>
          <a:p>
            <a:r>
              <a:t>          "prior_start": "2024-01-01",</a:t>
            </a:r>
          </a:p>
          <a:p>
            <a:r>
              <a:t>          "prior_end": "2024-01-31",</a:t>
            </a:r>
          </a:p>
          <a:p>
            <a:r>
              <a:t>          "prior_days": 31,</a:t>
            </a:r>
          </a:p>
          <a:p>
            <a:r>
              <a:t>          "prior_raw_mean": 2.366156774193548,</a:t>
            </a:r>
          </a:p>
          <a:p>
            <a:r>
              <a:t>          "prior_value": 16.58396336205698,</a:t>
            </a:r>
          </a:p>
          <a:p>
            <a:r>
              <a:t>          "yoy_fraction": 0.8136808484590363,</a:t>
            </a:r>
          </a:p>
          <a:p>
            <a:r>
              <a:t>          "yoy_pct": 81.36808484590364,</a:t>
            </a:r>
          </a:p>
          <a:p>
            <a:r>
              <a:t>          "value_label": "30.1",</a:t>
            </a:r>
          </a:p>
          <a:p>
            <a:r>
              <a:t>          "yoy_label": "(+81.4%)",</a:t>
            </a:r>
          </a:p>
          <a:p>
            <a:r>
              <a:t>          "label": "30.1\n(+81.4%)"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"NV_XC21",</a:t>
            </a:r>
          </a:p>
          <a:p>
            <a:r>
              <a:t>          "month": "2025-02",</a:t>
            </a:r>
          </a:p>
          <a:p>
            <a:r>
              <a:t>          "start": "2025-02-01",</a:t>
            </a:r>
          </a:p>
          <a:p>
            <a:r>
              <a:t>          "end": "2025-02-28",</a:t>
            </a:r>
          </a:p>
          <a:p>
            <a:r>
              <a:t>          "days": 28,</a:t>
            </a:r>
          </a:p>
          <a:p>
            <a:r>
              <a:t>          "partial": false,</a:t>
            </a:r>
          </a:p>
          <a:p>
            <a:r>
              <a:t>          "raw_sum": 70.62591,</a:t>
            </a:r>
          </a:p>
          <a:p>
            <a:r>
              <a:t>          "raw_mean": 2.522353928571429,</a:t>
            </a:r>
          </a:p>
          <a:p>
            <a:r>
              <a:t>          "value": 17.67872086659435,</a:t>
            </a:r>
          </a:p>
          <a:p>
            <a:r>
              <a:t>          "prior_start": "2024-02-01",</a:t>
            </a:r>
          </a:p>
          <a:p>
            <a:r>
              <a:t>          "prior_end": "2024-02-29",</a:t>
            </a:r>
          </a:p>
          <a:p>
            <a:r>
              <a:t>          "prior_days": 29,</a:t>
            </a:r>
          </a:p>
          <a:p>
            <a:r>
              <a:t>          "prior_raw_mean": 7.54996551724138,</a:t>
            </a:r>
          </a:p>
          <a:p>
            <a:r>
              <a:t>          "prior_value": 52.916337957107295,</a:t>
            </a:r>
          </a:p>
          <a:p>
            <a:r>
              <a:t>          "yoy_fraction": -0.6659118610791945,</a:t>
            </a:r>
          </a:p>
          <a:p>
            <a:r>
              <a:t>          "yoy_pct": -66.59118610791946,</a:t>
            </a:r>
          </a:p>
          <a:p>
            <a:r>
              <a:t>          "value_label": "17.7",</a:t>
            </a:r>
          </a:p>
          <a:p>
            <a:r>
              <a:t>          "yoy_label": "(-66.6%)",</a:t>
            </a:r>
          </a:p>
          <a:p>
            <a:r>
              <a:t>          "label": "17.7\n(-66.6%)"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"NV_XC21",</a:t>
            </a:r>
          </a:p>
          <a:p>
            <a:r>
              <a:t>          "month": "2025-03",</a:t>
            </a:r>
          </a:p>
          <a:p>
            <a:r>
              <a:t>          "start": "2025-03-01",</a:t>
            </a:r>
          </a:p>
          <a:p>
            <a:r>
              <a:t>          "end": "2025-03-31",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66.18207,</a:t>
            </a:r>
          </a:p>
          <a:p>
            <a:r>
              <a:t>          "raw_mean": 2.1349054838709676,</a:t>
            </a:r>
          </a:p>
          <a:p>
            <a:r>
              <a:t>          "value": 14.963165041351804,</a:t>
            </a:r>
          </a:p>
          <a:p>
            <a:r>
              <a:t>          "prior_start": "2024-03-01",</a:t>
            </a:r>
          </a:p>
          <a:p>
            <a:r>
              <a:t>          "prior_end": "2024-03-31",</a:t>
            </a:r>
          </a:p>
          <a:p>
            <a:r>
              <a:t>          "prior_days": 31,</a:t>
            </a:r>
          </a:p>
          <a:p>
            <a:r>
              <a:t>          "prior_raw_mean": 5.456277096774193,</a:t>
            </a:r>
          </a:p>
          <a:p>
            <a:r>
              <a:t>          "prior_value": 38.242055832067265,</a:t>
            </a:r>
          </a:p>
          <a:p>
            <a:r>
              <a:t>          "yoy_fraction": -0.6087248785196144,</a:t>
            </a:r>
          </a:p>
          <a:p>
            <a:r>
              <a:t>          "yoy_pct": -60.872487851961445,</a:t>
            </a:r>
          </a:p>
          <a:p>
            <a:r>
              <a:t>          "value_label": "15.0",</a:t>
            </a:r>
          </a:p>
          <a:p>
            <a:r>
              <a:t>          "yoy_label": "(-60.9%)",</a:t>
            </a:r>
          </a:p>
          <a:p>
            <a:r>
              <a:t>          "label": "15.0\n(-60.9%)"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"NV_XC21",</a:t>
            </a:r>
          </a:p>
          <a:p>
            <a:r>
              <a:t>          "month": "2025-04",</a:t>
            </a:r>
          </a:p>
          <a:p>
            <a:r>
              <a:t>          "start": "2025-04-01",</a:t>
            </a:r>
          </a:p>
          <a:p>
            <a:r>
              <a:t>          "end": "2025-04-30",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62.38108,</a:t>
            </a:r>
          </a:p>
          <a:p>
            <a:r>
              <a:t>          "raw_mean": 2.079369333333333,</a:t>
            </a:r>
          </a:p>
          <a:p>
            <a:r>
              <a:t>          "value": 14.573922242298595,</a:t>
            </a:r>
          </a:p>
          <a:p>
            <a:r>
              <a:t>          "prior_start": "2024-04-01",</a:t>
            </a:r>
          </a:p>
          <a:p>
            <a:r>
              <a:t>          "prior_end": "2024-04-30",</a:t>
            </a:r>
          </a:p>
          <a:p>
            <a:r>
              <a:t>          "prior_days": 30,</a:t>
            </a:r>
          </a:p>
          <a:p>
            <a:r>
              <a:t>          "prior_raw_mean": 2.6933066666666665,</a:t>
            </a:r>
          </a:p>
          <a:p>
            <a:r>
              <a:t>          "prior_value": 18.87689757920082,</a:t>
            </a:r>
          </a:p>
          <a:p>
            <a:r>
              <a:t>          "yoy_fraction": -0.2279492866266002,</a:t>
            </a:r>
          </a:p>
          <a:p>
            <a:r>
              <a:t>          "yoy_pct": -22.79492866266002,</a:t>
            </a:r>
          </a:p>
          <a:p>
            <a:r>
              <a:t>          "value_label": "14.6",</a:t>
            </a:r>
          </a:p>
          <a:p>
            <a:r>
              <a:t>          "yoy_label": "(-22.8%)",</a:t>
            </a:r>
          </a:p>
          <a:p>
            <a:r>
              <a:t>          "label": "14.6\n(-22.8%)"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"NV_XC21",</a:t>
            </a:r>
          </a:p>
          <a:p>
            <a:r>
              <a:t>          "month": "2025-05",</a:t>
            </a:r>
          </a:p>
          <a:p>
            <a:r>
              <a:t>          "start": "2025-05-01",</a:t>
            </a:r>
          </a:p>
          <a:p>
            <a:r>
              <a:t>          "end": "2025-05-31",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71.15695,</a:t>
            </a:r>
          </a:p>
          <a:p>
            <a:r>
              <a:t>          "raw_mean": 2.2953854838709677,</a:t>
            </a:r>
          </a:p>
          <a:p>
            <a:r>
              <a:t>          "value": 16.087940233498564,</a:t>
            </a:r>
          </a:p>
          <a:p>
            <a:r>
              <a:t>          "prior_start": "2024-05-01",</a:t>
            </a:r>
          </a:p>
          <a:p>
            <a:r>
              <a:t>          "prior_end": "2024-05-31",</a:t>
            </a:r>
          </a:p>
          <a:p>
            <a:r>
              <a:t>          "prior_days": 31,</a:t>
            </a:r>
          </a:p>
          <a:p>
            <a:r>
              <a:t>          "prior_raw_mean": 2.2908770967741936,</a:t>
            </a:r>
          </a:p>
          <a:p>
            <a:r>
              <a:t>          "prior_value": 16.05634176663013,</a:t>
            </a:r>
          </a:p>
          <a:p>
            <a:r>
              <a:t>          "yoy_fraction": 0.00196797423271744,</a:t>
            </a:r>
          </a:p>
          <a:p>
            <a:r>
              <a:t>          "yoy_pct": 0.196797423271744,</a:t>
            </a:r>
          </a:p>
          <a:p>
            <a:r>
              <a:t>          "value_label": "16.1",</a:t>
            </a:r>
          </a:p>
          <a:p>
            <a:r>
              <a:t>          "yoy_label": "(+0.2%)",</a:t>
            </a:r>
          </a:p>
          <a:p>
            <a:r>
              <a:t>          "label": "16.1\n(+0.2%)"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"NV_XC21",</a:t>
            </a:r>
          </a:p>
          <a:p>
            <a:r>
              <a:t>          "month": "2025-06",</a:t>
            </a:r>
          </a:p>
          <a:p>
            <a:r>
              <a:t>          "start": "2025-06-01",</a:t>
            </a:r>
          </a:p>
          <a:p>
            <a:r>
              <a:t>          "end": "2025-06-30",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73.11333,</a:t>
            </a:r>
          </a:p>
          <a:p>
            <a:r>
              <a:t>          "raw_mean": 2.4371110000000002,</a:t>
            </a:r>
          </a:p>
          <a:p>
            <a:r>
              <a:t>          "value": 17.08126865221822,</a:t>
            </a:r>
          </a:p>
          <a:p>
            <a:r>
              <a:t>          "prior_start": "2024-06-01",</a:t>
            </a:r>
          </a:p>
          <a:p>
            <a:r>
              <a:t>          "prior_end": "2024-06-30",</a:t>
            </a:r>
          </a:p>
          <a:p>
            <a:r>
              <a:t>          "prior_days": 30,</a:t>
            </a:r>
          </a:p>
          <a:p>
            <a:r>
              <a:t>          "prior_raw_mean": 2.336496,</a:t>
            </a:r>
          </a:p>
          <a:p>
            <a:r>
              <a:t>          "prior_value": 16.376076379300436,</a:t>
            </a:r>
          </a:p>
          <a:p>
            <a:r>
              <a:t>          "yoy_fraction": 0.043062346351117275,</a:t>
            </a:r>
          </a:p>
          <a:p>
            <a:r>
              <a:t>          "yoy_pct": 4.3062346351117275,</a:t>
            </a:r>
          </a:p>
          <a:p>
            <a:r>
              <a:t>          "value_label": "17.1",</a:t>
            </a:r>
          </a:p>
          <a:p>
            <a:r>
              <a:t>          "yoy_label": "(+4.3%)",</a:t>
            </a:r>
          </a:p>
          <a:p>
            <a:r>
              <a:t>          "label": "17.1\n(+4.3%)"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"NV_XC21",</a:t>
            </a:r>
          </a:p>
          <a:p>
            <a:r>
              <a:t>          "month": "2025-07",</a:t>
            </a:r>
          </a:p>
          <a:p>
            <a:r>
              <a:t>          "start": "2025-07-01",</a:t>
            </a:r>
          </a:p>
          <a:p>
            <a:r>
              <a:t>          "end": "2025-07-31",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138.54094,</a:t>
            </a:r>
          </a:p>
          <a:p>
            <a:r>
              <a:t>          "raw_mean": 4.469062580645161,</a:t>
            </a:r>
          </a:p>
          <a:p>
            <a:r>
              <a:t>          "value": 31.322848472464184,</a:t>
            </a:r>
          </a:p>
          <a:p>
            <a:r>
              <a:t>          "prior_start": "2024-07-01",</a:t>
            </a:r>
          </a:p>
          <a:p>
            <a:r>
              <a:t>          "prior_end": "2024-07-31",</a:t>
            </a:r>
          </a:p>
          <a:p>
            <a:r>
              <a:t>          "prior_days": 31,</a:t>
            </a:r>
          </a:p>
          <a:p>
            <a:r>
              <a:t>          "prior_raw_mean": 2.410334516129032,</a:t>
            </a:r>
          </a:p>
          <a:p>
            <a:r>
              <a:t>          "prior_value": 16.893597136820773,</a:t>
            </a:r>
          </a:p>
          <a:p>
            <a:r>
              <a:t>          "yoy_fraction": 0.854125454678557,</a:t>
            </a:r>
          </a:p>
          <a:p>
            <a:r>
              <a:t>          "yoy_pct": 85.41254546785571,</a:t>
            </a:r>
          </a:p>
          <a:p>
            <a:r>
              <a:t>          "value_label": "31.3",</a:t>
            </a:r>
          </a:p>
          <a:p>
            <a:r>
              <a:t>          "yoy_label": "(+85.4%)",</a:t>
            </a:r>
          </a:p>
          <a:p>
            <a:r>
              <a:t>          "label": "31.3\n(+85.4%)"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"NV_XC21",</a:t>
            </a:r>
          </a:p>
          <a:p>
            <a:r>
              <a:t>          "month": "2025-08",</a:t>
            </a:r>
          </a:p>
          <a:p>
            <a:r>
              <a:t>          "start": "2025-08-01",</a:t>
            </a:r>
          </a:p>
          <a:p>
            <a:r>
              <a:t>          "end": "2025-08-31",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167.31396,</a:t>
            </a:r>
          </a:p>
          <a:p>
            <a:r>
              <a:t>          "raw_mean": 5.397224516129032,</a:t>
            </a:r>
          </a:p>
          <a:p>
            <a:r>
              <a:t>          "value": 37.828167012638524,</a:t>
            </a:r>
          </a:p>
          <a:p>
            <a:r>
              <a:t>          "prior_start": "2024-08-01",</a:t>
            </a:r>
          </a:p>
          <a:p>
            <a:r>
              <a:t>          "prior_end": "2024-08-31",</a:t>
            </a:r>
          </a:p>
          <a:p>
            <a:r>
              <a:t>          "prior_days": 31,</a:t>
            </a:r>
          </a:p>
          <a:p>
            <a:r>
              <a:t>          "prior_raw_mean": 2.0569209677419353,</a:t>
            </a:r>
          </a:p>
          <a:p>
            <a:r>
              <a:t>          "prior_value": 14.416585722349408,</a:t>
            </a:r>
          </a:p>
          <a:p>
            <a:r>
              <a:t>          "yoy_fraction": 1.6239338315725584,</a:t>
            </a:r>
          </a:p>
          <a:p>
            <a:r>
              <a:t>          "yoy_pct": 162.39338315725584,</a:t>
            </a:r>
          </a:p>
          <a:p>
            <a:r>
              <a:t>          "value_label": "37.8",</a:t>
            </a:r>
          </a:p>
          <a:p>
            <a:r>
              <a:t>          "yoy_label": "(+162.4%)",</a:t>
            </a:r>
          </a:p>
          <a:p>
            <a:r>
              <a:t>          "label": "37.8\n(+162.4%)"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"NV_XC21",</a:t>
            </a:r>
          </a:p>
          <a:p>
            <a:r>
              <a:t>          "month": "2025-09",</a:t>
            </a:r>
          </a:p>
          <a:p>
            <a:r>
              <a:t>          "start": "2025-09-01",</a:t>
            </a:r>
          </a:p>
          <a:p>
            <a:r>
              <a:t>          "end": "2025-09-30",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104.262,</a:t>
            </a:r>
          </a:p>
          <a:p>
            <a:r>
              <a:t>          "raw_mean": 3.4754,</a:t>
            </a:r>
          </a:p>
          <a:p>
            <a:r>
              <a:t>          "value": 24.358447799020727,</a:t>
            </a:r>
          </a:p>
          <a:p>
            <a:r>
              <a:t>          "prior_start": "2024-09-01",</a:t>
            </a:r>
          </a:p>
          <a:p>
            <a:r>
              <a:t>          "prior_end": "2024-09-30",</a:t>
            </a:r>
          </a:p>
          <a:p>
            <a:r>
              <a:t>          "prior_days": 30,</a:t>
            </a:r>
          </a:p>
          <a:p>
            <a:r>
              <a:t>          "prior_raw_mean": 3.8429239999999996,</a:t>
            </a:r>
          </a:p>
          <a:p>
            <a:r>
              <a:t>          "prior_value": 26.93435680773549,</a:t>
            </a:r>
          </a:p>
          <a:p>
            <a:r>
              <a:t>          "yoy_fraction": -0.09563655175069807,</a:t>
            </a:r>
          </a:p>
          <a:p>
            <a:r>
              <a:t>          "yoy_pct": -9.563655175069808,</a:t>
            </a:r>
          </a:p>
          <a:p>
            <a:r>
              <a:t>          "value_label": "24.4",</a:t>
            </a:r>
          </a:p>
          <a:p>
            <a:r>
              <a:t>          "yoy_label": "(-9.6%)",</a:t>
            </a:r>
          </a:p>
          <a:p>
            <a:r>
              <a:t>          "label": "24.4\n(-9.6%)"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"NV_XC21",</a:t>
            </a:r>
          </a:p>
          <a:p>
            <a:r>
              <a:t>          "month": "2025-10",</a:t>
            </a:r>
          </a:p>
          <a:p>
            <a:r>
              <a:t>          "start": "2025-10-01",</a:t>
            </a:r>
          </a:p>
          <a:p>
            <a:r>
              <a:t>          "end": "2025-10-31",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102.16585,</a:t>
            </a:r>
          </a:p>
          <a:p>
            <a:r>
              <a:t>          "raw_mean": 3.2956725806451614,</a:t>
            </a:r>
          </a:p>
          <a:p>
            <a:r>
              <a:t>          "value": 23.09877093811046,</a:t>
            </a:r>
          </a:p>
          <a:p>
            <a:r>
              <a:t>          "prior_start": "2024-10-01",</a:t>
            </a:r>
          </a:p>
          <a:p>
            <a:r>
              <a:t>          "prior_end": "2024-10-31",</a:t>
            </a:r>
          </a:p>
          <a:p>
            <a:r>
              <a:t>          "prior_days": 31,</a:t>
            </a:r>
          </a:p>
          <a:p>
            <a:r>
              <a:t>          "prior_raw_mean": 2.4932793548387093,</a:t>
            </a:r>
          </a:p>
          <a:p>
            <a:r>
              <a:t>          "prior_value": 17.474942456469698,</a:t>
            </a:r>
          </a:p>
          <a:p>
            <a:r>
              <a:t>          "yoy_fraction": 0.3218224320709375,</a:t>
            </a:r>
          </a:p>
          <a:p>
            <a:r>
              <a:t>          "yoy_pct": 32.182243207093755,</a:t>
            </a:r>
          </a:p>
          <a:p>
            <a:r>
              <a:t>          "value_label": "23.1",</a:t>
            </a:r>
          </a:p>
          <a:p>
            <a:r>
              <a:t>          "yoy_label": "(+32.2%)",</a:t>
            </a:r>
          </a:p>
          <a:p>
            <a:r>
              <a:t>          "label": "23.1\n(+32.2%)"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"NV_XC21",</a:t>
            </a:r>
          </a:p>
          <a:p>
            <a:r>
              <a:t>          "month": "2025-11",</a:t>
            </a:r>
          </a:p>
          <a:p>
            <a:r>
              <a:t>          "start": "2025-11-01",</a:t>
            </a:r>
          </a:p>
          <a:p>
            <a:r>
              <a:t>          "end": "2025-11-30",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142.98477,</a:t>
            </a:r>
          </a:p>
          <a:p>
            <a:r>
              <a:t>          "raw_mean": 4.766159,</a:t>
            </a:r>
          </a:p>
          <a:p>
            <a:r>
              <a:t>          "value": 33.405143351364686,</a:t>
            </a:r>
          </a:p>
          <a:p>
            <a:r>
              <a:t>          "prior_start": "2024-11-01",</a:t>
            </a:r>
          </a:p>
          <a:p>
            <a:r>
              <a:t>          "prior_end": "2024-11-30",</a:t>
            </a:r>
          </a:p>
          <a:p>
            <a:r>
              <a:t>          "prior_days": 30,</a:t>
            </a:r>
          </a:p>
          <a:p>
            <a:r>
              <a:t>          "prior_raw_mean": 2.2982993333333335,</a:t>
            </a:r>
          </a:p>
          <a:p>
            <a:r>
              <a:t>          "prior_value": 16.108362875503293,</a:t>
            </a:r>
          </a:p>
          <a:p>
            <a:r>
              <a:t>          "yoy_fraction": 1.0737764358515527,</a:t>
            </a:r>
          </a:p>
          <a:p>
            <a:r>
              <a:t>          "yoy_pct": 107.37764358515527,</a:t>
            </a:r>
          </a:p>
          <a:p>
            <a:r>
              <a:t>          "value_label": "33.4",</a:t>
            </a:r>
          </a:p>
          <a:p>
            <a:r>
              <a:t>          "yoy_label": "(+107.4%)",</a:t>
            </a:r>
          </a:p>
          <a:p>
            <a:r>
              <a:t>          "label": "33.4\n(+107.4%)"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"NV_XC21",</a:t>
            </a:r>
          </a:p>
          <a:p>
            <a:r>
              <a:t>          "month": "2025-12",</a:t>
            </a:r>
          </a:p>
          <a:p>
            <a:r>
              <a:t>          "start": "2025-12-01",</a:t>
            </a:r>
          </a:p>
          <a:p>
            <a:r>
              <a:t>          "end": "2025-12-31",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205.54766,</a:t>
            </a:r>
          </a:p>
          <a:p>
            <a:r>
              <a:t>          "raw_mean": 6.630569677419355,</a:t>
            </a:r>
          </a:p>
          <a:p>
            <a:r>
              <a:t>          "value": 46.47245939034041,</a:t>
            </a:r>
          </a:p>
          <a:p>
            <a:r>
              <a:t>          "prior_start": "2024-12-01",</a:t>
            </a:r>
          </a:p>
          <a:p>
            <a:r>
              <a:t>          "prior_end": "2024-12-31",</a:t>
            </a:r>
          </a:p>
          <a:p>
            <a:r>
              <a:t>          "prior_days": 31,</a:t>
            </a:r>
          </a:p>
          <a:p>
            <a:r>
              <a:t>          "prior_raw_mean": 3.465167741935484,</a:t>
            </a:r>
          </a:p>
          <a:p>
            <a:r>
              <a:t>          "prior_value": 24.286731759448124,</a:t>
            </a:r>
          </a:p>
          <a:p>
            <a:r>
              <a:t>          "yoy_fraction": 0.9134916896449645,</a:t>
            </a:r>
          </a:p>
          <a:p>
            <a:r>
              <a:t>          "yoy_pct": 91.34916896449646,</a:t>
            </a:r>
          </a:p>
          <a:p>
            <a:r>
              <a:t>          "value_label": "46.5",</a:t>
            </a:r>
          </a:p>
          <a:p>
            <a:r>
              <a:t>          "yoy_label": "(+91.3%)",</a:t>
            </a:r>
          </a:p>
          <a:p>
            <a:r>
              <a:t>          "label": "46.5\n(+91.3%)"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"NV_XC21",</a:t>
            </a:r>
          </a:p>
          <a:p>
            <a:r>
              <a:t>          "month": "2026-01",</a:t>
            </a:r>
          </a:p>
          <a:p>
            <a:r>
              <a:t>          "start": "2026-01-01",</a:t>
            </a:r>
          </a:p>
          <a:p>
            <a:r>
              <a:t>          "end": "2026-01-31",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84.53032,</a:t>
            </a:r>
          </a:p>
          <a:p>
            <a:r>
              <a:t>          "raw_mean": 2.7267845161290323,</a:t>
            </a:r>
          </a:p>
          <a:p>
            <a:r>
              <a:t>          "value": 19.1115377496999,</a:t>
            </a:r>
          </a:p>
          <a:p>
            <a:r>
              <a:t>          "prior_start": "2025-01-01",</a:t>
            </a:r>
          </a:p>
          <a:p>
            <a:r>
              <a:t>          "prior_end": "2025-01-31",</a:t>
            </a:r>
          </a:p>
          <a:p>
            <a:r>
              <a:t>          "prior_days": 31,</a:t>
            </a:r>
          </a:p>
          <a:p>
            <a:r>
              <a:t>          "prior_raw_mean": 4.291453225806452,</a:t>
            </a:r>
          </a:p>
          <a:p>
            <a:r>
              <a:t>          "prior_value": 30.078016741309078,</a:t>
            </a:r>
          </a:p>
          <a:p>
            <a:r>
              <a:t>          "yoy_fraction": -0.36460113331035693,</a:t>
            </a:r>
          </a:p>
          <a:p>
            <a:r>
              <a:t>          "yoy_pct": -36.46011333103569,</a:t>
            </a:r>
          </a:p>
          <a:p>
            <a:r>
              <a:t>          "value_label": "19.1",</a:t>
            </a:r>
          </a:p>
          <a:p>
            <a:r>
              <a:t>          "yoy_label": "(-36.5%)",</a:t>
            </a:r>
          </a:p>
          <a:p>
            <a:r>
              <a:t>          "label": "19.1\n(-36.5%)"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"NV_XC21",</a:t>
            </a:r>
          </a:p>
          <a:p>
            <a:r>
              <a:t>          "month": "2026-02",</a:t>
            </a:r>
          </a:p>
          <a:p>
            <a:r>
              <a:t>          "start": "2026-02-01",</a:t>
            </a:r>
          </a:p>
          <a:p>
            <a:r>
              <a:t>          "end": "2026-02-28",</a:t>
            </a:r>
          </a:p>
          <a:p>
            <a:r>
              <a:t>          "days": 28,</a:t>
            </a:r>
          </a:p>
          <a:p>
            <a:r>
              <a:t>          "partial": false,</a:t>
            </a:r>
          </a:p>
          <a:p>
            <a:r>
              <a:t>          "raw_sum": 48.74219,</a:t>
            </a:r>
          </a:p>
          <a:p>
            <a:r>
              <a:t>          "raw_mean": 1.7407925,</a:t>
            </a:r>
          </a:p>
          <a:p>
            <a:r>
              <a:t>          "value": 12.200898670707485,</a:t>
            </a:r>
          </a:p>
          <a:p>
            <a:r>
              <a:t>          "prior_start": "2025-02-01",</a:t>
            </a:r>
          </a:p>
          <a:p>
            <a:r>
              <a:t>          "prior_end": "2025-02-28",</a:t>
            </a:r>
          </a:p>
          <a:p>
            <a:r>
              <a:t>          "prior_days": 28,</a:t>
            </a:r>
          </a:p>
          <a:p>
            <a:r>
              <a:t>          "prior_raw_mean": 2.522353928571429,</a:t>
            </a:r>
          </a:p>
          <a:p>
            <a:r>
              <a:t>          "prior_value": 17.67872086659435,</a:t>
            </a:r>
          </a:p>
          <a:p>
            <a:r>
              <a:t>          "yoy_fraction": -0.30985398984593615,</a:t>
            </a:r>
          </a:p>
          <a:p>
            <a:r>
              <a:t>          "yoy_pct": -30.985398984593616,</a:t>
            </a:r>
          </a:p>
          <a:p>
            <a:r>
              <a:t>          "value_label": "12.2",</a:t>
            </a:r>
          </a:p>
          <a:p>
            <a:r>
              <a:t>          "yoy_label": "(-31.0%)",</a:t>
            </a:r>
          </a:p>
          <a:p>
            <a:r>
              <a:t>          "label": "12.2\n(-31.0%)"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"NV_XC21",</a:t>
            </a:r>
          </a:p>
          <a:p>
            <a:r>
              <a:t>          "month": "2026-03",</a:t>
            </a:r>
          </a:p>
          <a:p>
            <a:r>
              <a:t>          "start": "2026-03-01",</a:t>
            </a:r>
          </a:p>
          <a:p>
            <a:r>
              <a:t>          "end": "2026-03-31",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29.5415,</a:t>
            </a:r>
          </a:p>
          <a:p>
            <a:r>
              <a:t>          "raw_mean": 0.9529516129032258,</a:t>
            </a:r>
          </a:p>
          <a:p>
            <a:r>
              <a:t>          "value": 6.679064889766885,</a:t>
            </a:r>
          </a:p>
          <a:p>
            <a:r>
              <a:t>          "prior_start": "2025-03-01",</a:t>
            </a:r>
          </a:p>
          <a:p>
            <a:r>
              <a:t>          "prior_end": "2025-03-31",</a:t>
            </a:r>
          </a:p>
          <a:p>
            <a:r>
              <a:t>          "prior_days": 31,</a:t>
            </a:r>
          </a:p>
          <a:p>
            <a:r>
              <a:t>          "prior_raw_mean": 2.1349054838709676,</a:t>
            </a:r>
          </a:p>
          <a:p>
            <a:r>
              <a:t>          "prior_value": 14.963165041351804,</a:t>
            </a:r>
          </a:p>
          <a:p>
            <a:r>
              <a:t>          "yoy_fraction": -0.5536328797210484,</a:t>
            </a:r>
          </a:p>
          <a:p>
            <a:r>
              <a:t>          "yoy_pct": -55.363287972104835,</a:t>
            </a:r>
          </a:p>
          <a:p>
            <a:r>
              <a:t>          "value_label": "6.7",</a:t>
            </a:r>
          </a:p>
          <a:p>
            <a:r>
              <a:t>          "yoy_label": "(-55.4%)",</a:t>
            </a:r>
          </a:p>
          <a:p>
            <a:r>
              <a:t>          "label": "6.7\n(-55.4%)"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"NV_XC21",</a:t>
            </a:r>
          </a:p>
          <a:p>
            <a:r>
              <a:t>          "month": "2026-04",</a:t>
            </a:r>
          </a:p>
          <a:p>
            <a:r>
              <a:t>          "start": "2026-04-01",</a:t>
            </a:r>
          </a:p>
          <a:p>
            <a:r>
              <a:t>          "end": "2026-04-30",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53.95461,</a:t>
            </a:r>
          </a:p>
          <a:p>
            <a:r>
              <a:t>          "raw_mean": 1.7984870000000002,</a:t>
            </a:r>
          </a:p>
          <a:p>
            <a:r>
              <a:t>          "value": 12.605268949392125,</a:t>
            </a:r>
          </a:p>
          <a:p>
            <a:r>
              <a:t>          "prior_start": "2025-04-01",</a:t>
            </a:r>
          </a:p>
          <a:p>
            <a:r>
              <a:t>          "prior_end": "2025-04-30",</a:t>
            </a:r>
          </a:p>
          <a:p>
            <a:r>
              <a:t>          "prior_days": 30,</a:t>
            </a:r>
          </a:p>
          <a:p>
            <a:r>
              <a:t>          "prior_raw_mean": 2.079369333333333,</a:t>
            </a:r>
          </a:p>
          <a:p>
            <a:r>
              <a:t>          "prior_value": 14.573922242298595,</a:t>
            </a:r>
          </a:p>
          <a:p>
            <a:r>
              <a:t>          "yoy_fraction": -0.13508054044591744,</a:t>
            </a:r>
          </a:p>
          <a:p>
            <a:r>
              <a:t>          "yoy_pct": -13.508054044591745,</a:t>
            </a:r>
          </a:p>
          <a:p>
            <a:r>
              <a:t>          "value_label": "12.6",</a:t>
            </a:r>
          </a:p>
          <a:p>
            <a:r>
              <a:t>          "yoy_label": "(-13.5%)",</a:t>
            </a:r>
          </a:p>
          <a:p>
            <a:r>
              <a:t>          "label": "12.6\n(-13.5%)"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"NV_XC21",</a:t>
            </a:r>
          </a:p>
          <a:p>
            <a:r>
              <a:t>          "month": "2026-05",</a:t>
            </a:r>
          </a:p>
          <a:p>
            <a:r>
              <a:t>          "start": "2026-05-01",</a:t>
            </a:r>
          </a:p>
          <a:p>
            <a:r>
              <a:t>          "end": "2026-05-31",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96.21281,</a:t>
            </a:r>
          </a:p>
          <a:p>
            <a:r>
              <a:t>          "raw_mean": 3.1036390322580645,</a:t>
            </a:r>
          </a:p>
          <a:p>
            <a:r>
              <a:t>          "value": 21.75284265243174,</a:t>
            </a:r>
          </a:p>
          <a:p>
            <a:r>
              <a:t>          "prior_start": "2025-05-01",</a:t>
            </a:r>
          </a:p>
          <a:p>
            <a:r>
              <a:t>          "prior_end": "2025-05-31",</a:t>
            </a:r>
          </a:p>
          <a:p>
            <a:r>
              <a:t>          "prior_days": 31,</a:t>
            </a:r>
          </a:p>
          <a:p>
            <a:r>
              <a:t>          "prior_raw_mean": 2.2953854838709677,</a:t>
            </a:r>
          </a:p>
          <a:p>
            <a:r>
              <a:t>          "prior_value": 16.087940233498564,</a:t>
            </a:r>
          </a:p>
          <a:p>
            <a:r>
              <a:t>          "yoy_fraction": 0.3521210507195711,</a:t>
            </a:r>
          </a:p>
          <a:p>
            <a:r>
              <a:t>          "yoy_pct": 35.21210507195711,</a:t>
            </a:r>
          </a:p>
          <a:p>
            <a:r>
              <a:t>          "value_label": "21.8",</a:t>
            </a:r>
          </a:p>
          <a:p>
            <a:r>
              <a:t>          "yoy_label": "(+35.2%)",</a:t>
            </a:r>
          </a:p>
          <a:p>
            <a:r>
              <a:t>          "label": "21.8\n(+35.2%)"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"NV_XC21",</a:t>
            </a:r>
          </a:p>
          <a:p>
            <a:r>
              <a:t>          "month": "2026-06",</a:t>
            </a:r>
          </a:p>
          <a:p>
            <a:r>
              <a:t>          "start": "2026-06-01",</a:t>
            </a:r>
          </a:p>
          <a:p>
            <a:r>
              <a:t>          "end": "2026-06-30",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120.72371,</a:t>
            </a:r>
          </a:p>
          <a:p>
            <a:r>
              <a:t>          "raw_mean": 4.024123666666666,</a:t>
            </a:r>
          </a:p>
          <a:p>
            <a:r>
              <a:t>          "value": 28.20435238283475,</a:t>
            </a:r>
          </a:p>
          <a:p>
            <a:r>
              <a:t>          "prior_start": "2025-06-01",</a:t>
            </a:r>
          </a:p>
          <a:p>
            <a:r>
              <a:t>          "prior_end": "2025-06-30",</a:t>
            </a:r>
          </a:p>
          <a:p>
            <a:r>
              <a:t>          "prior_days": 30,</a:t>
            </a:r>
          </a:p>
          <a:p>
            <a:r>
              <a:t>          "prior_raw_mean": 2.4371110000000002,</a:t>
            </a:r>
          </a:p>
          <a:p>
            <a:r>
              <a:t>          "prior_value": 17.08126865221822,</a:t>
            </a:r>
          </a:p>
          <a:p>
            <a:r>
              <a:t>          "yoy_fraction": 0.6511860422716351,</a:t>
            </a:r>
          </a:p>
          <a:p>
            <a:r>
              <a:t>          "yoy_pct": 65.11860422716352,</a:t>
            </a:r>
          </a:p>
          <a:p>
            <a:r>
              <a:t>          "value_label": "28.2",</a:t>
            </a:r>
          </a:p>
          <a:p>
            <a:r>
              <a:t>          "yoy_label": "(+65.1%)",</a:t>
            </a:r>
          </a:p>
          <a:p>
            <a:r>
              <a:t>          "label": "28.2\n(+65.1%)"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"NV_XC21",</a:t>
            </a:r>
          </a:p>
          <a:p>
            <a:r>
              <a:t>          "month": "2026-07",</a:t>
            </a:r>
          </a:p>
          <a:p>
            <a:r>
              <a:t>          "start": "2026-07-01",</a:t>
            </a:r>
          </a:p>
          <a:p>
            <a:r>
              <a:t>          "end": "2026-07-31",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75.16754,</a:t>
            </a:r>
          </a:p>
          <a:p>
            <a:r>
              <a:t>          "raw_mean": 2.42475935483871,</a:t>
            </a:r>
          </a:p>
          <a:p>
            <a:r>
              <a:t>          "value": 16.99469821316277,</a:t>
            </a:r>
          </a:p>
          <a:p>
            <a:r>
              <a:t>          "prior_start": "2025-07-01",</a:t>
            </a:r>
          </a:p>
          <a:p>
            <a:r>
              <a:t>          "prior_end": "2025-07-31",</a:t>
            </a:r>
          </a:p>
          <a:p>
            <a:r>
              <a:t>          "prior_days": 31,</a:t>
            </a:r>
          </a:p>
          <a:p>
            <a:r>
              <a:t>          "prior_raw_mean": 4.469062580645161,</a:t>
            </a:r>
          </a:p>
          <a:p>
            <a:r>
              <a:t>          "prior_value": 31.322848472464184,</a:t>
            </a:r>
          </a:p>
          <a:p>
            <a:r>
              <a:t>          "yoy_fraction": -0.45743445944570604,</a:t>
            </a:r>
          </a:p>
          <a:p>
            <a:r>
              <a:t>          "yoy_pct": -45.7434459445706,</a:t>
            </a:r>
          </a:p>
          <a:p>
            <a:r>
              <a:t>          "value_label": "17.0",</a:t>
            </a:r>
          </a:p>
          <a:p>
            <a:r>
              <a:t>          "yoy_label": "(-45.7%)",</a:t>
            </a:r>
          </a:p>
          <a:p>
            <a:r>
              <a:t>          "label": "17.0\n(-45.7%)"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"NV_XC21",</a:t>
            </a:r>
          </a:p>
          <a:p>
            <a:r>
              <a:t>          "month": "2026-08",</a:t>
            </a:r>
          </a:p>
          <a:p>
            <a:r>
              <a:t>          "start": "2026-08-01",</a:t>
            </a:r>
          </a:p>
          <a:p>
            <a:r>
              <a:t>          "end": "2026-08-31",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69.35425,</a:t>
            </a:r>
          </a:p>
          <a:p>
            <a:r>
              <a:t>          "raw_mean": 2.2372338709677417,</a:t>
            </a:r>
          </a:p>
          <a:p>
            <a:r>
              <a:t>          "value": 15.680366133443291,</a:t>
            </a:r>
          </a:p>
          <a:p>
            <a:r>
              <a:t>          "prior_start": "2025-08-01",</a:t>
            </a:r>
          </a:p>
          <a:p>
            <a:r>
              <a:t>          "prior_end": "2025-08-31",</a:t>
            </a:r>
          </a:p>
          <a:p>
            <a:r>
              <a:t>          "prior_days": 31,</a:t>
            </a:r>
          </a:p>
          <a:p>
            <a:r>
              <a:t>          "prior_raw_mean": 5.397224516129032,</a:t>
            </a:r>
          </a:p>
          <a:p>
            <a:r>
              <a:t>          "prior_value": 37.828167012638524,</a:t>
            </a:r>
          </a:p>
          <a:p>
            <a:r>
              <a:t>          "yoy_fraction": -0.5854843791874869,</a:t>
            </a:r>
          </a:p>
          <a:p>
            <a:r>
              <a:t>          "yoy_pct": -58.54843791874869,</a:t>
            </a:r>
          </a:p>
          <a:p>
            <a:r>
              <a:t>          "value_label": "15.7",</a:t>
            </a:r>
          </a:p>
          <a:p>
            <a:r>
              <a:t>          "yoy_label": "(-58.5%)",</a:t>
            </a:r>
          </a:p>
          <a:p>
            <a:r>
              <a:t>          "label": "15.7\n(-58.5%)"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"NV_XC21",</a:t>
            </a:r>
          </a:p>
          <a:p>
            <a:r>
              <a:t>          "month": "2026-09",</a:t>
            </a:r>
          </a:p>
          <a:p>
            <a:r>
              <a:t>          "start": "2026-09-01",</a:t>
            </a:r>
          </a:p>
          <a:p>
            <a:r>
              <a:t>          "end": "2026-09-30",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61.766220000000004,</a:t>
            </a:r>
          </a:p>
          <a:p>
            <a:r>
              <a:t>          "raw_mean": 2.0588740000000003,</a:t>
            </a:r>
          </a:p>
          <a:p>
            <a:r>
              <a:t>          "value": 14.430274170961905,</a:t>
            </a:r>
          </a:p>
          <a:p>
            <a:r>
              <a:t>          "prior_start": "2025-09-01",</a:t>
            </a:r>
          </a:p>
          <a:p>
            <a:r>
              <a:t>          "prior_end": "2025-09-30",</a:t>
            </a:r>
          </a:p>
          <a:p>
            <a:r>
              <a:t>          "prior_days": 30,</a:t>
            </a:r>
          </a:p>
          <a:p>
            <a:r>
              <a:t>          "prior_raw_mean": 3.4754,</a:t>
            </a:r>
          </a:p>
          <a:p>
            <a:r>
              <a:t>          "prior_value": 24.358447799020727,</a:t>
            </a:r>
          </a:p>
          <a:p>
            <a:r>
              <a:t>          "yoy_fraction": -0.4075864648673534,</a:t>
            </a:r>
          </a:p>
          <a:p>
            <a:r>
              <a:t>          "yoy_pct": -40.75864648673534,</a:t>
            </a:r>
          </a:p>
          <a:p>
            <a:r>
              <a:t>          "value_label": "14.4",</a:t>
            </a:r>
          </a:p>
          <a:p>
            <a:r>
              <a:t>          "yoy_label": "(-40.8%)",</a:t>
            </a:r>
          </a:p>
          <a:p>
            <a:r>
              <a:t>          "label": "14.4\n(-40.8%)"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"NV_XC21",</a:t>
            </a:r>
          </a:p>
          <a:p>
            <a:r>
              <a:t>          "month": "2026-10",</a:t>
            </a:r>
          </a:p>
          <a:p>
            <a:r>
              <a:t>          "start": "2026-10-01",</a:t>
            </a:r>
          </a:p>
          <a:p>
            <a:r>
              <a:t>          "end": "2026-10-19",</a:t>
            </a:r>
          </a:p>
          <a:p>
            <a:r>
              <a:t>          "days": 19,</a:t>
            </a:r>
          </a:p>
          <a:p>
            <a:r>
              <a:t>          "partial": true,</a:t>
            </a:r>
          </a:p>
          <a:p>
            <a:r>
              <a:t>          "raw_sum": 55.03065,</a:t>
            </a:r>
          </a:p>
          <a:p>
            <a:r>
              <a:t>          "raw_mean": 2.89635,</a:t>
            </a:r>
          </a:p>
          <a:p>
            <a:r>
              <a:t>          "value": 20.299991449241436,</a:t>
            </a:r>
          </a:p>
          <a:p>
            <a:r>
              <a:t>          "prior_start": "2025-10-01",</a:t>
            </a:r>
          </a:p>
          <a:p>
            <a:r>
              <a:t>          "prior_end": "2025-10-19",</a:t>
            </a:r>
          </a:p>
          <a:p>
            <a:r>
              <a:t>          "prior_days": 19,</a:t>
            </a:r>
          </a:p>
          <a:p>
            <a:r>
              <a:t>          "prior_raw_mean": 3.5031284210526312,</a:t>
            </a:r>
          </a:p>
          <a:p>
            <a:r>
              <a:t>          "prior_value": 24.55279126934351,</a:t>
            </a:r>
          </a:p>
          <a:p>
            <a:r>
              <a:t>          "yoy_fraction": -0.17321044167438904,</a:t>
            </a:r>
          </a:p>
          <a:p>
            <a:r>
              <a:t>          "yoy_pct": -17.321044167438902,</a:t>
            </a:r>
          </a:p>
          <a:p>
            <a:r>
              <a:t>          "value_label": "20.3",</a:t>
            </a:r>
          </a:p>
          <a:p>
            <a:r>
              <a:t>          "yoy_label": "(-17.3%)",</a:t>
            </a:r>
          </a:p>
          <a:p>
            <a:r>
              <a:t>          "label": "20.3\n(-17.3%)"</a:t>
            </a:r>
          </a:p>
          <a:p>
            <a:r>
              <a:t>        }</a:t>
            </a:r>
          </a:p>
          <a:p>
            <a:r>
              <a:t>      ]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"NV_XC22",</a:t>
            </a:r>
          </a:p>
          <a:p>
            <a:r>
              <a:t>      "label": "마요·마요네즈",</a:t>
            </a:r>
          </a:p>
          <a:p>
            <a:r>
              <a:t>      "points": [</a:t>
            </a:r>
          </a:p>
          <a:p>
            <a:r>
              <a:t>        {</a:t>
            </a:r>
          </a:p>
          <a:p>
            <a:r>
              <a:t>          "group_id": "NV_XC22",</a:t>
            </a:r>
          </a:p>
          <a:p>
            <a:r>
              <a:t>          "month": "2025-01",</a:t>
            </a:r>
          </a:p>
          <a:p>
            <a:r>
              <a:t>          "start": "2025-01-01",</a:t>
            </a:r>
          </a:p>
          <a:p>
            <a:r>
              <a:t>          "end": "2025-01-31",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98.54653,</a:t>
            </a:r>
          </a:p>
          <a:p>
            <a:r>
              <a:t>          "raw_mean": 3.1789203225806455,</a:t>
            </a:r>
          </a:p>
          <a:p>
            <a:r>
              <a:t>          "value": 12.125989567270395,</a:t>
            </a:r>
          </a:p>
          <a:p>
            <a:r>
              <a:t>          "prior_start": "2024-01-01",</a:t>
            </a:r>
          </a:p>
          <a:p>
            <a:r>
              <a:t>          "prior_end": "2024-01-31",</a:t>
            </a:r>
          </a:p>
          <a:p>
            <a:r>
              <a:t>          "prior_days": 31,</a:t>
            </a:r>
          </a:p>
          <a:p>
            <a:r>
              <a:t>          "prior_raw_mean": 0.9912687096774194,</a:t>
            </a:r>
          </a:p>
          <a:p>
            <a:r>
              <a:t>          "prior_value": 3.781193868411289,</a:t>
            </a:r>
          </a:p>
          <a:p>
            <a:r>
              <a:t>          "yoy_fraction": 2.206920879823934,</a:t>
            </a:r>
          </a:p>
          <a:p>
            <a:r>
              <a:t>          "yoy_pct": 220.6920879823934,</a:t>
            </a:r>
          </a:p>
          <a:p>
            <a:r>
              <a:t>          "value_label": "12.1",</a:t>
            </a:r>
          </a:p>
          <a:p>
            <a:r>
              <a:t>          "yoy_label": "(+220.7%)",</a:t>
            </a:r>
          </a:p>
          <a:p>
            <a:r>
              <a:t>          "label": "12.1\n(+220.7%)"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"NV_XC22",</a:t>
            </a:r>
          </a:p>
          <a:p>
            <a:r>
              <a:t>          "month": "2025-02",</a:t>
            </a:r>
          </a:p>
          <a:p>
            <a:r>
              <a:t>          "start": "2025-02-01",</a:t>
            </a:r>
          </a:p>
          <a:p>
            <a:r>
              <a:t>          "end": "2025-02-28",</a:t>
            </a:r>
          </a:p>
          <a:p>
            <a:r>
              <a:t>          "days": 28,</a:t>
            </a:r>
          </a:p>
          <a:p>
            <a:r>
              <a:t>          "partial": false,</a:t>
            </a:r>
          </a:p>
          <a:p>
            <a:r>
              <a:t>          "raw_sum": 39.67288,</a:t>
            </a:r>
          </a:p>
          <a:p>
            <a:r>
              <a:t>          "raw_mean": 1.4168885714285715,</a:t>
            </a:r>
          </a:p>
          <a:p>
            <a:r>
              <a:t>          "value": 5.404720562854449,</a:t>
            </a:r>
          </a:p>
          <a:p>
            <a:r>
              <a:t>          "prior_start": "2024-02-01",</a:t>
            </a:r>
          </a:p>
          <a:p>
            <a:r>
              <a:t>          "prior_end": "2024-02-29",</a:t>
            </a:r>
          </a:p>
          <a:p>
            <a:r>
              <a:t>          "prior_days": 29,</a:t>
            </a:r>
          </a:p>
          <a:p>
            <a:r>
              <a:t>          "prior_raw_mean": 6.230117931034482,</a:t>
            </a:r>
          </a:p>
          <a:p>
            <a:r>
              <a:t>          "prior_value": 23.764780921989228,</a:t>
            </a:r>
          </a:p>
          <a:p>
            <a:r>
              <a:t>          "yoy_fraction": -0.7725743578029985,</a:t>
            </a:r>
          </a:p>
          <a:p>
            <a:r>
              <a:t>          "yoy_pct": -77.25743578029986,</a:t>
            </a:r>
          </a:p>
          <a:p>
            <a:r>
              <a:t>          "value_label": "5.4",</a:t>
            </a:r>
          </a:p>
          <a:p>
            <a:r>
              <a:t>          "yoy_label": "(-77.3%)",</a:t>
            </a:r>
          </a:p>
          <a:p>
            <a:r>
              <a:t>          "label": "5.4\n(-77.3%)"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"NV_XC22",</a:t>
            </a:r>
          </a:p>
          <a:p>
            <a:r>
              <a:t>          "month": "2025-03",</a:t>
            </a:r>
          </a:p>
          <a:p>
            <a:r>
              <a:t>          "start": "2025-03-01",</a:t>
            </a:r>
          </a:p>
          <a:p>
            <a:r>
              <a:t>          "end": "2025-03-31",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34.139070000000004,</a:t>
            </a:r>
          </a:p>
          <a:p>
            <a:r>
              <a:t>          "raw_mean": 1.1012603225806452,</a:t>
            </a:r>
          </a:p>
          <a:p>
            <a:r>
              <a:t>          "value": 4.2007568065188465,</a:t>
            </a:r>
          </a:p>
          <a:p>
            <a:r>
              <a:t>          "prior_start": "2024-03-01",</a:t>
            </a:r>
          </a:p>
          <a:p>
            <a:r>
              <a:t>          "prior_end": "2024-03-31",</a:t>
            </a:r>
          </a:p>
          <a:p>
            <a:r>
              <a:t>          "prior_days": 31,</a:t>
            </a:r>
          </a:p>
          <a:p>
            <a:r>
              <a:t>          "prior_raw_mean": 4.298666451612903,</a:t>
            </a:r>
          </a:p>
          <a:p>
            <a:r>
              <a:t>          "prior_value": 16.39726047084999,</a:t>
            </a:r>
          </a:p>
          <a:p>
            <a:r>
              <a:t>          "yoy_fraction": -0.7438134977494146,</a:t>
            </a:r>
          </a:p>
          <a:p>
            <a:r>
              <a:t>          "yoy_pct": -74.38134977494147,</a:t>
            </a:r>
          </a:p>
          <a:p>
            <a:r>
              <a:t>          "value_label": "4.2",</a:t>
            </a:r>
          </a:p>
          <a:p>
            <a:r>
              <a:t>          "yoy_label": "(-74.4%)",</a:t>
            </a:r>
          </a:p>
          <a:p>
            <a:r>
              <a:t>          "label": "4.2\n(-74.4%)"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"NV_XC22",</a:t>
            </a:r>
          </a:p>
          <a:p>
            <a:r>
              <a:t>          "month": "2025-04",</a:t>
            </a:r>
          </a:p>
          <a:p>
            <a:r>
              <a:t>          "start": "2025-04-01",</a:t>
            </a:r>
          </a:p>
          <a:p>
            <a:r>
              <a:t>          "end": "2025-04-30",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26.71872,</a:t>
            </a:r>
          </a:p>
          <a:p>
            <a:r>
              <a:t>          "raw_mean": 0.8906240000000001,</a:t>
            </a:r>
          </a:p>
          <a:p>
            <a:r>
              <a:t>          "value": 3.39728468676857,</a:t>
            </a:r>
          </a:p>
          <a:p>
            <a:r>
              <a:t>          "prior_start": "2024-04-01",</a:t>
            </a:r>
          </a:p>
          <a:p>
            <a:r>
              <a:t>          "prior_end": "2024-04-30",</a:t>
            </a:r>
          </a:p>
          <a:p>
            <a:r>
              <a:t>          "prior_days": 30,</a:t>
            </a:r>
          </a:p>
          <a:p>
            <a:r>
              <a:t>          "prior_raw_mean": 1.495244,</a:t>
            </a:r>
          </a:p>
          <a:p>
            <a:r>
              <a:t>          "prior_value": 5.703607295764074,</a:t>
            </a:r>
          </a:p>
          <a:p>
            <a:r>
              <a:t>          "yoy_fraction": -0.4043620974235642,</a:t>
            </a:r>
          </a:p>
          <a:p>
            <a:r>
              <a:t>          "yoy_pct": -40.436209742356425,</a:t>
            </a:r>
          </a:p>
          <a:p>
            <a:r>
              <a:t>          "value_label": "3.4",</a:t>
            </a:r>
          </a:p>
          <a:p>
            <a:r>
              <a:t>          "yoy_label": "(-40.4%)",</a:t>
            </a:r>
          </a:p>
          <a:p>
            <a:r>
              <a:t>          "label": "3.4\n(-40.4%)"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"NV_XC22",</a:t>
            </a:r>
          </a:p>
          <a:p>
            <a:r>
              <a:t>          "month": "2025-05",</a:t>
            </a:r>
          </a:p>
          <a:p>
            <a:r>
              <a:t>          "start": "2025-05-01",</a:t>
            </a:r>
          </a:p>
          <a:p>
            <a:r>
              <a:t>          "end": "2025-05-31",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41.58734,</a:t>
            </a:r>
          </a:p>
          <a:p>
            <a:r>
              <a:t>          "raw_mean": 1.3415270967741935,</a:t>
            </a:r>
          </a:p>
          <a:p>
            <a:r>
              <a:t>          "value": 5.117254265274757,</a:t>
            </a:r>
          </a:p>
          <a:p>
            <a:r>
              <a:t>          "prior_start": "2024-05-01",</a:t>
            </a:r>
          </a:p>
          <a:p>
            <a:r>
              <a:t>          "prior_end": "2024-05-31",</a:t>
            </a:r>
          </a:p>
          <a:p>
            <a:r>
              <a:t>          "prior_days": 31,</a:t>
            </a:r>
          </a:p>
          <a:p>
            <a:r>
              <a:t>          "prior_raw_mean": 1.1675251612903226,</a:t>
            </a:r>
          </a:p>
          <a:p>
            <a:r>
              <a:t>          "prior_value": 4.453523992019772,</a:t>
            </a:r>
          </a:p>
          <a:p>
            <a:r>
              <a:t>          "yoy_fraction": 0.14903484845805637,</a:t>
            </a:r>
          </a:p>
          <a:p>
            <a:r>
              <a:t>          "yoy_pct": 14.903484845805636,</a:t>
            </a:r>
          </a:p>
          <a:p>
            <a:r>
              <a:t>          "value_label": "5.1",</a:t>
            </a:r>
          </a:p>
          <a:p>
            <a:r>
              <a:t>          "yoy_label": "(+14.9%)",</a:t>
            </a:r>
          </a:p>
          <a:p>
            <a:r>
              <a:t>          "label": "5.1\n(+14.9%)"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"NV_XC22",</a:t>
            </a:r>
          </a:p>
          <a:p>
            <a:r>
              <a:t>          "month": "2025-06",</a:t>
            </a:r>
          </a:p>
          <a:p>
            <a:r>
              <a:t>          "start": "2025-06-01",</a:t>
            </a:r>
          </a:p>
          <a:p>
            <a:r>
              <a:t>          "end": "2025-06-30",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23.47668,</a:t>
            </a:r>
          </a:p>
          <a:p>
            <a:r>
              <a:t>          "raw_mean": 0.782556,</a:t>
            </a:r>
          </a:p>
          <a:p>
            <a:r>
              <a:t>          "value": 2.9850593688681926,</a:t>
            </a:r>
          </a:p>
          <a:p>
            <a:r>
              <a:t>          "prior_start": "2024-06-01",</a:t>
            </a:r>
          </a:p>
          <a:p>
            <a:r>
              <a:t>          "prior_end": "2024-06-30",</a:t>
            </a:r>
          </a:p>
          <a:p>
            <a:r>
              <a:t>          "prior_days": 30,</a:t>
            </a:r>
          </a:p>
          <a:p>
            <a:r>
              <a:t>          "prior_raw_mean": 0.8696623333333334,</a:t>
            </a:r>
          </a:p>
          <a:p>
            <a:r>
              <a:t>          "prior_value": 3.317326422477675,</a:t>
            </a:r>
          </a:p>
          <a:p>
            <a:r>
              <a:t>          "yoy_fraction": -0.10016109700814901,</a:t>
            </a:r>
          </a:p>
          <a:p>
            <a:r>
              <a:t>          "yoy_pct": -10.016109700814901,</a:t>
            </a:r>
          </a:p>
          <a:p>
            <a:r>
              <a:t>          "value_label": "3.0",</a:t>
            </a:r>
          </a:p>
          <a:p>
            <a:r>
              <a:t>          "yoy_label": "(-10.0%)",</a:t>
            </a:r>
          </a:p>
          <a:p>
            <a:r>
              <a:t>          "label": "3.0\n(-10.0%)"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"NV_XC22",</a:t>
            </a:r>
          </a:p>
          <a:p>
            <a:r>
              <a:t>          "month": "2025-07",</a:t>
            </a:r>
          </a:p>
          <a:p>
            <a:r>
              <a:t>          "start": "2025-07-01",</a:t>
            </a:r>
          </a:p>
          <a:p>
            <a:r>
              <a:t>          "end": "2025-07-31",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23.1972,</a:t>
            </a:r>
          </a:p>
          <a:p>
            <a:r>
              <a:t>          "raw_mean": 0.7482967741935483,</a:t>
            </a:r>
          </a:p>
          <a:p>
            <a:r>
              <a:t>          "value": 2.854377573618115,</a:t>
            </a:r>
          </a:p>
          <a:p>
            <a:r>
              <a:t>          "prior_start": "2024-07-01",</a:t>
            </a:r>
          </a:p>
          <a:p>
            <a:r>
              <a:t>          "prior_end": "2024-07-31",</a:t>
            </a:r>
          </a:p>
          <a:p>
            <a:r>
              <a:t>          "prior_days": 31,</a:t>
            </a:r>
          </a:p>
          <a:p>
            <a:r>
              <a:t>          "prior_raw_mean": 0.8154629032258065,</a:t>
            </a:r>
          </a:p>
          <a:p>
            <a:r>
              <a:t>          "prior_value": 3.1105827304865716,</a:t>
            </a:r>
          </a:p>
          <a:p>
            <a:r>
              <a:t>          "yoy_fraction": -0.08236564626859477,</a:t>
            </a:r>
          </a:p>
          <a:p>
            <a:r>
              <a:t>          "yoy_pct": -8.236564626859478,</a:t>
            </a:r>
          </a:p>
          <a:p>
            <a:r>
              <a:t>          "value_label": "2.9",</a:t>
            </a:r>
          </a:p>
          <a:p>
            <a:r>
              <a:t>          "yoy_label": "(-8.2%)",</a:t>
            </a:r>
          </a:p>
          <a:p>
            <a:r>
              <a:t>          "label": "2.9\n(-8.2%)"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"NV_XC22",</a:t>
            </a:r>
          </a:p>
          <a:p>
            <a:r>
              <a:t>          "month": "2025-08",</a:t>
            </a:r>
          </a:p>
          <a:p>
            <a:r>
              <a:t>          "start": "2025-08-01",</a:t>
            </a:r>
          </a:p>
          <a:p>
            <a:r>
              <a:t>          "end": "2025-08-31",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25.69856,</a:t>
            </a:r>
          </a:p>
          <a:p>
            <a:r>
              <a:t>          "raw_mean": 0.8289858064516129,</a:t>
            </a:r>
          </a:p>
          <a:p>
            <a:r>
              <a:t>          "value": 3.1621658363198817,</a:t>
            </a:r>
          </a:p>
          <a:p>
            <a:r>
              <a:t>          "prior_start": "2024-08-01",</a:t>
            </a:r>
          </a:p>
          <a:p>
            <a:r>
              <a:t>          "prior_end": "2024-08-31",</a:t>
            </a:r>
          </a:p>
          <a:p>
            <a:r>
              <a:t>          "prior_days": 31,</a:t>
            </a:r>
          </a:p>
          <a:p>
            <a:r>
              <a:t>          "prior_raw_mean": 0.7555087096774193,</a:t>
            </a:r>
          </a:p>
          <a:p>
            <a:r>
              <a:t>          "prior_value": 2.881887496976702,</a:t>
            </a:r>
          </a:p>
          <a:p>
            <a:r>
              <a:t>          "yoy_fraction": 0.09725512867424935,</a:t>
            </a:r>
          </a:p>
          <a:p>
            <a:r>
              <a:t>          "yoy_pct": 9.725512867424936,</a:t>
            </a:r>
          </a:p>
          <a:p>
            <a:r>
              <a:t>          "value_label": "3.2",</a:t>
            </a:r>
          </a:p>
          <a:p>
            <a:r>
              <a:t>          "yoy_label": "(+9.7%)",</a:t>
            </a:r>
          </a:p>
          <a:p>
            <a:r>
              <a:t>          "label": "3.2\n(+9.7%)"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"NV_XC22",</a:t>
            </a:r>
          </a:p>
          <a:p>
            <a:r>
              <a:t>          "month": "2025-09",</a:t>
            </a:r>
          </a:p>
          <a:p>
            <a:r>
              <a:t>          "start": "2025-09-01",</a:t>
            </a:r>
          </a:p>
          <a:p>
            <a:r>
              <a:t>          "end": "2025-09-30",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15.8607,</a:t>
            </a:r>
          </a:p>
          <a:p>
            <a:r>
              <a:t>          "raw_mean": 0.52869,</a:t>
            </a:r>
          </a:p>
          <a:p>
            <a:r>
              <a:t>          "value": 2.0166876718431967,</a:t>
            </a:r>
          </a:p>
          <a:p>
            <a:r>
              <a:t>          "prior_start": "2024-09-01",</a:t>
            </a:r>
          </a:p>
          <a:p>
            <a:r>
              <a:t>          "prior_end": "2024-09-30",</a:t>
            </a:r>
          </a:p>
          <a:p>
            <a:r>
              <a:t>          "prior_days": 30,</a:t>
            </a:r>
          </a:p>
          <a:p>
            <a:r>
              <a:t>          "prior_raw_mean": 2.7235840000000002,</a:t>
            </a:r>
          </a:p>
          <a:p>
            <a:r>
              <a:t>          "prior_value": 10.389109451719118,</a:t>
            </a:r>
          </a:p>
          <a:p>
            <a:r>
              <a:t>          "yoy_fraction": -0.8058844522511515,</a:t>
            </a:r>
          </a:p>
          <a:p>
            <a:r>
              <a:t>          "yoy_pct": -80.58844522511515,</a:t>
            </a:r>
          </a:p>
          <a:p>
            <a:r>
              <a:t>          "value_label": "2.0",</a:t>
            </a:r>
          </a:p>
          <a:p>
            <a:r>
              <a:t>          "yoy_label": "(-80.6%)",</a:t>
            </a:r>
          </a:p>
          <a:p>
            <a:r>
              <a:t>          "label": "2.0\n(-80.6%)"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"NV_XC22",</a:t>
            </a:r>
          </a:p>
          <a:p>
            <a:r>
              <a:t>          "month": "2025-10",</a:t>
            </a:r>
          </a:p>
          <a:p>
            <a:r>
              <a:t>          "start": "2025-10-01",</a:t>
            </a:r>
          </a:p>
          <a:p>
            <a:r>
              <a:t>          "end": "2025-10-31",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18.05467,</a:t>
            </a:r>
          </a:p>
          <a:p>
            <a:r>
              <a:t>          "raw_mean": 0.5824087096774194,</a:t>
            </a:r>
          </a:p>
          <a:p>
            <a:r>
              <a:t>          "value": 2.2215976560565833,</a:t>
            </a:r>
          </a:p>
          <a:p>
            <a:r>
              <a:t>          "prior_start": "2024-10-01",</a:t>
            </a:r>
          </a:p>
          <a:p>
            <a:r>
              <a:t>          "prior_end": "2024-10-31",</a:t>
            </a:r>
          </a:p>
          <a:p>
            <a:r>
              <a:t>          "prior_days": 31,</a:t>
            </a:r>
          </a:p>
          <a:p>
            <a:r>
              <a:t>          "prior_raw_mean": 1.4578293548387096,</a:t>
            </a:r>
          </a:p>
          <a:p>
            <a:r>
              <a:t>          "prior_value": 5.56088915537337,</a:t>
            </a:r>
          </a:p>
          <a:p>
            <a:r>
              <a:t>          "yoy_fraction": -0.6004959649465589,</a:t>
            </a:r>
          </a:p>
          <a:p>
            <a:r>
              <a:t>          "yoy_pct": -60.04959649465589,</a:t>
            </a:r>
          </a:p>
          <a:p>
            <a:r>
              <a:t>          "value_label": "2.2",</a:t>
            </a:r>
          </a:p>
          <a:p>
            <a:r>
              <a:t>          "yoy_label": "(-60.0%)",</a:t>
            </a:r>
          </a:p>
          <a:p>
            <a:r>
              <a:t>          "label": "2.2\n(-60.0%)"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"NV_XC22",</a:t>
            </a:r>
          </a:p>
          <a:p>
            <a:r>
              <a:t>          "month": "2025-11",</a:t>
            </a:r>
          </a:p>
          <a:p>
            <a:r>
              <a:t>          "start": "2025-11-01",</a:t>
            </a:r>
          </a:p>
          <a:p>
            <a:r>
              <a:t>          "end": "2025-11-30",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91.9367,</a:t>
            </a:r>
          </a:p>
          <a:p>
            <a:r>
              <a:t>          "raw_mean": 3.064556666666667,</a:t>
            </a:r>
          </a:p>
          <a:p>
            <a:r>
              <a:t>          "value": 11.689749473853388,</a:t>
            </a:r>
          </a:p>
          <a:p>
            <a:r>
              <a:t>          "prior_start": "2024-11-01",</a:t>
            </a:r>
          </a:p>
          <a:p>
            <a:r>
              <a:t>          "prior_end": "2024-11-30",</a:t>
            </a:r>
          </a:p>
          <a:p>
            <a:r>
              <a:t>          "prior_days": 30,</a:t>
            </a:r>
          </a:p>
          <a:p>
            <a:r>
              <a:t>          "prior_raw_mean": 1.340595,</a:t>
            </a:r>
          </a:p>
          <a:p>
            <a:r>
              <a:t>          "prior_value": 5.113698782716962,</a:t>
            </a:r>
          </a:p>
          <a:p>
            <a:r>
              <a:t>          "yoy_fraction": 1.2859675492349787,</a:t>
            </a:r>
          </a:p>
          <a:p>
            <a:r>
              <a:t>          "yoy_pct": 128.59675492349788,</a:t>
            </a:r>
          </a:p>
          <a:p>
            <a:r>
              <a:t>          "value_label": "11.7",</a:t>
            </a:r>
          </a:p>
          <a:p>
            <a:r>
              <a:t>          "yoy_label": "(+128.6%)",</a:t>
            </a:r>
          </a:p>
          <a:p>
            <a:r>
              <a:t>          "label": "11.7\n(+128.6%)"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"NV_XC22",</a:t>
            </a:r>
          </a:p>
          <a:p>
            <a:r>
              <a:t>          "month": "2025-12",</a:t>
            </a:r>
          </a:p>
          <a:p>
            <a:r>
              <a:t>          "start": "2025-12-01",</a:t>
            </a:r>
          </a:p>
          <a:p>
            <a:r>
              <a:t>          "end": "2025-12-31",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165.86066,</a:t>
            </a:r>
          </a:p>
          <a:p>
            <a:r>
              <a:t>          "raw_mean": 5.350343870967742,</a:t>
            </a:r>
          </a:p>
          <a:p>
            <a:r>
              <a:t>          "value": 20.408883324258927,</a:t>
            </a:r>
          </a:p>
          <a:p>
            <a:r>
              <a:t>          "prior_start": "2024-12-01",</a:t>
            </a:r>
          </a:p>
          <a:p>
            <a:r>
              <a:t>          "prior_end": "2024-12-31",</a:t>
            </a:r>
          </a:p>
          <a:p>
            <a:r>
              <a:t>          "prior_days": 31,</a:t>
            </a:r>
          </a:p>
          <a:p>
            <a:r>
              <a:t>          "prior_raw_mean": 2.5532335483870967,</a:t>
            </a:r>
          </a:p>
          <a:p>
            <a:r>
              <a:t>          "prior_value": 9.739307761388938,</a:t>
            </a:r>
          </a:p>
          <a:p>
            <a:r>
              <a:t>          "yoy_fraction": 1.095516829765772,</a:t>
            </a:r>
          </a:p>
          <a:p>
            <a:r>
              <a:t>          "yoy_pct": 109.5516829765772,</a:t>
            </a:r>
          </a:p>
          <a:p>
            <a:r>
              <a:t>          "value_label": "20.4",</a:t>
            </a:r>
          </a:p>
          <a:p>
            <a:r>
              <a:t>          "yoy_label": "(+109.6%)",</a:t>
            </a:r>
          </a:p>
          <a:p>
            <a:r>
              <a:t>          "label": "20.4\n(+109.6%)"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"NV_XC22",</a:t>
            </a:r>
          </a:p>
          <a:p>
            <a:r>
              <a:t>          "month": "2026-01",</a:t>
            </a:r>
          </a:p>
          <a:p>
            <a:r>
              <a:t>          "start": "2026-01-01",</a:t>
            </a:r>
          </a:p>
          <a:p>
            <a:r>
              <a:t>          "end": "2026-01-31",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50.50294,</a:t>
            </a:r>
          </a:p>
          <a:p>
            <a:r>
              <a:t>          "raw_mean": 1.6291270967741935,</a:t>
            </a:r>
          </a:p>
          <a:p>
            <a:r>
              <a:t>          "value": 6.214304284042094,</a:t>
            </a:r>
          </a:p>
          <a:p>
            <a:r>
              <a:t>          "prior_start": "2025-01-01",</a:t>
            </a:r>
          </a:p>
          <a:p>
            <a:r>
              <a:t>          "prior_end": "2025-01-31",</a:t>
            </a:r>
          </a:p>
          <a:p>
            <a:r>
              <a:t>          "prior_days": 31,</a:t>
            </a:r>
          </a:p>
          <a:p>
            <a:r>
              <a:t>          "prior_raw_mean": 3.1789203225806455,</a:t>
            </a:r>
          </a:p>
          <a:p>
            <a:r>
              <a:t>          "prior_value": 12.125989567270395,</a:t>
            </a:r>
          </a:p>
          <a:p>
            <a:r>
              <a:t>          "yoy_fraction": -0.4875218843322032,</a:t>
            </a:r>
          </a:p>
          <a:p>
            <a:r>
              <a:t>          "yoy_pct": -48.752188433220326,</a:t>
            </a:r>
          </a:p>
          <a:p>
            <a:r>
              <a:t>          "value_label": "6.2",</a:t>
            </a:r>
          </a:p>
          <a:p>
            <a:r>
              <a:t>          "yoy_label": "(-48.8%)",</a:t>
            </a:r>
          </a:p>
          <a:p>
            <a:r>
              <a:t>          "label": "6.2\n(-48.8%)"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"NV_XC22",</a:t>
            </a:r>
          </a:p>
          <a:p>
            <a:r>
              <a:t>          "month": "2026-02",</a:t>
            </a:r>
          </a:p>
          <a:p>
            <a:r>
              <a:t>          "start": "2026-02-01",</a:t>
            </a:r>
          </a:p>
          <a:p>
            <a:r>
              <a:t>          "end": "2026-02-28",</a:t>
            </a:r>
          </a:p>
          <a:p>
            <a:r>
              <a:t>          "days": 28,</a:t>
            </a:r>
          </a:p>
          <a:p>
            <a:r>
              <a:t>          "partial": false,</a:t>
            </a:r>
          </a:p>
          <a:p>
            <a:r>
              <a:t>          "raw_sum": 249.28718,</a:t>
            </a:r>
          </a:p>
          <a:p>
            <a:r>
              <a:t>          "raw_mean": 8.903113571428571,</a:t>
            </a:r>
          </a:p>
          <a:p>
            <a:r>
              <a:t>          "value": 33.96092110787012,</a:t>
            </a:r>
          </a:p>
          <a:p>
            <a:r>
              <a:t>          "prior_start": "2025-02-01",</a:t>
            </a:r>
          </a:p>
          <a:p>
            <a:r>
              <a:t>          "prior_end": "2025-02-28",</a:t>
            </a:r>
          </a:p>
          <a:p>
            <a:r>
              <a:t>          "prior_days": 28,</a:t>
            </a:r>
          </a:p>
          <a:p>
            <a:r>
              <a:t>          "prior_raw_mean": 1.4168885714285715,</a:t>
            </a:r>
          </a:p>
          <a:p>
            <a:r>
              <a:t>          "prior_value": 5.404720562854449,</a:t>
            </a:r>
          </a:p>
          <a:p>
            <a:r>
              <a:t>          "yoy_fraction": 5.283566506893375,</a:t>
            </a:r>
          </a:p>
          <a:p>
            <a:r>
              <a:t>          "yoy_pct": 528.3566506893375,</a:t>
            </a:r>
          </a:p>
          <a:p>
            <a:r>
              <a:t>          "value_label": "34.0",</a:t>
            </a:r>
          </a:p>
          <a:p>
            <a:r>
              <a:t>          "yoy_label": "(+528.4%)",</a:t>
            </a:r>
          </a:p>
          <a:p>
            <a:r>
              <a:t>          "label": "34.0\n(+528.4%)"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"NV_XC22",</a:t>
            </a:r>
          </a:p>
          <a:p>
            <a:r>
              <a:t>          "month": "2026-03",</a:t>
            </a:r>
          </a:p>
          <a:p>
            <a:r>
              <a:t>          "start": "2026-03-01",</a:t>
            </a:r>
          </a:p>
          <a:p>
            <a:r>
              <a:t>          "end": "2026-03-31",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75.8942,</a:t>
            </a:r>
          </a:p>
          <a:p>
            <a:r>
              <a:t>          "raw_mean": 2.4482,</a:t>
            </a:r>
          </a:p>
          <a:p>
            <a:r>
              <a:t>          "value": 9.338657357253805,</a:t>
            </a:r>
          </a:p>
          <a:p>
            <a:r>
              <a:t>          "prior_start": "2025-03-01",</a:t>
            </a:r>
          </a:p>
          <a:p>
            <a:r>
              <a:t>          "prior_end": "2025-03-31",</a:t>
            </a:r>
          </a:p>
          <a:p>
            <a:r>
              <a:t>          "prior_days": 31,</a:t>
            </a:r>
          </a:p>
          <a:p>
            <a:r>
              <a:t>          "prior_raw_mean": 1.1012603225806452,</a:t>
            </a:r>
          </a:p>
          <a:p>
            <a:r>
              <a:t>          "prior_value": 4.2007568065188465,</a:t>
            </a:r>
          </a:p>
          <a:p>
            <a:r>
              <a:t>          "yoy_fraction": 1.2230892640016262,</a:t>
            </a:r>
          </a:p>
          <a:p>
            <a:r>
              <a:t>          "yoy_pct": 122.30892640016262,</a:t>
            </a:r>
          </a:p>
          <a:p>
            <a:r>
              <a:t>          "value_label": "9.3",</a:t>
            </a:r>
          </a:p>
          <a:p>
            <a:r>
              <a:t>          "yoy_label": "(+122.3%)",</a:t>
            </a:r>
          </a:p>
          <a:p>
            <a:r>
              <a:t>          "label": "9.3\n(+122.3%)"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"NV_XC22",</a:t>
            </a:r>
          </a:p>
          <a:p>
            <a:r>
              <a:t>          "month": "2026-04",</a:t>
            </a:r>
          </a:p>
          <a:p>
            <a:r>
              <a:t>          "start": "2026-04-01",</a:t>
            </a:r>
          </a:p>
          <a:p>
            <a:r>
              <a:t>          "end": "2026-04-30",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61.30505,</a:t>
            </a:r>
          </a:p>
          <a:p>
            <a:r>
              <a:t>          "raw_mean": 2.0435016666666668,</a:t>
            </a:r>
          </a:p>
          <a:p>
            <a:r>
              <a:t>          "value": 7.794935819776602,</a:t>
            </a:r>
          </a:p>
          <a:p>
            <a:r>
              <a:t>          "prior_start": "2025-04-01",</a:t>
            </a:r>
          </a:p>
          <a:p>
            <a:r>
              <a:t>          "prior_end": "2025-04-30",</a:t>
            </a:r>
          </a:p>
          <a:p>
            <a:r>
              <a:t>          "prior_days": 30,</a:t>
            </a:r>
          </a:p>
          <a:p>
            <a:r>
              <a:t>          "prior_raw_mean": 0.8906240000000001,</a:t>
            </a:r>
          </a:p>
          <a:p>
            <a:r>
              <a:t>          "prior_value": 3.39728468676857,</a:t>
            </a:r>
          </a:p>
          <a:p>
            <a:r>
              <a:t>          "yoy_fraction": 1.2944605879323556,</a:t>
            </a:r>
          </a:p>
          <a:p>
            <a:r>
              <a:t>          "yoy_pct": 129.44605879323555,</a:t>
            </a:r>
          </a:p>
          <a:p>
            <a:r>
              <a:t>          "value_label": "7.8",</a:t>
            </a:r>
          </a:p>
          <a:p>
            <a:r>
              <a:t>          "yoy_label": "(+129.4%)",</a:t>
            </a:r>
          </a:p>
          <a:p>
            <a:r>
              <a:t>          "label": "7.8\n(+129.4%)"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"NV_XC22",</a:t>
            </a:r>
          </a:p>
          <a:p>
            <a:r>
              <a:t>          "month": "2026-05",</a:t>
            </a:r>
          </a:p>
          <a:p>
            <a:r>
              <a:t>          "start": "2026-05-01",</a:t>
            </a:r>
          </a:p>
          <a:p>
            <a:r>
              <a:t>          "end": "2026-05-31",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47.38668,</a:t>
            </a:r>
          </a:p>
          <a:p>
            <a:r>
              <a:t>          "raw_mean": 1.5286025806451613,</a:t>
            </a:r>
          </a:p>
          <a:p>
            <a:r>
              <a:t>          "value": 5.830853580613956,</a:t>
            </a:r>
          </a:p>
          <a:p>
            <a:r>
              <a:t>          "prior_start": "2025-05-01",</a:t>
            </a:r>
          </a:p>
          <a:p>
            <a:r>
              <a:t>          "prior_end": "2025-05-31",</a:t>
            </a:r>
          </a:p>
          <a:p>
            <a:r>
              <a:t>          "prior_days": 31,</a:t>
            </a:r>
          </a:p>
          <a:p>
            <a:r>
              <a:t>          "prior_raw_mean": 1.3415270967741935,</a:t>
            </a:r>
          </a:p>
          <a:p>
            <a:r>
              <a:t>          "prior_value": 5.117254265274757,</a:t>
            </a:r>
          </a:p>
          <a:p>
            <a:r>
              <a:t>          "yoy_fraction": 0.1394496498213158,</a:t>
            </a:r>
          </a:p>
          <a:p>
            <a:r>
              <a:t>          "yoy_pct": 13.94496498213158,</a:t>
            </a:r>
          </a:p>
          <a:p>
            <a:r>
              <a:t>          "value_label": "5.8",</a:t>
            </a:r>
          </a:p>
          <a:p>
            <a:r>
              <a:t>          "yoy_label": "(+13.9%)",</a:t>
            </a:r>
          </a:p>
          <a:p>
            <a:r>
              <a:t>          "label": "5.8\n(+13.9%)"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"NV_XC22",</a:t>
            </a:r>
          </a:p>
          <a:p>
            <a:r>
              <a:t>          "month": "2026-06",</a:t>
            </a:r>
          </a:p>
          <a:p>
            <a:r>
              <a:t>          "start": "2026-06-01",</a:t>
            </a:r>
          </a:p>
          <a:p>
            <a:r>
              <a:t>          "end": "2026-06-30",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21.14297,</a:t>
            </a:r>
          </a:p>
          <a:p>
            <a:r>
              <a:t>          "raw_mean": 0.7047656666666666,</a:t>
            </a:r>
          </a:p>
          <a:p>
            <a:r>
              <a:t>          "value": 2.6883281913881825,</a:t>
            </a:r>
          </a:p>
          <a:p>
            <a:r>
              <a:t>          "prior_start": "2025-06-01",</a:t>
            </a:r>
          </a:p>
          <a:p>
            <a:r>
              <a:t>          "prior_end": "2025-06-30",</a:t>
            </a:r>
          </a:p>
          <a:p>
            <a:r>
              <a:t>          "prior_days": 30,</a:t>
            </a:r>
          </a:p>
          <a:p>
            <a:r>
              <a:t>          "prior_raw_mean": 0.782556,</a:t>
            </a:r>
          </a:p>
          <a:p>
            <a:r>
              <a:t>          "prior_value": 2.9850593688681926,</a:t>
            </a:r>
          </a:p>
          <a:p>
            <a:r>
              <a:t>          "yoy_fraction": -0.09940545255973177,</a:t>
            </a:r>
          </a:p>
          <a:p>
            <a:r>
              <a:t>          "yoy_pct": -9.940545255973177,</a:t>
            </a:r>
          </a:p>
          <a:p>
            <a:r>
              <a:t>          "value_label": "2.7",</a:t>
            </a:r>
          </a:p>
          <a:p>
            <a:r>
              <a:t>          "yoy_label": "(-9.9%)",</a:t>
            </a:r>
          </a:p>
          <a:p>
            <a:r>
              <a:t>          "label": "2.7\n(-9.9%)"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"NV_XC22",</a:t>
            </a:r>
          </a:p>
          <a:p>
            <a:r>
              <a:t>          "month": "2026-07",</a:t>
            </a:r>
          </a:p>
          <a:p>
            <a:r>
              <a:t>          "start": "2026-07-01",</a:t>
            </a:r>
          </a:p>
          <a:p>
            <a:r>
              <a:t>          "end": "2026-07-31",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17.36991,</a:t>
            </a:r>
          </a:p>
          <a:p>
            <a:r>
              <a:t>          "raw_mean": 0.5603196774193548,</a:t>
            </a:r>
          </a:p>
          <a:p>
            <a:r>
              <a:t>          "value": 2.137339056427717,</a:t>
            </a:r>
          </a:p>
          <a:p>
            <a:r>
              <a:t>          "prior_start": "2025-07-01",</a:t>
            </a:r>
          </a:p>
          <a:p>
            <a:r>
              <a:t>          "prior_end": "2025-07-31",</a:t>
            </a:r>
          </a:p>
          <a:p>
            <a:r>
              <a:t>          "prior_days": 31,</a:t>
            </a:r>
          </a:p>
          <a:p>
            <a:r>
              <a:t>          "prior_raw_mean": 0.7482967741935483,</a:t>
            </a:r>
          </a:p>
          <a:p>
            <a:r>
              <a:t>          "prior_value": 2.854377573618115,</a:t>
            </a:r>
          </a:p>
          <a:p>
            <a:r>
              <a:t>          "yoy_fraction": -0.251206611142724,</a:t>
            </a:r>
          </a:p>
          <a:p>
            <a:r>
              <a:t>          "yoy_pct": -25.1206611142724,</a:t>
            </a:r>
          </a:p>
          <a:p>
            <a:r>
              <a:t>          "value_label": "2.1",</a:t>
            </a:r>
          </a:p>
          <a:p>
            <a:r>
              <a:t>          "yoy_label": "(-25.1%)",</a:t>
            </a:r>
          </a:p>
          <a:p>
            <a:r>
              <a:t>          "label": "2.1\n(-25.1%)"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"NV_XC22",</a:t>
            </a:r>
          </a:p>
          <a:p>
            <a:r>
              <a:t>          "month": "2026-08",</a:t>
            </a:r>
          </a:p>
          <a:p>
            <a:r>
              <a:t>          "start": "2026-08-01",</a:t>
            </a:r>
          </a:p>
          <a:p>
            <a:r>
              <a:t>          "end": "2026-08-31",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14.92437,</a:t>
            </a:r>
          </a:p>
          <a:p>
            <a:r>
              <a:t>          "raw_mean": 0.48143129032258064,</a:t>
            </a:r>
          </a:p>
          <a:p>
            <a:r>
              <a:t>          "value": 1.8364193535590068,</a:t>
            </a:r>
          </a:p>
          <a:p>
            <a:r>
              <a:t>          "prior_start": "2025-08-01",</a:t>
            </a:r>
          </a:p>
          <a:p>
            <a:r>
              <a:t>          "prior_end": "2025-08-31",</a:t>
            </a:r>
          </a:p>
          <a:p>
            <a:r>
              <a:t>          "prior_days": 31,</a:t>
            </a:r>
          </a:p>
          <a:p>
            <a:r>
              <a:t>          "prior_raw_mean": 0.8289858064516129,</a:t>
            </a:r>
          </a:p>
          <a:p>
            <a:r>
              <a:t>          "prior_value": 3.1621658363198817,</a:t>
            </a:r>
          </a:p>
          <a:p>
            <a:r>
              <a:t>          "yoy_fraction": -0.41925267407979283,</a:t>
            </a:r>
          </a:p>
          <a:p>
            <a:r>
              <a:t>          "yoy_pct": -41.925267407979284,</a:t>
            </a:r>
          </a:p>
          <a:p>
            <a:r>
              <a:t>          "value_label": "1.8",</a:t>
            </a:r>
          </a:p>
          <a:p>
            <a:r>
              <a:t>          "yoy_label": "(-41.9%)",</a:t>
            </a:r>
          </a:p>
          <a:p>
            <a:r>
              <a:t>          "label": "1.8\n(-41.9%)"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"NV_XC22",</a:t>
            </a:r>
          </a:p>
          <a:p>
            <a:r>
              <a:t>          "month": "2026-09",</a:t>
            </a:r>
          </a:p>
          <a:p>
            <a:r>
              <a:t>          "start": "2026-09-01",</a:t>
            </a:r>
          </a:p>
          <a:p>
            <a:r>
              <a:t>          "end": "2026-09-30",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12.66057,</a:t>
            </a:r>
          </a:p>
          <a:p>
            <a:r>
              <a:t>          "raw_mean": 0.422019,</a:t>
            </a:r>
          </a:p>
          <a:p>
            <a:r>
              <a:t>          "value": 1.6097912095624922,</a:t>
            </a:r>
          </a:p>
          <a:p>
            <a:r>
              <a:t>          "prior_start": "2025-09-01",</a:t>
            </a:r>
          </a:p>
          <a:p>
            <a:r>
              <a:t>          "prior_end": "2025-09-30",</a:t>
            </a:r>
          </a:p>
          <a:p>
            <a:r>
              <a:t>          "prior_days": 30,</a:t>
            </a:r>
          </a:p>
          <a:p>
            <a:r>
              <a:t>          "prior_raw_mean": 0.52869,</a:t>
            </a:r>
          </a:p>
          <a:p>
            <a:r>
              <a:t>          "prior_value": 2.0166876718431967,</a:t>
            </a:r>
          </a:p>
          <a:p>
            <a:r>
              <a:t>          "yoy_fraction": -0.20176473926119276,</a:t>
            </a:r>
          </a:p>
          <a:p>
            <a:r>
              <a:t>          "yoy_pct": -20.176473926119275,</a:t>
            </a:r>
          </a:p>
          <a:p>
            <a:r>
              <a:t>          "value_label": "1.6",</a:t>
            </a:r>
          </a:p>
          <a:p>
            <a:r>
              <a:t>          "yoy_label": "(-20.2%)",</a:t>
            </a:r>
          </a:p>
          <a:p>
            <a:r>
              <a:t>          "label": "1.6\n(-20.2%)"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"NV_XC22",</a:t>
            </a:r>
          </a:p>
          <a:p>
            <a:r>
              <a:t>          "month": "2026-10",</a:t>
            </a:r>
          </a:p>
          <a:p>
            <a:r>
              <a:t>          "start": "2026-10-01",</a:t>
            </a:r>
          </a:p>
          <a:p>
            <a:r>
              <a:t>          "end": "2026-10-19",</a:t>
            </a:r>
          </a:p>
          <a:p>
            <a:r>
              <a:t>          "days": 19,</a:t>
            </a:r>
          </a:p>
          <a:p>
            <a:r>
              <a:t>          "partial": true,</a:t>
            </a:r>
          </a:p>
          <a:p>
            <a:r>
              <a:t>          "raw_sum": 7.74166,</a:t>
            </a:r>
          </a:p>
          <a:p>
            <a:r>
              <a:t>          "raw_mean": 0.4074557894736842,</a:t>
            </a:r>
          </a:p>
          <a:p>
            <a:r>
              <a:t>          "value": 1.554239852186945,</a:t>
            </a:r>
          </a:p>
          <a:p>
            <a:r>
              <a:t>          "prior_start": "2025-10-01",</a:t>
            </a:r>
          </a:p>
          <a:p>
            <a:r>
              <a:t>          "prior_end": "2025-10-19",</a:t>
            </a:r>
          </a:p>
          <a:p>
            <a:r>
              <a:t>          "prior_days": 19,</a:t>
            </a:r>
          </a:p>
          <a:p>
            <a:r>
              <a:t>          "prior_raw_mean": 0.6435494736842106,</a:t>
            </a:r>
          </a:p>
          <a:p>
            <a:r>
              <a:t>          "prior_value": 2.454819061832312,</a:t>
            </a:r>
          </a:p>
          <a:p>
            <a:r>
              <a:t>          "yoy_fraction": -0.36686174702145324,</a:t>
            </a:r>
          </a:p>
          <a:p>
            <a:r>
              <a:t>          "yoy_pct": -36.68617470214532,</a:t>
            </a:r>
          </a:p>
          <a:p>
            <a:r>
              <a:t>          "value_label": "1.6",</a:t>
            </a:r>
          </a:p>
          <a:p>
            <a:r>
              <a:t>          "yoy_label": "(-36.7%)",</a:t>
            </a:r>
          </a:p>
          <a:p>
            <a:r>
              <a:t>          "label": "1.6\n(-36.7%)"</a:t>
            </a:r>
          </a:p>
          <a:p>
            <a:r>
              <a:t>        }</a:t>
            </a:r>
          </a:p>
          <a:p>
            <a:r>
              <a:t>      ]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"NV_XC23",</a:t>
            </a:r>
          </a:p>
          <a:p>
            <a:r>
              <a:t>      "label": "와사비",</a:t>
            </a:r>
          </a:p>
          <a:p>
            <a:r>
              <a:t>      "points": [</a:t>
            </a:r>
          </a:p>
          <a:p>
            <a:r>
              <a:t>        {</a:t>
            </a:r>
          </a:p>
          <a:p>
            <a:r>
              <a:t>          "group_id": "NV_XC23",</a:t>
            </a:r>
          </a:p>
          <a:p>
            <a:r>
              <a:t>          "month": "2025-01",</a:t>
            </a:r>
          </a:p>
          <a:p>
            <a:r>
              <a:t>          "start": "2025-01-01",</a:t>
            </a:r>
          </a:p>
          <a:p>
            <a:r>
              <a:t>          "end": "2025-01-31",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0.75458,</a:t>
            </a:r>
          </a:p>
          <a:p>
            <a:r>
              <a:t>          "raw_mean": 0.024341290322580648,</a:t>
            </a:r>
          </a:p>
          <a:p>
            <a:r>
              <a:t>          "value": 7.573519079832185,</a:t>
            </a:r>
          </a:p>
          <a:p>
            <a:r>
              <a:t>          "prior_start": "2024-01-01",</a:t>
            </a:r>
          </a:p>
          <a:p>
            <a:r>
              <a:t>          "prior_end": "2024-01-31",</a:t>
            </a:r>
          </a:p>
          <a:p>
            <a:r>
              <a:t>          "prior_days": 31,</a:t>
            </a:r>
          </a:p>
          <a:p>
            <a:r>
              <a:t>          "prior_raw_mean": 0.06085354838709677,</a:t>
            </a:r>
          </a:p>
          <a:p>
            <a:r>
              <a:t>          "prior_value": 18.933898066924943,</a:t>
            </a:r>
          </a:p>
          <a:p>
            <a:r>
              <a:t>          "yoy_fraction": -0.6000021203736098,</a:t>
            </a:r>
          </a:p>
          <a:p>
            <a:r>
              <a:t>          "yoy_pct": -60.00021203736098,</a:t>
            </a:r>
          </a:p>
          <a:p>
            <a:r>
              <a:t>          "value_label": "7.6",</a:t>
            </a:r>
          </a:p>
          <a:p>
            <a:r>
              <a:t>          "yoy_label": "(-60.0%)",</a:t>
            </a:r>
          </a:p>
          <a:p>
            <a:r>
              <a:t>          "label": "7.6\n(-60.0%)"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"NV_XC23",</a:t>
            </a:r>
          </a:p>
          <a:p>
            <a:r>
              <a:t>          "month": "2025-02",</a:t>
            </a:r>
          </a:p>
          <a:p>
            <a:r>
              <a:t>          "start": "2025-02-01",</a:t>
            </a:r>
          </a:p>
          <a:p>
            <a:r>
              <a:t>          "end": "2025-02-28",</a:t>
            </a:r>
          </a:p>
          <a:p>
            <a:r>
              <a:t>          "days": 28,</a:t>
            </a:r>
          </a:p>
          <a:p>
            <a:r>
              <a:t>          "partial": false,</a:t>
            </a:r>
          </a:p>
          <a:p>
            <a:r>
              <a:t>          "raw_sum": 0.72665,</a:t>
            </a:r>
          </a:p>
          <a:p>
            <a:r>
              <a:t>          "raw_mean": 0.025951785714285715,</a:t>
            </a:r>
          </a:p>
          <a:p>
            <a:r>
              <a:t>          "value": 8.074606631700595,</a:t>
            </a:r>
          </a:p>
          <a:p>
            <a:r>
              <a:t>          "prior_start": "2024-02-01",</a:t>
            </a:r>
          </a:p>
          <a:p>
            <a:r>
              <a:t>          "prior_end": "2024-02-29",</a:t>
            </a:r>
          </a:p>
          <a:p>
            <a:r>
              <a:t>          "prior_days": 29,</a:t>
            </a:r>
          </a:p>
          <a:p>
            <a:r>
              <a:t>          "prior_raw_mean": 0.0843251724137931,</a:t>
            </a:r>
          </a:p>
          <a:p>
            <a:r>
              <a:t>          "prior_value": 26.236830246979807,</a:t>
            </a:r>
          </a:p>
          <a:p>
            <a:r>
              <a:t>          "yoy_fraction": -0.6922415339166177,</a:t>
            </a:r>
          </a:p>
          <a:p>
            <a:r>
              <a:t>          "yoy_pct": -69.22415339166177,</a:t>
            </a:r>
          </a:p>
          <a:p>
            <a:r>
              <a:t>          "value_label": "8.1",</a:t>
            </a:r>
          </a:p>
          <a:p>
            <a:r>
              <a:t>          "yoy_label": "(-69.2%)",</a:t>
            </a:r>
          </a:p>
          <a:p>
            <a:r>
              <a:t>          "label": "8.1\n(-69.2%)"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"NV_XC23",</a:t>
            </a:r>
          </a:p>
          <a:p>
            <a:r>
              <a:t>          "month": "2025-03",</a:t>
            </a:r>
          </a:p>
          <a:p>
            <a:r>
              <a:t>          "start": "2025-03-01",</a:t>
            </a:r>
          </a:p>
          <a:p>
            <a:r>
              <a:t>          "end": "2025-03-31",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0.60087,</a:t>
            </a:r>
          </a:p>
          <a:p>
            <a:r>
              <a:t>          "raw_mean": 0.019382903225806453,</a:t>
            </a:r>
          </a:p>
          <a:p>
            <a:r>
              <a:t>          "value": 6.030772627817813,</a:t>
            </a:r>
          </a:p>
          <a:p>
            <a:r>
              <a:t>          "prior_start": "2024-03-01",</a:t>
            </a:r>
          </a:p>
          <a:p>
            <a:r>
              <a:t>          "prior_end": "2024-03-31",</a:t>
            </a:r>
          </a:p>
          <a:p>
            <a:r>
              <a:t>          "prior_days": 31,</a:t>
            </a:r>
          </a:p>
          <a:p>
            <a:r>
              <a:t>          "prior_raw_mean": 0.07032032258064516,</a:t>
            </a:r>
          </a:p>
          <a:p>
            <a:r>
              <a:t>          "prior_value": 21.879378525402974,</a:t>
            </a:r>
          </a:p>
          <a:p>
            <a:r>
              <a:t>          "yoy_fraction": -0.7243627088943223,</a:t>
            </a:r>
          </a:p>
          <a:p>
            <a:r>
              <a:t>          "yoy_pct": -72.43627088943224,</a:t>
            </a:r>
          </a:p>
          <a:p>
            <a:r>
              <a:t>          "value_label": "6.0",</a:t>
            </a:r>
          </a:p>
          <a:p>
            <a:r>
              <a:t>          "yoy_label": "(-72.4%)",</a:t>
            </a:r>
          </a:p>
          <a:p>
            <a:r>
              <a:t>          "label": "6.0\n(-72.4%)"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"NV_XC23",</a:t>
            </a:r>
          </a:p>
          <a:p>
            <a:r>
              <a:t>          "month": "2025-04",</a:t>
            </a:r>
          </a:p>
          <a:p>
            <a:r>
              <a:t>          "start": "2025-04-01",</a:t>
            </a:r>
          </a:p>
          <a:p>
            <a:r>
              <a:t>          "end": "2025-04-30",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0.29345,</a:t>
            </a:r>
          </a:p>
          <a:p>
            <a:r>
              <a:t>          "raw_mean": 0.009781666666666666,</a:t>
            </a:r>
          </a:p>
          <a:p>
            <a:r>
              <a:t>          "value": 3.043455714582037,</a:t>
            </a:r>
          </a:p>
          <a:p>
            <a:r>
              <a:t>          "prior_start": "2024-04-01",</a:t>
            </a:r>
          </a:p>
          <a:p>
            <a:r>
              <a:t>          "prior_end": "2024-04-30",</a:t>
            </a:r>
          </a:p>
          <a:p>
            <a:r>
              <a:t>          "prior_days": 30,</a:t>
            </a:r>
          </a:p>
          <a:p>
            <a:r>
              <a:t>          "prior_raw_mean": 0.038660999999999994,</a:t>
            </a:r>
          </a:p>
          <a:p>
            <a:r>
              <a:t>          "prior_value": 12.028935905413814,</a:t>
            </a:r>
          </a:p>
          <a:p>
            <a:r>
              <a:t>          "yoy_fraction": -0.7469887828388644,</a:t>
            </a:r>
          </a:p>
          <a:p>
            <a:r>
              <a:t>          "yoy_pct": -74.69887828388644,</a:t>
            </a:r>
          </a:p>
          <a:p>
            <a:r>
              <a:t>          "value_label": "3.0",</a:t>
            </a:r>
          </a:p>
          <a:p>
            <a:r>
              <a:t>          "yoy_label": "(-74.7%)",</a:t>
            </a:r>
          </a:p>
          <a:p>
            <a:r>
              <a:t>          "label": "3.0\n(-74.7%)"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"NV_XC23",</a:t>
            </a:r>
          </a:p>
          <a:p>
            <a:r>
              <a:t>          "month": "2025-05",</a:t>
            </a:r>
          </a:p>
          <a:p>
            <a:r>
              <a:t>          "start": "2025-05-01",</a:t>
            </a:r>
          </a:p>
          <a:p>
            <a:r>
              <a:t>          "end": "2025-05-31",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0.8524,</a:t>
            </a:r>
          </a:p>
          <a:p>
            <a:r>
              <a:t>          "raw_mean": 0.027496774193548387,</a:t>
            </a:r>
          </a:p>
          <a:p>
            <a:r>
              <a:t>          "value": 8.555312443543368,</a:t>
            </a:r>
          </a:p>
          <a:p>
            <a:r>
              <a:t>          "prior_start": "2024-05-01",</a:t>
            </a:r>
          </a:p>
          <a:p>
            <a:r>
              <a:t>          "prior_end": "2024-05-31",</a:t>
            </a:r>
          </a:p>
          <a:p>
            <a:r>
              <a:t>          "prior_days": 31,</a:t>
            </a:r>
          </a:p>
          <a:p>
            <a:r>
              <a:t>          "prior_raw_mean": 0.05814903225806452,</a:t>
            </a:r>
          </a:p>
          <a:p>
            <a:r>
              <a:t>          "prior_value": 18.09241825079792,</a:t>
            </a:r>
          </a:p>
          <a:p>
            <a:r>
              <a:t>          "yoy_fraction": -0.5271327290277485,</a:t>
            </a:r>
          </a:p>
          <a:p>
            <a:r>
              <a:t>          "yoy_pct": -52.713272902774854,</a:t>
            </a:r>
          </a:p>
          <a:p>
            <a:r>
              <a:t>          "value_label": "8.6",</a:t>
            </a:r>
          </a:p>
          <a:p>
            <a:r>
              <a:t>          "yoy_label": "(-52.7%)",</a:t>
            </a:r>
          </a:p>
          <a:p>
            <a:r>
              <a:t>          "label": "8.6\n(-52.7%)"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"NV_XC23",</a:t>
            </a:r>
          </a:p>
          <a:p>
            <a:r>
              <a:t>          "month": "2025-06",</a:t>
            </a:r>
          </a:p>
          <a:p>
            <a:r>
              <a:t>          "start": "2025-06-01",</a:t>
            </a:r>
          </a:p>
          <a:p>
            <a:r>
              <a:t>          "end": "2025-06-30",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0.50305,</a:t>
            </a:r>
          </a:p>
          <a:p>
            <a:r>
              <a:t>          "raw_mean": 0.016768333333333333,</a:t>
            </a:r>
          </a:p>
          <a:p>
            <a:r>
              <a:t>          "value": 5.2172785729101845,</a:t>
            </a:r>
          </a:p>
          <a:p>
            <a:r>
              <a:t>          "prior_start": "2024-06-01",</a:t>
            </a:r>
          </a:p>
          <a:p>
            <a:r>
              <a:t>          "prior_end": "2024-06-30",</a:t>
            </a:r>
          </a:p>
          <a:p>
            <a:r>
              <a:t>          "prior_days": 30,</a:t>
            </a:r>
          </a:p>
          <a:p>
            <a:r>
              <a:t>          "prior_raw_mean": 0.023755000000000002,</a:t>
            </a:r>
          </a:p>
          <a:p>
            <a:r>
              <a:t>          "prior_value": 7.391101431238332,</a:t>
            </a:r>
          </a:p>
          <a:p>
            <a:r>
              <a:t>          "yoy_fraction": -0.29411351996071,</a:t>
            </a:r>
          </a:p>
          <a:p>
            <a:r>
              <a:t>          "yoy_pct": -29.411351996071,</a:t>
            </a:r>
          </a:p>
          <a:p>
            <a:r>
              <a:t>          "value_label": "5.2",</a:t>
            </a:r>
          </a:p>
          <a:p>
            <a:r>
              <a:t>          "yoy_label": "(-29.4%)",</a:t>
            </a:r>
          </a:p>
          <a:p>
            <a:r>
              <a:t>          "label": "5.2\n(-29.4%)"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"NV_XC23",</a:t>
            </a:r>
          </a:p>
          <a:p>
            <a:r>
              <a:t>          "month": "2025-07",</a:t>
            </a:r>
          </a:p>
          <a:p>
            <a:r>
              <a:t>          "start": "2025-07-01",</a:t>
            </a:r>
          </a:p>
          <a:p>
            <a:r>
              <a:t>          "end": "2025-07-31",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0.36332,</a:t>
            </a:r>
          </a:p>
          <a:p>
            <a:r>
              <a:t>          "raw_mean": 0.01172,</a:t>
            </a:r>
          </a:p>
          <a:p>
            <a:r>
              <a:t>          "value": 3.6465463596764156,</a:t>
            </a:r>
          </a:p>
          <a:p>
            <a:r>
              <a:t>          "prior_start": "2024-07-01",</a:t>
            </a:r>
          </a:p>
          <a:p>
            <a:r>
              <a:t>          "prior_end": "2024-07-31",</a:t>
            </a:r>
          </a:p>
          <a:p>
            <a:r>
              <a:t>          "prior_days": 31,</a:t>
            </a:r>
          </a:p>
          <a:p>
            <a:r>
              <a:t>          "prior_raw_mean": 0.022538387096774196,</a:t>
            </a:r>
          </a:p>
          <a:p>
            <a:r>
              <a:t>          "prior_value": 7.012565991528995,</a:t>
            </a:r>
          </a:p>
          <a:p>
            <a:r>
              <a:t>          "yoy_fraction": -0.47999828250010734,</a:t>
            </a:r>
          </a:p>
          <a:p>
            <a:r>
              <a:t>          "yoy_pct": -47.99982825001074,</a:t>
            </a:r>
          </a:p>
          <a:p>
            <a:r>
              <a:t>          "value_label": "3.6",</a:t>
            </a:r>
          </a:p>
          <a:p>
            <a:r>
              <a:t>          "yoy_label": "(-48.0%)",</a:t>
            </a:r>
          </a:p>
          <a:p>
            <a:r>
              <a:t>          "label": "3.6\n(-48.0%)"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"NV_XC23",</a:t>
            </a:r>
          </a:p>
          <a:p>
            <a:r>
              <a:t>          "month": "2025-08",</a:t>
            </a:r>
          </a:p>
          <a:p>
            <a:r>
              <a:t>          "start": "2025-08-01",</a:t>
            </a:r>
          </a:p>
          <a:p>
            <a:r>
              <a:t>          "end": "2025-08-31",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0.47509999999999997,</a:t>
            </a:r>
          </a:p>
          <a:p>
            <a:r>
              <a:t>          "raw_mean": 0.015325806451612902,</a:t>
            </a:r>
          </a:p>
          <a:p>
            <a:r>
              <a:t>          "value": 4.768452536282795,</a:t>
            </a:r>
          </a:p>
          <a:p>
            <a:r>
              <a:t>          "prior_start": "2024-08-01",</a:t>
            </a:r>
          </a:p>
          <a:p>
            <a:r>
              <a:t>          "prior_end": "2024-08-31",</a:t>
            </a:r>
          </a:p>
          <a:p>
            <a:r>
              <a:t>          "prior_days": 31,</a:t>
            </a:r>
          </a:p>
          <a:p>
            <a:r>
              <a:t>          "prior_raw_mean": 0.027947419354838708,</a:t>
            </a:r>
          </a:p>
          <a:p>
            <a:r>
              <a:t>          "prior_value": 8.695525623783045,</a:t>
            </a:r>
          </a:p>
          <a:p>
            <a:r>
              <a:t>          "yoy_fraction": -0.45161997760771955,</a:t>
            </a:r>
          </a:p>
          <a:p>
            <a:r>
              <a:t>          "yoy_pct": -45.16199776077195,</a:t>
            </a:r>
          </a:p>
          <a:p>
            <a:r>
              <a:t>          "value_label": "4.8",</a:t>
            </a:r>
          </a:p>
          <a:p>
            <a:r>
              <a:t>          "yoy_label": "(-45.2%)",</a:t>
            </a:r>
          </a:p>
          <a:p>
            <a:r>
              <a:t>          "label": "4.8\n(-45.2%)"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"NV_XC23",</a:t>
            </a:r>
          </a:p>
          <a:p>
            <a:r>
              <a:t>          "month": "2025-09",</a:t>
            </a:r>
          </a:p>
          <a:p>
            <a:r>
              <a:t>          "start": "2025-09-01",</a:t>
            </a:r>
          </a:p>
          <a:p>
            <a:r>
              <a:t>          "end": "2025-09-30",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0.51703,</a:t>
            </a:r>
          </a:p>
          <a:p>
            <a:r>
              <a:t>          "raw_mean": 0.017234333333333334,</a:t>
            </a:r>
          </a:p>
          <a:p>
            <a:r>
              <a:t>          "value": 5.362269238747148,</a:t>
            </a:r>
          </a:p>
          <a:p>
            <a:r>
              <a:t>          "prior_start": "2024-09-01",</a:t>
            </a:r>
          </a:p>
          <a:p>
            <a:r>
              <a:t>          "prior_end": "2024-09-30",</a:t>
            </a:r>
          </a:p>
          <a:p>
            <a:r>
              <a:t>          "prior_days": 30,</a:t>
            </a:r>
          </a:p>
          <a:p>
            <a:r>
              <a:t>          "prior_raw_mean": 0.024687,</a:t>
            </a:r>
          </a:p>
          <a:p>
            <a:r>
              <a:t>          "prior_value": 7.681082762912259,</a:t>
            </a:r>
          </a:p>
          <a:p>
            <a:r>
              <a:t>          "yoy_fraction": -0.30188628292893693,</a:t>
            </a:r>
          </a:p>
          <a:p>
            <a:r>
              <a:t>          "yoy_pct": -30.188628292893693,</a:t>
            </a:r>
          </a:p>
          <a:p>
            <a:r>
              <a:t>          "value_label": "5.4",</a:t>
            </a:r>
          </a:p>
          <a:p>
            <a:r>
              <a:t>          "yoy_label": "(-30.2%)",</a:t>
            </a:r>
          </a:p>
          <a:p>
            <a:r>
              <a:t>          "label": "5.4\n(-30.2%)"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"NV_XC23",</a:t>
            </a:r>
          </a:p>
          <a:p>
            <a:r>
              <a:t>          "month": "2025-10",</a:t>
            </a:r>
          </a:p>
          <a:p>
            <a:r>
              <a:t>          "start": "2025-10-01",</a:t>
            </a:r>
          </a:p>
          <a:p>
            <a:r>
              <a:t>          "end": "2025-10-31",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0.68472,</a:t>
            </a:r>
          </a:p>
          <a:p>
            <a:r>
              <a:t>          "raw_mean": 0.022087741935483872,</a:t>
            </a:r>
          </a:p>
          <a:p>
            <a:r>
              <a:t>          "value": 6.872352811289319,</a:t>
            </a:r>
          </a:p>
          <a:p>
            <a:r>
              <a:t>          "prior_start": "2024-10-01",</a:t>
            </a:r>
          </a:p>
          <a:p>
            <a:r>
              <a:t>          "prior_end": "2024-10-31",</a:t>
            </a:r>
          </a:p>
          <a:p>
            <a:r>
              <a:t>          "prior_days": 31,</a:t>
            </a:r>
          </a:p>
          <a:p>
            <a:r>
              <a:t>          "prior_raw_mean": 0.022538064516129032,</a:t>
            </a:r>
          </a:p>
          <a:p>
            <a:r>
              <a:t>          "prior_value": 7.012465624184515,</a:t>
            </a:r>
          </a:p>
          <a:p>
            <a:r>
              <a:t>          "yoy_fraction": -0.019980534722619847,</a:t>
            </a:r>
          </a:p>
          <a:p>
            <a:r>
              <a:t>          "yoy_pct": -1.9980534722619847,</a:t>
            </a:r>
          </a:p>
          <a:p>
            <a:r>
              <a:t>          "value_label": "6.9",</a:t>
            </a:r>
          </a:p>
          <a:p>
            <a:r>
              <a:t>          "yoy_label": "(-2.0%)",</a:t>
            </a:r>
          </a:p>
          <a:p>
            <a:r>
              <a:t>          "label": "6.9\n(-2.0%)"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"NV_XC23",</a:t>
            </a:r>
          </a:p>
          <a:p>
            <a:r>
              <a:t>          "month": "2025-11",</a:t>
            </a:r>
          </a:p>
          <a:p>
            <a:r>
              <a:t>          "start": "2025-11-01",</a:t>
            </a:r>
          </a:p>
          <a:p>
            <a:r>
              <a:t>          "end": "2025-11-30",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0.93626,</a:t>
            </a:r>
          </a:p>
          <a:p>
            <a:r>
              <a:t>          "raw_mean": 0.031208666666666666,</a:t>
            </a:r>
          </a:p>
          <a:p>
            <a:r>
              <a:t>          "value": 9.710226094171333,</a:t>
            </a:r>
          </a:p>
          <a:p>
            <a:r>
              <a:t>          "prior_start": "2024-11-01",</a:t>
            </a:r>
          </a:p>
          <a:p>
            <a:r>
              <a:t>          "prior_end": "2024-11-30",</a:t>
            </a:r>
          </a:p>
          <a:p>
            <a:r>
              <a:t>          "prior_days": 30,</a:t>
            </a:r>
          </a:p>
          <a:p>
            <a:r>
              <a:t>          "prior_raw_mean": 0.025619,</a:t>
            </a:r>
          </a:p>
          <a:p>
            <a:r>
              <a:t>          "prior_value": 7.971064094586184,</a:t>
            </a:r>
          </a:p>
          <a:p>
            <a:r>
              <a:t>          "yoy_fraction": 0.21818442041713837,</a:t>
            </a:r>
          </a:p>
          <a:p>
            <a:r>
              <a:t>          "yoy_pct": 21.818442041713837,</a:t>
            </a:r>
          </a:p>
          <a:p>
            <a:r>
              <a:t>          "value_label": "9.7",</a:t>
            </a:r>
          </a:p>
          <a:p>
            <a:r>
              <a:t>          "yoy_label": "(+21.8%)",</a:t>
            </a:r>
          </a:p>
          <a:p>
            <a:r>
              <a:t>          "label": "9.7\n(+21.8%)"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"NV_XC23",</a:t>
            </a:r>
          </a:p>
          <a:p>
            <a:r>
              <a:t>          "month": "2025-12",</a:t>
            </a:r>
          </a:p>
          <a:p>
            <a:r>
              <a:t>          "start": "2025-12-01",</a:t>
            </a:r>
          </a:p>
          <a:p>
            <a:r>
              <a:t>          "end": "2025-12-31",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0.83843,</a:t>
            </a:r>
          </a:p>
          <a:p>
            <a:r>
              <a:t>          "raw_mean": 0.027046129032258066,</a:t>
            </a:r>
          </a:p>
          <a:p>
            <a:r>
              <a:t>          "value": 8.415099263303691,</a:t>
            </a:r>
          </a:p>
          <a:p>
            <a:r>
              <a:t>          "prior_start": "2024-12-01",</a:t>
            </a:r>
          </a:p>
          <a:p>
            <a:r>
              <a:t>          "prior_end": "2024-12-31",</a:t>
            </a:r>
          </a:p>
          <a:p>
            <a:r>
              <a:t>          "prior_days": 31,</a:t>
            </a:r>
          </a:p>
          <a:p>
            <a:r>
              <a:t>          "prior_raw_mean": 0.03380741935483871,</a:t>
            </a:r>
          </a:p>
          <a:p>
            <a:r>
              <a:t>          "prior_value": 10.518798803621253,</a:t>
            </a:r>
          </a:p>
          <a:p>
            <a:r>
              <a:t>          "yoy_fraction": -0.19999427497304467,</a:t>
            </a:r>
          </a:p>
          <a:p>
            <a:r>
              <a:t>          "yoy_pct": -19.999427497304467,</a:t>
            </a:r>
          </a:p>
          <a:p>
            <a:r>
              <a:t>          "value_label": "8.4",</a:t>
            </a:r>
          </a:p>
          <a:p>
            <a:r>
              <a:t>          "yoy_label": "(-20.0%)",</a:t>
            </a:r>
          </a:p>
          <a:p>
            <a:r>
              <a:t>          "label": "8.4\n(-20.0%)"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"NV_XC23",</a:t>
            </a:r>
          </a:p>
          <a:p>
            <a:r>
              <a:t>          "month": "2026-01",</a:t>
            </a:r>
          </a:p>
          <a:p>
            <a:r>
              <a:t>          "start": "2026-01-01",</a:t>
            </a:r>
          </a:p>
          <a:p>
            <a:r>
              <a:t>          "end": "2026-01-31",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0.33536,</a:t>
            </a:r>
          </a:p>
          <a:p>
            <a:r>
              <a:t>          "raw_mean": 0.010818064516129032,</a:t>
            </a:r>
          </a:p>
          <a:p>
            <a:r>
              <a:t>          "value": 3.3659192645080993,</a:t>
            </a:r>
          </a:p>
          <a:p>
            <a:r>
              <a:t>          "prior_start": "2025-01-01",</a:t>
            </a:r>
          </a:p>
          <a:p>
            <a:r>
              <a:t>          "prior_end": "2025-01-31",</a:t>
            </a:r>
          </a:p>
          <a:p>
            <a:r>
              <a:t>          "prior_days": 31,</a:t>
            </a:r>
          </a:p>
          <a:p>
            <a:r>
              <a:t>          "prior_raw_mean": 0.024341290322580648,</a:t>
            </a:r>
          </a:p>
          <a:p>
            <a:r>
              <a:t>          "prior_value": 7.573519079832185,</a:t>
            </a:r>
          </a:p>
          <a:p>
            <a:r>
              <a:t>          "yoy_fraction": -0.5555673354713881,</a:t>
            </a:r>
          </a:p>
          <a:p>
            <a:r>
              <a:t>          "yoy_pct": -55.55673354713881,</a:t>
            </a:r>
          </a:p>
          <a:p>
            <a:r>
              <a:t>          "value_label": "3.4",</a:t>
            </a:r>
          </a:p>
          <a:p>
            <a:r>
              <a:t>          "yoy_label": "(-55.6%)",</a:t>
            </a:r>
          </a:p>
          <a:p>
            <a:r>
              <a:t>          "label": "3.4\n(-55.6%)"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"NV_XC23",</a:t>
            </a:r>
          </a:p>
          <a:p>
            <a:r>
              <a:t>          "month": "2026-02",</a:t>
            </a:r>
          </a:p>
          <a:p>
            <a:r>
              <a:t>          "start": "2026-02-01",</a:t>
            </a:r>
          </a:p>
          <a:p>
            <a:r>
              <a:t>          "end": "2026-02-28",</a:t>
            </a:r>
          </a:p>
          <a:p>
            <a:r>
              <a:t>          "days": 28,</a:t>
            </a:r>
          </a:p>
          <a:p>
            <a:r>
              <a:t>          "partial": false,</a:t>
            </a:r>
          </a:p>
          <a:p>
            <a:r>
              <a:t>          "raw_sum": 0.46113000000000004,</a:t>
            </a:r>
          </a:p>
          <a:p>
            <a:r>
              <a:t>          "raw_mean": 0.016468928571428572,</a:t>
            </a:r>
          </a:p>
          <a:p>
            <a:r>
              <a:t>          "value": 5.124122144190594,</a:t>
            </a:r>
          </a:p>
          <a:p>
            <a:r>
              <a:t>          "prior_start": "2025-02-01",</a:t>
            </a:r>
          </a:p>
          <a:p>
            <a:r>
              <a:t>          "prior_end": "2025-02-28",</a:t>
            </a:r>
          </a:p>
          <a:p>
            <a:r>
              <a:t>          "prior_days": 28,</a:t>
            </a:r>
          </a:p>
          <a:p>
            <a:r>
              <a:t>          "prior_raw_mean": 0.025951785714285715,</a:t>
            </a:r>
          </a:p>
          <a:p>
            <a:r>
              <a:t>          "prior_value": 8.074606631700595,</a:t>
            </a:r>
          </a:p>
          <a:p>
            <a:r>
              <a:t>          "yoy_fraction": -0.36540287621275713,</a:t>
            </a:r>
          </a:p>
          <a:p>
            <a:r>
              <a:t>          "yoy_pct": -36.540287621275716,</a:t>
            </a:r>
          </a:p>
          <a:p>
            <a:r>
              <a:t>          "value_label": "5.1",</a:t>
            </a:r>
          </a:p>
          <a:p>
            <a:r>
              <a:t>          "yoy_label": "(-36.5%)",</a:t>
            </a:r>
          </a:p>
          <a:p>
            <a:r>
              <a:t>          "label": "5.1\n(-36.5%)"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"NV_XC23",</a:t>
            </a:r>
          </a:p>
          <a:p>
            <a:r>
              <a:t>          "month": "2026-03",</a:t>
            </a:r>
          </a:p>
          <a:p>
            <a:r>
              <a:t>          "start": "2026-03-01",</a:t>
            </a:r>
          </a:p>
          <a:p>
            <a:r>
              <a:t>          "end": "2026-03-31",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0.29345,</a:t>
            </a:r>
          </a:p>
          <a:p>
            <a:r>
              <a:t>          "raw_mean": 0.009466129032258064,</a:t>
            </a:r>
          </a:p>
          <a:p>
            <a:r>
              <a:t>          "value": 2.945279723789068,</a:t>
            </a:r>
          </a:p>
          <a:p>
            <a:r>
              <a:t>          "prior_start": "2025-03-01",</a:t>
            </a:r>
          </a:p>
          <a:p>
            <a:r>
              <a:t>          "prior_end": "2025-03-31",</a:t>
            </a:r>
          </a:p>
          <a:p>
            <a:r>
              <a:t>          "prior_days": 31,</a:t>
            </a:r>
          </a:p>
          <a:p>
            <a:r>
              <a:t>          "prior_raw_mean": 0.019382903225806453,</a:t>
            </a:r>
          </a:p>
          <a:p>
            <a:r>
              <a:t>          "prior_value": 6.030772627817813,</a:t>
            </a:r>
          </a:p>
          <a:p>
            <a:r>
              <a:t>          "yoy_fraction": -0.5116248106911645,</a:t>
            </a:r>
          </a:p>
          <a:p>
            <a:r>
              <a:t>          "yoy_pct": -51.16248106911645,</a:t>
            </a:r>
          </a:p>
          <a:p>
            <a:r>
              <a:t>          "value_label": "2.9",</a:t>
            </a:r>
          </a:p>
          <a:p>
            <a:r>
              <a:t>          "yoy_label": "(-51.2%)",</a:t>
            </a:r>
          </a:p>
          <a:p>
            <a:r>
              <a:t>          "label": "2.9\n(-51.2%)"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"NV_XC23",</a:t>
            </a:r>
          </a:p>
          <a:p>
            <a:r>
              <a:t>          "month": "2026-04",</a:t>
            </a:r>
          </a:p>
          <a:p>
            <a:r>
              <a:t>          "start": "2026-04-01",</a:t>
            </a:r>
          </a:p>
          <a:p>
            <a:r>
              <a:t>          "end": "2026-04-30",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0.40524,</a:t>
            </a:r>
          </a:p>
          <a:p>
            <a:r>
              <a:t>          "raw_mean": 0.013508,</a:t>
            </a:r>
          </a:p>
          <a:p>
            <a:r>
              <a:t>          "value": 4.202862476664592,</a:t>
            </a:r>
          </a:p>
          <a:p>
            <a:r>
              <a:t>          "prior_start": "2025-04-01",</a:t>
            </a:r>
          </a:p>
          <a:p>
            <a:r>
              <a:t>          "prior_end": "2025-04-30",</a:t>
            </a:r>
          </a:p>
          <a:p>
            <a:r>
              <a:t>          "prior_days": 30,</a:t>
            </a:r>
          </a:p>
          <a:p>
            <a:r>
              <a:t>          "prior_raw_mean": 0.009781666666666666,</a:t>
            </a:r>
          </a:p>
          <a:p>
            <a:r>
              <a:t>          "prior_value": 3.043455714582037,</a:t>
            </a:r>
          </a:p>
          <a:p>
            <a:r>
              <a:t>          "yoy_fraction": 0.380950758221162,</a:t>
            </a:r>
          </a:p>
          <a:p>
            <a:r>
              <a:t>          "yoy_pct": 38.0950758221162,</a:t>
            </a:r>
          </a:p>
          <a:p>
            <a:r>
              <a:t>          "value_label": "4.2",</a:t>
            </a:r>
          </a:p>
          <a:p>
            <a:r>
              <a:t>          "yoy_label": "(+38.1%)",</a:t>
            </a:r>
          </a:p>
          <a:p>
            <a:r>
              <a:t>          "label": "4.2\n(+38.1%)"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"NV_XC23",</a:t>
            </a:r>
          </a:p>
          <a:p>
            <a:r>
              <a:t>          "month": "2026-05",</a:t>
            </a:r>
          </a:p>
          <a:p>
            <a:r>
              <a:t>          "start": "2026-05-01",</a:t>
            </a:r>
          </a:p>
          <a:p>
            <a:r>
              <a:t>          "end": "2026-05-31",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0.3214,</a:t>
            </a:r>
          </a:p>
          <a:p>
            <a:r>
              <a:t>          "raw_mean": 0.010367741935483872,</a:t>
            </a:r>
          </a:p>
          <a:p>
            <a:r>
              <a:t>          "value": 3.225806451612903,</a:t>
            </a:r>
          </a:p>
          <a:p>
            <a:r>
              <a:t>          "prior_start": "2025-05-01",</a:t>
            </a:r>
          </a:p>
          <a:p>
            <a:r>
              <a:t>          "prior_end": "2025-05-31",</a:t>
            </a:r>
          </a:p>
          <a:p>
            <a:r>
              <a:t>          "prior_days": 31,</a:t>
            </a:r>
          </a:p>
          <a:p>
            <a:r>
              <a:t>          "prior_raw_mean": 0.027496774193548387,</a:t>
            </a:r>
          </a:p>
          <a:p>
            <a:r>
              <a:t>          "prior_value": 8.555312443543368,</a:t>
            </a:r>
          </a:p>
          <a:p>
            <a:r>
              <a:t>          "yoy_fraction": -0.6229469732519943,</a:t>
            </a:r>
          </a:p>
          <a:p>
            <a:r>
              <a:t>          "yoy_pct": -62.29469732519944,</a:t>
            </a:r>
          </a:p>
          <a:p>
            <a:r>
              <a:t>          "value_label": "3.2",</a:t>
            </a:r>
          </a:p>
          <a:p>
            <a:r>
              <a:t>          "yoy_label": "(-62.3%)",</a:t>
            </a:r>
          </a:p>
          <a:p>
            <a:r>
              <a:t>          "label": "3.2\n(-62.3%)"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"NV_XC23",</a:t>
            </a:r>
          </a:p>
          <a:p>
            <a:r>
              <a:t>          "month": "2026-06",</a:t>
            </a:r>
          </a:p>
          <a:p>
            <a:r>
              <a:t>          "start": "2026-06-01",</a:t>
            </a:r>
          </a:p>
          <a:p>
            <a:r>
              <a:t>          "end": "2026-06-30",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0.46113,</a:t>
            </a:r>
          </a:p>
          <a:p>
            <a:r>
              <a:t>          "raw_mean": 0.015371,</a:t>
            </a:r>
          </a:p>
          <a:p>
            <a:r>
              <a:t>          "value": 4.782514001244555,</a:t>
            </a:r>
          </a:p>
          <a:p>
            <a:r>
              <a:t>          "prior_start": "2025-06-01",</a:t>
            </a:r>
          </a:p>
          <a:p>
            <a:r>
              <a:t>          "prior_end": "2025-06-30",</a:t>
            </a:r>
          </a:p>
          <a:p>
            <a:r>
              <a:t>          "prior_days": 30,</a:t>
            </a:r>
          </a:p>
          <a:p>
            <a:r>
              <a:t>          "prior_raw_mean": 0.016768333333333333,</a:t>
            </a:r>
          </a:p>
          <a:p>
            <a:r>
              <a:t>          "prior_value": 5.2172785729101845,</a:t>
            </a:r>
          </a:p>
          <a:p>
            <a:r>
              <a:t>          "yoy_fraction": -0.08333167677169273,</a:t>
            </a:r>
          </a:p>
          <a:p>
            <a:r>
              <a:t>          "yoy_pct": -8.333167677169273,</a:t>
            </a:r>
          </a:p>
          <a:p>
            <a:r>
              <a:t>          "value_label": "4.8",</a:t>
            </a:r>
          </a:p>
          <a:p>
            <a:r>
              <a:t>          "yoy_label": "(-8.3%)",</a:t>
            </a:r>
          </a:p>
          <a:p>
            <a:r>
              <a:t>          "label": "4.8\n(-8.3%)"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"NV_XC23",</a:t>
            </a:r>
          </a:p>
          <a:p>
            <a:r>
              <a:t>          "month": "2026-07",</a:t>
            </a:r>
          </a:p>
          <a:p>
            <a:r>
              <a:t>          "start": "2026-07-01",</a:t>
            </a:r>
          </a:p>
          <a:p>
            <a:r>
              <a:t>          "end": "2026-07-31",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0.44716,</a:t>
            </a:r>
          </a:p>
          <a:p>
            <a:r>
              <a:t>          "raw_mean": 0.014424516129032259,</a:t>
            </a:r>
          </a:p>
          <a:p>
            <a:r>
              <a:t>          "value": 4.488026175803441,</a:t>
            </a:r>
          </a:p>
          <a:p>
            <a:r>
              <a:t>          "prior_start": "2025-07-01",</a:t>
            </a:r>
          </a:p>
          <a:p>
            <a:r>
              <a:t>          "prior_end": "2025-07-31",</a:t>
            </a:r>
          </a:p>
          <a:p>
            <a:r>
              <a:t>          "prior_days": 31,</a:t>
            </a:r>
          </a:p>
          <a:p>
            <a:r>
              <a:t>          "prior_raw_mean": 0.01172,</a:t>
            </a:r>
          </a:p>
          <a:p>
            <a:r>
              <a:t>          "prior_value": 3.6465463596764156,</a:t>
            </a:r>
          </a:p>
          <a:p>
            <a:r>
              <a:t>          "yoy_fraction": 0.23076076186282068,</a:t>
            </a:r>
          </a:p>
          <a:p>
            <a:r>
              <a:t>          "yoy_pct": 23.07607618628207,</a:t>
            </a:r>
          </a:p>
          <a:p>
            <a:r>
              <a:t>          "value_label": "4.5",</a:t>
            </a:r>
          </a:p>
          <a:p>
            <a:r>
              <a:t>          "yoy_label": "(+23.1%)",</a:t>
            </a:r>
          </a:p>
          <a:p>
            <a:r>
              <a:t>          "label": "4.5\n(+23.1%)"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"NV_XC23",</a:t>
            </a:r>
          </a:p>
          <a:p>
            <a:r>
              <a:t>          "month": "2026-08",</a:t>
            </a:r>
          </a:p>
          <a:p>
            <a:r>
              <a:t>          "start": "2026-08-01",</a:t>
            </a:r>
          </a:p>
          <a:p>
            <a:r>
              <a:t>          "end": "2026-08-31",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0.34934,</a:t>
            </a:r>
          </a:p>
          <a:p>
            <a:r>
              <a:t>          "raw_mean": 0.011269032258064516,</a:t>
            </a:r>
          </a:p>
          <a:p>
            <a:r>
              <a:t>          "value": 3.5062328120922577,</a:t>
            </a:r>
          </a:p>
          <a:p>
            <a:r>
              <a:t>          "prior_start": "2025-08-01",</a:t>
            </a:r>
          </a:p>
          <a:p>
            <a:r>
              <a:t>          "prior_end": "2025-08-31",</a:t>
            </a:r>
          </a:p>
          <a:p>
            <a:r>
              <a:t>          "prior_days": 31,</a:t>
            </a:r>
          </a:p>
          <a:p>
            <a:r>
              <a:t>          "prior_raw_mean": 0.015325806451612902,</a:t>
            </a:r>
          </a:p>
          <a:p>
            <a:r>
              <a:t>          "prior_value": 4.768452536282795,</a:t>
            </a:r>
          </a:p>
          <a:p>
            <a:r>
              <a:t>          "yoy_fraction": -0.26470216796463897,</a:t>
            </a:r>
          </a:p>
          <a:p>
            <a:r>
              <a:t>          "yoy_pct": -26.470216796463898,</a:t>
            </a:r>
          </a:p>
          <a:p>
            <a:r>
              <a:t>          "value_label": "3.5",</a:t>
            </a:r>
          </a:p>
          <a:p>
            <a:r>
              <a:t>          "yoy_label": "(-26.5%)",</a:t>
            </a:r>
          </a:p>
          <a:p>
            <a:r>
              <a:t>          "label": "3.5\n(-26.5%)"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"NV_XC23",</a:t>
            </a:r>
          </a:p>
          <a:p>
            <a:r>
              <a:t>          "month": "2026-09",</a:t>
            </a:r>
          </a:p>
          <a:p>
            <a:r>
              <a:t>          "start": "2026-09-01",</a:t>
            </a:r>
          </a:p>
          <a:p>
            <a:r>
              <a:t>          "end": "2026-09-30",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0.25153000000000003,</a:t>
            </a:r>
          </a:p>
          <a:p>
            <a:r>
              <a:t>          "raw_mean": 0.008384333333333334,</a:t>
            </a:r>
          </a:p>
          <a:p>
            <a:r>
              <a:t>          "value": 2.608691142916407,</a:t>
            </a:r>
          </a:p>
          <a:p>
            <a:r>
              <a:t>          "prior_start": "2025-09-01",</a:t>
            </a:r>
          </a:p>
          <a:p>
            <a:r>
              <a:t>          "prior_end": "2025-09-30",</a:t>
            </a:r>
          </a:p>
          <a:p>
            <a:r>
              <a:t>          "prior_days": 30,</a:t>
            </a:r>
          </a:p>
          <a:p>
            <a:r>
              <a:t>          "prior_raw_mean": 0.017234333333333334,</a:t>
            </a:r>
          </a:p>
          <a:p>
            <a:r>
              <a:t>          "prior_value": 5.362269238747148,</a:t>
            </a:r>
          </a:p>
          <a:p>
            <a:r>
              <a:t>          "yoy_fraction": -0.513509854360482,</a:t>
            </a:r>
          </a:p>
          <a:p>
            <a:r>
              <a:t>          "yoy_pct": -51.350985436048205,</a:t>
            </a:r>
          </a:p>
          <a:p>
            <a:r>
              <a:t>          "value_label": "2.6",</a:t>
            </a:r>
          </a:p>
          <a:p>
            <a:r>
              <a:t>          "yoy_label": "(-51.4%)",</a:t>
            </a:r>
          </a:p>
          <a:p>
            <a:r>
              <a:t>          "label": "2.6\n(-51.4%)"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"NV_XC23",</a:t>
            </a:r>
          </a:p>
          <a:p>
            <a:r>
              <a:t>          "month": "2026-10",</a:t>
            </a:r>
          </a:p>
          <a:p>
            <a:r>
              <a:t>          "start": "2026-10-01",</a:t>
            </a:r>
          </a:p>
          <a:p>
            <a:r>
              <a:t>          "end": "2026-10-19",</a:t>
            </a:r>
          </a:p>
          <a:p>
            <a:r>
              <a:t>          "days": 19,</a:t>
            </a:r>
          </a:p>
          <a:p>
            <a:r>
              <a:t>          "partial": true,</a:t>
            </a:r>
          </a:p>
          <a:p>
            <a:r>
              <a:t>          "raw_sum": 0,</a:t>
            </a:r>
          </a:p>
          <a:p>
            <a:r>
              <a:t>          "raw_mean": 0.0,</a:t>
            </a:r>
          </a:p>
          <a:p>
            <a:r>
              <a:t>          "value": 0.0,</a:t>
            </a:r>
          </a:p>
          <a:p>
            <a:r>
              <a:t>          "prior_start": "2025-10-01",</a:t>
            </a:r>
          </a:p>
          <a:p>
            <a:r>
              <a:t>          "prior_end": "2025-10-19",</a:t>
            </a:r>
          </a:p>
          <a:p>
            <a:r>
              <a:t>          "prior_days": 19,</a:t>
            </a:r>
          </a:p>
          <a:p>
            <a:r>
              <a:t>          "prior_raw_mean": 0.023534736842105265,</a:t>
            </a:r>
          </a:p>
          <a:p>
            <a:r>
              <a:t>          "prior_value": 7.322569023679298,</a:t>
            </a:r>
          </a:p>
          <a:p>
            <a:r>
              <a:t>          "yoy_fraction": -1.0,</a:t>
            </a:r>
          </a:p>
          <a:p>
            <a:r>
              <a:t>          "yoy_pct": -100.0,</a:t>
            </a:r>
          </a:p>
          <a:p>
            <a:r>
              <a:t>          "value_label": "0.0",</a:t>
            </a:r>
          </a:p>
          <a:p>
            <a:r>
              <a:t>          "yoy_label": "(-100.0%)",</a:t>
            </a:r>
          </a:p>
          <a:p>
            <a:r>
              <a:t>          "label": "0.0\n(-100.0%)"</a:t>
            </a:r>
          </a:p>
          <a:p>
            <a:r>
              <a:t>        }</a:t>
            </a:r>
          </a:p>
          <a:p>
            <a:r>
              <a:t>      ]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"NV_XC24",</a:t>
            </a:r>
          </a:p>
          <a:p>
            <a:r>
              <a:t>      "label": "깐풍",</a:t>
            </a:r>
          </a:p>
          <a:p>
            <a:r>
              <a:t>      "points": [</a:t>
            </a:r>
          </a:p>
          <a:p>
            <a:r>
              <a:t>        {</a:t>
            </a:r>
          </a:p>
          <a:p>
            <a:r>
              <a:t>          "group_id": "NV_XC24",</a:t>
            </a:r>
          </a:p>
          <a:p>
            <a:r>
              <a:t>          "month": "2025-01",</a:t>
            </a:r>
          </a:p>
          <a:p>
            <a:r>
              <a:t>          "start": "2025-01-01",</a:t>
            </a:r>
          </a:p>
          <a:p>
            <a:r>
              <a:t>          "end": "2025-01-31",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355.42187,</a:t>
            </a:r>
          </a:p>
          <a:p>
            <a:r>
              <a:t>          "raw_mean": 11.465221612903227,</a:t>
            </a:r>
          </a:p>
          <a:p>
            <a:r>
              <a:t>          "value": 47.12529583921574,</a:t>
            </a:r>
          </a:p>
          <a:p>
            <a:r>
              <a:t>          "prior_start": "2024-01-01",</a:t>
            </a:r>
          </a:p>
          <a:p>
            <a:r>
              <a:t>          "prior_end": "2024-01-31",</a:t>
            </a:r>
          </a:p>
          <a:p>
            <a:r>
              <a:t>          "prior_days": 31,</a:t>
            </a:r>
          </a:p>
          <a:p>
            <a:r>
              <a:t>          "prior_raw_mean": 12.983008709677419,</a:t>
            </a:r>
          </a:p>
          <a:p>
            <a:r>
              <a:t>          "prior_value": 53.36382906354792,</a:t>
            </a:r>
          </a:p>
          <a:p>
            <a:r>
              <a:t>          "yoy_fraction": -0.11690565189583879,</a:t>
            </a:r>
          </a:p>
          <a:p>
            <a:r>
              <a:t>          "yoy_pct": -11.690565189583879,</a:t>
            </a:r>
          </a:p>
          <a:p>
            <a:r>
              <a:t>          "value_label": "47.1",</a:t>
            </a:r>
          </a:p>
          <a:p>
            <a:r>
              <a:t>          "yoy_label": "(-11.7%)",</a:t>
            </a:r>
          </a:p>
          <a:p>
            <a:r>
              <a:t>          "label": "47.1\n(-11.7%)"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"NV_XC24",</a:t>
            </a:r>
          </a:p>
          <a:p>
            <a:r>
              <a:t>          "month": "2025-02",</a:t>
            </a:r>
          </a:p>
          <a:p>
            <a:r>
              <a:t>          "start": "2025-02-01",</a:t>
            </a:r>
          </a:p>
          <a:p>
            <a:r>
              <a:t>          "end": "2025-02-28",</a:t>
            </a:r>
          </a:p>
          <a:p>
            <a:r>
              <a:t>          "days": 28,</a:t>
            </a:r>
          </a:p>
          <a:p>
            <a:r>
              <a:t>          "partial": false,</a:t>
            </a:r>
          </a:p>
          <a:p>
            <a:r>
              <a:t>          "raw_sum": 318.12452,</a:t>
            </a:r>
          </a:p>
          <a:p>
            <a:r>
              <a:t>          "raw_mean": 11.361590000000001,</a:t>
            </a:r>
          </a:p>
          <a:p>
            <a:r>
              <a:t>          "value": 46.69934066963895,</a:t>
            </a:r>
          </a:p>
          <a:p>
            <a:r>
              <a:t>          "prior_start": "2024-02-01",</a:t>
            </a:r>
          </a:p>
          <a:p>
            <a:r>
              <a:t>          "prior_end": "2024-02-29",</a:t>
            </a:r>
          </a:p>
          <a:p>
            <a:r>
              <a:t>          "prior_days": 29,</a:t>
            </a:r>
          </a:p>
          <a:p>
            <a:r>
              <a:t>          "prior_raw_mean": 12.747917931034483,</a:t>
            </a:r>
          </a:p>
          <a:p>
            <a:r>
              <a:t>          "prior_value": 52.39753963045474,</a:t>
            </a:r>
          </a:p>
          <a:p>
            <a:r>
              <a:t>          "yoy_fraction": -0.10874936115328315,</a:t>
            </a:r>
          </a:p>
          <a:p>
            <a:r>
              <a:t>          "yoy_pct": -10.874936115328316,</a:t>
            </a:r>
          </a:p>
          <a:p>
            <a:r>
              <a:t>          "value_label": "46.7",</a:t>
            </a:r>
          </a:p>
          <a:p>
            <a:r>
              <a:t>          "yoy_label": "(-10.9%)",</a:t>
            </a:r>
          </a:p>
          <a:p>
            <a:r>
              <a:t>          "label": "46.7\n(-10.9%)"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"NV_XC24",</a:t>
            </a:r>
          </a:p>
          <a:p>
            <a:r>
              <a:t>          "month": "2025-03",</a:t>
            </a:r>
          </a:p>
          <a:p>
            <a:r>
              <a:t>          "start": "2025-03-01",</a:t>
            </a:r>
          </a:p>
          <a:p>
            <a:r>
              <a:t>          "end": "2025-03-31",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338.21952,</a:t>
            </a:r>
          </a:p>
          <a:p>
            <a:r>
              <a:t>          "raw_mean": 10.910307096774194,</a:t>
            </a:r>
          </a:p>
          <a:p>
            <a:r>
              <a:t>          "value": 44.84444060405608,</a:t>
            </a:r>
          </a:p>
          <a:p>
            <a:r>
              <a:t>          "prior_start": "2024-03-01",</a:t>
            </a:r>
          </a:p>
          <a:p>
            <a:r>
              <a:t>          "prior_end": "2024-03-31",</a:t>
            </a:r>
          </a:p>
          <a:p>
            <a:r>
              <a:t>          "prior_days": 31,</a:t>
            </a:r>
          </a:p>
          <a:p>
            <a:r>
              <a:t>          "prior_raw_mean": 12.382114193548388,</a:t>
            </a:r>
          </a:p>
          <a:p>
            <a:r>
              <a:t>          "prior_value": 50.89398305473863,</a:t>
            </a:r>
          </a:p>
          <a:p>
            <a:r>
              <a:t>          "yoy_fraction": -0.11886557285516453,</a:t>
            </a:r>
          </a:p>
          <a:p>
            <a:r>
              <a:t>          "yoy_pct": -11.886557285516453,</a:t>
            </a:r>
          </a:p>
          <a:p>
            <a:r>
              <a:t>          "value_label": "44.8",</a:t>
            </a:r>
          </a:p>
          <a:p>
            <a:r>
              <a:t>          "yoy_label": "(-11.9%)",</a:t>
            </a:r>
          </a:p>
          <a:p>
            <a:r>
              <a:t>          "label": "44.8\n(-11.9%)"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"NV_XC24",</a:t>
            </a:r>
          </a:p>
          <a:p>
            <a:r>
              <a:t>          "month": "2025-04",</a:t>
            </a:r>
          </a:p>
          <a:p>
            <a:r>
              <a:t>          "start": "2025-04-01",</a:t>
            </a:r>
          </a:p>
          <a:p>
            <a:r>
              <a:t>          "end": "2025-04-30",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300.54484,</a:t>
            </a:r>
          </a:p>
          <a:p>
            <a:r>
              <a:t>          "raw_mean": 10.018161333333333,</a:t>
            </a:r>
          </a:p>
          <a:p>
            <a:r>
              <a:t>          "value": 41.17746978976866,</a:t>
            </a:r>
          </a:p>
          <a:p>
            <a:r>
              <a:t>          "prior_start": "2024-04-01",</a:t>
            </a:r>
          </a:p>
          <a:p>
            <a:r>
              <a:t>          "prior_end": "2024-04-30",</a:t>
            </a:r>
          </a:p>
          <a:p>
            <a:r>
              <a:t>          "prior_days": 30,</a:t>
            </a:r>
          </a:p>
          <a:p>
            <a:r>
              <a:t>          "prior_raw_mean": 11.697405666666667,</a:t>
            </a:r>
          </a:p>
          <a:p>
            <a:r>
              <a:t>          "prior_value": 48.07963781289695,</a:t>
            </a:r>
          </a:p>
          <a:p>
            <a:r>
              <a:t>          "yoy_fraction": -0.14355698871917966,</a:t>
            </a:r>
          </a:p>
          <a:p>
            <a:r>
              <a:t>          "yoy_pct": -14.355698871917966,</a:t>
            </a:r>
          </a:p>
          <a:p>
            <a:r>
              <a:t>          "value_label": "41.2",</a:t>
            </a:r>
          </a:p>
          <a:p>
            <a:r>
              <a:t>          "yoy_label": "(-14.4%)",</a:t>
            </a:r>
          </a:p>
          <a:p>
            <a:r>
              <a:t>          "label": "41.2\n(-14.4%)"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"NV_XC24",</a:t>
            </a:r>
          </a:p>
          <a:p>
            <a:r>
              <a:t>          "month": "2025-05",</a:t>
            </a:r>
          </a:p>
          <a:p>
            <a:r>
              <a:t>          "start": "2025-05-01",</a:t>
            </a:r>
          </a:p>
          <a:p>
            <a:r>
              <a:t>          "end": "2025-05-31",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338.72258,</a:t>
            </a:r>
          </a:p>
          <a:p>
            <a:r>
              <a:t>          "raw_mean": 10.926534838709678,</a:t>
            </a:r>
          </a:p>
          <a:p>
            <a:r>
              <a:t>          "value": 44.911141202206885,</a:t>
            </a:r>
          </a:p>
          <a:p>
            <a:r>
              <a:t>          "prior_start": "2024-05-01",</a:t>
            </a:r>
          </a:p>
          <a:p>
            <a:r>
              <a:t>          "prior_end": "2024-05-31",</a:t>
            </a:r>
          </a:p>
          <a:p>
            <a:r>
              <a:t>          "prior_days": 31,</a:t>
            </a:r>
          </a:p>
          <a:p>
            <a:r>
              <a:t>          "prior_raw_mean": 12.265813870967742,</a:t>
            </a:r>
          </a:p>
          <a:p>
            <a:r>
              <a:t>          "prior_value": 50.41595591380304,</a:t>
            </a:r>
          </a:p>
          <a:p>
            <a:r>
              <a:t>          "yoy_fraction": -0.10918794678827126,</a:t>
            </a:r>
          </a:p>
          <a:p>
            <a:r>
              <a:t>          "yoy_pct": -10.918794678827126,</a:t>
            </a:r>
          </a:p>
          <a:p>
            <a:r>
              <a:t>          "value_label": "44.9",</a:t>
            </a:r>
          </a:p>
          <a:p>
            <a:r>
              <a:t>          "yoy_label": "(-10.9%)",</a:t>
            </a:r>
          </a:p>
          <a:p>
            <a:r>
              <a:t>          "label": "44.9\n(-10.9%)"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"NV_XC24",</a:t>
            </a:r>
          </a:p>
          <a:p>
            <a:r>
              <a:t>          "month": "2025-06",</a:t>
            </a:r>
          </a:p>
          <a:p>
            <a:r>
              <a:t>          "start": "2025-06-01",</a:t>
            </a:r>
          </a:p>
          <a:p>
            <a:r>
              <a:t>          "end": "2025-06-30",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305.60354,</a:t>
            </a:r>
          </a:p>
          <a:p>
            <a:r>
              <a:t>          "raw_mean": 10.186784666666666,</a:t>
            </a:r>
          </a:p>
          <a:p>
            <a:r>
              <a:t>          "value": 41.87055926828209,</a:t>
            </a:r>
          </a:p>
          <a:p>
            <a:r>
              <a:t>          "prior_start": "2024-06-01",</a:t>
            </a:r>
          </a:p>
          <a:p>
            <a:r>
              <a:t>          "prior_end": "2024-06-30",</a:t>
            </a:r>
          </a:p>
          <a:p>
            <a:r>
              <a:t>          "prior_days": 30,</a:t>
            </a:r>
          </a:p>
          <a:p>
            <a:r>
              <a:t>          "prior_raw_mean": 11.159395,</a:t>
            </a:r>
          </a:p>
          <a:p>
            <a:r>
              <a:t>          "prior_value": 45.86826216859309,</a:t>
            </a:r>
          </a:p>
          <a:p>
            <a:r>
              <a:t>          "yoy_fraction": -0.08715618842538808,</a:t>
            </a:r>
          </a:p>
          <a:p>
            <a:r>
              <a:t>          "yoy_pct": -8.715618842538808,</a:t>
            </a:r>
          </a:p>
          <a:p>
            <a:r>
              <a:t>          "value_label": "41.9",</a:t>
            </a:r>
          </a:p>
          <a:p>
            <a:r>
              <a:t>          "yoy_label": "(-8.7%)",</a:t>
            </a:r>
          </a:p>
          <a:p>
            <a:r>
              <a:t>          "label": "41.9\n(-8.7%)"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"NV_XC24",</a:t>
            </a:r>
          </a:p>
          <a:p>
            <a:r>
              <a:t>          "month": "2025-07",</a:t>
            </a:r>
          </a:p>
          <a:p>
            <a:r>
              <a:t>          "start": "2025-07-01",</a:t>
            </a:r>
          </a:p>
          <a:p>
            <a:r>
              <a:t>          "end": "2025-07-31",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358.4962,</a:t>
            </a:r>
          </a:p>
          <a:p>
            <a:r>
              <a:t>          "raw_mean": 11.564393548387097,</a:t>
            </a:r>
          </a:p>
          <a:p>
            <a:r>
              <a:t>          "value": 47.5329204762629,</a:t>
            </a:r>
          </a:p>
          <a:p>
            <a:r>
              <a:t>          "prior_start": "2024-07-01",</a:t>
            </a:r>
          </a:p>
          <a:p>
            <a:r>
              <a:t>          "prior_end": "2024-07-31",</a:t>
            </a:r>
          </a:p>
          <a:p>
            <a:r>
              <a:t>          "prior_days": 31,</a:t>
            </a:r>
          </a:p>
          <a:p>
            <a:r>
              <a:t>          "prior_raw_mean": 10.760646451612903,</a:t>
            </a:r>
          </a:p>
          <a:p>
            <a:r>
              <a:t>          "prior_value": 44.22929312441415,</a:t>
            </a:r>
          </a:p>
          <a:p>
            <a:r>
              <a:t>          "yoy_fraction": 0.0746931980702441,</a:t>
            </a:r>
          </a:p>
          <a:p>
            <a:r>
              <a:t>          "yoy_pct": 7.4693198070244105,</a:t>
            </a:r>
          </a:p>
          <a:p>
            <a:r>
              <a:t>          "value_label": "47.5",</a:t>
            </a:r>
          </a:p>
          <a:p>
            <a:r>
              <a:t>          "yoy_label": "(+7.5%)",</a:t>
            </a:r>
          </a:p>
          <a:p>
            <a:r>
              <a:t>          "label": "47.5\n(+7.5%)"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"NV_XC24",</a:t>
            </a:r>
          </a:p>
          <a:p>
            <a:r>
              <a:t>          "month": "2025-08",</a:t>
            </a:r>
          </a:p>
          <a:p>
            <a:r>
              <a:t>          "start": "2025-08-01",</a:t>
            </a:r>
          </a:p>
          <a:p>
            <a:r>
              <a:t>          "end": "2025-08-31",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370.65385,</a:t>
            </a:r>
          </a:p>
          <a:p>
            <a:r>
              <a:t>          "raw_mean": 11.956575806451612,</a:t>
            </a:r>
          </a:p>
          <a:p>
            <a:r>
              <a:t>          "value": 49.144900214481154,</a:t>
            </a:r>
          </a:p>
          <a:p>
            <a:r>
              <a:t>          "prior_start": "2024-08-01",</a:t>
            </a:r>
          </a:p>
          <a:p>
            <a:r>
              <a:t>          "prior_end": "2024-08-31",</a:t>
            </a:r>
          </a:p>
          <a:p>
            <a:r>
              <a:t>          "prior_days": 31,</a:t>
            </a:r>
          </a:p>
          <a:p>
            <a:r>
              <a:t>          "prior_raw_mean": 11.240731612903225,</a:t>
            </a:r>
          </a:p>
          <a:p>
            <a:r>
              <a:t>          "prior_value": 46.20257859744524,</a:t>
            </a:r>
          </a:p>
          <a:p>
            <a:r>
              <a:t>          "yoy_fraction": 0.06368306069390273,</a:t>
            </a:r>
          </a:p>
          <a:p>
            <a:r>
              <a:t>          "yoy_pct": 6.368306069390273,</a:t>
            </a:r>
          </a:p>
          <a:p>
            <a:r>
              <a:t>          "value_label": "49.1",</a:t>
            </a:r>
          </a:p>
          <a:p>
            <a:r>
              <a:t>          "yoy_label": "(+6.4%)",</a:t>
            </a:r>
          </a:p>
          <a:p>
            <a:r>
              <a:t>          "label": "49.1\n(+6.4%)"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"NV_XC24",</a:t>
            </a:r>
          </a:p>
          <a:p>
            <a:r>
              <a:t>          "month": "2025-09",</a:t>
            </a:r>
          </a:p>
          <a:p>
            <a:r>
              <a:t>          "start": "2025-09-01",</a:t>
            </a:r>
          </a:p>
          <a:p>
            <a:r>
              <a:t>          "end": "2025-09-30",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308.17479000000003,</a:t>
            </a:r>
          </a:p>
          <a:p>
            <a:r>
              <a:t>          "raw_mean": 10.272493,</a:t>
            </a:r>
          </a:p>
          <a:p>
            <a:r>
              <a:t>          "value": 42.22284470162024,</a:t>
            </a:r>
          </a:p>
          <a:p>
            <a:r>
              <a:t>          "prior_start": "2024-09-01",</a:t>
            </a:r>
          </a:p>
          <a:p>
            <a:r>
              <a:t>          "prior_end": "2024-09-30",</a:t>
            </a:r>
          </a:p>
          <a:p>
            <a:r>
              <a:t>          "prior_days": 30,</a:t>
            </a:r>
          </a:p>
          <a:p>
            <a:r>
              <a:t>          "prior_raw_mean": 10.651195666666666,</a:t>
            </a:r>
          </a:p>
          <a:p>
            <a:r>
              <a:t>          "prior_value": 43.7794195158115,</a:t>
            </a:r>
          </a:p>
          <a:p>
            <a:r>
              <a:t>          "yoy_fraction": -0.03555494411315985,</a:t>
            </a:r>
          </a:p>
          <a:p>
            <a:r>
              <a:t>          "yoy_pct": -3.5554944113159848,</a:t>
            </a:r>
          </a:p>
          <a:p>
            <a:r>
              <a:t>          "value_label": "42.2",</a:t>
            </a:r>
          </a:p>
          <a:p>
            <a:r>
              <a:t>          "yoy_label": "(-3.6%)",</a:t>
            </a:r>
          </a:p>
          <a:p>
            <a:r>
              <a:t>          "label": "42.2\n(-3.6%)"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"NV_XC24",</a:t>
            </a:r>
          </a:p>
          <a:p>
            <a:r>
              <a:t>          "month": "2025-10",</a:t>
            </a:r>
          </a:p>
          <a:p>
            <a:r>
              <a:t>          "start": "2025-10-01",</a:t>
            </a:r>
          </a:p>
          <a:p>
            <a:r>
              <a:t>          "end": "2025-10-31",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311.83607,</a:t>
            </a:r>
          </a:p>
          <a:p>
            <a:r>
              <a:t>          "raw_mean": 10.059228064516128,</a:t>
            </a:r>
          </a:p>
          <a:p>
            <a:r>
              <a:t>          "value": 41.346265642258835,</a:t>
            </a:r>
          </a:p>
          <a:p>
            <a:r>
              <a:t>          "prior_start": "2024-10-01",</a:t>
            </a:r>
          </a:p>
          <a:p>
            <a:r>
              <a:t>          "prior_end": "2024-10-31",</a:t>
            </a:r>
          </a:p>
          <a:p>
            <a:r>
              <a:t>          "prior_days": 31,</a:t>
            </a:r>
          </a:p>
          <a:p>
            <a:r>
              <a:t>          "prior_raw_mean": 12.23741387096774,</a:t>
            </a:r>
          </a:p>
          <a:p>
            <a:r>
              <a:t>          "prior_value": 50.299223900500515,</a:t>
            </a:r>
          </a:p>
          <a:p>
            <a:r>
              <a:t>          "yoy_fraction": -0.1779939642001631,</a:t>
            </a:r>
          </a:p>
          <a:p>
            <a:r>
              <a:t>          "yoy_pct": -17.79939642001631,</a:t>
            </a:r>
          </a:p>
          <a:p>
            <a:r>
              <a:t>          "value_label": "41.3",</a:t>
            </a:r>
          </a:p>
          <a:p>
            <a:r>
              <a:t>          "yoy_label": "(-17.8%)",</a:t>
            </a:r>
          </a:p>
          <a:p>
            <a:r>
              <a:t>          "label": "41.3\n(-17.8%)"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"NV_XC24",</a:t>
            </a:r>
          </a:p>
          <a:p>
            <a:r>
              <a:t>          "month": "2025-11",</a:t>
            </a:r>
          </a:p>
          <a:p>
            <a:r>
              <a:t>          "start": "2025-11-01",</a:t>
            </a:r>
          </a:p>
          <a:p>
            <a:r>
              <a:t>          "end": "2025-11-30",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300.22341,</a:t>
            </a:r>
          </a:p>
          <a:p>
            <a:r>
              <a:t>          "raw_mean": 10.007447,</a:t>
            </a:r>
          </a:p>
          <a:p>
            <a:r>
              <a:t>          "value": 41.13343085662802,</a:t>
            </a:r>
          </a:p>
          <a:p>
            <a:r>
              <a:t>          "prior_start": "2024-11-01",</a:t>
            </a:r>
          </a:p>
          <a:p>
            <a:r>
              <a:t>          "prior_end": "2024-11-30",</a:t>
            </a:r>
          </a:p>
          <a:p>
            <a:r>
              <a:t>          "prior_days": 30,</a:t>
            </a:r>
          </a:p>
          <a:p>
            <a:r>
              <a:t>          "prior_raw_mean": 12.445029,</a:t>
            </a:r>
          </a:p>
          <a:p>
            <a:r>
              <a:t>          "prior_value": 51.15258066120465,</a:t>
            </a:r>
          </a:p>
          <a:p>
            <a:r>
              <a:t>          "yoy_fraction": -0.1958679244540129,</a:t>
            </a:r>
          </a:p>
          <a:p>
            <a:r>
              <a:t>          "yoy_pct": -19.58679244540129,</a:t>
            </a:r>
          </a:p>
          <a:p>
            <a:r>
              <a:t>          "value_label": "41.1",</a:t>
            </a:r>
          </a:p>
          <a:p>
            <a:r>
              <a:t>          "yoy_label": "(-19.6%)",</a:t>
            </a:r>
          </a:p>
          <a:p>
            <a:r>
              <a:t>          "label": "41.1\n(-19.6%)"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"NV_XC24",</a:t>
            </a:r>
          </a:p>
          <a:p>
            <a:r>
              <a:t>          "month": "2025-12",</a:t>
            </a:r>
          </a:p>
          <a:p>
            <a:r>
              <a:t>          "start": "2025-12-01",</a:t>
            </a:r>
          </a:p>
          <a:p>
            <a:r>
              <a:t>          "end": "2025-12-31",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397.49844,</a:t>
            </a:r>
          </a:p>
          <a:p>
            <a:r>
              <a:t>          "raw_mean": 12.822530322580645,</a:t>
            </a:r>
          </a:p>
          <a:p>
            <a:r>
              <a:t>          "value": 52.70421761223288,</a:t>
            </a:r>
          </a:p>
          <a:p>
            <a:r>
              <a:t>          "prior_start": "2024-12-01",</a:t>
            </a:r>
          </a:p>
          <a:p>
            <a:r>
              <a:t>          "prior_end": "2024-12-31",</a:t>
            </a:r>
          </a:p>
          <a:p>
            <a:r>
              <a:t>          "prior_days": 31,</a:t>
            </a:r>
          </a:p>
          <a:p>
            <a:r>
              <a:t>          "prior_raw_mean": 11.74200258064516,</a:t>
            </a:r>
          </a:p>
          <a:p>
            <a:r>
              <a:t>          "prior_value": 48.262943712748665,</a:t>
            </a:r>
          </a:p>
          <a:p>
            <a:r>
              <a:t>          "yoy_fraction": 0.092022441190446,</a:t>
            </a:r>
          </a:p>
          <a:p>
            <a:r>
              <a:t>          "yoy_pct": 9.2022441190446,</a:t>
            </a:r>
          </a:p>
          <a:p>
            <a:r>
              <a:t>          "value_label": "52.7",</a:t>
            </a:r>
          </a:p>
          <a:p>
            <a:r>
              <a:t>          "yoy_label": "(+9.2%)",</a:t>
            </a:r>
          </a:p>
          <a:p>
            <a:r>
              <a:t>          "label": "52.7\n(+9.2%)"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"NV_XC24",</a:t>
            </a:r>
          </a:p>
          <a:p>
            <a:r>
              <a:t>          "month": "2026-01",</a:t>
            </a:r>
          </a:p>
          <a:p>
            <a:r>
              <a:t>          "start": "2026-01-01",</a:t>
            </a:r>
          </a:p>
          <a:p>
            <a:r>
              <a:t>          "end": "2026-01-31",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372.65214000000003,</a:t>
            </a:r>
          </a:p>
          <a:p>
            <a:r>
              <a:t>          "raw_mean": 12.021036774193549,</a:t>
            </a:r>
          </a:p>
          <a:p>
            <a:r>
              <a:t>          "value": 49.409852980113016,</a:t>
            </a:r>
          </a:p>
          <a:p>
            <a:r>
              <a:t>          "prior_start": "2025-01-01",</a:t>
            </a:r>
          </a:p>
          <a:p>
            <a:r>
              <a:t>          "prior_end": "2025-01-31",</a:t>
            </a:r>
          </a:p>
          <a:p>
            <a:r>
              <a:t>          "prior_days": 31,</a:t>
            </a:r>
          </a:p>
          <a:p>
            <a:r>
              <a:t>          "prior_raw_mean": 11.465221612903227,</a:t>
            </a:r>
          </a:p>
          <a:p>
            <a:r>
              <a:t>          "prior_value": 47.12529583921574,</a:t>
            </a:r>
          </a:p>
          <a:p>
            <a:r>
              <a:t>          "yoy_fraction": 0.04847836178454634,</a:t>
            </a:r>
          </a:p>
          <a:p>
            <a:r>
              <a:t>          "yoy_pct": 4.847836178454634,</a:t>
            </a:r>
          </a:p>
          <a:p>
            <a:r>
              <a:t>          "value_label": "49.4",</a:t>
            </a:r>
          </a:p>
          <a:p>
            <a:r>
              <a:t>          "yoy_label": "(+4.8%)",</a:t>
            </a:r>
          </a:p>
          <a:p>
            <a:r>
              <a:t>          "label": "49.4\n(+4.8%)"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"NV_XC24",</a:t>
            </a:r>
          </a:p>
          <a:p>
            <a:r>
              <a:t>          "month": "2026-02",</a:t>
            </a:r>
          </a:p>
          <a:p>
            <a:r>
              <a:t>          "start": "2026-02-01",</a:t>
            </a:r>
          </a:p>
          <a:p>
            <a:r>
              <a:t>          "end": "2026-02-28",</a:t>
            </a:r>
          </a:p>
          <a:p>
            <a:r>
              <a:t>          "days": 28,</a:t>
            </a:r>
          </a:p>
          <a:p>
            <a:r>
              <a:t>          "partial": false,</a:t>
            </a:r>
          </a:p>
          <a:p>
            <a:r>
              <a:t>          "raw_sum": 275.64264,</a:t>
            </a:r>
          </a:p>
          <a:p>
            <a:r>
              <a:t>          "raw_mean": 9.84438,</a:t>
            </a:r>
          </a:p>
          <a:p>
            <a:r>
              <a:t>          "value": 40.46317947588148,</a:t>
            </a:r>
          </a:p>
          <a:p>
            <a:r>
              <a:t>          "prior_start": "2025-02-01",</a:t>
            </a:r>
          </a:p>
          <a:p>
            <a:r>
              <a:t>          "prior_end": "2025-02-28",</a:t>
            </a:r>
          </a:p>
          <a:p>
            <a:r>
              <a:t>          "prior_days": 28,</a:t>
            </a:r>
          </a:p>
          <a:p>
            <a:r>
              <a:t>          "prior_raw_mean": 11.361590000000001,</a:t>
            </a:r>
          </a:p>
          <a:p>
            <a:r>
              <a:t>          "prior_value": 46.69934066963895,</a:t>
            </a:r>
          </a:p>
          <a:p>
            <a:r>
              <a:t>          "yoy_fraction": -0.1335385276180534,</a:t>
            </a:r>
          </a:p>
          <a:p>
            <a:r>
              <a:t>          "yoy_pct": -13.35385276180534,</a:t>
            </a:r>
          </a:p>
          <a:p>
            <a:r>
              <a:t>          "value_label": "40.5",</a:t>
            </a:r>
          </a:p>
          <a:p>
            <a:r>
              <a:t>          "yoy_label": "(-13.4%)",</a:t>
            </a:r>
          </a:p>
          <a:p>
            <a:r>
              <a:t>          "label": "40.5\n(-13.4%)"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"NV_XC24",</a:t>
            </a:r>
          </a:p>
          <a:p>
            <a:r>
              <a:t>          "month": "2026-03",</a:t>
            </a:r>
          </a:p>
          <a:p>
            <a:r>
              <a:t>          "start": "2026-03-01",</a:t>
            </a:r>
          </a:p>
          <a:p>
            <a:r>
              <a:t>          "end": "2026-03-31",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279.87685,</a:t>
            </a:r>
          </a:p>
          <a:p>
            <a:r>
              <a:t>          "raw_mean": 9.028285483870967,</a:t>
            </a:r>
          </a:p>
          <a:p>
            <a:r>
              <a:t>          "value": 37.10880074655453,</a:t>
            </a:r>
          </a:p>
          <a:p>
            <a:r>
              <a:t>          "prior_start": "2025-03-01",</a:t>
            </a:r>
          </a:p>
          <a:p>
            <a:r>
              <a:t>          "prior_end": "2025-03-31",</a:t>
            </a:r>
          </a:p>
          <a:p>
            <a:r>
              <a:t>          "prior_days": 31,</a:t>
            </a:r>
          </a:p>
          <a:p>
            <a:r>
              <a:t>          "prior_raw_mean": 10.910307096774194,</a:t>
            </a:r>
          </a:p>
          <a:p>
            <a:r>
              <a:t>          "prior_value": 44.84444060405608,</a:t>
            </a:r>
          </a:p>
          <a:p>
            <a:r>
              <a:t>          "yoy_fraction": -0.17249941694672144,</a:t>
            </a:r>
          </a:p>
          <a:p>
            <a:r>
              <a:t>          "yoy_pct": -17.249941694672145,</a:t>
            </a:r>
          </a:p>
          <a:p>
            <a:r>
              <a:t>          "value_label": "37.1",</a:t>
            </a:r>
          </a:p>
          <a:p>
            <a:r>
              <a:t>          "yoy_label": "(-17.2%)",</a:t>
            </a:r>
          </a:p>
          <a:p>
            <a:r>
              <a:t>          "label": "37.1\n(-17.2%)"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"NV_XC24",</a:t>
            </a:r>
          </a:p>
          <a:p>
            <a:r>
              <a:t>          "month": "2026-04",</a:t>
            </a:r>
          </a:p>
          <a:p>
            <a:r>
              <a:t>          "start": "2026-04-01",</a:t>
            </a:r>
          </a:p>
          <a:p>
            <a:r>
              <a:t>          "end": "2026-04-30",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259.36259,</a:t>
            </a:r>
          </a:p>
          <a:p>
            <a:r>
              <a:t>          "raw_mean": 8.645419666666667,</a:t>
            </a:r>
          </a:p>
          <a:p>
            <a:r>
              <a:t>          "value": 35.53511420898511,</a:t>
            </a:r>
          </a:p>
          <a:p>
            <a:r>
              <a:t>          "prior_start": "2025-04-01",</a:t>
            </a:r>
          </a:p>
          <a:p>
            <a:r>
              <a:t>          "prior_end": "2025-04-30",</a:t>
            </a:r>
          </a:p>
          <a:p>
            <a:r>
              <a:t>          "prior_days": 30,</a:t>
            </a:r>
          </a:p>
          <a:p>
            <a:r>
              <a:t>          "prior_raw_mean": 10.018161333333333,</a:t>
            </a:r>
          </a:p>
          <a:p>
            <a:r>
              <a:t>          "prior_value": 41.17746978976866,</a:t>
            </a:r>
          </a:p>
          <a:p>
            <a:r>
              <a:t>          "yoy_fraction": -0.13702531043287913,</a:t>
            </a:r>
          </a:p>
          <a:p>
            <a:r>
              <a:t>          "yoy_pct": -13.702531043287912,</a:t>
            </a:r>
          </a:p>
          <a:p>
            <a:r>
              <a:t>          "value_label": "35.5",</a:t>
            </a:r>
          </a:p>
          <a:p>
            <a:r>
              <a:t>          "yoy_label": "(-13.7%)",</a:t>
            </a:r>
          </a:p>
          <a:p>
            <a:r>
              <a:t>          "label": "35.5\n(-13.7%)"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"NV_XC24",</a:t>
            </a:r>
          </a:p>
          <a:p>
            <a:r>
              <a:t>          "month": "2026-05",</a:t>
            </a:r>
          </a:p>
          <a:p>
            <a:r>
              <a:t>          "start": "2026-05-01",</a:t>
            </a:r>
          </a:p>
          <a:p>
            <a:r>
              <a:t>          "end": "2026-05-31",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273.90983,</a:t>
            </a:r>
          </a:p>
          <a:p>
            <a:r>
              <a:t>          "raw_mean": 8.835800967741935,</a:t>
            </a:r>
          </a:p>
          <a:p>
            <a:r>
              <a:t>          "value": 36.31763507411429,</a:t>
            </a:r>
          </a:p>
          <a:p>
            <a:r>
              <a:t>          "prior_start": "2025-05-01",</a:t>
            </a:r>
          </a:p>
          <a:p>
            <a:r>
              <a:t>          "prior_end": "2025-05-31",</a:t>
            </a:r>
          </a:p>
          <a:p>
            <a:r>
              <a:t>          "prior_days": 31,</a:t>
            </a:r>
          </a:p>
          <a:p>
            <a:r>
              <a:t>          "prior_raw_mean": 10.926534838709678,</a:t>
            </a:r>
          </a:p>
          <a:p>
            <a:r>
              <a:t>          "prior_value": 44.911141202206885,</a:t>
            </a:r>
          </a:p>
          <a:p>
            <a:r>
              <a:t>          "yoy_fraction": -0.1913446396162901,</a:t>
            </a:r>
          </a:p>
          <a:p>
            <a:r>
              <a:t>          "yoy_pct": -19.13446396162901,</a:t>
            </a:r>
          </a:p>
          <a:p>
            <a:r>
              <a:t>          "value_label": "36.3",</a:t>
            </a:r>
          </a:p>
          <a:p>
            <a:r>
              <a:t>          "yoy_label": "(-19.1%)",</a:t>
            </a:r>
          </a:p>
          <a:p>
            <a:r>
              <a:t>          "label": "36.3\n(-19.1%)"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"NV_XC24",</a:t>
            </a:r>
          </a:p>
          <a:p>
            <a:r>
              <a:t>          "month": "2026-06",</a:t>
            </a:r>
          </a:p>
          <a:p>
            <a:r>
              <a:t>          "start": "2026-06-01",</a:t>
            </a:r>
          </a:p>
          <a:p>
            <a:r>
              <a:t>          "end": "2026-06-30",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237.24131,</a:t>
            </a:r>
          </a:p>
          <a:p>
            <a:r>
              <a:t>          "raw_mean": 7.908043666666667,</a:t>
            </a:r>
          </a:p>
          <a:p>
            <a:r>
              <a:t>          "value": 32.50429079205,</a:t>
            </a:r>
          </a:p>
          <a:p>
            <a:r>
              <a:t>          "prior_start": "2025-06-01",</a:t>
            </a:r>
          </a:p>
          <a:p>
            <a:r>
              <a:t>          "prior_end": "2025-06-30",</a:t>
            </a:r>
          </a:p>
          <a:p>
            <a:r>
              <a:t>          "prior_days": 30,</a:t>
            </a:r>
          </a:p>
          <a:p>
            <a:r>
              <a:t>          "prior_raw_mean": 10.186784666666666,</a:t>
            </a:r>
          </a:p>
          <a:p>
            <a:r>
              <a:t>          "prior_value": 41.87055926828209,</a:t>
            </a:r>
          </a:p>
          <a:p>
            <a:r>
              <a:t>          "yoy_fraction": -0.2236958053561815,</a:t>
            </a:r>
          </a:p>
          <a:p>
            <a:r>
              <a:t>          "yoy_pct": -22.369580535618148,</a:t>
            </a:r>
          </a:p>
          <a:p>
            <a:r>
              <a:t>          "value_label": "32.5",</a:t>
            </a:r>
          </a:p>
          <a:p>
            <a:r>
              <a:t>          "yoy_label": "(-22.4%)",</a:t>
            </a:r>
          </a:p>
          <a:p>
            <a:r>
              <a:t>          "label": "32.5\n(-22.4%)"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"NV_XC24",</a:t>
            </a:r>
          </a:p>
          <a:p>
            <a:r>
              <a:t>          "month": "2026-07",</a:t>
            </a:r>
          </a:p>
          <a:p>
            <a:r>
              <a:t>          "start": "2026-07-01",</a:t>
            </a:r>
          </a:p>
          <a:p>
            <a:r>
              <a:t>          "end": "2026-07-31",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247.26087,</a:t>
            </a:r>
          </a:p>
          <a:p>
            <a:r>
              <a:t>          "raw_mean": 7.976157096774194,</a:t>
            </a:r>
          </a:p>
          <a:p>
            <a:r>
              <a:t>          "value": 32.78425620857789,</a:t>
            </a:r>
          </a:p>
          <a:p>
            <a:r>
              <a:t>          "prior_start": "2025-07-01",</a:t>
            </a:r>
          </a:p>
          <a:p>
            <a:r>
              <a:t>          "prior_end": "2025-07-31",</a:t>
            </a:r>
          </a:p>
          <a:p>
            <a:r>
              <a:t>          "prior_days": 31,</a:t>
            </a:r>
          </a:p>
          <a:p>
            <a:r>
              <a:t>          "prior_raw_mean": 11.564393548387097,</a:t>
            </a:r>
          </a:p>
          <a:p>
            <a:r>
              <a:t>          "prior_value": 47.5329204762629,</a:t>
            </a:r>
          </a:p>
          <a:p>
            <a:r>
              <a:t>          "yoy_fraction": -0.3102831494448197,</a:t>
            </a:r>
          </a:p>
          <a:p>
            <a:r>
              <a:t>          "yoy_pct": -31.02831494448197,</a:t>
            </a:r>
          </a:p>
          <a:p>
            <a:r>
              <a:t>          "value_label": "32.8",</a:t>
            </a:r>
          </a:p>
          <a:p>
            <a:r>
              <a:t>          "yoy_label": "(-31.0%)",</a:t>
            </a:r>
          </a:p>
          <a:p>
            <a:r>
              <a:t>          "label": "32.8\n(-31.0%)"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"NV_XC24",</a:t>
            </a:r>
          </a:p>
          <a:p>
            <a:r>
              <a:t>          "month": "2026-08",</a:t>
            </a:r>
          </a:p>
          <a:p>
            <a:r>
              <a:t>          "start": "2026-08-01",</a:t>
            </a:r>
          </a:p>
          <a:p>
            <a:r>
              <a:t>          "end": "2026-08-31",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239.44927,</a:t>
            </a:r>
          </a:p>
          <a:p>
            <a:r>
              <a:t>          "raw_mean": 7.72417,</a:t>
            </a:r>
          </a:p>
          <a:p>
            <a:r>
              <a:t>          "value": 31.748518140524794,</a:t>
            </a:r>
          </a:p>
          <a:p>
            <a:r>
              <a:t>          "prior_start": "2025-08-01",</a:t>
            </a:r>
          </a:p>
          <a:p>
            <a:r>
              <a:t>          "prior_end": "2025-08-31",</a:t>
            </a:r>
          </a:p>
          <a:p>
            <a:r>
              <a:t>          "prior_days": 31,</a:t>
            </a:r>
          </a:p>
          <a:p>
            <a:r>
              <a:t>          "prior_raw_mean": 11.956575806451612,</a:t>
            </a:r>
          </a:p>
          <a:p>
            <a:r>
              <a:t>          "prior_value": 49.144900214481154,</a:t>
            </a:r>
          </a:p>
          <a:p>
            <a:r>
              <a:t>          "yoy_fraction": -0.35398143038309193,</a:t>
            </a:r>
          </a:p>
          <a:p>
            <a:r>
              <a:t>          "yoy_pct": -35.39814303830919,</a:t>
            </a:r>
          </a:p>
          <a:p>
            <a:r>
              <a:t>          "value_label": "31.7",</a:t>
            </a:r>
          </a:p>
          <a:p>
            <a:r>
              <a:t>          "yoy_label": "(-35.4%)",</a:t>
            </a:r>
          </a:p>
          <a:p>
            <a:r>
              <a:t>          "label": "31.7\n(-35.4%)"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"NV_XC24",</a:t>
            </a:r>
          </a:p>
          <a:p>
            <a:r>
              <a:t>          "month": "2026-09",</a:t>
            </a:r>
          </a:p>
          <a:p>
            <a:r>
              <a:t>          "start": "2026-09-01",</a:t>
            </a:r>
          </a:p>
          <a:p>
            <a:r>
              <a:t>          "end": "2026-09-30",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205.72933,</a:t>
            </a:r>
          </a:p>
          <a:p>
            <a:r>
              <a:t>          "raw_mean": 6.857644333333334,</a:t>
            </a:r>
          </a:p>
          <a:p>
            <a:r>
              <a:t>          "value": 28.186853152908387,</a:t>
            </a:r>
          </a:p>
          <a:p>
            <a:r>
              <a:t>          "prior_start": "2025-09-01",</a:t>
            </a:r>
          </a:p>
          <a:p>
            <a:r>
              <a:t>          "prior_end": "2025-09-30",</a:t>
            </a:r>
          </a:p>
          <a:p>
            <a:r>
              <a:t>          "prior_days": 30,</a:t>
            </a:r>
          </a:p>
          <a:p>
            <a:r>
              <a:t>          "prior_raw_mean": 10.272493,</a:t>
            </a:r>
          </a:p>
          <a:p>
            <a:r>
              <a:t>          "prior_value": 42.22284470162024,</a:t>
            </a:r>
          </a:p>
          <a:p>
            <a:r>
              <a:t>          "yoy_fraction": -0.3324264778439535,</a:t>
            </a:r>
          </a:p>
          <a:p>
            <a:r>
              <a:t>          "yoy_pct": -33.24264778439535,</a:t>
            </a:r>
          </a:p>
          <a:p>
            <a:r>
              <a:t>          "value_label": "28.2",</a:t>
            </a:r>
          </a:p>
          <a:p>
            <a:r>
              <a:t>          "yoy_label": "(-33.2%)",</a:t>
            </a:r>
          </a:p>
          <a:p>
            <a:r>
              <a:t>          "label": "28.2\n(-33.2%)"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"NV_XC24",</a:t>
            </a:r>
          </a:p>
          <a:p>
            <a:r>
              <a:t>          "month": "2026-10",</a:t>
            </a:r>
          </a:p>
          <a:p>
            <a:r>
              <a:t>          "start": "2026-10-01",</a:t>
            </a:r>
          </a:p>
          <a:p>
            <a:r>
              <a:t>          "end": "2026-10-19",</a:t>
            </a:r>
          </a:p>
          <a:p>
            <a:r>
              <a:t>          "days": 19,</a:t>
            </a:r>
          </a:p>
          <a:p>
            <a:r>
              <a:t>          "partial": true,</a:t>
            </a:r>
          </a:p>
          <a:p>
            <a:r>
              <a:t>          "raw_sum": 124.70643,</a:t>
            </a:r>
          </a:p>
          <a:p>
            <a:r>
              <a:t>          "raw_mean": 6.5634963157894735,</a:t>
            </a:r>
          </a:p>
          <a:p>
            <a:r>
              <a:t>          "value": 26.977821804428146,</a:t>
            </a:r>
          </a:p>
          <a:p>
            <a:r>
              <a:t>          "prior_start": "2025-10-01",</a:t>
            </a:r>
          </a:p>
          <a:p>
            <a:r>
              <a:t>          "prior_end": "2025-10-19",</a:t>
            </a:r>
          </a:p>
          <a:p>
            <a:r>
              <a:t>          "prior_days": 19,</a:t>
            </a:r>
          </a:p>
          <a:p>
            <a:r>
              <a:t>          "prior_raw_mean": 9.624602105263158,</a:t>
            </a:r>
          </a:p>
          <a:p>
            <a:r>
              <a:t>          "prior_value": 39.559830316303305,</a:t>
            </a:r>
          </a:p>
          <a:p>
            <a:r>
              <a:t>          "yoy_fraction": -0.31805011324049814,</a:t>
            </a:r>
          </a:p>
          <a:p>
            <a:r>
              <a:t>          "yoy_pct": -31.805011324049815,</a:t>
            </a:r>
          </a:p>
          <a:p>
            <a:r>
              <a:t>          "value_label": "27.0",</a:t>
            </a:r>
          </a:p>
          <a:p>
            <a:r>
              <a:t>          "yoy_label": "(-31.8%)",</a:t>
            </a:r>
          </a:p>
          <a:p>
            <a:r>
              <a:t>          "label": "27.0\n(-31.8%)"</a:t>
            </a:r>
          </a:p>
          <a:p>
            <a:r>
              <a:t>        }</a:t>
            </a:r>
          </a:p>
          <a:p>
            <a:r>
              <a:t>      ]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"NV_XC25",</a:t>
            </a:r>
          </a:p>
          <a:p>
            <a:r>
              <a:t>      "label": "커리·카레",</a:t>
            </a:r>
          </a:p>
          <a:p>
            <a:r>
              <a:t>      "points": [</a:t>
            </a:r>
          </a:p>
          <a:p>
            <a:r>
              <a:t>        {</a:t>
            </a:r>
          </a:p>
          <a:p>
            <a:r>
              <a:t>          "group_id": "NV_XC25",</a:t>
            </a:r>
          </a:p>
          <a:p>
            <a:r>
              <a:t>          "month": "2025-01",</a:t>
            </a:r>
          </a:p>
          <a:p>
            <a:r>
              <a:t>          "start": "2025-01-01",</a:t>
            </a:r>
          </a:p>
          <a:p>
            <a:r>
              <a:t>          "end": "2025-01-31",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15.27376,</a:t>
            </a:r>
          </a:p>
          <a:p>
            <a:r>
              <a:t>          "raw_mean": 0.4927019354838709,</a:t>
            </a:r>
          </a:p>
          <a:p>
            <a:r>
              <a:t>          "value": 0.4927019354838709,</a:t>
            </a:r>
          </a:p>
          <a:p>
            <a:r>
              <a:t>          "prior_start": "2024-01-01",</a:t>
            </a:r>
          </a:p>
          <a:p>
            <a:r>
              <a:t>          "prior_end": "2024-01-31",</a:t>
            </a:r>
          </a:p>
          <a:p>
            <a:r>
              <a:t>          "prior_days": 31,</a:t>
            </a:r>
          </a:p>
          <a:p>
            <a:r>
              <a:t>          "prior_raw_mean": 0.46385096774193546,</a:t>
            </a:r>
          </a:p>
          <a:p>
            <a:r>
              <a:t>          "prior_value": 0.4638509677419355,</a:t>
            </a:r>
          </a:p>
          <a:p>
            <a:r>
              <a:t>          "yoy_fraction": 0.062198787430334024,</a:t>
            </a:r>
          </a:p>
          <a:p>
            <a:r>
              <a:t>          "yoy_pct": 6.219878743033402,</a:t>
            </a:r>
          </a:p>
          <a:p>
            <a:r>
              <a:t>          "value_label": "0.5",</a:t>
            </a:r>
          </a:p>
          <a:p>
            <a:r>
              <a:t>          "yoy_label": "(+6.2%)",</a:t>
            </a:r>
          </a:p>
          <a:p>
            <a:r>
              <a:t>          "label": "0.5\n(+6.2%)"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"NV_XC25",</a:t>
            </a:r>
          </a:p>
          <a:p>
            <a:r>
              <a:t>          "month": "2025-02",</a:t>
            </a:r>
          </a:p>
          <a:p>
            <a:r>
              <a:t>          "start": "2025-02-01",</a:t>
            </a:r>
          </a:p>
          <a:p>
            <a:r>
              <a:t>          "end": "2025-02-28",</a:t>
            </a:r>
          </a:p>
          <a:p>
            <a:r>
              <a:t>          "days": 28,</a:t>
            </a:r>
          </a:p>
          <a:p>
            <a:r>
              <a:t>          "partial": false,</a:t>
            </a:r>
          </a:p>
          <a:p>
            <a:r>
              <a:t>          "raw_sum": 13.9043,</a:t>
            </a:r>
          </a:p>
          <a:p>
            <a:r>
              <a:t>          "raw_mean": 0.4965821428571428,</a:t>
            </a:r>
          </a:p>
          <a:p>
            <a:r>
              <a:t>          "value": 0.4965821428571428,</a:t>
            </a:r>
          </a:p>
          <a:p>
            <a:r>
              <a:t>          "prior_start": "2024-02-01",</a:t>
            </a:r>
          </a:p>
          <a:p>
            <a:r>
              <a:t>          "prior_end": "2024-02-29",</a:t>
            </a:r>
          </a:p>
          <a:p>
            <a:r>
              <a:t>          "prior_days": 29,</a:t>
            </a:r>
          </a:p>
          <a:p>
            <a:r>
              <a:t>          "prior_raw_mean": 0.4669296551724138,</a:t>
            </a:r>
          </a:p>
          <a:p>
            <a:r>
              <a:t>          "prior_value": 0.4669296551724138,</a:t>
            </a:r>
          </a:p>
          <a:p>
            <a:r>
              <a:t>          "yoy_fraction": 0.06350525685454667,</a:t>
            </a:r>
          </a:p>
          <a:p>
            <a:r>
              <a:t>          "yoy_pct": 6.350525685454667,</a:t>
            </a:r>
          </a:p>
          <a:p>
            <a:r>
              <a:t>          "value_label": "0.5",</a:t>
            </a:r>
          </a:p>
          <a:p>
            <a:r>
              <a:t>          "yoy_label": "(+6.4%)",</a:t>
            </a:r>
          </a:p>
          <a:p>
            <a:r>
              <a:t>          "label": "0.5\n(+6.4%)"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"NV_XC25",</a:t>
            </a:r>
          </a:p>
          <a:p>
            <a:r>
              <a:t>          "month": "2025-03",</a:t>
            </a:r>
          </a:p>
          <a:p>
            <a:r>
              <a:t>          "start": "2025-03-01",</a:t>
            </a:r>
          </a:p>
          <a:p>
            <a:r>
              <a:t>          "end": "2025-03-31",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13.77852,</a:t>
            </a:r>
          </a:p>
          <a:p>
            <a:r>
              <a:t>          "raw_mean": 0.4444683870967742,</a:t>
            </a:r>
          </a:p>
          <a:p>
            <a:r>
              <a:t>          "value": 0.4444683870967742,</a:t>
            </a:r>
          </a:p>
          <a:p>
            <a:r>
              <a:t>          "prior_start": "2024-03-01",</a:t>
            </a:r>
          </a:p>
          <a:p>
            <a:r>
              <a:t>          "prior_end": "2024-03-31",</a:t>
            </a:r>
          </a:p>
          <a:p>
            <a:r>
              <a:t>          "prior_days": 31,</a:t>
            </a:r>
          </a:p>
          <a:p>
            <a:r>
              <a:t>          "prior_raw_mean": 0.5017177419354839,</a:t>
            </a:r>
          </a:p>
          <a:p>
            <a:r>
              <a:t>          "prior_value": 0.5017177419354839,</a:t>
            </a:r>
          </a:p>
          <a:p>
            <a:r>
              <a:t>          "yoy_fraction": -0.11410669795701867,</a:t>
            </a:r>
          </a:p>
          <a:p>
            <a:r>
              <a:t>          "yoy_pct": -11.410669795701867,</a:t>
            </a:r>
          </a:p>
          <a:p>
            <a:r>
              <a:t>          "value_label": "0.4",</a:t>
            </a:r>
          </a:p>
          <a:p>
            <a:r>
              <a:t>          "yoy_label": "(-11.4%)",</a:t>
            </a:r>
          </a:p>
          <a:p>
            <a:r>
              <a:t>          "label": "0.4\n(-11.4%)"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"NV_XC25",</a:t>
            </a:r>
          </a:p>
          <a:p>
            <a:r>
              <a:t>          "month": "2025-04",</a:t>
            </a:r>
          </a:p>
          <a:p>
            <a:r>
              <a:t>          "start": "2025-04-01",</a:t>
            </a:r>
          </a:p>
          <a:p>
            <a:r>
              <a:t>          "end": "2025-04-30",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12.31123,</a:t>
            </a:r>
          </a:p>
          <a:p>
            <a:r>
              <a:t>          "raw_mean": 0.41037433333333334,</a:t>
            </a:r>
          </a:p>
          <a:p>
            <a:r>
              <a:t>          "value": 0.41037433333333334,</a:t>
            </a:r>
          </a:p>
          <a:p>
            <a:r>
              <a:t>          "prior_start": "2024-04-01",</a:t>
            </a:r>
          </a:p>
          <a:p>
            <a:r>
              <a:t>          "prior_end": "2024-04-30",</a:t>
            </a:r>
          </a:p>
          <a:p>
            <a:r>
              <a:t>          "prior_days": 30,</a:t>
            </a:r>
          </a:p>
          <a:p>
            <a:r>
              <a:t>          "prior_raw_mean": 0.484438,</a:t>
            </a:r>
          </a:p>
          <a:p>
            <a:r>
              <a:t>          "prior_value": 0.484438,</a:t>
            </a:r>
          </a:p>
          <a:p>
            <a:r>
              <a:t>          "yoy_fraction": -0.1528857493975837,</a:t>
            </a:r>
          </a:p>
          <a:p>
            <a:r>
              <a:t>          "yoy_pct": -15.28857493975837,</a:t>
            </a:r>
          </a:p>
          <a:p>
            <a:r>
              <a:t>          "value_label": "0.4",</a:t>
            </a:r>
          </a:p>
          <a:p>
            <a:r>
              <a:t>          "yoy_label": "(-15.3%)",</a:t>
            </a:r>
          </a:p>
          <a:p>
            <a:r>
              <a:t>          "label": "0.4\n(-15.3%)"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"NV_XC25",</a:t>
            </a:r>
          </a:p>
          <a:p>
            <a:r>
              <a:t>          "month": "2025-05",</a:t>
            </a:r>
          </a:p>
          <a:p>
            <a:r>
              <a:t>          "start": "2025-05-01",</a:t>
            </a:r>
          </a:p>
          <a:p>
            <a:r>
              <a:t>          "end": "2025-05-31",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13.09378,</a:t>
            </a:r>
          </a:p>
          <a:p>
            <a:r>
              <a:t>          "raw_mean": 0.42238000000000003,</a:t>
            </a:r>
          </a:p>
          <a:p>
            <a:r>
              <a:t>          "value": 0.42238000000000003,</a:t>
            </a:r>
          </a:p>
          <a:p>
            <a:r>
              <a:t>          "prior_start": "2024-05-01",</a:t>
            </a:r>
          </a:p>
          <a:p>
            <a:r>
              <a:t>          "prior_end": "2024-05-31",</a:t>
            </a:r>
          </a:p>
          <a:p>
            <a:r>
              <a:t>          "prior_days": 31,</a:t>
            </a:r>
          </a:p>
          <a:p>
            <a:r>
              <a:t>          "prior_raw_mean": 0.5860141935483871,</a:t>
            </a:r>
          </a:p>
          <a:p>
            <a:r>
              <a:t>          "prior_value": 0.5860141935483871,</a:t>
            </a:r>
          </a:p>
          <a:p>
            <a:r>
              <a:t>          "yoy_fraction": -0.2792324748272088,</a:t>
            </a:r>
          </a:p>
          <a:p>
            <a:r>
              <a:t>          "yoy_pct": -27.923247482720882,</a:t>
            </a:r>
          </a:p>
          <a:p>
            <a:r>
              <a:t>          "value_label": "0.4",</a:t>
            </a:r>
          </a:p>
          <a:p>
            <a:r>
              <a:t>          "yoy_label": "(-27.9%)",</a:t>
            </a:r>
          </a:p>
          <a:p>
            <a:r>
              <a:t>          "label": "0.4\n(-27.9%)"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"NV_XC25",</a:t>
            </a:r>
          </a:p>
          <a:p>
            <a:r>
              <a:t>          "month": "2025-06",</a:t>
            </a:r>
          </a:p>
          <a:p>
            <a:r>
              <a:t>          "start": "2025-06-01",</a:t>
            </a:r>
          </a:p>
          <a:p>
            <a:r>
              <a:t>          "end": "2025-06-30",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12.47891,</a:t>
            </a:r>
          </a:p>
          <a:p>
            <a:r>
              <a:t>          "raw_mean": 0.4159636666666667,</a:t>
            </a:r>
          </a:p>
          <a:p>
            <a:r>
              <a:t>          "value": 0.4159636666666667,</a:t>
            </a:r>
          </a:p>
          <a:p>
            <a:r>
              <a:t>          "prior_start": "2024-06-01",</a:t>
            </a:r>
          </a:p>
          <a:p>
            <a:r>
              <a:t>          "prior_end": "2024-06-30",</a:t>
            </a:r>
          </a:p>
          <a:p>
            <a:r>
              <a:t>          "prior_days": 30,</a:t>
            </a:r>
          </a:p>
          <a:p>
            <a:r>
              <a:t>          "prior_raw_mean": 0.5687493333333333,</a:t>
            </a:r>
          </a:p>
          <a:p>
            <a:r>
              <a:t>          "prior_value": 0.5687493333333333,</a:t>
            </a:r>
          </a:p>
          <a:p>
            <a:r>
              <a:t>          "yoy_fraction": -0.2686344540770157,</a:t>
            </a:r>
          </a:p>
          <a:p>
            <a:r>
              <a:t>          "yoy_pct": -26.86344540770157,</a:t>
            </a:r>
          </a:p>
          <a:p>
            <a:r>
              <a:t>          "value_label": "0.4",</a:t>
            </a:r>
          </a:p>
          <a:p>
            <a:r>
              <a:t>          "yoy_label": "(-26.9%)",</a:t>
            </a:r>
          </a:p>
          <a:p>
            <a:r>
              <a:t>          "label": "0.4\n(-26.9%)"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"NV_XC25",</a:t>
            </a:r>
          </a:p>
          <a:p>
            <a:r>
              <a:t>          "month": "2025-07",</a:t>
            </a:r>
          </a:p>
          <a:p>
            <a:r>
              <a:t>          "start": "2025-07-01",</a:t>
            </a:r>
          </a:p>
          <a:p>
            <a:r>
              <a:t>          "end": "2025-07-31",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12.87021,</a:t>
            </a:r>
          </a:p>
          <a:p>
            <a:r>
              <a:t>          "raw_mean": 0.41516806451612903,</a:t>
            </a:r>
          </a:p>
          <a:p>
            <a:r>
              <a:t>          "value": 0.41516806451612903,</a:t>
            </a:r>
          </a:p>
          <a:p>
            <a:r>
              <a:t>          "prior_start": "2024-07-01",</a:t>
            </a:r>
          </a:p>
          <a:p>
            <a:r>
              <a:t>          "prior_end": "2024-07-31",</a:t>
            </a:r>
          </a:p>
          <a:p>
            <a:r>
              <a:t>          "prior_days": 31,</a:t>
            </a:r>
          </a:p>
          <a:p>
            <a:r>
              <a:t>          "prior_raw_mean": 0.5648277419354839,</a:t>
            </a:r>
          </a:p>
          <a:p>
            <a:r>
              <a:t>          "prior_value": 0.5648277419354839,</a:t>
            </a:r>
          </a:p>
          <a:p>
            <a:r>
              <a:t>          "yoy_fraction": -0.26496516779880364,</a:t>
            </a:r>
          </a:p>
          <a:p>
            <a:r>
              <a:t>          "yoy_pct": -26.496516779880363,</a:t>
            </a:r>
          </a:p>
          <a:p>
            <a:r>
              <a:t>          "value_label": "0.4",</a:t>
            </a:r>
          </a:p>
          <a:p>
            <a:r>
              <a:t>          "yoy_label": "(-26.5%)",</a:t>
            </a:r>
          </a:p>
          <a:p>
            <a:r>
              <a:t>          "label": "0.4\n(-26.5%)"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"NV_XC25",</a:t>
            </a:r>
          </a:p>
          <a:p>
            <a:r>
              <a:t>          "month": "2025-08",</a:t>
            </a:r>
          </a:p>
          <a:p>
            <a:r>
              <a:t>          "start": "2025-08-01",</a:t>
            </a:r>
          </a:p>
          <a:p>
            <a:r>
              <a:t>          "end": "2025-08-31",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13.55494,</a:t>
            </a:r>
          </a:p>
          <a:p>
            <a:r>
              <a:t>          "raw_mean": 0.4372561290322581,</a:t>
            </a:r>
          </a:p>
          <a:p>
            <a:r>
              <a:t>          "value": 0.4372561290322581,</a:t>
            </a:r>
          </a:p>
          <a:p>
            <a:r>
              <a:t>          "prior_start": "2024-08-01",</a:t>
            </a:r>
          </a:p>
          <a:p>
            <a:r>
              <a:t>          "prior_end": "2024-08-31",</a:t>
            </a:r>
          </a:p>
          <a:p>
            <a:r>
              <a:t>          "prior_days": 31,</a:t>
            </a:r>
          </a:p>
          <a:p>
            <a:r>
              <a:t>          "prior_raw_mean": 0.6171177419354839,</a:t>
            </a:r>
          </a:p>
          <a:p>
            <a:r>
              <a:t>          "prior_value": 0.6171177419354839,</a:t>
            </a:r>
          </a:p>
          <a:p>
            <a:r>
              <a:t>          "yoy_fraction": -0.2914542893210633,</a:t>
            </a:r>
          </a:p>
          <a:p>
            <a:r>
              <a:t>          "yoy_pct": -29.14542893210633,</a:t>
            </a:r>
          </a:p>
          <a:p>
            <a:r>
              <a:t>          "value_label": "0.4",</a:t>
            </a:r>
          </a:p>
          <a:p>
            <a:r>
              <a:t>          "yoy_label": "(-29.1%)",</a:t>
            </a:r>
          </a:p>
          <a:p>
            <a:r>
              <a:t>          "label": "0.4\n(-29.1%)"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"NV_XC25",</a:t>
            </a:r>
          </a:p>
          <a:p>
            <a:r>
              <a:t>          "month": "2025-09",</a:t>
            </a:r>
          </a:p>
          <a:p>
            <a:r>
              <a:t>          "start": "2025-09-01",</a:t>
            </a:r>
          </a:p>
          <a:p>
            <a:r>
              <a:t>          "end": "2025-09-30",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10.31287,</a:t>
            </a:r>
          </a:p>
          <a:p>
            <a:r>
              <a:t>          "raw_mean": 0.34376233333333334,</a:t>
            </a:r>
          </a:p>
          <a:p>
            <a:r>
              <a:t>          "value": 0.34376233333333334,</a:t>
            </a:r>
          </a:p>
          <a:p>
            <a:r>
              <a:t>          "prior_start": "2024-09-01",</a:t>
            </a:r>
          </a:p>
          <a:p>
            <a:r>
              <a:t>          "prior_end": "2024-09-30",</a:t>
            </a:r>
          </a:p>
          <a:p>
            <a:r>
              <a:t>          "prior_days": 30,</a:t>
            </a:r>
          </a:p>
          <a:p>
            <a:r>
              <a:t>          "prior_raw_mean": 0.5915739999999999,</a:t>
            </a:r>
          </a:p>
          <a:p>
            <a:r>
              <a:t>          "prior_value": 0.5915739999999999,</a:t>
            </a:r>
          </a:p>
          <a:p>
            <a:r>
              <a:t>          "yoy_fraction": -0.41890222806726907,</a:t>
            </a:r>
          </a:p>
          <a:p>
            <a:r>
              <a:t>          "yoy_pct": -41.890222806726904,</a:t>
            </a:r>
          </a:p>
          <a:p>
            <a:r>
              <a:t>          "value_label": "0.3",</a:t>
            </a:r>
          </a:p>
          <a:p>
            <a:r>
              <a:t>          "yoy_label": "(-41.9%)",</a:t>
            </a:r>
          </a:p>
          <a:p>
            <a:r>
              <a:t>          "label": "0.3\n(-41.9%)"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"NV_XC25",</a:t>
            </a:r>
          </a:p>
          <a:p>
            <a:r>
              <a:t>          "month": "2025-10",</a:t>
            </a:r>
          </a:p>
          <a:p>
            <a:r>
              <a:t>          "start": "2025-10-01",</a:t>
            </a:r>
          </a:p>
          <a:p>
            <a:r>
              <a:t>          "end": "2025-10-31",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10.774049999999999,</a:t>
            </a:r>
          </a:p>
          <a:p>
            <a:r>
              <a:t>          "raw_mean": 0.34754999999999997,</a:t>
            </a:r>
          </a:p>
          <a:p>
            <a:r>
              <a:t>          "value": 0.34754999999999997,</a:t>
            </a:r>
          </a:p>
          <a:p>
            <a:r>
              <a:t>          "prior_start": "2024-10-01",</a:t>
            </a:r>
          </a:p>
          <a:p>
            <a:r>
              <a:t>          "prior_end": "2024-10-31",</a:t>
            </a:r>
          </a:p>
          <a:p>
            <a:r>
              <a:t>          "prior_days": 31,</a:t>
            </a:r>
          </a:p>
          <a:p>
            <a:r>
              <a:t>          "prior_raw_mean": 0.5612216129032258,</a:t>
            </a:r>
          </a:p>
          <a:p>
            <a:r>
              <a:t>          "prior_value": 0.5612216129032258,</a:t>
            </a:r>
          </a:p>
          <a:p>
            <a:r>
              <a:t>          "yoy_fraction": -0.3807259164483928,</a:t>
            </a:r>
          </a:p>
          <a:p>
            <a:r>
              <a:t>          "yoy_pct": -38.072591644839285,</a:t>
            </a:r>
          </a:p>
          <a:p>
            <a:r>
              <a:t>          "value_label": "0.3",</a:t>
            </a:r>
          </a:p>
          <a:p>
            <a:r>
              <a:t>          "yoy_label": "(-38.1%)",</a:t>
            </a:r>
          </a:p>
          <a:p>
            <a:r>
              <a:t>          "label": "0.3\n(-38.1%)"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"NV_XC25",</a:t>
            </a:r>
          </a:p>
          <a:p>
            <a:r>
              <a:t>          "month": "2025-11",</a:t>
            </a:r>
          </a:p>
          <a:p>
            <a:r>
              <a:t>          "start": "2025-11-01",</a:t>
            </a:r>
          </a:p>
          <a:p>
            <a:r>
              <a:t>          "end": "2025-11-30",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10.22906,</a:t>
            </a:r>
          </a:p>
          <a:p>
            <a:r>
              <a:t>          "raw_mean": 0.3409686666666667,</a:t>
            </a:r>
          </a:p>
          <a:p>
            <a:r>
              <a:t>          "value": 0.3409686666666667,</a:t>
            </a:r>
          </a:p>
          <a:p>
            <a:r>
              <a:t>          "prior_start": "2024-11-01",</a:t>
            </a:r>
          </a:p>
          <a:p>
            <a:r>
              <a:t>          "prior_end": "2024-11-30",</a:t>
            </a:r>
          </a:p>
          <a:p>
            <a:r>
              <a:t>          "prior_days": 30,</a:t>
            </a:r>
          </a:p>
          <a:p>
            <a:r>
              <a:t>          "prior_raw_mean": 0.466271,</a:t>
            </a:r>
          </a:p>
          <a:p>
            <a:r>
              <a:t>          "prior_value": 0.466271,</a:t>
            </a:r>
          </a:p>
          <a:p>
            <a:r>
              <a:t>          "yoy_fraction": -0.26873284706390344,</a:t>
            </a:r>
          </a:p>
          <a:p>
            <a:r>
              <a:t>          "yoy_pct": -26.873284706390344,</a:t>
            </a:r>
          </a:p>
          <a:p>
            <a:r>
              <a:t>          "value_label": "0.3",</a:t>
            </a:r>
          </a:p>
          <a:p>
            <a:r>
              <a:t>          "yoy_label": "(-26.9%)",</a:t>
            </a:r>
          </a:p>
          <a:p>
            <a:r>
              <a:t>          "label": "0.3\n(-26.9%)"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"NV_XC25",</a:t>
            </a:r>
          </a:p>
          <a:p>
            <a:r>
              <a:t>          "month": "2025-12",</a:t>
            </a:r>
          </a:p>
          <a:p>
            <a:r>
              <a:t>          "start": "2025-12-01",</a:t>
            </a:r>
          </a:p>
          <a:p>
            <a:r>
              <a:t>          "end": "2025-12-31",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10.60636,</a:t>
            </a:r>
          </a:p>
          <a:p>
            <a:r>
              <a:t>          "raw_mean": 0.34214064516129034,</a:t>
            </a:r>
          </a:p>
          <a:p>
            <a:r>
              <a:t>          "value": 0.34214064516129034,</a:t>
            </a:r>
          </a:p>
          <a:p>
            <a:r>
              <a:t>          "prior_start": "2024-12-01",</a:t>
            </a:r>
          </a:p>
          <a:p>
            <a:r>
              <a:t>          "prior_end": "2024-12-31",</a:t>
            </a:r>
          </a:p>
          <a:p>
            <a:r>
              <a:t>          "prior_days": 31,</a:t>
            </a:r>
          </a:p>
          <a:p>
            <a:r>
              <a:t>          "prior_raw_mean": 0.5030703225806451,</a:t>
            </a:r>
          </a:p>
          <a:p>
            <a:r>
              <a:t>          "prior_value": 0.5030703225806451,</a:t>
            </a:r>
          </a:p>
          <a:p>
            <a:r>
              <a:t>          "yoy_fraction": -0.31989499319661574,</a:t>
            </a:r>
          </a:p>
          <a:p>
            <a:r>
              <a:t>          "yoy_pct": -31.989499319661576,</a:t>
            </a:r>
          </a:p>
          <a:p>
            <a:r>
              <a:t>          "value_label": "0.3",</a:t>
            </a:r>
          </a:p>
          <a:p>
            <a:r>
              <a:t>          "yoy_label": "(-32.0%)",</a:t>
            </a:r>
          </a:p>
          <a:p>
            <a:r>
              <a:t>          "label": "0.3\n(-32.0%)"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"NV_XC25",</a:t>
            </a:r>
          </a:p>
          <a:p>
            <a:r>
              <a:t>          "month": "2026-01",</a:t>
            </a:r>
          </a:p>
          <a:p>
            <a:r>
              <a:t>          "start": "2026-01-01",</a:t>
            </a:r>
          </a:p>
          <a:p>
            <a:r>
              <a:t>          "end": "2026-01-31",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14.09993,</a:t>
            </a:r>
          </a:p>
          <a:p>
            <a:r>
              <a:t>          "raw_mean": 0.45483645161290326,</a:t>
            </a:r>
          </a:p>
          <a:p>
            <a:r>
              <a:t>          "value": 0.45483645161290326,</a:t>
            </a:r>
          </a:p>
          <a:p>
            <a:r>
              <a:t>          "prior_start": "2025-01-01",</a:t>
            </a:r>
          </a:p>
          <a:p>
            <a:r>
              <a:t>          "prior_end": "2025-01-31",</a:t>
            </a:r>
          </a:p>
          <a:p>
            <a:r>
              <a:t>          "prior_days": 31,</a:t>
            </a:r>
          </a:p>
          <a:p>
            <a:r>
              <a:t>          "prior_raw_mean": 0.4927019354838709,</a:t>
            </a:r>
          </a:p>
          <a:p>
            <a:r>
              <a:t>          "prior_value": 0.4927019354838709,</a:t>
            </a:r>
          </a:p>
          <a:p>
            <a:r>
              <a:t>          "yoy_fraction": -0.07685271995893594,</a:t>
            </a:r>
          </a:p>
          <a:p>
            <a:r>
              <a:t>          "yoy_pct": -7.685271995893594,</a:t>
            </a:r>
          </a:p>
          <a:p>
            <a:r>
              <a:t>          "value_label": "0.5",</a:t>
            </a:r>
          </a:p>
          <a:p>
            <a:r>
              <a:t>          "yoy_label": "(-7.7%)",</a:t>
            </a:r>
          </a:p>
          <a:p>
            <a:r>
              <a:t>          "label": "0.5\n(-7.7%)"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"NV_XC25",</a:t>
            </a:r>
          </a:p>
          <a:p>
            <a:r>
              <a:t>          "month": "2026-02",</a:t>
            </a:r>
          </a:p>
          <a:p>
            <a:r>
              <a:t>          "start": "2026-02-01",</a:t>
            </a:r>
          </a:p>
          <a:p>
            <a:r>
              <a:t>          "end": "2026-02-28",</a:t>
            </a:r>
          </a:p>
          <a:p>
            <a:r>
              <a:t>          "days": 28,</a:t>
            </a:r>
          </a:p>
          <a:p>
            <a:r>
              <a:t>          "partial": false,</a:t>
            </a:r>
          </a:p>
          <a:p>
            <a:r>
              <a:t>          "raw_sum": 9.5024,</a:t>
            </a:r>
          </a:p>
          <a:p>
            <a:r>
              <a:t>          "raw_mean": 0.33937142857142855,</a:t>
            </a:r>
          </a:p>
          <a:p>
            <a:r>
              <a:t>          "value": 0.33937142857142855,</a:t>
            </a:r>
          </a:p>
          <a:p>
            <a:r>
              <a:t>          "prior_start": "2025-02-01",</a:t>
            </a:r>
          </a:p>
          <a:p>
            <a:r>
              <a:t>          "prior_end": "2025-02-28",</a:t>
            </a:r>
          </a:p>
          <a:p>
            <a:r>
              <a:t>          "prior_days": 28,</a:t>
            </a:r>
          </a:p>
          <a:p>
            <a:r>
              <a:t>          "prior_raw_mean": 0.4965821428571428,</a:t>
            </a:r>
          </a:p>
          <a:p>
            <a:r>
              <a:t>          "prior_value": 0.4965821428571428,</a:t>
            </a:r>
          </a:p>
          <a:p>
            <a:r>
              <a:t>          "yoy_fraction": -0.3165855167106578,</a:t>
            </a:r>
          </a:p>
          <a:p>
            <a:r>
              <a:t>          "yoy_pct": -31.658551671065783,</a:t>
            </a:r>
          </a:p>
          <a:p>
            <a:r>
              <a:t>          "value_label": "0.3",</a:t>
            </a:r>
          </a:p>
          <a:p>
            <a:r>
              <a:t>          "yoy_label": "(-31.7%)",</a:t>
            </a:r>
          </a:p>
          <a:p>
            <a:r>
              <a:t>          "label": "0.3\n(-31.7%)"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"NV_XC25",</a:t>
            </a:r>
          </a:p>
          <a:p>
            <a:r>
              <a:t>          "month": "2026-03",</a:t>
            </a:r>
          </a:p>
          <a:p>
            <a:r>
              <a:t>          "start": "2026-03-01",</a:t>
            </a:r>
          </a:p>
          <a:p>
            <a:r>
              <a:t>          "end": "2026-03-31",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13.68067,</a:t>
            </a:r>
          </a:p>
          <a:p>
            <a:r>
              <a:t>          "raw_mean": 0.44131193548387093,</a:t>
            </a:r>
          </a:p>
          <a:p>
            <a:r>
              <a:t>          "value": 0.44131193548387093,</a:t>
            </a:r>
          </a:p>
          <a:p>
            <a:r>
              <a:t>          "prior_start": "2025-03-01",</a:t>
            </a:r>
          </a:p>
          <a:p>
            <a:r>
              <a:t>          "prior_end": "2025-03-31",</a:t>
            </a:r>
          </a:p>
          <a:p>
            <a:r>
              <a:t>          "prior_days": 31,</a:t>
            </a:r>
          </a:p>
          <a:p>
            <a:r>
              <a:t>          "prior_raw_mean": 0.4444683870967742,</a:t>
            </a:r>
          </a:p>
          <a:p>
            <a:r>
              <a:t>          "prior_value": 0.4444683870967742,</a:t>
            </a:r>
          </a:p>
          <a:p>
            <a:r>
              <a:t>          "yoy_fraction": -0.007101633557160092,</a:t>
            </a:r>
          </a:p>
          <a:p>
            <a:r>
              <a:t>          "yoy_pct": -0.7101633557160092,</a:t>
            </a:r>
          </a:p>
          <a:p>
            <a:r>
              <a:t>          "value_label": "0.4",</a:t>
            </a:r>
          </a:p>
          <a:p>
            <a:r>
              <a:t>          "yoy_label": "(-0.7%)",</a:t>
            </a:r>
          </a:p>
          <a:p>
            <a:r>
              <a:t>          "label": "0.4\n(-0.7%)"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"NV_XC25",</a:t>
            </a:r>
          </a:p>
          <a:p>
            <a:r>
              <a:t>          "month": "2026-04",</a:t>
            </a:r>
          </a:p>
          <a:p>
            <a:r>
              <a:t>          "start": "2026-04-01",</a:t>
            </a:r>
          </a:p>
          <a:p>
            <a:r>
              <a:t>          "end": "2026-04-30",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11.72429,</a:t>
            </a:r>
          </a:p>
          <a:p>
            <a:r>
              <a:t>          "raw_mean": 0.39080966666666667,</a:t>
            </a:r>
          </a:p>
          <a:p>
            <a:r>
              <a:t>          "value": 0.39080966666666667,</a:t>
            </a:r>
          </a:p>
          <a:p>
            <a:r>
              <a:t>          "prior_start": "2025-04-01",</a:t>
            </a:r>
          </a:p>
          <a:p>
            <a:r>
              <a:t>          "prior_end": "2025-04-30",</a:t>
            </a:r>
          </a:p>
          <a:p>
            <a:r>
              <a:t>          "prior_days": 30,</a:t>
            </a:r>
          </a:p>
          <a:p>
            <a:r>
              <a:t>          "prior_raw_mean": 0.41037433333333334,</a:t>
            </a:r>
          </a:p>
          <a:p>
            <a:r>
              <a:t>          "prior_value": 0.41037433333333334,</a:t>
            </a:r>
          </a:p>
          <a:p>
            <a:r>
              <a:t>          "yoy_fraction": -0.04767517136792998,</a:t>
            </a:r>
          </a:p>
          <a:p>
            <a:r>
              <a:t>          "yoy_pct": -4.767517136792998,</a:t>
            </a:r>
          </a:p>
          <a:p>
            <a:r>
              <a:t>          "value_label": "0.4",</a:t>
            </a:r>
          </a:p>
          <a:p>
            <a:r>
              <a:t>          "yoy_label": "(-4.8%)",</a:t>
            </a:r>
          </a:p>
          <a:p>
            <a:r>
              <a:t>          "label": "0.4\n(-4.8%)"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"NV_XC25",</a:t>
            </a:r>
          </a:p>
          <a:p>
            <a:r>
              <a:t>          "month": "2026-05",</a:t>
            </a:r>
          </a:p>
          <a:p>
            <a:r>
              <a:t>          "start": "2026-05-01",</a:t>
            </a:r>
          </a:p>
          <a:p>
            <a:r>
              <a:t>          "end": "2026-05-31",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9.71202,</a:t>
            </a:r>
          </a:p>
          <a:p>
            <a:r>
              <a:t>          "raw_mean": 0.3132909677419355,</a:t>
            </a:r>
          </a:p>
          <a:p>
            <a:r>
              <a:t>          "value": 0.3132909677419355,</a:t>
            </a:r>
          </a:p>
          <a:p>
            <a:r>
              <a:t>          "prior_start": "2025-05-01",</a:t>
            </a:r>
          </a:p>
          <a:p>
            <a:r>
              <a:t>          "prior_end": "2025-05-31",</a:t>
            </a:r>
          </a:p>
          <a:p>
            <a:r>
              <a:t>          "prior_days": 31,</a:t>
            </a:r>
          </a:p>
          <a:p>
            <a:r>
              <a:t>          "prior_raw_mean": 0.42238000000000003,</a:t>
            </a:r>
          </a:p>
          <a:p>
            <a:r>
              <a:t>          "prior_value": 0.42238000000000003,</a:t>
            </a:r>
          </a:p>
          <a:p>
            <a:r>
              <a:t>          "yoy_fraction": -0.25827224834997997,</a:t>
            </a:r>
          </a:p>
          <a:p>
            <a:r>
              <a:t>          "yoy_pct": -25.827224834998,</a:t>
            </a:r>
          </a:p>
          <a:p>
            <a:r>
              <a:t>          "value_label": "0.3",</a:t>
            </a:r>
          </a:p>
          <a:p>
            <a:r>
              <a:t>          "yoy_label": "(-25.8%)",</a:t>
            </a:r>
          </a:p>
          <a:p>
            <a:r>
              <a:t>          "label": "0.3\n(-25.8%)"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"NV_XC25",</a:t>
            </a:r>
          </a:p>
          <a:p>
            <a:r>
              <a:t>          "month": "2026-06",</a:t>
            </a:r>
          </a:p>
          <a:p>
            <a:r>
              <a:t>          "start": "2026-06-01",</a:t>
            </a:r>
          </a:p>
          <a:p>
            <a:r>
              <a:t>          "end": "2026-06-30",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9.62815,</a:t>
            </a:r>
          </a:p>
          <a:p>
            <a:r>
              <a:t>          "raw_mean": 0.3209383333333333,</a:t>
            </a:r>
          </a:p>
          <a:p>
            <a:r>
              <a:t>          "value": 0.3209383333333333,</a:t>
            </a:r>
          </a:p>
          <a:p>
            <a:r>
              <a:t>          "prior_start": "2025-06-01",</a:t>
            </a:r>
          </a:p>
          <a:p>
            <a:r>
              <a:t>          "prior_end": "2025-06-30",</a:t>
            </a:r>
          </a:p>
          <a:p>
            <a:r>
              <a:t>          "prior_days": 30,</a:t>
            </a:r>
          </a:p>
          <a:p>
            <a:r>
              <a:t>          "prior_raw_mean": 0.4159636666666667,</a:t>
            </a:r>
          </a:p>
          <a:p>
            <a:r>
              <a:t>          "prior_value": 0.4159636666666667,</a:t>
            </a:r>
          </a:p>
          <a:p>
            <a:r>
              <a:t>          "yoy_fraction": -0.22844623448682622,</a:t>
            </a:r>
          </a:p>
          <a:p>
            <a:r>
              <a:t>          "yoy_pct": -22.844623448682622,</a:t>
            </a:r>
          </a:p>
          <a:p>
            <a:r>
              <a:t>          "value_label": "0.3",</a:t>
            </a:r>
          </a:p>
          <a:p>
            <a:r>
              <a:t>          "yoy_label": "(-22.8%)",</a:t>
            </a:r>
          </a:p>
          <a:p>
            <a:r>
              <a:t>          "label": "0.3\n(-22.8%)"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"NV_XC25",</a:t>
            </a:r>
          </a:p>
          <a:p>
            <a:r>
              <a:t>          "month": "2026-07",</a:t>
            </a:r>
          </a:p>
          <a:p>
            <a:r>
              <a:t>          "start": "2026-07-01",</a:t>
            </a:r>
          </a:p>
          <a:p>
            <a:r>
              <a:t>          "end": "2026-07-31",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781.09267,</a:t>
            </a:r>
          </a:p>
          <a:p>
            <a:r>
              <a:t>          "raw_mean": 25.196537741935483,</a:t>
            </a:r>
          </a:p>
          <a:p>
            <a:r>
              <a:t>          "value": 25.196537741935483,</a:t>
            </a:r>
          </a:p>
          <a:p>
            <a:r>
              <a:t>          "prior_start": "2025-07-01",</a:t>
            </a:r>
          </a:p>
          <a:p>
            <a:r>
              <a:t>          "prior_end": "2025-07-31",</a:t>
            </a:r>
          </a:p>
          <a:p>
            <a:r>
              <a:t>          "prior_days": 31,</a:t>
            </a:r>
          </a:p>
          <a:p>
            <a:r>
              <a:t>          "prior_raw_mean": 0.41516806451612903,</a:t>
            </a:r>
          </a:p>
          <a:p>
            <a:r>
              <a:t>          "prior_value": 0.41516806451612903,</a:t>
            </a:r>
          </a:p>
          <a:p>
            <a:r>
              <a:t>          "yoy_fraction": 59.689970870716174,</a:t>
            </a:r>
          </a:p>
          <a:p>
            <a:r>
              <a:t>          "yoy_pct": 5968.997087071617,</a:t>
            </a:r>
          </a:p>
          <a:p>
            <a:r>
              <a:t>          "value_label": "25.2",</a:t>
            </a:r>
          </a:p>
          <a:p>
            <a:r>
              <a:t>          "yoy_label": "(+5969.0%)",</a:t>
            </a:r>
          </a:p>
          <a:p>
            <a:r>
              <a:t>          "label": "25.2\n(+5969.0%)"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"NV_XC25",</a:t>
            </a:r>
          </a:p>
          <a:p>
            <a:r>
              <a:t>          "month": "2026-08",</a:t>
            </a:r>
          </a:p>
          <a:p>
            <a:r>
              <a:t>          "start": "2026-08-01",</a:t>
            </a:r>
          </a:p>
          <a:p>
            <a:r>
              <a:t>          "end": "2026-08-31",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366.29384,</a:t>
            </a:r>
          </a:p>
          <a:p>
            <a:r>
              <a:t>          "raw_mean": 11.815930322580645,</a:t>
            </a:r>
          </a:p>
          <a:p>
            <a:r>
              <a:t>          "value": 11.815930322580645,</a:t>
            </a:r>
          </a:p>
          <a:p>
            <a:r>
              <a:t>          "prior_start": "2025-08-01",</a:t>
            </a:r>
          </a:p>
          <a:p>
            <a:r>
              <a:t>          "prior_end": "2025-08-31",</a:t>
            </a:r>
          </a:p>
          <a:p>
            <a:r>
              <a:t>          "prior_days": 31,</a:t>
            </a:r>
          </a:p>
          <a:p>
            <a:r>
              <a:t>          "prior_raw_mean": 0.4372561290322581,</a:t>
            </a:r>
          </a:p>
          <a:p>
            <a:r>
              <a:t>          "prior_value": 0.4372561290322581,</a:t>
            </a:r>
          </a:p>
          <a:p>
            <a:r>
              <a:t>          "yoy_fraction": 26.022903826944273,</a:t>
            </a:r>
          </a:p>
          <a:p>
            <a:r>
              <a:t>          "yoy_pct": 2602.290382694427,</a:t>
            </a:r>
          </a:p>
          <a:p>
            <a:r>
              <a:t>          "value_label": "11.8",</a:t>
            </a:r>
          </a:p>
          <a:p>
            <a:r>
              <a:t>          "yoy_label": "(+2602.3%)",</a:t>
            </a:r>
          </a:p>
          <a:p>
            <a:r>
              <a:t>          "label": "11.8\n(+2602.3%)"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"NV_XC25",</a:t>
            </a:r>
          </a:p>
          <a:p>
            <a:r>
              <a:t>          "month": "2026-09",</a:t>
            </a:r>
          </a:p>
          <a:p>
            <a:r>
              <a:t>          "start": "2026-09-01",</a:t>
            </a:r>
          </a:p>
          <a:p>
            <a:r>
              <a:t>          "end": "2026-09-30",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157.0988,</a:t>
            </a:r>
          </a:p>
          <a:p>
            <a:r>
              <a:t>          "raw_mean": 5.236626666666667,</a:t>
            </a:r>
          </a:p>
          <a:p>
            <a:r>
              <a:t>          "value": 5.236626666666667,</a:t>
            </a:r>
          </a:p>
          <a:p>
            <a:r>
              <a:t>          "prior_start": "2025-09-01",</a:t>
            </a:r>
          </a:p>
          <a:p>
            <a:r>
              <a:t>          "prior_end": "2025-09-30",</a:t>
            </a:r>
          </a:p>
          <a:p>
            <a:r>
              <a:t>          "prior_days": 30,</a:t>
            </a:r>
          </a:p>
          <a:p>
            <a:r>
              <a:t>          "prior_raw_mean": 0.34376233333333334,</a:t>
            </a:r>
          </a:p>
          <a:p>
            <a:r>
              <a:t>          "prior_value": 0.34376233333333334,</a:t>
            </a:r>
          </a:p>
          <a:p>
            <a:r>
              <a:t>          "yoy_fraction": 14.233276478807548,</a:t>
            </a:r>
          </a:p>
          <a:p>
            <a:r>
              <a:t>          "yoy_pct": 1423.3276478807547,</a:t>
            </a:r>
          </a:p>
          <a:p>
            <a:r>
              <a:t>          "value_label": "5.2",</a:t>
            </a:r>
          </a:p>
          <a:p>
            <a:r>
              <a:t>          "yoy_label": "(+1423.3%)",</a:t>
            </a:r>
          </a:p>
          <a:p>
            <a:r>
              <a:t>          "label": "5.2\n(+1423.3%)"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"NV_XC25",</a:t>
            </a:r>
          </a:p>
          <a:p>
            <a:r>
              <a:t>          "month": "2026-10",</a:t>
            </a:r>
          </a:p>
          <a:p>
            <a:r>
              <a:t>          "start": "2026-10-01",</a:t>
            </a:r>
          </a:p>
          <a:p>
            <a:r>
              <a:t>          "end": "2026-10-19",</a:t>
            </a:r>
          </a:p>
          <a:p>
            <a:r>
              <a:t>          "days": 19,</a:t>
            </a:r>
          </a:p>
          <a:p>
            <a:r>
              <a:t>          "partial": true,</a:t>
            </a:r>
          </a:p>
          <a:p>
            <a:r>
              <a:t>          "raw_sum": 70.12289,</a:t>
            </a:r>
          </a:p>
          <a:p>
            <a:r>
              <a:t>          "raw_mean": 3.6906784210526316,</a:t>
            </a:r>
          </a:p>
          <a:p>
            <a:r>
              <a:t>          "value": 3.6906784210526316,</a:t>
            </a:r>
          </a:p>
          <a:p>
            <a:r>
              <a:t>          "prior_start": "2025-10-01",</a:t>
            </a:r>
          </a:p>
          <a:p>
            <a:r>
              <a:t>          "prior_end": "2025-10-19",</a:t>
            </a:r>
          </a:p>
          <a:p>
            <a:r>
              <a:t>          "prior_days": 19,</a:t>
            </a:r>
          </a:p>
          <a:p>
            <a:r>
              <a:t>          "prior_raw_mean": 0.3464115789473684,</a:t>
            </a:r>
          </a:p>
          <a:p>
            <a:r>
              <a:t>          "prior_value": 0.3464115789473684,</a:t>
            </a:r>
          </a:p>
          <a:p>
            <a:r>
              <a:t>          "yoy_fraction": 9.65402730551732,</a:t>
            </a:r>
          </a:p>
          <a:p>
            <a:r>
              <a:t>          "yoy_pct": 965.4027305517319,</a:t>
            </a:r>
          </a:p>
          <a:p>
            <a:r>
              <a:t>          "value_label": "3.7",</a:t>
            </a:r>
          </a:p>
          <a:p>
            <a:r>
              <a:t>          "yoy_label": "(+965.4%)",</a:t>
            </a:r>
          </a:p>
          <a:p>
            <a:r>
              <a:t>          "label": "3.7\n(+965.4%)"</a:t>
            </a:r>
          </a:p>
          <a:p>
            <a:r>
              <a:t>        }</a:t>
            </a:r>
          </a:p>
          <a:p>
            <a:r>
              <a:t>      ]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"NV_XC26",</a:t>
            </a:r>
          </a:p>
          <a:p>
            <a:r>
              <a:t>      "label": "크림",</a:t>
            </a:r>
          </a:p>
          <a:p>
            <a:r>
              <a:t>      "points": [</a:t>
            </a:r>
          </a:p>
          <a:p>
            <a:r>
              <a:t>        {</a:t>
            </a:r>
          </a:p>
          <a:p>
            <a:r>
              <a:t>          "group_id": "NV_XC26",</a:t>
            </a:r>
          </a:p>
          <a:p>
            <a:r>
              <a:t>          "month": "2025-01",</a:t>
            </a:r>
          </a:p>
          <a:p>
            <a:r>
              <a:t>          "start": "2025-01-01",</a:t>
            </a:r>
          </a:p>
          <a:p>
            <a:r>
              <a:t>          "end": "2025-01-31",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3.42449,</a:t>
            </a:r>
          </a:p>
          <a:p>
            <a:r>
              <a:t>          "raw_mean": 0.11046741935483871,</a:t>
            </a:r>
          </a:p>
          <a:p>
            <a:r>
              <a:t>          "value": 0.11046741935483871,</a:t>
            </a:r>
          </a:p>
          <a:p>
            <a:r>
              <a:t>          "prior_start": "2024-01-01",</a:t>
            </a:r>
          </a:p>
          <a:p>
            <a:r>
              <a:t>          "prior_end": "2024-01-31",</a:t>
            </a:r>
          </a:p>
          <a:p>
            <a:r>
              <a:t>          "prior_days": 31,</a:t>
            </a:r>
          </a:p>
          <a:p>
            <a:r>
              <a:t>          "prior_raw_mean": 0.13174548387096774,</a:t>
            </a:r>
          </a:p>
          <a:p>
            <a:r>
              <a:t>          "prior_value": 0.13174548387096774,</a:t>
            </a:r>
          </a:p>
          <a:p>
            <a:r>
              <a:t>          "yoy_fraction": -0.1615088721900242,</a:t>
            </a:r>
          </a:p>
          <a:p>
            <a:r>
              <a:t>          "yoy_pct": -16.15088721900242,</a:t>
            </a:r>
          </a:p>
          <a:p>
            <a:r>
              <a:t>          "value_label": "0.1",</a:t>
            </a:r>
          </a:p>
          <a:p>
            <a:r>
              <a:t>          "yoy_label": "(-16.2%)",</a:t>
            </a:r>
          </a:p>
          <a:p>
            <a:r>
              <a:t>          "label": "0.1\n(-16.2%)"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"NV_XC26",</a:t>
            </a:r>
          </a:p>
          <a:p>
            <a:r>
              <a:t>          "month": "2025-02",</a:t>
            </a:r>
          </a:p>
          <a:p>
            <a:r>
              <a:t>          "start": "2025-02-01",</a:t>
            </a:r>
          </a:p>
          <a:p>
            <a:r>
              <a:t>          "end": "2025-02-28",</a:t>
            </a:r>
          </a:p>
          <a:p>
            <a:r>
              <a:t>          "days": 28,</a:t>
            </a:r>
          </a:p>
          <a:p>
            <a:r>
              <a:t>          "partial": false,</a:t>
            </a:r>
          </a:p>
          <a:p>
            <a:r>
              <a:t>          "raw_sum": 3.0174499999999997,</a:t>
            </a:r>
          </a:p>
          <a:p>
            <a:r>
              <a:t>          "raw_mean": 0.10776607142857142,</a:t>
            </a:r>
          </a:p>
          <a:p>
            <a:r>
              <a:t>          "value": 0.10776607142857143,</a:t>
            </a:r>
          </a:p>
          <a:p>
            <a:r>
              <a:t>          "prior_start": "2024-02-01",</a:t>
            </a:r>
          </a:p>
          <a:p>
            <a:r>
              <a:t>          "prior_end": "2024-02-29",</a:t>
            </a:r>
          </a:p>
          <a:p>
            <a:r>
              <a:t>          "prior_days": 29,</a:t>
            </a:r>
          </a:p>
          <a:p>
            <a:r>
              <a:t>          "prior_raw_mean": 0.13405551724137932,</a:t>
            </a:r>
          </a:p>
          <a:p>
            <a:r>
              <a:t>          "prior_value": 0.13405551724137932,</a:t>
            </a:r>
          </a:p>
          <a:p>
            <a:r>
              <a:t>          "yoy_fraction": -0.1961086447898397,</a:t>
            </a:r>
          </a:p>
          <a:p>
            <a:r>
              <a:t>          "yoy_pct": -19.61086447898397,</a:t>
            </a:r>
          </a:p>
          <a:p>
            <a:r>
              <a:t>          "value_label": "0.1",</a:t>
            </a:r>
          </a:p>
          <a:p>
            <a:r>
              <a:t>          "yoy_label": "(-19.6%)",</a:t>
            </a:r>
          </a:p>
          <a:p>
            <a:r>
              <a:t>          "label": "0.1\n(-19.6%)"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"NV_XC26",</a:t>
            </a:r>
          </a:p>
          <a:p>
            <a:r>
              <a:t>          "month": "2025-03",</a:t>
            </a:r>
          </a:p>
          <a:p>
            <a:r>
              <a:t>          "start": "2025-03-01",</a:t>
            </a:r>
          </a:p>
          <a:p>
            <a:r>
              <a:t>          "end": "2025-03-31",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3.28413,</a:t>
            </a:r>
          </a:p>
          <a:p>
            <a:r>
              <a:t>          "raw_mean": 0.10593967741935485,</a:t>
            </a:r>
          </a:p>
          <a:p>
            <a:r>
              <a:t>          "value": 0.10593967741935482,</a:t>
            </a:r>
          </a:p>
          <a:p>
            <a:r>
              <a:t>          "prior_start": "2024-03-01",</a:t>
            </a:r>
          </a:p>
          <a:p>
            <a:r>
              <a:t>          "prior_end": "2024-03-31",</a:t>
            </a:r>
          </a:p>
          <a:p>
            <a:r>
              <a:t>          "prior_days": 31,</a:t>
            </a:r>
          </a:p>
          <a:p>
            <a:r>
              <a:t>          "prior_raw_mean": 0.11137290322580645,</a:t>
            </a:r>
          </a:p>
          <a:p>
            <a:r>
              <a:t>          "prior_value": 0.11137290322580645,</a:t>
            </a:r>
          </a:p>
          <a:p>
            <a:r>
              <a:t>          "yoy_fraction": -0.04878409064578182,</a:t>
            </a:r>
          </a:p>
          <a:p>
            <a:r>
              <a:t>          "yoy_pct": -4.878409064578182,</a:t>
            </a:r>
          </a:p>
          <a:p>
            <a:r>
              <a:t>          "value_label": "0.1",</a:t>
            </a:r>
          </a:p>
          <a:p>
            <a:r>
              <a:t>          "yoy_label": "(-4.9%)",</a:t>
            </a:r>
          </a:p>
          <a:p>
            <a:r>
              <a:t>          "label": "0.1\n(-4.9%)"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"NV_XC26",</a:t>
            </a:r>
          </a:p>
          <a:p>
            <a:r>
              <a:t>          "month": "2025-04",</a:t>
            </a:r>
          </a:p>
          <a:p>
            <a:r>
              <a:t>          "start": "2025-04-01",</a:t>
            </a:r>
          </a:p>
          <a:p>
            <a:r>
              <a:t>          "end": "2025-04-30",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2.39995,</a:t>
            </a:r>
          </a:p>
          <a:p>
            <a:r>
              <a:t>          "raw_mean": 0.07999833333333334,</a:t>
            </a:r>
          </a:p>
          <a:p>
            <a:r>
              <a:t>          "value": 0.07999833333333334,</a:t>
            </a:r>
          </a:p>
          <a:p>
            <a:r>
              <a:t>          "prior_start": "2024-04-01",</a:t>
            </a:r>
          </a:p>
          <a:p>
            <a:r>
              <a:t>          "prior_end": "2024-04-30",</a:t>
            </a:r>
          </a:p>
          <a:p>
            <a:r>
              <a:t>          "prior_days": 30,</a:t>
            </a:r>
          </a:p>
          <a:p>
            <a:r>
              <a:t>          "prior_raw_mean": 0.12537633333333334,</a:t>
            </a:r>
          </a:p>
          <a:p>
            <a:r>
              <a:t>          "prior_value": 0.12537633333333334,</a:t>
            </a:r>
          </a:p>
          <a:p>
            <a:r>
              <a:t>          "yoy_fraction": -0.36193433635800487,</a:t>
            </a:r>
          </a:p>
          <a:p>
            <a:r>
              <a:t>          "yoy_pct": -36.19343363580049,</a:t>
            </a:r>
          </a:p>
          <a:p>
            <a:r>
              <a:t>          "value_label": "0.1",</a:t>
            </a:r>
          </a:p>
          <a:p>
            <a:r>
              <a:t>          "yoy_label": "(-36.2%)",</a:t>
            </a:r>
          </a:p>
          <a:p>
            <a:r>
              <a:t>          "label": "0.1\n(-36.2%)"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"NV_XC26",</a:t>
            </a:r>
          </a:p>
          <a:p>
            <a:r>
              <a:t>          "month": "2025-05",</a:t>
            </a:r>
          </a:p>
          <a:p>
            <a:r>
              <a:t>          "start": "2025-05-01",</a:t>
            </a:r>
          </a:p>
          <a:p>
            <a:r>
              <a:t>          "end": "2025-05-31",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3.76134,</a:t>
            </a:r>
          </a:p>
          <a:p>
            <a:r>
              <a:t>          "raw_mean": 0.12133354838709678,</a:t>
            </a:r>
          </a:p>
          <a:p>
            <a:r>
              <a:t>          "value": 0.12133354838709678,</a:t>
            </a:r>
          </a:p>
          <a:p>
            <a:r>
              <a:t>          "prior_start": "2024-05-01",</a:t>
            </a:r>
          </a:p>
          <a:p>
            <a:r>
              <a:t>          "prior_end": "2024-05-31",</a:t>
            </a:r>
          </a:p>
          <a:p>
            <a:r>
              <a:t>          "prior_days": 31,</a:t>
            </a:r>
          </a:p>
          <a:p>
            <a:r>
              <a:t>          "prior_raw_mean": 0.10910806451612903,</a:t>
            </a:r>
          </a:p>
          <a:p>
            <a:r>
              <a:t>          "prior_value": 0.10910806451612902,</a:t>
            </a:r>
          </a:p>
          <a:p>
            <a:r>
              <a:t>          "yoy_fraction": 0.1120493148254913,</a:t>
            </a:r>
          </a:p>
          <a:p>
            <a:r>
              <a:t>          "yoy_pct": 11.20493148254913,</a:t>
            </a:r>
          </a:p>
          <a:p>
            <a:r>
              <a:t>          "value_label": "0.1",</a:t>
            </a:r>
          </a:p>
          <a:p>
            <a:r>
              <a:t>          "yoy_label": "(+11.2%)",</a:t>
            </a:r>
          </a:p>
          <a:p>
            <a:r>
              <a:t>          "label": "0.1\n(+11.2%)"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"NV_XC26",</a:t>
            </a:r>
          </a:p>
          <a:p>
            <a:r>
              <a:t>          "month": "2025-06",</a:t>
            </a:r>
          </a:p>
          <a:p>
            <a:r>
              <a:t>          "start": "2025-06-01",</a:t>
            </a:r>
          </a:p>
          <a:p>
            <a:r>
              <a:t>          "end": "2025-06-30",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2.1191999999999998,</a:t>
            </a:r>
          </a:p>
          <a:p>
            <a:r>
              <a:t>          "raw_mean": 0.07064,</a:t>
            </a:r>
          </a:p>
          <a:p>
            <a:r>
              <a:t>          "value": 0.07064000000000001,</a:t>
            </a:r>
          </a:p>
          <a:p>
            <a:r>
              <a:t>          "prior_start": "2024-06-01",</a:t>
            </a:r>
          </a:p>
          <a:p>
            <a:r>
              <a:t>          "prior_end": "2024-06-30",</a:t>
            </a:r>
          </a:p>
          <a:p>
            <a:r>
              <a:t>          "prior_days": 30,</a:t>
            </a:r>
          </a:p>
          <a:p>
            <a:r>
              <a:t>          "prior_raw_mean": 0.09029,</a:t>
            </a:r>
          </a:p>
          <a:p>
            <a:r>
              <a:t>          "prior_value": 0.09029,</a:t>
            </a:r>
          </a:p>
          <a:p>
            <a:r>
              <a:t>          "yoy_fraction": -0.21763207442684673,</a:t>
            </a:r>
          </a:p>
          <a:p>
            <a:r>
              <a:t>          "yoy_pct": -21.763207442684674,</a:t>
            </a:r>
          </a:p>
          <a:p>
            <a:r>
              <a:t>          "value_label": "0.1",</a:t>
            </a:r>
          </a:p>
          <a:p>
            <a:r>
              <a:t>          "yoy_label": "(-21.8%)",</a:t>
            </a:r>
          </a:p>
          <a:p>
            <a:r>
              <a:t>          "label": "0.1\n(-21.8%)"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"NV_XC26",</a:t>
            </a:r>
          </a:p>
          <a:p>
            <a:r>
              <a:t>          "month": "2025-07",</a:t>
            </a:r>
          </a:p>
          <a:p>
            <a:r>
              <a:t>          "start": "2025-07-01",</a:t>
            </a:r>
          </a:p>
          <a:p>
            <a:r>
              <a:t>          "end": "2025-07-31",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2.04905,</a:t>
            </a:r>
          </a:p>
          <a:p>
            <a:r>
              <a:t>          "raw_mean": 0.0660983870967742,</a:t>
            </a:r>
          </a:p>
          <a:p>
            <a:r>
              <a:t>          "value": 0.0660983870967742,</a:t>
            </a:r>
          </a:p>
          <a:p>
            <a:r>
              <a:t>          "prior_start": "2024-07-01",</a:t>
            </a:r>
          </a:p>
          <a:p>
            <a:r>
              <a:t>          "prior_end": "2024-07-31",</a:t>
            </a:r>
          </a:p>
          <a:p>
            <a:r>
              <a:t>          "prior_days": 31,</a:t>
            </a:r>
          </a:p>
          <a:p>
            <a:r>
              <a:t>          "prior_raw_mean": 0.08964064516129032,</a:t>
            </a:r>
          </a:p>
          <a:p>
            <a:r>
              <a:t>          "prior_value": 0.08964064516129032,</a:t>
            </a:r>
          </a:p>
          <a:p>
            <a:r>
              <a:t>          "yoy_fraction": -0.26262927963265503,</a:t>
            </a:r>
          </a:p>
          <a:p>
            <a:r>
              <a:t>          "yoy_pct": -26.262927963265504,</a:t>
            </a:r>
          </a:p>
          <a:p>
            <a:r>
              <a:t>          "value_label": "0.1",</a:t>
            </a:r>
          </a:p>
          <a:p>
            <a:r>
              <a:t>          "yoy_label": "(-26.3%)",</a:t>
            </a:r>
          </a:p>
          <a:p>
            <a:r>
              <a:t>          "label": "0.1\n(-26.3%)"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"NV_XC26",</a:t>
            </a:r>
          </a:p>
          <a:p>
            <a:r>
              <a:t>          "month": "2025-08",</a:t>
            </a:r>
          </a:p>
          <a:p>
            <a:r>
              <a:t>          "start": "2025-08-01",</a:t>
            </a:r>
          </a:p>
          <a:p>
            <a:r>
              <a:t>          "end": "2025-08-31",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2.07712,</a:t>
            </a:r>
          </a:p>
          <a:p>
            <a:r>
              <a:t>          "raw_mean": 0.06700387096774194,</a:t>
            </a:r>
          </a:p>
          <a:p>
            <a:r>
              <a:t>          "value": 0.06700387096774194,</a:t>
            </a:r>
          </a:p>
          <a:p>
            <a:r>
              <a:t>          "prior_start": "2024-08-01",</a:t>
            </a:r>
          </a:p>
          <a:p>
            <a:r>
              <a:t>          "prior_end": "2024-08-31",</a:t>
            </a:r>
          </a:p>
          <a:p>
            <a:r>
              <a:t>          "prior_days": 31,</a:t>
            </a:r>
          </a:p>
          <a:p>
            <a:r>
              <a:t>          "prior_raw_mean": 0.07107870967741936,</a:t>
            </a:r>
          </a:p>
          <a:p>
            <a:r>
              <a:t>          "prior_value": 0.07107870967741936,</a:t>
            </a:r>
          </a:p>
          <a:p>
            <a:r>
              <a:t>          "yoy_fraction": -0.05732854082707051,</a:t>
            </a:r>
          </a:p>
          <a:p>
            <a:r>
              <a:t>          "yoy_pct": -5.732854082707051,</a:t>
            </a:r>
          </a:p>
          <a:p>
            <a:r>
              <a:t>          "value_label": "0.1",</a:t>
            </a:r>
          </a:p>
          <a:p>
            <a:r>
              <a:t>          "yoy_label": "(-5.7%)",</a:t>
            </a:r>
          </a:p>
          <a:p>
            <a:r>
              <a:t>          "label": "0.1\n(-5.7%)"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"NV_XC26",</a:t>
            </a:r>
          </a:p>
          <a:p>
            <a:r>
              <a:t>          "month": "2025-09",</a:t>
            </a:r>
          </a:p>
          <a:p>
            <a:r>
              <a:t>          "start": "2025-09-01",</a:t>
            </a:r>
          </a:p>
          <a:p>
            <a:r>
              <a:t>          "end": "2025-09-30",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2.3437799999999998,</a:t>
            </a:r>
          </a:p>
          <a:p>
            <a:r>
              <a:t>          "raw_mean": 0.07812599999999999,</a:t>
            </a:r>
          </a:p>
          <a:p>
            <a:r>
              <a:t>          "value": 0.07812599999999999,</a:t>
            </a:r>
          </a:p>
          <a:p>
            <a:r>
              <a:t>          "prior_start": "2024-09-01",</a:t>
            </a:r>
          </a:p>
          <a:p>
            <a:r>
              <a:t>          "prior_end": "2024-09-30",</a:t>
            </a:r>
          </a:p>
          <a:p>
            <a:r>
              <a:t>          "prior_days": 30,</a:t>
            </a:r>
          </a:p>
          <a:p>
            <a:r>
              <a:t>          "prior_raw_mean": 0.26666333333333336,</a:t>
            </a:r>
          </a:p>
          <a:p>
            <a:r>
              <a:t>          "prior_value": 0.26666333333333336,</a:t>
            </a:r>
          </a:p>
          <a:p>
            <a:r>
              <a:t>          "yoy_fraction": -0.7070238377979725,</a:t>
            </a:r>
          </a:p>
          <a:p>
            <a:r>
              <a:t>          "yoy_pct": -70.70238377979724,</a:t>
            </a:r>
          </a:p>
          <a:p>
            <a:r>
              <a:t>          "value_label": "0.1",</a:t>
            </a:r>
          </a:p>
          <a:p>
            <a:r>
              <a:t>          "yoy_label": "(-70.7%)",</a:t>
            </a:r>
          </a:p>
          <a:p>
            <a:r>
              <a:t>          "label": "0.1\n(-70.7%)"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"NV_XC26",</a:t>
            </a:r>
          </a:p>
          <a:p>
            <a:r>
              <a:t>          "month": "2025-10",</a:t>
            </a:r>
          </a:p>
          <a:p>
            <a:r>
              <a:t>          "start": "2025-10-01",</a:t>
            </a:r>
          </a:p>
          <a:p>
            <a:r>
              <a:t>          "end": "2025-10-31",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2.98938,</a:t>
            </a:r>
          </a:p>
          <a:p>
            <a:r>
              <a:t>          "raw_mean": 0.09643161290322581,</a:t>
            </a:r>
          </a:p>
          <a:p>
            <a:r>
              <a:t>          "value": 0.09643161290322581,</a:t>
            </a:r>
          </a:p>
          <a:p>
            <a:r>
              <a:t>          "prior_start": "2024-10-01",</a:t>
            </a:r>
          </a:p>
          <a:p>
            <a:r>
              <a:t>          "prior_end": "2024-10-31",</a:t>
            </a:r>
          </a:p>
          <a:p>
            <a:r>
              <a:t>          "prior_days": 31,</a:t>
            </a:r>
          </a:p>
          <a:p>
            <a:r>
              <a:t>          "prior_raw_mean": 0.11680516129032259,</a:t>
            </a:r>
          </a:p>
          <a:p>
            <a:r>
              <a:t>          "prior_value": 0.11680516129032259,</a:t>
            </a:r>
          </a:p>
          <a:p>
            <a:r>
              <a:t>          "yoy_fraction": -0.17442335734169945,</a:t>
            </a:r>
          </a:p>
          <a:p>
            <a:r>
              <a:t>          "yoy_pct": -17.442335734169944,</a:t>
            </a:r>
          </a:p>
          <a:p>
            <a:r>
              <a:t>          "value_label": "0.1",</a:t>
            </a:r>
          </a:p>
          <a:p>
            <a:r>
              <a:t>          "yoy_label": "(-17.4%)",</a:t>
            </a:r>
          </a:p>
          <a:p>
            <a:r>
              <a:t>          "label": "0.1\n(-17.4%)"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"NV_XC26",</a:t>
            </a:r>
          </a:p>
          <a:p>
            <a:r>
              <a:t>          "month": "2025-11",</a:t>
            </a:r>
          </a:p>
          <a:p>
            <a:r>
              <a:t>          "start": "2025-11-01",</a:t>
            </a:r>
          </a:p>
          <a:p>
            <a:r>
              <a:t>          "end": "2025-11-30",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3.07359,</a:t>
            </a:r>
          </a:p>
          <a:p>
            <a:r>
              <a:t>          "raw_mean": 0.10245299999999999,</a:t>
            </a:r>
          </a:p>
          <a:p>
            <a:r>
              <a:t>          "value": 0.10245299999999999,</a:t>
            </a:r>
          </a:p>
          <a:p>
            <a:r>
              <a:t>          "prior_start": "2024-11-01",</a:t>
            </a:r>
          </a:p>
          <a:p>
            <a:r>
              <a:t>          "prior_end": "2024-11-30",</a:t>
            </a:r>
          </a:p>
          <a:p>
            <a:r>
              <a:t>          "prior_days": 30,</a:t>
            </a:r>
          </a:p>
          <a:p>
            <a:r>
              <a:t>          "prior_raw_mean": 0.09824333333333332,</a:t>
            </a:r>
          </a:p>
          <a:p>
            <a:r>
              <a:t>          "prior_value": 0.09824333333333332,</a:t>
            </a:r>
          </a:p>
          <a:p>
            <a:r>
              <a:t>          "yoy_fraction": 0.04284938757506862,</a:t>
            </a:r>
          </a:p>
          <a:p>
            <a:r>
              <a:t>          "yoy_pct": 4.284938757506862,</a:t>
            </a:r>
          </a:p>
          <a:p>
            <a:r>
              <a:t>          "value_label": "0.1",</a:t>
            </a:r>
          </a:p>
          <a:p>
            <a:r>
              <a:t>          "yoy_label": "(+4.3%)",</a:t>
            </a:r>
          </a:p>
          <a:p>
            <a:r>
              <a:t>          "label": "0.1\n(+4.3%)"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"NV_XC26",</a:t>
            </a:r>
          </a:p>
          <a:p>
            <a:r>
              <a:t>          "month": "2025-12",</a:t>
            </a:r>
          </a:p>
          <a:p>
            <a:r>
              <a:t>          "start": "2025-12-01",</a:t>
            </a:r>
          </a:p>
          <a:p>
            <a:r>
              <a:t>          "end": "2025-12-31",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4.65954,</a:t>
            </a:r>
          </a:p>
          <a:p>
            <a:r>
              <a:t>          "raw_mean": 0.15030774193548385,</a:t>
            </a:r>
          </a:p>
          <a:p>
            <a:r>
              <a:t>          "value": 0.15030774193548385,</a:t>
            </a:r>
          </a:p>
          <a:p>
            <a:r>
              <a:t>          "prior_start": "2024-12-01",</a:t>
            </a:r>
          </a:p>
          <a:p>
            <a:r>
              <a:t>          "prior_end": "2024-12-31",</a:t>
            </a:r>
          </a:p>
          <a:p>
            <a:r>
              <a:t>          "prior_days": 31,</a:t>
            </a:r>
          </a:p>
          <a:p>
            <a:r>
              <a:t>          "prior_raw_mean": 0.13084032258064515,</a:t>
            </a:r>
          </a:p>
          <a:p>
            <a:r>
              <a:t>          "prior_value": 0.13084032258064515,</a:t>
            </a:r>
          </a:p>
          <a:p>
            <a:r>
              <a:t>          "yoy_fraction": 0.14878761356492154,</a:t>
            </a:r>
          </a:p>
          <a:p>
            <a:r>
              <a:t>          "yoy_pct": 14.878761356492154,</a:t>
            </a:r>
          </a:p>
          <a:p>
            <a:r>
              <a:t>          "value_label": "0.2",</a:t>
            </a:r>
          </a:p>
          <a:p>
            <a:r>
              <a:t>          "yoy_label": "(+14.9%)",</a:t>
            </a:r>
          </a:p>
          <a:p>
            <a:r>
              <a:t>          "label": "0.2\n(+14.9%)"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"NV_XC26",</a:t>
            </a:r>
          </a:p>
          <a:p>
            <a:r>
              <a:t>          "month": "2026-01",</a:t>
            </a:r>
          </a:p>
          <a:p>
            <a:r>
              <a:t>          "start": "2026-01-01",</a:t>
            </a:r>
          </a:p>
          <a:p>
            <a:r>
              <a:t>          "end": "2026-01-31",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5.22096,</a:t>
            </a:r>
          </a:p>
          <a:p>
            <a:r>
              <a:t>          "raw_mean": 0.16841806451612903,</a:t>
            </a:r>
          </a:p>
          <a:p>
            <a:r>
              <a:t>          "value": 0.16841806451612903,</a:t>
            </a:r>
          </a:p>
          <a:p>
            <a:r>
              <a:t>          "prior_start": "2025-01-01",</a:t>
            </a:r>
          </a:p>
          <a:p>
            <a:r>
              <a:t>          "prior_end": "2025-01-31",</a:t>
            </a:r>
          </a:p>
          <a:p>
            <a:r>
              <a:t>          "prior_days": 31,</a:t>
            </a:r>
          </a:p>
          <a:p>
            <a:r>
              <a:t>          "prior_raw_mean": 0.11046741935483871,</a:t>
            </a:r>
          </a:p>
          <a:p>
            <a:r>
              <a:t>          "prior_value": 0.11046741935483871,</a:t>
            </a:r>
          </a:p>
          <a:p>
            <a:r>
              <a:t>          "yoy_fraction": 0.5245949031826638,</a:t>
            </a:r>
          </a:p>
          <a:p>
            <a:r>
              <a:t>          "yoy_pct": 52.459490318266376,</a:t>
            </a:r>
          </a:p>
          <a:p>
            <a:r>
              <a:t>          "value_label": "0.2",</a:t>
            </a:r>
          </a:p>
          <a:p>
            <a:r>
              <a:t>          "yoy_label": "(+52.5%)",</a:t>
            </a:r>
          </a:p>
          <a:p>
            <a:r>
              <a:t>          "label": "0.2\n(+52.5%)"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"NV_XC26",</a:t>
            </a:r>
          </a:p>
          <a:p>
            <a:r>
              <a:t>          "month": "2026-02",</a:t>
            </a:r>
          </a:p>
          <a:p>
            <a:r>
              <a:t>          "start": "2026-02-01",</a:t>
            </a:r>
          </a:p>
          <a:p>
            <a:r>
              <a:t>          "end": "2026-02-28",</a:t>
            </a:r>
          </a:p>
          <a:p>
            <a:r>
              <a:t>          "days": 28,</a:t>
            </a:r>
          </a:p>
          <a:p>
            <a:r>
              <a:t>          "partial": false,</a:t>
            </a:r>
          </a:p>
          <a:p>
            <a:r>
              <a:t>          "raw_sum": 227.03144,</a:t>
            </a:r>
          </a:p>
          <a:p>
            <a:r>
              <a:t>          "raw_mean": 8.108265714285714,</a:t>
            </a:r>
          </a:p>
          <a:p>
            <a:r>
              <a:t>          "value": 8.108265714285714,</a:t>
            </a:r>
          </a:p>
          <a:p>
            <a:r>
              <a:t>          "prior_start": "2025-02-01",</a:t>
            </a:r>
          </a:p>
          <a:p>
            <a:r>
              <a:t>          "prior_end": "2025-02-28",</a:t>
            </a:r>
          </a:p>
          <a:p>
            <a:r>
              <a:t>          "prior_days": 28,</a:t>
            </a:r>
          </a:p>
          <a:p>
            <a:r>
              <a:t>          "prior_raw_mean": 0.10776607142857142,</a:t>
            </a:r>
          </a:p>
          <a:p>
            <a:r>
              <a:t>          "prior_value": 0.10776607142857143,</a:t>
            </a:r>
          </a:p>
          <a:p>
            <a:r>
              <a:t>          "yoy_fraction": 74.23950355432567,</a:t>
            </a:r>
          </a:p>
          <a:p>
            <a:r>
              <a:t>          "yoy_pct": 7423.9503554325665,</a:t>
            </a:r>
          </a:p>
          <a:p>
            <a:r>
              <a:t>          "value_label": "8.1",</a:t>
            </a:r>
          </a:p>
          <a:p>
            <a:r>
              <a:t>          "yoy_label": "(+7424.0%)",</a:t>
            </a:r>
          </a:p>
          <a:p>
            <a:r>
              <a:t>          "label": "8.1\n(+7424.0%)"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"NV_XC26",</a:t>
            </a:r>
          </a:p>
          <a:p>
            <a:r>
              <a:t>          "month": "2026-03",</a:t>
            </a:r>
          </a:p>
          <a:p>
            <a:r>
              <a:t>          "start": "2026-03-01",</a:t>
            </a:r>
          </a:p>
          <a:p>
            <a:r>
              <a:t>          "end": "2026-03-31",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67.17177,</a:t>
            </a:r>
          </a:p>
          <a:p>
            <a:r>
              <a:t>          "raw_mean": 2.1668312903225804,</a:t>
            </a:r>
          </a:p>
          <a:p>
            <a:r>
              <a:t>          "value": 2.1668312903225804,</a:t>
            </a:r>
          </a:p>
          <a:p>
            <a:r>
              <a:t>          "prior_start": "2025-03-01",</a:t>
            </a:r>
          </a:p>
          <a:p>
            <a:r>
              <a:t>          "prior_end": "2025-03-31",</a:t>
            </a:r>
          </a:p>
          <a:p>
            <a:r>
              <a:t>          "prior_days": 31,</a:t>
            </a:r>
          </a:p>
          <a:p>
            <a:r>
              <a:t>          "prior_raw_mean": 0.10593967741935485,</a:t>
            </a:r>
          </a:p>
          <a:p>
            <a:r>
              <a:t>          "prior_value": 0.10593967741935482,</a:t>
            </a:r>
          </a:p>
          <a:p>
            <a:r>
              <a:t>          "yoy_fraction": 19.45344429118214,</a:t>
            </a:r>
          </a:p>
          <a:p>
            <a:r>
              <a:t>          "yoy_pct": 1945.344429118214,</a:t>
            </a:r>
          </a:p>
          <a:p>
            <a:r>
              <a:t>          "value_label": "2.2",</a:t>
            </a:r>
          </a:p>
          <a:p>
            <a:r>
              <a:t>          "yoy_label": "(+1945.3%)",</a:t>
            </a:r>
          </a:p>
          <a:p>
            <a:r>
              <a:t>          "label": "2.2\n(+1945.3%)"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"NV_XC26",</a:t>
            </a:r>
          </a:p>
          <a:p>
            <a:r>
              <a:t>          "month": "2026-04",</a:t>
            </a:r>
          </a:p>
          <a:p>
            <a:r>
              <a:t>          "start": "2026-04-01",</a:t>
            </a:r>
          </a:p>
          <a:p>
            <a:r>
              <a:t>          "end": "2026-04-30",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32.51913,</a:t>
            </a:r>
          </a:p>
          <a:p>
            <a:r>
              <a:t>          "raw_mean": 1.0839709999999998,</a:t>
            </a:r>
          </a:p>
          <a:p>
            <a:r>
              <a:t>          "value": 1.0839709999999998,</a:t>
            </a:r>
          </a:p>
          <a:p>
            <a:r>
              <a:t>          "prior_start": "2025-04-01",</a:t>
            </a:r>
          </a:p>
          <a:p>
            <a:r>
              <a:t>          "prior_end": "2025-04-30",</a:t>
            </a:r>
          </a:p>
          <a:p>
            <a:r>
              <a:t>          "prior_days": 30,</a:t>
            </a:r>
          </a:p>
          <a:p>
            <a:r>
              <a:t>          "prior_raw_mean": 0.07999833333333334,</a:t>
            </a:r>
          </a:p>
          <a:p>
            <a:r>
              <a:t>          "prior_value": 0.07999833333333334,</a:t>
            </a:r>
          </a:p>
          <a:p>
            <a:r>
              <a:t>          "yoy_fraction": 12.549919789995622,</a:t>
            </a:r>
          </a:p>
          <a:p>
            <a:r>
              <a:t>          "yoy_pct": 1254.9919789995622,</a:t>
            </a:r>
          </a:p>
          <a:p>
            <a:r>
              <a:t>          "value_label": "1.1",</a:t>
            </a:r>
          </a:p>
          <a:p>
            <a:r>
              <a:t>          "yoy_label": "(+1255.0%)",</a:t>
            </a:r>
          </a:p>
          <a:p>
            <a:r>
              <a:t>          "label": "1.1\n(+1255.0%)"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"NV_XC26",</a:t>
            </a:r>
          </a:p>
          <a:p>
            <a:r>
              <a:t>          "month": "2026-05",</a:t>
            </a:r>
          </a:p>
          <a:p>
            <a:r>
              <a:t>          "start": "2026-05-01",</a:t>
            </a:r>
          </a:p>
          <a:p>
            <a:r>
              <a:t>          "end": "2026-05-31",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20.22443,</a:t>
            </a:r>
          </a:p>
          <a:p>
            <a:r>
              <a:t>          "raw_mean": 0.6524009677419356,</a:t>
            </a:r>
          </a:p>
          <a:p>
            <a:r>
              <a:t>          "value": 0.6524009677419356,</a:t>
            </a:r>
          </a:p>
          <a:p>
            <a:r>
              <a:t>          "prior_start": "2025-05-01",</a:t>
            </a:r>
          </a:p>
          <a:p>
            <a:r>
              <a:t>          "prior_end": "2025-05-31",</a:t>
            </a:r>
          </a:p>
          <a:p>
            <a:r>
              <a:t>          "prior_days": 31,</a:t>
            </a:r>
          </a:p>
          <a:p>
            <a:r>
              <a:t>          "prior_raw_mean": 0.12133354838709678,</a:t>
            </a:r>
          </a:p>
          <a:p>
            <a:r>
              <a:t>          "prior_value": 0.12133354838709678,</a:t>
            </a:r>
          </a:p>
          <a:p>
            <a:r>
              <a:t>          "yoy_fraction": 4.376921522648844,</a:t>
            </a:r>
          </a:p>
          <a:p>
            <a:r>
              <a:t>          "yoy_pct": 437.6921522648844,</a:t>
            </a:r>
          </a:p>
          <a:p>
            <a:r>
              <a:t>          "value_label": "0.7",</a:t>
            </a:r>
          </a:p>
          <a:p>
            <a:r>
              <a:t>          "yoy_label": "(+437.7%)",</a:t>
            </a:r>
          </a:p>
          <a:p>
            <a:r>
              <a:t>          "label": "0.7\n(+437.7%)"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"NV_XC26",</a:t>
            </a:r>
          </a:p>
          <a:p>
            <a:r>
              <a:t>          "month": "2026-06",</a:t>
            </a:r>
          </a:p>
          <a:p>
            <a:r>
              <a:t>          "start": "2026-06-01",</a:t>
            </a:r>
          </a:p>
          <a:p>
            <a:r>
              <a:t>          "end": "2026-06-30",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13.85248,</a:t>
            </a:r>
          </a:p>
          <a:p>
            <a:r>
              <a:t>          "raw_mean": 0.46174933333333334,</a:t>
            </a:r>
          </a:p>
          <a:p>
            <a:r>
              <a:t>          "value": 0.46174933333333334,</a:t>
            </a:r>
          </a:p>
          <a:p>
            <a:r>
              <a:t>          "prior_start": "2025-06-01",</a:t>
            </a:r>
          </a:p>
          <a:p>
            <a:r>
              <a:t>          "prior_end": "2025-06-30",</a:t>
            </a:r>
          </a:p>
          <a:p>
            <a:r>
              <a:t>          "prior_days": 30,</a:t>
            </a:r>
          </a:p>
          <a:p>
            <a:r>
              <a:t>          "prior_raw_mean": 0.07064,</a:t>
            </a:r>
          </a:p>
          <a:p>
            <a:r>
              <a:t>          "prior_value": 0.07064000000000001,</a:t>
            </a:r>
          </a:p>
          <a:p>
            <a:r>
              <a:t>          "yoy_fraction": 5.536655341638354,</a:t>
            </a:r>
          </a:p>
          <a:p>
            <a:r>
              <a:t>          "yoy_pct": 553.6655341638353,</a:t>
            </a:r>
          </a:p>
          <a:p>
            <a:r>
              <a:t>          "value_label": "0.5",</a:t>
            </a:r>
          </a:p>
          <a:p>
            <a:r>
              <a:t>          "yoy_label": "(+553.7%)",</a:t>
            </a:r>
          </a:p>
          <a:p>
            <a:r>
              <a:t>          "label": "0.5\n(+553.7%)"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"NV_XC26",</a:t>
            </a:r>
          </a:p>
          <a:p>
            <a:r>
              <a:t>          "month": "2026-07",</a:t>
            </a:r>
          </a:p>
          <a:p>
            <a:r>
              <a:t>          "start": "2026-07-01",</a:t>
            </a:r>
          </a:p>
          <a:p>
            <a:r>
              <a:t>          "end": "2026-07-31",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774.75073,</a:t>
            </a:r>
          </a:p>
          <a:p>
            <a:r>
              <a:t>          "raw_mean": 24.991959032258062,</a:t>
            </a:r>
          </a:p>
          <a:p>
            <a:r>
              <a:t>          "value": 24.991959032258062,</a:t>
            </a:r>
          </a:p>
          <a:p>
            <a:r>
              <a:t>          "prior_start": "2025-07-01",</a:t>
            </a:r>
          </a:p>
          <a:p>
            <a:r>
              <a:t>          "prior_end": "2025-07-31",</a:t>
            </a:r>
          </a:p>
          <a:p>
            <a:r>
              <a:t>          "prior_days": 31,</a:t>
            </a:r>
          </a:p>
          <a:p>
            <a:r>
              <a:t>          "prior_raw_mean": 0.0660983870967742,</a:t>
            </a:r>
          </a:p>
          <a:p>
            <a:r>
              <a:t>          "prior_value": 0.0660983870967742,</a:t>
            </a:r>
          </a:p>
          <a:p>
            <a:r>
              <a:t>          "yoy_fraction": 377.10240355286595,</a:t>
            </a:r>
          </a:p>
          <a:p>
            <a:r>
              <a:t>          "yoy_pct": 37710.240355286594,</a:t>
            </a:r>
          </a:p>
          <a:p>
            <a:r>
              <a:t>          "value_label": "25.0",</a:t>
            </a:r>
          </a:p>
          <a:p>
            <a:r>
              <a:t>          "yoy_label": "(+37710.2%)",</a:t>
            </a:r>
          </a:p>
          <a:p>
            <a:r>
              <a:t>          "label": "25.0\n(+37710.2%)"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"NV_XC26",</a:t>
            </a:r>
          </a:p>
          <a:p>
            <a:r>
              <a:t>          "month": "2026-08",</a:t>
            </a:r>
          </a:p>
          <a:p>
            <a:r>
              <a:t>          "start": "2026-08-01",</a:t>
            </a:r>
          </a:p>
          <a:p>
            <a:r>
              <a:t>          "end": "2026-08-31",</a:t>
            </a:r>
          </a:p>
          <a:p>
            <a:r>
              <a:t>          "days": 31,</a:t>
            </a:r>
          </a:p>
          <a:p>
            <a:r>
              <a:t>          "partial": false,</a:t>
            </a:r>
          </a:p>
          <a:p>
            <a:r>
              <a:t>          "raw_sum": 361.12268,</a:t>
            </a:r>
          </a:p>
          <a:p>
            <a:r>
              <a:t>          "raw_mean": 11.649118709677419,</a:t>
            </a:r>
          </a:p>
          <a:p>
            <a:r>
              <a:t>          "value": 11.649118709677419,</a:t>
            </a:r>
          </a:p>
          <a:p>
            <a:r>
              <a:t>          "prior_start": "2025-08-01",</a:t>
            </a:r>
          </a:p>
          <a:p>
            <a:r>
              <a:t>          "prior_end": "2025-08-31",</a:t>
            </a:r>
          </a:p>
          <a:p>
            <a:r>
              <a:t>          "prior_days": 31,</a:t>
            </a:r>
          </a:p>
          <a:p>
            <a:r>
              <a:t>          "prior_raw_mean": 0.06700387096774194,</a:t>
            </a:r>
          </a:p>
          <a:p>
            <a:r>
              <a:t>          "prior_value": 0.06700387096774194,</a:t>
            </a:r>
          </a:p>
          <a:p>
            <a:r>
              <a:t>          "yoy_fraction": 172.85739870590047,</a:t>
            </a:r>
          </a:p>
          <a:p>
            <a:r>
              <a:t>          "yoy_pct": 17285.739870590045,</a:t>
            </a:r>
          </a:p>
          <a:p>
            <a:r>
              <a:t>          "value_label": "11.6",</a:t>
            </a:r>
          </a:p>
          <a:p>
            <a:r>
              <a:t>          "yoy_label": "(+17285.7%)",</a:t>
            </a:r>
          </a:p>
          <a:p>
            <a:r>
              <a:t>          "label": "11.6\n(+17285.7%)"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"NV_XC26",</a:t>
            </a:r>
          </a:p>
          <a:p>
            <a:r>
              <a:t>          "month": "2026-09",</a:t>
            </a:r>
          </a:p>
          <a:p>
            <a:r>
              <a:t>          "start": "2026-09-01",</a:t>
            </a:r>
          </a:p>
          <a:p>
            <a:r>
              <a:t>          "end": "2026-09-30",</a:t>
            </a:r>
          </a:p>
          <a:p>
            <a:r>
              <a:t>          "days": 30,</a:t>
            </a:r>
          </a:p>
          <a:p>
            <a:r>
              <a:t>          "partial": false,</a:t>
            </a:r>
          </a:p>
          <a:p>
            <a:r>
              <a:t>          "raw_sum": 154.76477,</a:t>
            </a:r>
          </a:p>
          <a:p>
            <a:r>
              <a:t>          "raw_mean": 5.158825666666667,</a:t>
            </a:r>
          </a:p>
          <a:p>
            <a:r>
              <a:t>          "value": 5.158825666666667,</a:t>
            </a:r>
          </a:p>
          <a:p>
            <a:r>
              <a:t>          "prior_start": "2025-09-01",</a:t>
            </a:r>
          </a:p>
          <a:p>
            <a:r>
              <a:t>          "prior_end": "2025-09-30",</a:t>
            </a:r>
          </a:p>
          <a:p>
            <a:r>
              <a:t>          "prior_days": 30,</a:t>
            </a:r>
          </a:p>
          <a:p>
            <a:r>
              <a:t>          "prior_raw_mean": 0.07812599999999999,</a:t>
            </a:r>
          </a:p>
          <a:p>
            <a:r>
              <a:t>          "prior_value": 0.07812599999999999,</a:t>
            </a:r>
          </a:p>
          <a:p>
            <a:r>
              <a:t>          "yoy_fraction": 65.03212332215483,</a:t>
            </a:r>
          </a:p>
          <a:p>
            <a:r>
              <a:t>          "yoy_pct": 6503.212332215483,</a:t>
            </a:r>
          </a:p>
          <a:p>
            <a:r>
              <a:t>          "value_label": "5.2",</a:t>
            </a:r>
          </a:p>
          <a:p>
            <a:r>
              <a:t>          "yoy_label": "(+6503.2%)",</a:t>
            </a:r>
          </a:p>
          <a:p>
            <a:r>
              <a:t>          "label": "5.2\n(+6503.2%)"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"group_id": "NV_XC26",</a:t>
            </a:r>
          </a:p>
          <a:p>
            <a:r>
              <a:t>          "month": "2026-10",</a:t>
            </a:r>
          </a:p>
          <a:p>
            <a:r>
              <a:t>          "start": "2026-10-01",</a:t>
            </a:r>
          </a:p>
          <a:p>
            <a:r>
              <a:t>          "end": "2026-10-19",</a:t>
            </a:r>
          </a:p>
          <a:p>
            <a:r>
              <a:t>          "days": 19,</a:t>
            </a:r>
          </a:p>
          <a:p>
            <a:r>
              <a:t>          "partial": true,</a:t>
            </a:r>
          </a:p>
          <a:p>
            <a:r>
              <a:t>          "raw_sum": 68.14026,</a:t>
            </a:r>
          </a:p>
          <a:p>
            <a:r>
              <a:t>          "raw_mean": 3.5863294736842106,</a:t>
            </a:r>
          </a:p>
          <a:p>
            <a:r>
              <a:t>          "value": 3.5863294736842106,</a:t>
            </a:r>
          </a:p>
          <a:p>
            <a:r>
              <a:t>          "prior_start": "2025-10-01",</a:t>
            </a:r>
          </a:p>
          <a:p>
            <a:r>
              <a:t>          "prior_end": "2025-10-19",</a:t>
            </a:r>
          </a:p>
          <a:p>
            <a:r>
              <a:t>          "prior_days": 19,</a:t>
            </a:r>
          </a:p>
          <a:p>
            <a:r>
              <a:t>          "prior_raw_mean": 0.08346894736842105,</a:t>
            </a:r>
          </a:p>
          <a:p>
            <a:r>
              <a:t>          "prior_value": 0.08346894736842105,</a:t>
            </a:r>
          </a:p>
          <a:p>
            <a:r>
              <a:t>          "yoy_fraction": 41.96603212035993,</a:t>
            </a:r>
          </a:p>
          <a:p>
            <a:r>
              <a:t>          "yoy_pct": 4196.603212035992,</a:t>
            </a:r>
          </a:p>
          <a:p>
            <a:r>
              <a:t>          "value_label": "3.6",</a:t>
            </a:r>
          </a:p>
          <a:p>
            <a:r>
              <a:t>          "yoy_label": "(+4196.6%)",</a:t>
            </a:r>
          </a:p>
          <a:p>
            <a:r>
              <a:t>          "label": "3.6\n(+4196.6%)"</a:t>
            </a:r>
          </a:p>
          <a:p>
            <a:r>
              <a:t>        }</a:t>
            </a:r>
          </a:p>
          <a:p>
            <a:r>
              <a:t>      ]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"formulas": {</a:t>
            </a:r>
          </a:p>
          <a:p>
            <a:r>
              <a:t>    "normalization": "raw_ratio/group_raw_max*100",</a:t>
            </a:r>
          </a:p>
          <a:p>
            <a:r>
              <a:t>    "monthly_average": "AVERAGE(normalized daily within actual start-end)",</a:t>
            </a:r>
          </a:p>
          <a:p>
            <a:r>
              <a:t>    "year_over_year": "current_mean/prior_same_period_mean-1",</a:t>
            </a:r>
          </a:p>
          <a:p>
            <a:r>
              <a:t>    "october": "2026Oct1~20 vs2025Oct1~20;2025Octplotpointfull31days",</a:t>
            </a:r>
          </a:p>
          <a:p>
            <a:r>
              <a:t>    "some": "monthly_documents/actual_calendar_days_or_Oct20",</a:t>
            </a:r>
          </a:p>
          <a:p>
            <a:r>
              <a:t>    "pos": "monthly_kg/calendar_days"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"structure": "summary1+company1+market17",</a:t>
            </a:r>
          </a:p>
          <a:p>
            <a:r>
              <a:t>  "messages": [</a:t>
            </a:r>
          </a:p>
          <a:p>
            <a:r>
              <a:t>    [</a:t>
            </a:r>
          </a:p>
          <a:p>
            <a:r>
              <a:t>      "온라인시장 증가 속 자사 배달매출 증가",</a:t>
            </a:r>
          </a:p>
          <a:p>
            <a:r>
              <a:t>      "1~8월 시장 온라인 거래금액 +8.4%",</a:t>
            </a:r>
          </a:p>
          <a:p>
            <a:r>
              <a:t>      "동기간 자사 POS배달매출 +9.8%",</a:t>
            </a:r>
          </a:p>
          <a:p>
            <a:r>
              <a:t>      "기간은 같지만 시장전체온라인과 자사POS배달은 범위가 다름"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"최신 검색관심과 배달실적은 다른 방향",</a:t>
            </a:r>
          </a:p>
          <a:p>
            <a:r>
              <a:t>      "10.1~19 ‘치킨’ 검색지수 −36.0%(전년비)",</a:t>
            </a:r>
          </a:p>
          <a:p>
            <a:r>
              <a:t>      "동기간 자사 POS배달매출 +41.0%",</a:t>
            </a:r>
          </a:p>
          <a:p>
            <a:r>
              <a:t>      "검색·판매는 별개이며 점포증감·휴일·행사 영향이 혼재"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"부위별 판매 차이는 순살 제품 점검 신호",</a:t>
            </a:r>
          </a:p>
          <a:p>
            <a:r>
              <a:t>      "9월 소매 표본 다리발골육 +42.8%",</a:t>
            </a:r>
          </a:p>
          <a:p>
            <a:r>
              <a:t>      "가슴살 −15.4%·안심 −22.0%(전년비)",</a:t>
            </a:r>
          </a:p>
          <a:p>
            <a:r>
              <a:t>      "전국 선호·자사 단품매출·단종의 직접근거로 확대하지 않음"</a:t>
            </a:r>
          </a:p>
          <a:p>
            <a:r>
              <a:t>    ]</a:t>
            </a:r>
          </a:p>
          <a:p>
            <a:r>
              <a:t>  ],</a:t>
            </a:r>
          </a:p>
          <a:p>
            <a:r>
              <a:t>  "implications_review_only": [</a:t>
            </a:r>
          </a:p>
          <a:p>
            <a:r>
              <a:t>    [</a:t>
            </a:r>
          </a:p>
          <a:p>
            <a:r>
              <a:t>      "순살 포트폴리오 점검",</a:t>
            </a:r>
          </a:p>
          <a:p>
            <a:r>
              <a:t>      "소매 부위 흐름을 참고하되 와우순살 축소·중단은 원료구성·재고·운영부담과 함께 검토."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"배달가 테스트는 행사·손익을 분리",</a:t>
            </a:r>
          </a:p>
          <a:p>
            <a:r>
              <a:t>      "동기간 배달 증가를 확인했으나 가격 인하 효과로 단정하지 않고, 대조군·공휴일·공헌이익 기준으로 테스트."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"굿즈 기저·후덕죽 후속 반응 구분",</a:t>
            </a:r>
          </a:p>
          <a:p>
            <a:r>
              <a:t>      "9월 귀칼·청사초롱과 언급증가의 인과는 구분. 후덕죽2차는10/22 출시 이후 별도 관측."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"매운 버거 R&amp;D 공유·한정안 검토",</a:t>
            </a:r>
          </a:p>
          <a:p>
            <a:r>
              <a:t>      "매운·고추 검색 +133.6%를 공유하고 핫치즈밤버거10일 한정안은 제조부담·손익을 점검해 검토."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"가격 방향:버거 인상 신중·치킨 유지",</a:t>
            </a:r>
          </a:p>
          <a:p>
            <a:r>
              <a:t>      "9월 물가와 원가·할인부담을 함께 판단. 상품객단가를 같은 메뉴의 실제 가격변화로 대체하지 않음."</a:t>
            </a:r>
          </a:p>
          <a:p>
            <a:r>
              <a:t>    ]</a:t>
            </a:r>
          </a:p>
          <a:p>
            <a:r>
              <a:t>  ],</a:t>
            </a:r>
          </a:p>
          <a:p>
            <a:r>
              <a:t>  "company_source": {</a:t>
            </a:r>
          </a:p>
          <a:p>
            <a:r>
              <a:t>    "source_csv": "20261022_attached_company_daily_checked.csv",</a:t>
            </a:r>
          </a:p>
          <a:p>
            <a:r>
              <a:t>    "source_attachment": "___ __ _____1021.xlsx",</a:t>
            </a:r>
          </a:p>
          <a:p>
            <a:r>
              <a:t>    "basis": "첨부전사POS집계/매출VAT포함/전표는VAT변환제거/전체점기준·동일점아님",</a:t>
            </a:r>
          </a:p>
          <a:p>
            <a:r>
              <a:t>    "series": [</a:t>
            </a:r>
          </a:p>
          <a:p>
            <a:r>
              <a:t>      {</a:t>
            </a:r>
          </a:p>
          <a:p>
            <a:r>
              <a:t>        "channel": "전체",</a:t>
            </a:r>
          </a:p>
          <a:p>
            <a:r>
              <a:t>        "amount_field": "POS_sales_VATincluded",</a:t>
            </a:r>
          </a:p>
          <a:p>
            <a:r>
              <a:t>        "count_field": "total_TC",</a:t>
            </a:r>
          </a:p>
          <a:p>
            <a:r>
              <a:t>        "points": [</a:t>
            </a:r>
          </a:p>
          <a:p>
            <a:r>
              <a:t>          {</a:t>
            </a:r>
          </a:p>
          <a:p>
            <a:r>
              <a:t>            "month": "2025-01",</a:t>
            </a:r>
          </a:p>
          <a:p>
            <a:r>
              <a:t>            "start": "2025-01-01",</a:t>
            </a:r>
          </a:p>
          <a:p>
            <a:r>
              <a:t>            "end": "2025-01-31",</a:t>
            </a:r>
          </a:p>
          <a:p>
            <a:r>
              <a:t>            "days": 31,</a:t>
            </a:r>
          </a:p>
          <a:p>
            <a:r>
              <a:t>            "prior_start": "2024-01-01",</a:t>
            </a:r>
          </a:p>
          <a:p>
            <a:r>
              <a:t>            "prior_end": "2024-01-31",</a:t>
            </a:r>
          </a:p>
          <a:p>
            <a:r>
              <a:t>            "prior_days": 31,</a:t>
            </a:r>
          </a:p>
          <a:p>
            <a:r>
              <a:t>            "sales_KRW": 76543574899.0,</a:t>
            </a:r>
          </a:p>
          <a:p>
            <a:r>
              <a:t>            "prior_sales_KRW": 61480170390.0,</a:t>
            </a:r>
          </a:p>
          <a:p>
            <a:r>
              <a:t>            "sales_yoy_pct": 24.50124066580357,</a:t>
            </a:r>
          </a:p>
          <a:p>
            <a:r>
              <a:t>            "TC": 4308634.0,</a:t>
            </a:r>
          </a:p>
          <a:p>
            <a:r>
              <a:t>            "prior_TC": 3995857.0,</a:t>
            </a:r>
          </a:p>
          <a:p>
            <a:r>
              <a:t>            "TC_yoy_pct": 7.827532366648748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"month": "2025-02",</a:t>
            </a:r>
          </a:p>
          <a:p>
            <a:r>
              <a:t>            "start": "2025-02-01",</a:t>
            </a:r>
          </a:p>
          <a:p>
            <a:r>
              <a:t>            "end": "2025-02-28",</a:t>
            </a:r>
          </a:p>
          <a:p>
            <a:r>
              <a:t>            "days": 28,</a:t>
            </a:r>
          </a:p>
          <a:p>
            <a:r>
              <a:t>            "prior_start": "2024-02-01",</a:t>
            </a:r>
          </a:p>
          <a:p>
            <a:r>
              <a:t>            "prior_end": "2024-02-29",</a:t>
            </a:r>
          </a:p>
          <a:p>
            <a:r>
              <a:t>            "prior_days": 29,</a:t>
            </a:r>
          </a:p>
          <a:p>
            <a:r>
              <a:t>            "sales_KRW": 78023083109.0,</a:t>
            </a:r>
          </a:p>
          <a:p>
            <a:r>
              <a:t>            "prior_sales_KRW": 61564945157.0,</a:t>
            </a:r>
          </a:p>
          <a:p>
            <a:r>
              <a:t>            "sales_yoy_pct": 26.73296940333372,</a:t>
            </a:r>
          </a:p>
          <a:p>
            <a:r>
              <a:t>            "TC": 4369460.0,</a:t>
            </a:r>
          </a:p>
          <a:p>
            <a:r>
              <a:t>            "prior_TC": 3832630.0,</a:t>
            </a:r>
          </a:p>
          <a:p>
            <a:r>
              <a:t>            "TC_yoy_pct": 14.006830818524097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"month": "2025-03",</a:t>
            </a:r>
          </a:p>
          <a:p>
            <a:r>
              <a:t>            "start": "2025-03-01",</a:t>
            </a:r>
          </a:p>
          <a:p>
            <a:r>
              <a:t>            "end": "2025-03-31",</a:t>
            </a:r>
          </a:p>
          <a:p>
            <a:r>
              <a:t>            "days": 31,</a:t>
            </a:r>
          </a:p>
          <a:p>
            <a:r>
              <a:t>            "prior_start": "2024-03-01",</a:t>
            </a:r>
          </a:p>
          <a:p>
            <a:r>
              <a:t>            "prior_end": "2024-03-31",</a:t>
            </a:r>
          </a:p>
          <a:p>
            <a:r>
              <a:t>            "prior_days": 31,</a:t>
            </a:r>
          </a:p>
          <a:p>
            <a:r>
              <a:t>            "sales_KRW": 87970225862.0,</a:t>
            </a:r>
          </a:p>
          <a:p>
            <a:r>
              <a:t>            "prior_sales_KRW": 67481088199.0,</a:t>
            </a:r>
          </a:p>
          <a:p>
            <a:r>
              <a:t>            "sales_yoy_pct": 30.362784907347763,</a:t>
            </a:r>
          </a:p>
          <a:p>
            <a:r>
              <a:t>            "TC": 5010197.0,</a:t>
            </a:r>
          </a:p>
          <a:p>
            <a:r>
              <a:t>            "prior_TC": 4409273.0,</a:t>
            </a:r>
          </a:p>
          <a:p>
            <a:r>
              <a:t>            "TC_yoy_pct": 13.628641274876841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"month": "2025-04",</a:t>
            </a:r>
          </a:p>
          <a:p>
            <a:r>
              <a:t>            "start": "2025-04-01",</a:t>
            </a:r>
          </a:p>
          <a:p>
            <a:r>
              <a:t>            "end": "2025-04-30",</a:t>
            </a:r>
          </a:p>
          <a:p>
            <a:r>
              <a:t>            "days": 30,</a:t>
            </a:r>
          </a:p>
          <a:p>
            <a:r>
              <a:t>            "prior_start": "2024-04-01",</a:t>
            </a:r>
          </a:p>
          <a:p>
            <a:r>
              <a:t>            "prior_end": "2024-04-30",</a:t>
            </a:r>
          </a:p>
          <a:p>
            <a:r>
              <a:t>            "prior_days": 30,</a:t>
            </a:r>
          </a:p>
          <a:p>
            <a:r>
              <a:t>            "sales_KRW": 85624212568.0,</a:t>
            </a:r>
          </a:p>
          <a:p>
            <a:r>
              <a:t>            "prior_sales_KRW": 72297908658.0,</a:t>
            </a:r>
          </a:p>
          <a:p>
            <a:r>
              <a:t>            "sales_yoy_pct": 18.43248879167323,</a:t>
            </a:r>
          </a:p>
          <a:p>
            <a:r>
              <a:t>            "TC": 4871947.0,</a:t>
            </a:r>
          </a:p>
          <a:p>
            <a:r>
              <a:t>            "prior_TC": 4751833.0,</a:t>
            </a:r>
          </a:p>
          <a:p>
            <a:r>
              <a:t>            "TC_yoy_pct": 2.527740347777363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"month": "2025-05",</a:t>
            </a:r>
          </a:p>
          <a:p>
            <a:r>
              <a:t>            "start": "2025-05-01",</a:t>
            </a:r>
          </a:p>
          <a:p>
            <a:r>
              <a:t>            "end": "2025-05-31",</a:t>
            </a:r>
          </a:p>
          <a:p>
            <a:r>
              <a:t>            "days": 31,</a:t>
            </a:r>
          </a:p>
          <a:p>
            <a:r>
              <a:t>            "prior_start": "2024-05-01",</a:t>
            </a:r>
          </a:p>
          <a:p>
            <a:r>
              <a:t>            "prior_end": "2024-05-31",</a:t>
            </a:r>
          </a:p>
          <a:p>
            <a:r>
              <a:t>            "prior_days": 31,</a:t>
            </a:r>
          </a:p>
          <a:p>
            <a:r>
              <a:t>            "sales_KRW": 84700336850.0,</a:t>
            </a:r>
          </a:p>
          <a:p>
            <a:r>
              <a:t>            "prior_sales_KRW": 71306413372.0,</a:t>
            </a:r>
          </a:p>
          <a:p>
            <a:r>
              <a:t>            "sales_yoy_pct": 18.783616851018635,</a:t>
            </a:r>
          </a:p>
          <a:p>
            <a:r>
              <a:t>            "TC": 4677366.0,</a:t>
            </a:r>
          </a:p>
          <a:p>
            <a:r>
              <a:t>            "prior_TC": 4551006.0,</a:t>
            </a:r>
          </a:p>
          <a:p>
            <a:r>
              <a:t>            "TC_yoy_pct": 2.776528969638803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"month": "2025-06",</a:t>
            </a:r>
          </a:p>
          <a:p>
            <a:r>
              <a:t>            "start": "2025-06-01",</a:t>
            </a:r>
          </a:p>
          <a:p>
            <a:r>
              <a:t>            "end": "2025-06-30",</a:t>
            </a:r>
          </a:p>
          <a:p>
            <a:r>
              <a:t>            "days": 30,</a:t>
            </a:r>
          </a:p>
          <a:p>
            <a:r>
              <a:t>            "prior_start": "2024-06-01",</a:t>
            </a:r>
          </a:p>
          <a:p>
            <a:r>
              <a:t>            "prior_end": "2024-06-30",</a:t>
            </a:r>
          </a:p>
          <a:p>
            <a:r>
              <a:t>            "prior_days": 30,</a:t>
            </a:r>
          </a:p>
          <a:p>
            <a:r>
              <a:t>            "sales_KRW": 78739881741.0,</a:t>
            </a:r>
          </a:p>
          <a:p>
            <a:r>
              <a:t>            "prior_sales_KRW": 69835367087.0,</a:t>
            </a:r>
          </a:p>
          <a:p>
            <a:r>
              <a:t>            "sales_yoy_pct": 12.750723631060556,</a:t>
            </a:r>
          </a:p>
          <a:p>
            <a:r>
              <a:t>            "TC": 4525633.0,</a:t>
            </a:r>
          </a:p>
          <a:p>
            <a:r>
              <a:t>            "prior_TC": 4472528.0,</a:t>
            </a:r>
          </a:p>
          <a:p>
            <a:r>
              <a:t>            "TC_yoy_pct": 1.1873598108273375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"month": "2025-07",</a:t>
            </a:r>
          </a:p>
          <a:p>
            <a:r>
              <a:t>            "start": "2025-07-01",</a:t>
            </a:r>
          </a:p>
          <a:p>
            <a:r>
              <a:t>            "end": "2025-07-31",</a:t>
            </a:r>
          </a:p>
          <a:p>
            <a:r>
              <a:t>            "days": 31,</a:t>
            </a:r>
          </a:p>
          <a:p>
            <a:r>
              <a:t>            "prior_start": "2024-07-01",</a:t>
            </a:r>
          </a:p>
          <a:p>
            <a:r>
              <a:t>            "prior_end": "2024-07-31",</a:t>
            </a:r>
          </a:p>
          <a:p>
            <a:r>
              <a:t>            "prior_days": 31,</a:t>
            </a:r>
          </a:p>
          <a:p>
            <a:r>
              <a:t>            "sales_KRW": 80642070701.0,</a:t>
            </a:r>
          </a:p>
          <a:p>
            <a:r>
              <a:t>            "prior_sales_KRW": 72444622530.0,</a:t>
            </a:r>
          </a:p>
          <a:p>
            <a:r>
              <a:t>            "sales_yoy_pct": 11.315468125471085,</a:t>
            </a:r>
          </a:p>
          <a:p>
            <a:r>
              <a:t>            "TC": 4487482.0,</a:t>
            </a:r>
          </a:p>
          <a:p>
            <a:r>
              <a:t>            "prior_TC": 4441828.0,</a:t>
            </a:r>
          </a:p>
          <a:p>
            <a:r>
              <a:t>            "TC_yoy_pct": 1.0278200776797197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"month": "2025-08",</a:t>
            </a:r>
          </a:p>
          <a:p>
            <a:r>
              <a:t>            "start": "2025-08-01",</a:t>
            </a:r>
          </a:p>
          <a:p>
            <a:r>
              <a:t>            "end": "2025-08-31",</a:t>
            </a:r>
          </a:p>
          <a:p>
            <a:r>
              <a:t>            "days": 31,</a:t>
            </a:r>
          </a:p>
          <a:p>
            <a:r>
              <a:t>            "prior_start": "2024-08-01",</a:t>
            </a:r>
          </a:p>
          <a:p>
            <a:r>
              <a:t>            "prior_end": "2024-08-31",</a:t>
            </a:r>
          </a:p>
          <a:p>
            <a:r>
              <a:t>            "prior_days": 31,</a:t>
            </a:r>
          </a:p>
          <a:p>
            <a:r>
              <a:t>            "sales_KRW": 80315701736.0,</a:t>
            </a:r>
          </a:p>
          <a:p>
            <a:r>
              <a:t>            "prior_sales_KRW": 73099333823.0,</a:t>
            </a:r>
          </a:p>
          <a:p>
            <a:r>
              <a:t>            "sales_yoy_pct": 9.872002295497584,</a:t>
            </a:r>
          </a:p>
          <a:p>
            <a:r>
              <a:t>            "TC": 4510514.0,</a:t>
            </a:r>
          </a:p>
          <a:p>
            <a:r>
              <a:t>            "prior_TC": 4483269.0,</a:t>
            </a:r>
          </a:p>
          <a:p>
            <a:r>
              <a:t>            "TC_yoy_pct": 0.6077038874981566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"month": "2025-09",</a:t>
            </a:r>
          </a:p>
          <a:p>
            <a:r>
              <a:t>            "start": "2025-09-01",</a:t>
            </a:r>
          </a:p>
          <a:p>
            <a:r>
              <a:t>            "end": "2025-09-30",</a:t>
            </a:r>
          </a:p>
          <a:p>
            <a:r>
              <a:t>            "days": 30,</a:t>
            </a:r>
          </a:p>
          <a:p>
            <a:r>
              <a:t>            "prior_start": "2024-09-01",</a:t>
            </a:r>
          </a:p>
          <a:p>
            <a:r>
              <a:t>            "prior_end": "2024-09-30",</a:t>
            </a:r>
          </a:p>
          <a:p>
            <a:r>
              <a:t>            "prior_days": 30,</a:t>
            </a:r>
          </a:p>
          <a:p>
            <a:r>
              <a:t>            "sales_KRW": 83370654094.0,</a:t>
            </a:r>
          </a:p>
          <a:p>
            <a:r>
              <a:t>            "prior_sales_KRW": 75183656028.0,</a:t>
            </a:r>
          </a:p>
          <a:p>
            <a:r>
              <a:t>            "sales_yoy_pct": 10.88933220133772,</a:t>
            </a:r>
          </a:p>
          <a:p>
            <a:r>
              <a:t>            "TC": 4745199.0,</a:t>
            </a:r>
          </a:p>
          <a:p>
            <a:r>
              <a:t>            "prior_TC": 4568443.0,</a:t>
            </a:r>
          </a:p>
          <a:p>
            <a:r>
              <a:t>            "TC_yoy_pct": 3.869064361753005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"month": "2025-10",</a:t>
            </a:r>
          </a:p>
          <a:p>
            <a:r>
              <a:t>            "start": "2025-10-01",</a:t>
            </a:r>
          </a:p>
          <a:p>
            <a:r>
              <a:t>            "end": "2025-10-31",</a:t>
            </a:r>
          </a:p>
          <a:p>
            <a:r>
              <a:t>            "days": 31,</a:t>
            </a:r>
          </a:p>
          <a:p>
            <a:r>
              <a:t>            "prior_start": "2024-10-01",</a:t>
            </a:r>
          </a:p>
          <a:p>
            <a:r>
              <a:t>            "prior_end": "2024-10-31",</a:t>
            </a:r>
          </a:p>
          <a:p>
            <a:r>
              <a:t>            "prior_days": 31,</a:t>
            </a:r>
          </a:p>
          <a:p>
            <a:r>
              <a:t>            "sales_KRW": 81839440124.0,</a:t>
            </a:r>
          </a:p>
          <a:p>
            <a:r>
              <a:t>            "prior_sales_KRW": 74703971592.0,</a:t>
            </a:r>
          </a:p>
          <a:p>
            <a:r>
              <a:t>            "sales_yoy_pct": 9.551658874270785,</a:t>
            </a:r>
          </a:p>
          <a:p>
            <a:r>
              <a:t>            "TC": 4549169.0,</a:t>
            </a:r>
          </a:p>
          <a:p>
            <a:r>
              <a:t>            "prior_TC": 4664337.0,</a:t>
            </a:r>
          </a:p>
          <a:p>
            <a:r>
              <a:t>            "TC_yoy_pct": -2.4691183334308864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"month": "2025-11",</a:t>
            </a:r>
          </a:p>
          <a:p>
            <a:r>
              <a:t>            "start": "2025-11-01",</a:t>
            </a:r>
          </a:p>
          <a:p>
            <a:r>
              <a:t>            "end": "2025-11-30",</a:t>
            </a:r>
          </a:p>
          <a:p>
            <a:r>
              <a:t>            "days": 30,</a:t>
            </a:r>
          </a:p>
          <a:p>
            <a:r>
              <a:t>            "prior_start": "2024-11-01",</a:t>
            </a:r>
          </a:p>
          <a:p>
            <a:r>
              <a:t>            "prior_end": "2024-11-30",</a:t>
            </a:r>
          </a:p>
          <a:p>
            <a:r>
              <a:t>            "prior_days": 30,</a:t>
            </a:r>
          </a:p>
          <a:p>
            <a:r>
              <a:t>            "sales_KRW": 84318685830.0,</a:t>
            </a:r>
          </a:p>
          <a:p>
            <a:r>
              <a:t>            "prior_sales_KRW": 72894690696.0,</a:t>
            </a:r>
          </a:p>
          <a:p>
            <a:r>
              <a:t>            "sales_yoy_pct": 15.671916603148262,</a:t>
            </a:r>
          </a:p>
          <a:p>
            <a:r>
              <a:t>            "TC": 4642278.0,</a:t>
            </a:r>
          </a:p>
          <a:p>
            <a:r>
              <a:t>            "prior_TC": 4329758.0,</a:t>
            </a:r>
          </a:p>
          <a:p>
            <a:r>
              <a:t>            "TC_yoy_pct": 7.217955368406281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"month": "2025-12",</a:t>
            </a:r>
          </a:p>
          <a:p>
            <a:r>
              <a:t>            "start": "2025-12-01",</a:t>
            </a:r>
          </a:p>
          <a:p>
            <a:r>
              <a:t>            "end": "2025-12-31",</a:t>
            </a:r>
          </a:p>
          <a:p>
            <a:r>
              <a:t>            "days": 31,</a:t>
            </a:r>
          </a:p>
          <a:p>
            <a:r>
              <a:t>            "prior_start": "2024-12-01",</a:t>
            </a:r>
          </a:p>
          <a:p>
            <a:r>
              <a:t>            "prior_end": "2024-12-31",</a:t>
            </a:r>
          </a:p>
          <a:p>
            <a:r>
              <a:t>            "prior_days": 31,</a:t>
            </a:r>
          </a:p>
          <a:p>
            <a:r>
              <a:t>            "sales_KRW": 90779905347.0,</a:t>
            </a:r>
          </a:p>
          <a:p>
            <a:r>
              <a:t>            "prior_sales_KRW": 79536384709.0,</a:t>
            </a:r>
          </a:p>
          <a:p>
            <a:r>
              <a:t>            "sales_yoy_pct": 14.13632349413001,</a:t>
            </a:r>
          </a:p>
          <a:p>
            <a:r>
              <a:t>            "TC": 4766297.0,</a:t>
            </a:r>
          </a:p>
          <a:p>
            <a:r>
              <a:t>            "prior_TC": 4489451.0,</a:t>
            </a:r>
          </a:p>
          <a:p>
            <a:r>
              <a:t>            "TC_yoy_pct": 6.166589188744909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"month": "2026-01",</a:t>
            </a:r>
          </a:p>
          <a:p>
            <a:r>
              <a:t>            "start": "2026-01-01",</a:t>
            </a:r>
          </a:p>
          <a:p>
            <a:r>
              <a:t>            "end": "2026-01-31",</a:t>
            </a:r>
          </a:p>
          <a:p>
            <a:r>
              <a:t>            "days": 31,</a:t>
            </a:r>
          </a:p>
          <a:p>
            <a:r>
              <a:t>            "prior_start": "2025-01-01",</a:t>
            </a:r>
          </a:p>
          <a:p>
            <a:r>
              <a:t>            "prior_end": "2025-01-31",</a:t>
            </a:r>
          </a:p>
          <a:p>
            <a:r>
              <a:t>            "prior_days": 31,</a:t>
            </a:r>
          </a:p>
          <a:p>
            <a:r>
              <a:t>            "sales_KRW": 81250175657.0,</a:t>
            </a:r>
          </a:p>
          <a:p>
            <a:r>
              <a:t>            "prior_sales_KRW": 76543574899.0,</a:t>
            </a:r>
          </a:p>
          <a:p>
            <a:r>
              <a:t>            "sales_yoy_pct": 6.1489168283692,</a:t>
            </a:r>
          </a:p>
          <a:p>
            <a:r>
              <a:t>            "TC": 4445086.0,</a:t>
            </a:r>
          </a:p>
          <a:p>
            <a:r>
              <a:t>            "prior_TC": 4308634.0,</a:t>
            </a:r>
          </a:p>
          <a:p>
            <a:r>
              <a:t>            "TC_yoy_pct": 3.166943397837918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"month": "2026-02",</a:t>
            </a:r>
          </a:p>
          <a:p>
            <a:r>
              <a:t>            "start": "2026-02-01",</a:t>
            </a:r>
          </a:p>
          <a:p>
            <a:r>
              <a:t>            "end": "2026-02-28",</a:t>
            </a:r>
          </a:p>
          <a:p>
            <a:r>
              <a:t>            "days": 28,</a:t>
            </a:r>
          </a:p>
          <a:p>
            <a:r>
              <a:t>            "prior_start": "2025-02-01",</a:t>
            </a:r>
          </a:p>
          <a:p>
            <a:r>
              <a:t>            "prior_end": "2025-02-28",</a:t>
            </a:r>
          </a:p>
          <a:p>
            <a:r>
              <a:t>            "prior_days": 28,</a:t>
            </a:r>
          </a:p>
          <a:p>
            <a:r>
              <a:t>            "sales_KRW": 74019851810.0,</a:t>
            </a:r>
          </a:p>
          <a:p>
            <a:r>
              <a:t>            "prior_sales_KRW": 78023083109.0,</a:t>
            </a:r>
          </a:p>
          <a:p>
            <a:r>
              <a:t>            "sales_yoy_pct": -5.130829415453109,</a:t>
            </a:r>
          </a:p>
          <a:p>
            <a:r>
              <a:t>            "TC": 4060289.0,</a:t>
            </a:r>
          </a:p>
          <a:p>
            <a:r>
              <a:t>            "prior_TC": 4369460.0,</a:t>
            </a:r>
          </a:p>
          <a:p>
            <a:r>
              <a:t>            "TC_yoy_pct": -7.075725604536942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"month": "2026-03",</a:t>
            </a:r>
          </a:p>
          <a:p>
            <a:r>
              <a:t>            "start": "2026-03-01",</a:t>
            </a:r>
          </a:p>
          <a:p>
            <a:r>
              <a:t>            "end": "2026-03-31",</a:t>
            </a:r>
          </a:p>
          <a:p>
            <a:r>
              <a:t>            "days": 31,</a:t>
            </a:r>
          </a:p>
          <a:p>
            <a:r>
              <a:t>            "prior_start": "2025-03-01",</a:t>
            </a:r>
          </a:p>
          <a:p>
            <a:r>
              <a:t>            "prior_end": "2025-03-31",</a:t>
            </a:r>
          </a:p>
          <a:p>
            <a:r>
              <a:t>            "prior_days": 31,</a:t>
            </a:r>
          </a:p>
          <a:p>
            <a:r>
              <a:t>            "sales_KRW": 96807711119.0,</a:t>
            </a:r>
          </a:p>
          <a:p>
            <a:r>
              <a:t>            "prior_sales_KRW": 87970225862.0,</a:t>
            </a:r>
          </a:p>
          <a:p>
            <a:r>
              <a:t>            "sales_yoy_pct": 10.045995870083901,</a:t>
            </a:r>
          </a:p>
          <a:p>
            <a:r>
              <a:t>            "TC": 5246143.0,</a:t>
            </a:r>
          </a:p>
          <a:p>
            <a:r>
              <a:t>            "prior_TC": 5010197.0,</a:t>
            </a:r>
          </a:p>
          <a:p>
            <a:r>
              <a:t>            "TC_yoy_pct": 4.70931582131402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"month": "2026-04",</a:t>
            </a:r>
          </a:p>
          <a:p>
            <a:r>
              <a:t>            "start": "2026-04-01",</a:t>
            </a:r>
          </a:p>
          <a:p>
            <a:r>
              <a:t>            "end": "2026-04-30",</a:t>
            </a:r>
          </a:p>
          <a:p>
            <a:r>
              <a:t>            "days": 30,</a:t>
            </a:r>
          </a:p>
          <a:p>
            <a:r>
              <a:t>            "prior_start": "2025-04-01",</a:t>
            </a:r>
          </a:p>
          <a:p>
            <a:r>
              <a:t>            "prior_end": "2025-04-30",</a:t>
            </a:r>
          </a:p>
          <a:p>
            <a:r>
              <a:t>            "prior_days": 30,</a:t>
            </a:r>
          </a:p>
          <a:p>
            <a:r>
              <a:t>            "sales_KRW": 90652890798.0,</a:t>
            </a:r>
          </a:p>
          <a:p>
            <a:r>
              <a:t>            "prior_sales_KRW": 85624212568.0,</a:t>
            </a:r>
          </a:p>
          <a:p>
            <a:r>
              <a:t>            "sales_yoy_pct": 5.872962891199007,</a:t>
            </a:r>
          </a:p>
          <a:p>
            <a:r>
              <a:t>            "TC": 5023695.0,</a:t>
            </a:r>
          </a:p>
          <a:p>
            <a:r>
              <a:t>            "prior_TC": 4871947.0,</a:t>
            </a:r>
          </a:p>
          <a:p>
            <a:r>
              <a:t>            "TC_yoy_pct": 3.11473010687513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"month": "2026-05",</a:t>
            </a:r>
          </a:p>
          <a:p>
            <a:r>
              <a:t>            "start": "2026-05-01",</a:t>
            </a:r>
          </a:p>
          <a:p>
            <a:r>
              <a:t>            "end": "2026-05-31",</a:t>
            </a:r>
          </a:p>
          <a:p>
            <a:r>
              <a:t>            "days": 31,</a:t>
            </a:r>
          </a:p>
          <a:p>
            <a:r>
              <a:t>            "prior_start": "2025-05-01",</a:t>
            </a:r>
          </a:p>
          <a:p>
            <a:r>
              <a:t>            "prior_end": "2025-05-31",</a:t>
            </a:r>
          </a:p>
          <a:p>
            <a:r>
              <a:t>            "prior_days": 31,</a:t>
            </a:r>
          </a:p>
          <a:p>
            <a:r>
              <a:t>            "sales_KRW": 88464083705.0,</a:t>
            </a:r>
          </a:p>
          <a:p>
            <a:r>
              <a:t>            "prior_sales_KRW": 84700336850.0,</a:t>
            </a:r>
          </a:p>
          <a:p>
            <a:r>
              <a:t>            "sales_yoy_pct": 4.443603172045707,</a:t>
            </a:r>
          </a:p>
          <a:p>
            <a:r>
              <a:t>            "TC": 4786843.0,</a:t>
            </a:r>
          </a:p>
          <a:p>
            <a:r>
              <a:t>            "prior_TC": 4677366.0,</a:t>
            </a:r>
          </a:p>
          <a:p>
            <a:r>
              <a:t>            "TC_yoy_pct": 2.34056945725436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"month": "2026-06",</a:t>
            </a:r>
          </a:p>
          <a:p>
            <a:r>
              <a:t>            "start": "2026-06-01",</a:t>
            </a:r>
          </a:p>
          <a:p>
            <a:r>
              <a:t>            "end": "2026-06-30",</a:t>
            </a:r>
          </a:p>
          <a:p>
            <a:r>
              <a:t>            "days": 30,</a:t>
            </a:r>
          </a:p>
          <a:p>
            <a:r>
              <a:t>            "prior_start": "2025-06-01",</a:t>
            </a:r>
          </a:p>
          <a:p>
            <a:r>
              <a:t>            "prior_end": "2025-06-30",</a:t>
            </a:r>
          </a:p>
          <a:p>
            <a:r>
              <a:t>            "prior_days": 30,</a:t>
            </a:r>
          </a:p>
          <a:p>
            <a:r>
              <a:t>            "sales_KRW": 88738038236.0,</a:t>
            </a:r>
          </a:p>
          <a:p>
            <a:r>
              <a:t>            "prior_sales_KRW": 78739881741.0,</a:t>
            </a:r>
          </a:p>
          <a:p>
            <a:r>
              <a:t>            "sales_yoy_pct": 12.69770321460102,</a:t>
            </a:r>
          </a:p>
          <a:p>
            <a:r>
              <a:t>            "TC": 4803878.0,</a:t>
            </a:r>
          </a:p>
          <a:p>
            <a:r>
              <a:t>            "prior_TC": 4525633.0,</a:t>
            </a:r>
          </a:p>
          <a:p>
            <a:r>
              <a:t>            "TC_yoy_pct": 6.148200704741202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"month": "2026-07",</a:t>
            </a:r>
          </a:p>
          <a:p>
            <a:r>
              <a:t>            "start": "2026-07-01",</a:t>
            </a:r>
          </a:p>
          <a:p>
            <a:r>
              <a:t>            "end": "2026-07-31",</a:t>
            </a:r>
          </a:p>
          <a:p>
            <a:r>
              <a:t>            "days": 31,</a:t>
            </a:r>
          </a:p>
          <a:p>
            <a:r>
              <a:t>            "prior_start": "2025-07-01",</a:t>
            </a:r>
          </a:p>
          <a:p>
            <a:r>
              <a:t>            "prior_end": "2025-07-31",</a:t>
            </a:r>
          </a:p>
          <a:p>
            <a:r>
              <a:t>            "prior_days": 31,</a:t>
            </a:r>
          </a:p>
          <a:p>
            <a:r>
              <a:t>            "sales_KRW": 81461110057.0,</a:t>
            </a:r>
          </a:p>
          <a:p>
            <a:r>
              <a:t>            "prior_sales_KRW": 80642070701.0,</a:t>
            </a:r>
          </a:p>
          <a:p>
            <a:r>
              <a:t>            "sales_yoy_pct": 1.0156477244201545,</a:t>
            </a:r>
          </a:p>
          <a:p>
            <a:r>
              <a:t>            "TC": 4526593.0,</a:t>
            </a:r>
          </a:p>
          <a:p>
            <a:r>
              <a:t>            "prior_TC": 4487482.0,</a:t>
            </a:r>
          </a:p>
          <a:p>
            <a:r>
              <a:t>            "TC_yoy_pct": 0.871557813490953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"month": "2026-08",</a:t>
            </a:r>
          </a:p>
          <a:p>
            <a:r>
              <a:t>            "start": "2026-08-01",</a:t>
            </a:r>
          </a:p>
          <a:p>
            <a:r>
              <a:t>            "end": "2026-08-31",</a:t>
            </a:r>
          </a:p>
          <a:p>
            <a:r>
              <a:t>            "days": 31,</a:t>
            </a:r>
          </a:p>
          <a:p>
            <a:r>
              <a:t>            "prior_start": "2025-08-01",</a:t>
            </a:r>
          </a:p>
          <a:p>
            <a:r>
              <a:t>            "prior_end": "2025-08-31",</a:t>
            </a:r>
          </a:p>
          <a:p>
            <a:r>
              <a:t>            "prior_days": 31,</a:t>
            </a:r>
          </a:p>
          <a:p>
            <a:r>
              <a:t>            "sales_KRW": 78995437146.0,</a:t>
            </a:r>
          </a:p>
          <a:p>
            <a:r>
              <a:t>            "prior_sales_KRW": 80315701736.0,</a:t>
            </a:r>
          </a:p>
          <a:p>
            <a:r>
              <a:t>            "sales_yoy_pct": -1.6438436836918258,</a:t>
            </a:r>
          </a:p>
          <a:p>
            <a:r>
              <a:t>            "TC": 4287953.0,</a:t>
            </a:r>
          </a:p>
          <a:p>
            <a:r>
              <a:t>            "prior_TC": 4510514.0,</a:t>
            </a:r>
          </a:p>
          <a:p>
            <a:r>
              <a:t>            "TC_yoy_pct": -4.934271349118968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"month": "2026-09",</a:t>
            </a:r>
          </a:p>
          <a:p>
            <a:r>
              <a:t>            "start": "2026-09-01",</a:t>
            </a:r>
          </a:p>
          <a:p>
            <a:r>
              <a:t>            "end": "2026-09-30",</a:t>
            </a:r>
          </a:p>
          <a:p>
            <a:r>
              <a:t>            "days": 30,</a:t>
            </a:r>
          </a:p>
          <a:p>
            <a:r>
              <a:t>            "prior_start": "2025-09-01",</a:t>
            </a:r>
          </a:p>
          <a:p>
            <a:r>
              <a:t>            "prior_end": "2025-09-30",</a:t>
            </a:r>
          </a:p>
          <a:p>
            <a:r>
              <a:t>            "prior_days": 30,</a:t>
            </a:r>
          </a:p>
          <a:p>
            <a:r>
              <a:t>            "sales_KRW": 85296201063.0,</a:t>
            </a:r>
          </a:p>
          <a:p>
            <a:r>
              <a:t>            "prior_sales_KRW": 83370654094.0,</a:t>
            </a:r>
          </a:p>
          <a:p>
            <a:r>
              <a:t>            "sales_yoy_pct": 2.3096220006010304,</a:t>
            </a:r>
          </a:p>
          <a:p>
            <a:r>
              <a:t>            "TC": 4561389.0,</a:t>
            </a:r>
          </a:p>
          <a:p>
            <a:r>
              <a:t>            "prior_TC": 4745199.0,</a:t>
            </a:r>
          </a:p>
          <a:p>
            <a:r>
              <a:t>            "TC_yoy_pct": -3.873599400151606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"month": "2026-10",</a:t>
            </a:r>
          </a:p>
          <a:p>
            <a:r>
              <a:t>            "start": "2026-10-01",</a:t>
            </a:r>
          </a:p>
          <a:p>
            <a:r>
              <a:t>            "end": "2026-10-19",</a:t>
            </a:r>
          </a:p>
          <a:p>
            <a:r>
              <a:t>            "days": 19,</a:t>
            </a:r>
          </a:p>
          <a:p>
            <a:r>
              <a:t>            "prior_start": "2025-10-01",</a:t>
            </a:r>
          </a:p>
          <a:p>
            <a:r>
              <a:t>            "prior_end": "2025-10-19",</a:t>
            </a:r>
          </a:p>
          <a:p>
            <a:r>
              <a:t>            "prior_days": 19,</a:t>
            </a:r>
          </a:p>
          <a:p>
            <a:r>
              <a:t>            "sales_KRW": 52183272557.0,</a:t>
            </a:r>
          </a:p>
          <a:p>
            <a:r>
              <a:t>            "prior_sales_KRW": 45044778693.0,</a:t>
            </a:r>
          </a:p>
          <a:p>
            <a:r>
              <a:t>            "sales_yoy_pct": 15.847550084887697,</a:t>
            </a:r>
          </a:p>
          <a:p>
            <a:r>
              <a:t>            "TC": 2881379.0,</a:t>
            </a:r>
          </a:p>
          <a:p>
            <a:r>
              <a:t>            "prior_TC": 2540172.0,</a:t>
            </a:r>
          </a:p>
          <a:p>
            <a:r>
              <a:t>            "TC_yoy_pct": 13.432436858606422</a:t>
            </a:r>
          </a:p>
          <a:p>
            <a:r>
              <a:t>          }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"channel": "배달",</a:t>
            </a:r>
          </a:p>
          <a:p>
            <a:r>
              <a:t>        "amount_field": "delivery_sales_VATincluded",</a:t>
            </a:r>
          </a:p>
          <a:p>
            <a:r>
              <a:t>        "count_field": "delivery_TC",</a:t>
            </a:r>
          </a:p>
          <a:p>
            <a:r>
              <a:t>        "points": [</a:t>
            </a:r>
          </a:p>
          <a:p>
            <a:r>
              <a:t>          {</a:t>
            </a:r>
          </a:p>
          <a:p>
            <a:r>
              <a:t>            "month": "2025-01",</a:t>
            </a:r>
          </a:p>
          <a:p>
            <a:r>
              <a:t>            "start": "2025-01-01",</a:t>
            </a:r>
          </a:p>
          <a:p>
            <a:r>
              <a:t>            "end": "2025-01-31",</a:t>
            </a:r>
          </a:p>
          <a:p>
            <a:r>
              <a:t>            "days": 31,</a:t>
            </a:r>
          </a:p>
          <a:p>
            <a:r>
              <a:t>            "prior_start": "2024-01-01",</a:t>
            </a:r>
          </a:p>
          <a:p>
            <a:r>
              <a:t>            "prior_end": "2024-01-31",</a:t>
            </a:r>
          </a:p>
          <a:p>
            <a:r>
              <a:t>            "prior_days": 31,</a:t>
            </a:r>
          </a:p>
          <a:p>
            <a:r>
              <a:t>            "sales_KRW": 44200863547.0,</a:t>
            </a:r>
          </a:p>
          <a:p>
            <a:r>
              <a:t>            "prior_sales_KRW": 29627747330.0,</a:t>
            </a:r>
          </a:p>
          <a:p>
            <a:r>
              <a:t>            "sales_yoy_pct": 49.187391989953234,</a:t>
            </a:r>
          </a:p>
          <a:p>
            <a:r>
              <a:t>            "TC": 1790588.0,</a:t>
            </a:r>
          </a:p>
          <a:p>
            <a:r>
              <a:t>            "prior_TC": 1264599.0,</a:t>
            </a:r>
          </a:p>
          <a:p>
            <a:r>
              <a:t>            "TC_yoy_pct": 41.59334302810613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"month": "2025-02",</a:t>
            </a:r>
          </a:p>
          <a:p>
            <a:r>
              <a:t>            "start": "2025-02-01",</a:t>
            </a:r>
          </a:p>
          <a:p>
            <a:r>
              <a:t>            "end": "2025-02-28",</a:t>
            </a:r>
          </a:p>
          <a:p>
            <a:r>
              <a:t>            "days": 28,</a:t>
            </a:r>
          </a:p>
          <a:p>
            <a:r>
              <a:t>            "prior_start": "2024-02-01",</a:t>
            </a:r>
          </a:p>
          <a:p>
            <a:r>
              <a:t>            "prior_end": "2024-02-29",</a:t>
            </a:r>
          </a:p>
          <a:p>
            <a:r>
              <a:t>            "prior_days": 29,</a:t>
            </a:r>
          </a:p>
          <a:p>
            <a:r>
              <a:t>            "sales_KRW": 45543914970.0,</a:t>
            </a:r>
          </a:p>
          <a:p>
            <a:r>
              <a:t>            "prior_sales_KRW": 31222295674.0,</a:t>
            </a:r>
          </a:p>
          <a:p>
            <a:r>
              <a:t>            "sales_yoy_pct": 45.86984712955031,</a:t>
            </a:r>
          </a:p>
          <a:p>
            <a:r>
              <a:t>            "TC": 1848562.0,</a:t>
            </a:r>
          </a:p>
          <a:p>
            <a:r>
              <a:t>            "prior_TC": 1308487.0,</a:t>
            </a:r>
          </a:p>
          <a:p>
            <a:r>
              <a:t>            "TC_yoy_pct": 41.27477002064217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"month": "2025-03",</a:t>
            </a:r>
          </a:p>
          <a:p>
            <a:r>
              <a:t>            "start": "2025-03-01",</a:t>
            </a:r>
          </a:p>
          <a:p>
            <a:r>
              <a:t>            "end": "2025-03-31",</a:t>
            </a:r>
          </a:p>
          <a:p>
            <a:r>
              <a:t>            "days": 31,</a:t>
            </a:r>
          </a:p>
          <a:p>
            <a:r>
              <a:t>            "prior_start": "2024-03-01",</a:t>
            </a:r>
          </a:p>
          <a:p>
            <a:r>
              <a:t>            "prior_end": "2024-03-31",</a:t>
            </a:r>
          </a:p>
          <a:p>
            <a:r>
              <a:t>            "prior_days": 31,</a:t>
            </a:r>
          </a:p>
          <a:p>
            <a:r>
              <a:t>            "sales_KRW": 48586859067.0,</a:t>
            </a:r>
          </a:p>
          <a:p>
            <a:r>
              <a:t>            "prior_sales_KRW": 31651810291.0,</a:t>
            </a:r>
          </a:p>
          <a:p>
            <a:r>
              <a:t>            "sales_yoy_pct": 53.5042028253764,</a:t>
            </a:r>
          </a:p>
          <a:p>
            <a:r>
              <a:t>            "TC": 1929421.0,</a:t>
            </a:r>
          </a:p>
          <a:p>
            <a:r>
              <a:t>            "prior_TC": 1328754.0,</a:t>
            </a:r>
          </a:p>
          <a:p>
            <a:r>
              <a:t>            "TC_yoy_pct": 45.20528254289358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"month": "2025-04",</a:t>
            </a:r>
          </a:p>
          <a:p>
            <a:r>
              <a:t>            "start": "2025-04-01",</a:t>
            </a:r>
          </a:p>
          <a:p>
            <a:r>
              <a:t>            "end": "2025-04-30",</a:t>
            </a:r>
          </a:p>
          <a:p>
            <a:r>
              <a:t>            "days": 30,</a:t>
            </a:r>
          </a:p>
          <a:p>
            <a:r>
              <a:t>            "prior_start": "2024-04-01",</a:t>
            </a:r>
          </a:p>
          <a:p>
            <a:r>
              <a:t>            "prior_end": "2024-04-30",</a:t>
            </a:r>
          </a:p>
          <a:p>
            <a:r>
              <a:t>            "prior_days": 30,</a:t>
            </a:r>
          </a:p>
          <a:p>
            <a:r>
              <a:t>            "sales_KRW": 45632111922.0,</a:t>
            </a:r>
          </a:p>
          <a:p>
            <a:r>
              <a:t>            "prior_sales_KRW": 33943395728.0,</a:t>
            </a:r>
          </a:p>
          <a:p>
            <a:r>
              <a:t>            "sales_yoy_pct": 34.43590702493549,</a:t>
            </a:r>
          </a:p>
          <a:p>
            <a:r>
              <a:t>            "TC": 1778143.0,</a:t>
            </a:r>
          </a:p>
          <a:p>
            <a:r>
              <a:t>            "prior_TC": 1448591.0,</a:t>
            </a:r>
          </a:p>
          <a:p>
            <a:r>
              <a:t>            "TC_yoy_pct": 22.749830697553698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"month": "2025-05",</a:t>
            </a:r>
          </a:p>
          <a:p>
            <a:r>
              <a:t>            "start": "2025-05-01",</a:t>
            </a:r>
          </a:p>
          <a:p>
            <a:r>
              <a:t>            "end": "2025-05-31",</a:t>
            </a:r>
          </a:p>
          <a:p>
            <a:r>
              <a:t>            "days": 31,</a:t>
            </a:r>
          </a:p>
          <a:p>
            <a:r>
              <a:t>            "prior_start": "2024-05-01",</a:t>
            </a:r>
          </a:p>
          <a:p>
            <a:r>
              <a:t>            "prior_end": "2024-05-31",</a:t>
            </a:r>
          </a:p>
          <a:p>
            <a:r>
              <a:t>            "prior_days": 31,</a:t>
            </a:r>
          </a:p>
          <a:p>
            <a:r>
              <a:t>            "sales_KRW": 46075914252.0,</a:t>
            </a:r>
          </a:p>
          <a:p>
            <a:r>
              <a:t>            "prior_sales_KRW": 34174504735.0,</a:t>
            </a:r>
          </a:p>
          <a:p>
            <a:r>
              <a:t>            "sales_yoy_pct": 34.82540452096474,</a:t>
            </a:r>
          </a:p>
          <a:p>
            <a:r>
              <a:t>            "TC": 1760240.0,</a:t>
            </a:r>
          </a:p>
          <a:p>
            <a:r>
              <a:t>            "prior_TC": 1427218.0,</a:t>
            </a:r>
          </a:p>
          <a:p>
            <a:r>
              <a:t>            "TC_yoy_pct": 23.3336462965013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"month": "2025-06",</a:t>
            </a:r>
          </a:p>
          <a:p>
            <a:r>
              <a:t>            "start": "2025-06-01",</a:t>
            </a:r>
          </a:p>
          <a:p>
            <a:r>
              <a:t>            "end": "2025-06-30",</a:t>
            </a:r>
          </a:p>
          <a:p>
            <a:r>
              <a:t>            "days": 30,</a:t>
            </a:r>
          </a:p>
          <a:p>
            <a:r>
              <a:t>            "prior_start": "2024-06-01",</a:t>
            </a:r>
          </a:p>
          <a:p>
            <a:r>
              <a:t>            "prior_end": "2024-06-30",</a:t>
            </a:r>
          </a:p>
          <a:p>
            <a:r>
              <a:t>            "prior_days": 30,</a:t>
            </a:r>
          </a:p>
          <a:p>
            <a:r>
              <a:t>            "sales_KRW": 43525187448.0,</a:t>
            </a:r>
          </a:p>
          <a:p>
            <a:r>
              <a:t>            "prior_sales_KRW": 34611586957.0,</a:t>
            </a:r>
          </a:p>
          <a:p>
            <a:r>
              <a:t>            "sales_yoy_pct": 25.75322680833412,</a:t>
            </a:r>
          </a:p>
          <a:p>
            <a:r>
              <a:t>            "TC": 1727230.0,</a:t>
            </a:r>
          </a:p>
          <a:p>
            <a:r>
              <a:t>            "prior_TC": 1476783.0,</a:t>
            </a:r>
          </a:p>
          <a:p>
            <a:r>
              <a:t>            "TC_yoy_pct": 16.958957409450125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"month": "2025-07",</a:t>
            </a:r>
          </a:p>
          <a:p>
            <a:r>
              <a:t>            "start": "2025-07-01",</a:t>
            </a:r>
          </a:p>
          <a:p>
            <a:r>
              <a:t>            "end": "2025-07-31",</a:t>
            </a:r>
          </a:p>
          <a:p>
            <a:r>
              <a:t>            "days": 31,</a:t>
            </a:r>
          </a:p>
          <a:p>
            <a:r>
              <a:t>            "prior_start": "2024-07-01",</a:t>
            </a:r>
          </a:p>
          <a:p>
            <a:r>
              <a:t>            "prior_end": "2024-07-31",</a:t>
            </a:r>
          </a:p>
          <a:p>
            <a:r>
              <a:t>            "prior_days": 31,</a:t>
            </a:r>
          </a:p>
          <a:p>
            <a:r>
              <a:t>            "sales_KRW": 45591185085.0,</a:t>
            </a:r>
          </a:p>
          <a:p>
            <a:r>
              <a:t>            "prior_sales_KRW": 38515183394.0,</a:t>
            </a:r>
          </a:p>
          <a:p>
            <a:r>
              <a:t>            "sales_yoy_pct": 18.371979742675503,</a:t>
            </a:r>
          </a:p>
          <a:p>
            <a:r>
              <a:t>            "TC": 1788656.0,</a:t>
            </a:r>
          </a:p>
          <a:p>
            <a:r>
              <a:t>            "prior_TC": 1608370.0,</a:t>
            </a:r>
          </a:p>
          <a:p>
            <a:r>
              <a:t>            "TC_yoy_pct": 11.20923668061453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"month": "2025-08",</a:t>
            </a:r>
          </a:p>
          <a:p>
            <a:r>
              <a:t>            "start": "2025-08-01",</a:t>
            </a:r>
          </a:p>
          <a:p>
            <a:r>
              <a:t>            "end": "2025-08-31",</a:t>
            </a:r>
          </a:p>
          <a:p>
            <a:r>
              <a:t>            "days": 31,</a:t>
            </a:r>
          </a:p>
          <a:p>
            <a:r>
              <a:t>            "prior_start": "2024-08-01",</a:t>
            </a:r>
          </a:p>
          <a:p>
            <a:r>
              <a:t>            "prior_end": "2024-08-31",</a:t>
            </a:r>
          </a:p>
          <a:p>
            <a:r>
              <a:t>            "prior_days": 31,</a:t>
            </a:r>
          </a:p>
          <a:p>
            <a:r>
              <a:t>            "sales_KRW": 44884777039.0,</a:t>
            </a:r>
          </a:p>
          <a:p>
            <a:r>
              <a:t>            "prior_sales_KRW": 38975468872.0,</a:t>
            </a:r>
          </a:p>
          <a:p>
            <a:r>
              <a:t>            "sales_yoy_pct": 15.161608924851834,</a:t>
            </a:r>
          </a:p>
          <a:p>
            <a:r>
              <a:t>            "TC": 1808685.0,</a:t>
            </a:r>
          </a:p>
          <a:p>
            <a:r>
              <a:t>            "prior_TC": 1649531.0,</a:t>
            </a:r>
          </a:p>
          <a:p>
            <a:r>
              <a:t>            "TC_yoy_pct": 9.64843946552081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"month": "2025-09",</a:t>
            </a:r>
          </a:p>
          <a:p>
            <a:r>
              <a:t>            "start": "2025-09-01",</a:t>
            </a:r>
          </a:p>
          <a:p>
            <a:r>
              <a:t>            "end": "2025-09-30",</a:t>
            </a:r>
          </a:p>
          <a:p>
            <a:r>
              <a:t>            "days": 30,</a:t>
            </a:r>
          </a:p>
          <a:p>
            <a:r>
              <a:t>            "prior_start": "2024-09-01",</a:t>
            </a:r>
          </a:p>
          <a:p>
            <a:r>
              <a:t>            "prior_end": "2024-09-30",</a:t>
            </a:r>
          </a:p>
          <a:p>
            <a:r>
              <a:t>            "prior_days": 30,</a:t>
            </a:r>
          </a:p>
          <a:p>
            <a:r>
              <a:t>            "sales_KRW": 45888961051.0,</a:t>
            </a:r>
          </a:p>
          <a:p>
            <a:r>
              <a:t>            "prior_sales_KRW": 39149188030.0,</a:t>
            </a:r>
          </a:p>
          <a:p>
            <a:r>
              <a:t>            "sales_yoy_pct": 17.215613810011376,</a:t>
            </a:r>
          </a:p>
          <a:p>
            <a:r>
              <a:t>            "TC": 1849681.0,</a:t>
            </a:r>
          </a:p>
          <a:p>
            <a:r>
              <a:t>            "prior_TC": 1608083.0,</a:t>
            </a:r>
          </a:p>
          <a:p>
            <a:r>
              <a:t>            "TC_yoy_pct": 15.023975752495367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"month": "2025-10",</a:t>
            </a:r>
          </a:p>
          <a:p>
            <a:r>
              <a:t>            "start": "2025-10-01",</a:t>
            </a:r>
          </a:p>
          <a:p>
            <a:r>
              <a:t>            "end": "2025-10-31",</a:t>
            </a:r>
          </a:p>
          <a:p>
            <a:r>
              <a:t>            "days": 31,</a:t>
            </a:r>
          </a:p>
          <a:p>
            <a:r>
              <a:t>            "prior_start": "2024-10-01",</a:t>
            </a:r>
          </a:p>
          <a:p>
            <a:r>
              <a:t>            "prior_end": "2024-10-31",</a:t>
            </a:r>
          </a:p>
          <a:p>
            <a:r>
              <a:t>            "prior_days": 31,</a:t>
            </a:r>
          </a:p>
          <a:p>
            <a:r>
              <a:t>            "sales_KRW": 42987144518.0,</a:t>
            </a:r>
          </a:p>
          <a:p>
            <a:r>
              <a:t>            "prior_sales_KRW": 35995103940.0,</a:t>
            </a:r>
          </a:p>
          <a:p>
            <a:r>
              <a:t>            "sales_yoy_pct": 19.424976768104308,</a:t>
            </a:r>
          </a:p>
          <a:p>
            <a:r>
              <a:t>            "TC": 1638879.0,</a:t>
            </a:r>
          </a:p>
          <a:p>
            <a:r>
              <a:t>            "prior_TC": 1456617.0,</a:t>
            </a:r>
          </a:p>
          <a:p>
            <a:r>
              <a:t>            "TC_yoy_pct": 12.51269208034782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"month": "2025-11",</a:t>
            </a:r>
          </a:p>
          <a:p>
            <a:r>
              <a:t>            "start": "2025-11-01",</a:t>
            </a:r>
          </a:p>
          <a:p>
            <a:r>
              <a:t>            "end": "2025-11-30",</a:t>
            </a:r>
          </a:p>
          <a:p>
            <a:r>
              <a:t>            "days": 30,</a:t>
            </a:r>
          </a:p>
          <a:p>
            <a:r>
              <a:t>            "prior_start": "2024-11-01",</a:t>
            </a:r>
          </a:p>
          <a:p>
            <a:r>
              <a:t>            "prior_end": "2024-11-30",</a:t>
            </a:r>
          </a:p>
          <a:p>
            <a:r>
              <a:t>            "prior_days": 30,</a:t>
            </a:r>
          </a:p>
          <a:p>
            <a:r>
              <a:t>            "sales_KRW": 46219700749.0,</a:t>
            </a:r>
          </a:p>
          <a:p>
            <a:r>
              <a:t>            "prior_sales_KRW": 36382044006.0,</a:t>
            </a:r>
          </a:p>
          <a:p>
            <a:r>
              <a:t>            "sales_yoy_pct": 27.039868187113413,</a:t>
            </a:r>
          </a:p>
          <a:p>
            <a:r>
              <a:t>            "TC": 1759455.0,</a:t>
            </a:r>
          </a:p>
          <a:p>
            <a:r>
              <a:t>            "prior_TC": 1435363.0,</a:t>
            </a:r>
          </a:p>
          <a:p>
            <a:r>
              <a:t>            "TC_yoy_pct": 22.579096716301027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"month": "2025-12",</a:t>
            </a:r>
          </a:p>
          <a:p>
            <a:r>
              <a:t>            "start": "2025-12-01",</a:t>
            </a:r>
          </a:p>
          <a:p>
            <a:r>
              <a:t>            "end": "2025-12-31",</a:t>
            </a:r>
          </a:p>
          <a:p>
            <a:r>
              <a:t>            "days": 31,</a:t>
            </a:r>
          </a:p>
          <a:p>
            <a:r>
              <a:t>            "prior_start": "2024-12-01",</a:t>
            </a:r>
          </a:p>
          <a:p>
            <a:r>
              <a:t>            "prior_end": "2024-12-31",</a:t>
            </a:r>
          </a:p>
          <a:p>
            <a:r>
              <a:t>            "prior_days": 31,</a:t>
            </a:r>
          </a:p>
          <a:p>
            <a:r>
              <a:t>            "sales_KRW": 54404338369.0,</a:t>
            </a:r>
          </a:p>
          <a:p>
            <a:r>
              <a:t>            "prior_sales_KRW": 42966794085.0,</a:t>
            </a:r>
          </a:p>
          <a:p>
            <a:r>
              <a:t>            "sales_yoy_pct": 26.619496584672863,</a:t>
            </a:r>
          </a:p>
          <a:p>
            <a:r>
              <a:t>            "TC": 2074505.0,</a:t>
            </a:r>
          </a:p>
          <a:p>
            <a:r>
              <a:t>            "prior_TC": 1663172.0,</a:t>
            </a:r>
          </a:p>
          <a:p>
            <a:r>
              <a:t>            "TC_yoy_pct": 24.73183771732568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"month": "2026-01",</a:t>
            </a:r>
          </a:p>
          <a:p>
            <a:r>
              <a:t>            "start": "2026-01-01",</a:t>
            </a:r>
          </a:p>
          <a:p>
            <a:r>
              <a:t>            "end": "2026-01-31",</a:t>
            </a:r>
          </a:p>
          <a:p>
            <a:r>
              <a:t>            "days": 31,</a:t>
            </a:r>
          </a:p>
          <a:p>
            <a:r>
              <a:t>            "prior_start": "2025-01-01",</a:t>
            </a:r>
          </a:p>
          <a:p>
            <a:r>
              <a:t>            "prior_end": "2025-01-31",</a:t>
            </a:r>
          </a:p>
          <a:p>
            <a:r>
              <a:t>            "prior_days": 31,</a:t>
            </a:r>
          </a:p>
          <a:p>
            <a:r>
              <a:t>            "sales_KRW": 49083210852.0,</a:t>
            </a:r>
          </a:p>
          <a:p>
            <a:r>
              <a:t>            "prior_sales_KRW": 44200863547.0,</a:t>
            </a:r>
          </a:p>
          <a:p>
            <a:r>
              <a:t>            "sales_yoy_pct": 11.045818821635622,</a:t>
            </a:r>
          </a:p>
          <a:p>
            <a:r>
              <a:t>            "TC": 1931322.0,</a:t>
            </a:r>
          </a:p>
          <a:p>
            <a:r>
              <a:t>            "prior_TC": 1790588.0,</a:t>
            </a:r>
          </a:p>
          <a:p>
            <a:r>
              <a:t>            "TC_yoy_pct": 7.859652806787487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"month": "2026-02",</a:t>
            </a:r>
          </a:p>
          <a:p>
            <a:r>
              <a:t>            "start": "2026-02-01",</a:t>
            </a:r>
          </a:p>
          <a:p>
            <a:r>
              <a:t>            "end": "2026-02-28",</a:t>
            </a:r>
          </a:p>
          <a:p>
            <a:r>
              <a:t>            "days": 28,</a:t>
            </a:r>
          </a:p>
          <a:p>
            <a:r>
              <a:t>            "prior_start": "2025-02-01",</a:t>
            </a:r>
          </a:p>
          <a:p>
            <a:r>
              <a:t>            "prior_end": "2025-02-28",</a:t>
            </a:r>
          </a:p>
          <a:p>
            <a:r>
              <a:t>            "prior_days": 28,</a:t>
            </a:r>
          </a:p>
          <a:p>
            <a:r>
              <a:t>            "sales_KRW": 44623466823.0,</a:t>
            </a:r>
          </a:p>
          <a:p>
            <a:r>
              <a:t>            "prior_sales_KRW": 45543914970.0,</a:t>
            </a:r>
          </a:p>
          <a:p>
            <a:r>
              <a:t>            "sales_yoy_pct": -2.0210123517187872,</a:t>
            </a:r>
          </a:p>
          <a:p>
            <a:r>
              <a:t>            "TC": 1780359.0,</a:t>
            </a:r>
          </a:p>
          <a:p>
            <a:r>
              <a:t>            "prior_TC": 1848562.0,</a:t>
            </a:r>
          </a:p>
          <a:p>
            <a:r>
              <a:t>            "TC_yoy_pct": -3.689516499852319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"month": "2026-03",</a:t>
            </a:r>
          </a:p>
          <a:p>
            <a:r>
              <a:t>            "start": "2026-03-01",</a:t>
            </a:r>
          </a:p>
          <a:p>
            <a:r>
              <a:t>            "end": "2026-03-31",</a:t>
            </a:r>
          </a:p>
          <a:p>
            <a:r>
              <a:t>            "days": 31,</a:t>
            </a:r>
          </a:p>
          <a:p>
            <a:r>
              <a:t>            "prior_start": "2025-03-01",</a:t>
            </a:r>
          </a:p>
          <a:p>
            <a:r>
              <a:t>            "prior_end": "2025-03-31",</a:t>
            </a:r>
          </a:p>
          <a:p>
            <a:r>
              <a:t>            "prior_days": 31,</a:t>
            </a:r>
          </a:p>
          <a:p>
            <a:r>
              <a:t>            "sales_KRW": 58125443655.0,</a:t>
            </a:r>
          </a:p>
          <a:p>
            <a:r>
              <a:t>            "prior_sales_KRW": 48586859067.0,</a:t>
            </a:r>
          </a:p>
          <a:p>
            <a:r>
              <a:t>            "sales_yoy_pct": 19.632025554165878,</a:t>
            </a:r>
          </a:p>
          <a:p>
            <a:r>
              <a:t>            "TC": 2291785.0,</a:t>
            </a:r>
          </a:p>
          <a:p>
            <a:r>
              <a:t>            "prior_TC": 1929421.0,</a:t>
            </a:r>
          </a:p>
          <a:p>
            <a:r>
              <a:t>            "TC_yoy_pct": 18.78097107888843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"month": "2026-04",</a:t>
            </a:r>
          </a:p>
          <a:p>
            <a:r>
              <a:t>            "start": "2026-04-01",</a:t>
            </a:r>
          </a:p>
          <a:p>
            <a:r>
              <a:t>            "end": "2026-04-30",</a:t>
            </a:r>
          </a:p>
          <a:p>
            <a:r>
              <a:t>            "days": 30,</a:t>
            </a:r>
          </a:p>
          <a:p>
            <a:r>
              <a:t>            "prior_start": "2025-04-01",</a:t>
            </a:r>
          </a:p>
          <a:p>
            <a:r>
              <a:t>            "prior_end": "2025-04-30",</a:t>
            </a:r>
          </a:p>
          <a:p>
            <a:r>
              <a:t>            "prior_days": 30,</a:t>
            </a:r>
          </a:p>
          <a:p>
            <a:r>
              <a:t>            "sales_KRW": 51409306792.0,</a:t>
            </a:r>
          </a:p>
          <a:p>
            <a:r>
              <a:t>            "prior_sales_KRW": 45632111922.0,</a:t>
            </a:r>
          </a:p>
          <a:p>
            <a:r>
              <a:t>            "sales_yoy_pct": 12.660371450427466,</a:t>
            </a:r>
          </a:p>
          <a:p>
            <a:r>
              <a:t>            "TC": 2003327.0,</a:t>
            </a:r>
          </a:p>
          <a:p>
            <a:r>
              <a:t>            "prior_TC": 1778143.0,</a:t>
            </a:r>
          </a:p>
          <a:p>
            <a:r>
              <a:t>            "TC_yoy_pct": 12.663998339841065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"month": "2026-05",</a:t>
            </a:r>
          </a:p>
          <a:p>
            <a:r>
              <a:t>            "start": "2026-05-01",</a:t>
            </a:r>
          </a:p>
          <a:p>
            <a:r>
              <a:t>            "end": "2026-05-31",</a:t>
            </a:r>
          </a:p>
          <a:p>
            <a:r>
              <a:t>            "days": 31,</a:t>
            </a:r>
          </a:p>
          <a:p>
            <a:r>
              <a:t>            "prior_start": "2025-05-01",</a:t>
            </a:r>
          </a:p>
          <a:p>
            <a:r>
              <a:t>            "prior_end": "2025-05-31",</a:t>
            </a:r>
          </a:p>
          <a:p>
            <a:r>
              <a:t>            "prior_days": 31,</a:t>
            </a:r>
          </a:p>
          <a:p>
            <a:r>
              <a:t>            "sales_KRW": 50190215884.0,</a:t>
            </a:r>
          </a:p>
          <a:p>
            <a:r>
              <a:t>            "prior_sales_KRW": 46075914252.0,</a:t>
            </a:r>
          </a:p>
          <a:p>
            <a:r>
              <a:t>            "sales_yoy_pct": 8.929397709827125,</a:t>
            </a:r>
          </a:p>
          <a:p>
            <a:r>
              <a:t>            "TC": 1926858.0,</a:t>
            </a:r>
          </a:p>
          <a:p>
            <a:r>
              <a:t>            "prior_TC": 1760240.0,</a:t>
            </a:r>
          </a:p>
          <a:p>
            <a:r>
              <a:t>            "TC_yoy_pct": 9.46564104894787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"month": "2026-06",</a:t>
            </a:r>
          </a:p>
          <a:p>
            <a:r>
              <a:t>            "start": "2026-06-01",</a:t>
            </a:r>
          </a:p>
          <a:p>
            <a:r>
              <a:t>            "end": "2026-06-30",</a:t>
            </a:r>
          </a:p>
          <a:p>
            <a:r>
              <a:t>            "days": 30,</a:t>
            </a:r>
          </a:p>
          <a:p>
            <a:r>
              <a:t>            "prior_start": "2025-06-01",</a:t>
            </a:r>
          </a:p>
          <a:p>
            <a:r>
              <a:t>            "prior_end": "2025-06-30",</a:t>
            </a:r>
          </a:p>
          <a:p>
            <a:r>
              <a:t>            "prior_days": 30,</a:t>
            </a:r>
          </a:p>
          <a:p>
            <a:r>
              <a:t>            "sales_KRW": 51009016155.0,</a:t>
            </a:r>
          </a:p>
          <a:p>
            <a:r>
              <a:t>            "prior_sales_KRW": 43525187448.0,</a:t>
            </a:r>
          </a:p>
          <a:p>
            <a:r>
              <a:t>            "sales_yoy_pct": 17.194248079783712,</a:t>
            </a:r>
          </a:p>
          <a:p>
            <a:r>
              <a:t>            "TC": 1961586.0,</a:t>
            </a:r>
          </a:p>
          <a:p>
            <a:r>
              <a:t>            "prior_TC": 1727230.0,</a:t>
            </a:r>
          </a:p>
          <a:p>
            <a:r>
              <a:t>            "TC_yoy_pct": 13.56831458462393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"month": "2026-07",</a:t>
            </a:r>
          </a:p>
          <a:p>
            <a:r>
              <a:t>            "start": "2026-07-01",</a:t>
            </a:r>
          </a:p>
          <a:p>
            <a:r>
              <a:t>            "end": "2026-07-31",</a:t>
            </a:r>
          </a:p>
          <a:p>
            <a:r>
              <a:t>            "days": 31,</a:t>
            </a:r>
          </a:p>
          <a:p>
            <a:r>
              <a:t>            "prior_start": "2025-07-01",</a:t>
            </a:r>
          </a:p>
          <a:p>
            <a:r>
              <a:t>            "prior_end": "2025-07-31",</a:t>
            </a:r>
          </a:p>
          <a:p>
            <a:r>
              <a:t>            "prior_days": 31,</a:t>
            </a:r>
          </a:p>
          <a:p>
            <a:r>
              <a:t>            "sales_KRW": 48591901591.0,</a:t>
            </a:r>
          </a:p>
          <a:p>
            <a:r>
              <a:t>            "prior_sales_KRW": 45591185085.0,</a:t>
            </a:r>
          </a:p>
          <a:p>
            <a:r>
              <a:t>            "sales_yoy_pct": 6.581790976491342,</a:t>
            </a:r>
          </a:p>
          <a:p>
            <a:r>
              <a:t>            "TC": 1900211.0,</a:t>
            </a:r>
          </a:p>
          <a:p>
            <a:r>
              <a:t>            "prior_TC": 1788656.0,</a:t>
            </a:r>
          </a:p>
          <a:p>
            <a:r>
              <a:t>            "TC_yoy_pct": 6.236805735703221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"month": "2026-08",</a:t>
            </a:r>
          </a:p>
          <a:p>
            <a:r>
              <a:t>            "start": "2026-08-01",</a:t>
            </a:r>
          </a:p>
          <a:p>
            <a:r>
              <a:t>            "end": "2026-08-31",</a:t>
            </a:r>
          </a:p>
          <a:p>
            <a:r>
              <a:t>            "days": 31,</a:t>
            </a:r>
          </a:p>
          <a:p>
            <a:r>
              <a:t>            "prior_start": "2025-08-01",</a:t>
            </a:r>
          </a:p>
          <a:p>
            <a:r>
              <a:t>            "prior_end": "2025-08-31",</a:t>
            </a:r>
          </a:p>
          <a:p>
            <a:r>
              <a:t>            "prior_days": 31,</a:t>
            </a:r>
          </a:p>
          <a:p>
            <a:r>
              <a:t>            "sales_KRW": 46666082880.0,</a:t>
            </a:r>
          </a:p>
          <a:p>
            <a:r>
              <a:t>            "prior_sales_KRW": 44884777039.0,</a:t>
            </a:r>
          </a:p>
          <a:p>
            <a:r>
              <a:t>            "sales_yoy_pct": 3.9686191143430083,</a:t>
            </a:r>
          </a:p>
          <a:p>
            <a:r>
              <a:t>            "TC": 1821078.0,</a:t>
            </a:r>
          </a:p>
          <a:p>
            <a:r>
              <a:t>            "prior_TC": 1808685.0,</a:t>
            </a:r>
          </a:p>
          <a:p>
            <a:r>
              <a:t>            "TC_yoy_pct": 0.6851939392431561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"month": "2026-09",</a:t>
            </a:r>
          </a:p>
          <a:p>
            <a:r>
              <a:t>            "start": "2026-09-01",</a:t>
            </a:r>
          </a:p>
          <a:p>
            <a:r>
              <a:t>            "end": "2026-09-30",</a:t>
            </a:r>
          </a:p>
          <a:p>
            <a:r>
              <a:t>            "days": 30,</a:t>
            </a:r>
          </a:p>
          <a:p>
            <a:r>
              <a:t>            "prior_start": "2025-09-01",</a:t>
            </a:r>
          </a:p>
          <a:p>
            <a:r>
              <a:t>            "prior_end": "2025-09-30",</a:t>
            </a:r>
          </a:p>
          <a:p>
            <a:r>
              <a:t>            "prior_days": 30,</a:t>
            </a:r>
          </a:p>
          <a:p>
            <a:r>
              <a:t>            "sales_KRW": 48289029778.0,</a:t>
            </a:r>
          </a:p>
          <a:p>
            <a:r>
              <a:t>            "prior_sales_KRW": 45888961051.0,</a:t>
            </a:r>
          </a:p>
          <a:p>
            <a:r>
              <a:t>            "sales_yoy_pct": 5.230165756711336,</a:t>
            </a:r>
          </a:p>
          <a:p>
            <a:r>
              <a:t>            "TC": 1824554.0,</a:t>
            </a:r>
          </a:p>
          <a:p>
            <a:r>
              <a:t>            "prior_TC": 1849681.0,</a:t>
            </a:r>
          </a:p>
          <a:p>
            <a:r>
              <a:t>            "TC_yoy_pct": -1.358450457132876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"month": "2026-10",</a:t>
            </a:r>
          </a:p>
          <a:p>
            <a:r>
              <a:t>            "start": "2026-10-01",</a:t>
            </a:r>
          </a:p>
          <a:p>
            <a:r>
              <a:t>            "end": "2026-10-19",</a:t>
            </a:r>
          </a:p>
          <a:p>
            <a:r>
              <a:t>            "days": 19,</a:t>
            </a:r>
          </a:p>
          <a:p>
            <a:r>
              <a:t>            "prior_start": "2025-10-01",</a:t>
            </a:r>
          </a:p>
          <a:p>
            <a:r>
              <a:t>            "prior_end": "2025-10-19",</a:t>
            </a:r>
          </a:p>
          <a:p>
            <a:r>
              <a:t>            "prior_days": 19,</a:t>
            </a:r>
          </a:p>
          <a:p>
            <a:r>
              <a:t>            "sales_KRW": 30820495105.0,</a:t>
            </a:r>
          </a:p>
          <a:p>
            <a:r>
              <a:t>            "prior_sales_KRW": 21859587577.0,</a:t>
            </a:r>
          </a:p>
          <a:p>
            <a:r>
              <a:t>            "sales_yoy_pct": 40.993031073598104,</a:t>
            </a:r>
          </a:p>
          <a:p>
            <a:r>
              <a:t>            "TC": 1215630.0,</a:t>
            </a:r>
          </a:p>
          <a:p>
            <a:r>
              <a:t>            "prior_TC": 825107.0,</a:t>
            </a:r>
          </a:p>
          <a:p>
            <a:r>
              <a:t>            "TC_yoy_pct": 47.329982656794826</a:t>
            </a:r>
          </a:p>
          <a:p>
            <a:r>
              <a:t>          }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"channel": "내점",</a:t>
            </a:r>
          </a:p>
          <a:p>
            <a:r>
              <a:t>        "amount_field": "instore_sales_VATincluded",</a:t>
            </a:r>
          </a:p>
          <a:p>
            <a:r>
              <a:t>        "count_field": "instore_TC",</a:t>
            </a:r>
          </a:p>
          <a:p>
            <a:r>
              <a:t>        "points": [</a:t>
            </a:r>
          </a:p>
          <a:p>
            <a:r>
              <a:t>          {</a:t>
            </a:r>
          </a:p>
          <a:p>
            <a:r>
              <a:t>            "month": "2025-01",</a:t>
            </a:r>
          </a:p>
          <a:p>
            <a:r>
              <a:t>            "start": "2025-01-01",</a:t>
            </a:r>
          </a:p>
          <a:p>
            <a:r>
              <a:t>            "end": "2025-01-31",</a:t>
            </a:r>
          </a:p>
          <a:p>
            <a:r>
              <a:t>            "days": 31,</a:t>
            </a:r>
          </a:p>
          <a:p>
            <a:r>
              <a:t>            "prior_start": "2024-01-01",</a:t>
            </a:r>
          </a:p>
          <a:p>
            <a:r>
              <a:t>            "prior_end": "2024-01-31",</a:t>
            </a:r>
          </a:p>
          <a:p>
            <a:r>
              <a:t>            "prior_days": 31,</a:t>
            </a:r>
          </a:p>
          <a:p>
            <a:r>
              <a:t>            "sales_KRW": 14251949240.0,</a:t>
            </a:r>
          </a:p>
          <a:p>
            <a:r>
              <a:t>            "prior_sales_KRW": 13936563607.0,</a:t>
            </a:r>
          </a:p>
          <a:p>
            <a:r>
              <a:t>            "sales_yoy_pct": 2.263008600208938,</a:t>
            </a:r>
          </a:p>
          <a:p>
            <a:r>
              <a:t>            "TC": 1221689.0,</a:t>
            </a:r>
          </a:p>
          <a:p>
            <a:r>
              <a:t>            "prior_TC": 1313289.0,</a:t>
            </a:r>
          </a:p>
          <a:p>
            <a:r>
              <a:t>            "TC_yoy_pct": -6.974854734944103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"month": "2025-02",</a:t>
            </a:r>
          </a:p>
          <a:p>
            <a:r>
              <a:t>            "start": "2025-02-01",</a:t>
            </a:r>
          </a:p>
          <a:p>
            <a:r>
              <a:t>            "end": "2025-02-28",</a:t>
            </a:r>
          </a:p>
          <a:p>
            <a:r>
              <a:t>            "days": 28,</a:t>
            </a:r>
          </a:p>
          <a:p>
            <a:r>
              <a:t>            "prior_start": "2024-02-01",</a:t>
            </a:r>
          </a:p>
          <a:p>
            <a:r>
              <a:t>            "prior_end": "2024-02-29",</a:t>
            </a:r>
          </a:p>
          <a:p>
            <a:r>
              <a:t>            "prior_days": 29,</a:t>
            </a:r>
          </a:p>
          <a:p>
            <a:r>
              <a:t>            "sales_KRW": 14593982835.0,</a:t>
            </a:r>
          </a:p>
          <a:p>
            <a:r>
              <a:t>            "prior_sales_KRW": 13529785289.0,</a:t>
            </a:r>
          </a:p>
          <a:p>
            <a:r>
              <a:t>            "sales_yoy_pct": 7.86559079296858,</a:t>
            </a:r>
          </a:p>
          <a:p>
            <a:r>
              <a:t>            "TC": 1242901.0,</a:t>
            </a:r>
          </a:p>
          <a:p>
            <a:r>
              <a:t>            "prior_TC": 1227081.0,</a:t>
            </a:r>
          </a:p>
          <a:p>
            <a:r>
              <a:t>            "TC_yoy_pct": 1.289238444731855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"month": "2025-03",</a:t>
            </a:r>
          </a:p>
          <a:p>
            <a:r>
              <a:t>            "start": "2025-03-01",</a:t>
            </a:r>
          </a:p>
          <a:p>
            <a:r>
              <a:t>            "end": "2025-03-31",</a:t>
            </a:r>
          </a:p>
          <a:p>
            <a:r>
              <a:t>            "days": 31,</a:t>
            </a:r>
          </a:p>
          <a:p>
            <a:r>
              <a:t>            "prior_start": "2024-03-01",</a:t>
            </a:r>
          </a:p>
          <a:p>
            <a:r>
              <a:t>            "prior_end": "2024-03-31",</a:t>
            </a:r>
          </a:p>
          <a:p>
            <a:r>
              <a:t>            "prior_days": 31,</a:t>
            </a:r>
          </a:p>
          <a:p>
            <a:r>
              <a:t>            "sales_KRW": 18543085055.0,</a:t>
            </a:r>
          </a:p>
          <a:p>
            <a:r>
              <a:t>            "prior_sales_KRW": 16864364410.0,</a:t>
            </a:r>
          </a:p>
          <a:p>
            <a:r>
              <a:t>            "sales_yoy_pct": 9.954247928872872,</a:t>
            </a:r>
          </a:p>
          <a:p>
            <a:r>
              <a:t>            "TC": 1580329.0,</a:t>
            </a:r>
          </a:p>
          <a:p>
            <a:r>
              <a:t>            "prior_TC": 1575614.0,</a:t>
            </a:r>
          </a:p>
          <a:p>
            <a:r>
              <a:t>            "TC_yoy_pct": 0.29924841998103524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"month": "2025-04",</a:t>
            </a:r>
          </a:p>
          <a:p>
            <a:r>
              <a:t>            "start": "2025-04-01",</a:t>
            </a:r>
          </a:p>
          <a:p>
            <a:r>
              <a:t>            "end": "2025-04-30",</a:t>
            </a:r>
          </a:p>
          <a:p>
            <a:r>
              <a:t>            "days": 30,</a:t>
            </a:r>
          </a:p>
          <a:p>
            <a:r>
              <a:t>            "prior_start": "2024-04-01",</a:t>
            </a:r>
          </a:p>
          <a:p>
            <a:r>
              <a:t>            "prior_end": "2024-04-30",</a:t>
            </a:r>
          </a:p>
          <a:p>
            <a:r>
              <a:t>            "prior_days": 30,</a:t>
            </a:r>
          </a:p>
          <a:p>
            <a:r>
              <a:t>            "sales_KRW": 19038053951.0,</a:t>
            </a:r>
          </a:p>
          <a:p>
            <a:r>
              <a:t>            "prior_sales_KRW": 18630341309.85,</a:t>
            </a:r>
          </a:p>
          <a:p>
            <a:r>
              <a:t>            "sales_yoy_pct": 2.1884335577601055,</a:t>
            </a:r>
          </a:p>
          <a:p>
            <a:r>
              <a:t>            "TC": 1598644.0,</a:t>
            </a:r>
          </a:p>
          <a:p>
            <a:r>
              <a:t>            "prior_TC": 1723368.0,</a:t>
            </a:r>
          </a:p>
          <a:p>
            <a:r>
              <a:t>            "TC_yoy_pct": -7.237223854684549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"month": "2025-05",</a:t>
            </a:r>
          </a:p>
          <a:p>
            <a:r>
              <a:t>            "start": "2025-05-01",</a:t>
            </a:r>
          </a:p>
          <a:p>
            <a:r>
              <a:t>            "end": "2025-05-31",</a:t>
            </a:r>
          </a:p>
          <a:p>
            <a:r>
              <a:t>            "days": 31,</a:t>
            </a:r>
          </a:p>
          <a:p>
            <a:r>
              <a:t>            "prior_start": "2024-05-01",</a:t>
            </a:r>
          </a:p>
          <a:p>
            <a:r>
              <a:t>            "prior_end": "2024-05-31",</a:t>
            </a:r>
          </a:p>
          <a:p>
            <a:r>
              <a:t>            "prior_days": 31,</a:t>
            </a:r>
          </a:p>
          <a:p>
            <a:r>
              <a:t>            "sales_KRW": 18513796070.0,</a:t>
            </a:r>
          </a:p>
          <a:p>
            <a:r>
              <a:t>            "prior_sales_KRW": 18005978269.95,</a:t>
            </a:r>
          </a:p>
          <a:p>
            <a:r>
              <a:t>            "sales_yoy_pct": 2.820273313877597,</a:t>
            </a:r>
          </a:p>
          <a:p>
            <a:r>
              <a:t>            "TC": 1502977.0,</a:t>
            </a:r>
          </a:p>
          <a:p>
            <a:r>
              <a:t>            "prior_TC": 1618111.0,</a:t>
            </a:r>
          </a:p>
          <a:p>
            <a:r>
              <a:t>            "TC_yoy_pct": -7.11533386770129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"month": "2025-06",</a:t>
            </a:r>
          </a:p>
          <a:p>
            <a:r>
              <a:t>            "start": "2025-06-01",</a:t>
            </a:r>
          </a:p>
          <a:p>
            <a:r>
              <a:t>            "end": "2025-06-30",</a:t>
            </a:r>
          </a:p>
          <a:p>
            <a:r>
              <a:t>            "days": 30,</a:t>
            </a:r>
          </a:p>
          <a:p>
            <a:r>
              <a:t>            "prior_start": "2024-06-01",</a:t>
            </a:r>
          </a:p>
          <a:p>
            <a:r>
              <a:t>            "prior_end": "2024-06-30",</a:t>
            </a:r>
          </a:p>
          <a:p>
            <a:r>
              <a:t>            "prior_days": 30,</a:t>
            </a:r>
          </a:p>
          <a:p>
            <a:r>
              <a:t>            "sales_KRW": 17033540419.0,</a:t>
            </a:r>
          </a:p>
          <a:p>
            <a:r>
              <a:t>            "prior_sales_KRW": 17094615250.0,</a:t>
            </a:r>
          </a:p>
          <a:p>
            <a:r>
              <a:t>            "sales_yoy_pct": -0.3572752595294548,</a:t>
            </a:r>
          </a:p>
          <a:p>
            <a:r>
              <a:t>            "TC": 1450620.0,</a:t>
            </a:r>
          </a:p>
          <a:p>
            <a:r>
              <a:t>            "prior_TC": 1570423.0,</a:t>
            </a:r>
          </a:p>
          <a:p>
            <a:r>
              <a:t>            "TC_yoy_pct": -7.628708952938156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"month": "2025-07",</a:t>
            </a:r>
          </a:p>
          <a:p>
            <a:r>
              <a:t>            "start": "2025-07-01",</a:t>
            </a:r>
          </a:p>
          <a:p>
            <a:r>
              <a:t>            "end": "2025-07-31",</a:t>
            </a:r>
          </a:p>
          <a:p>
            <a:r>
              <a:t>            "days": 31,</a:t>
            </a:r>
          </a:p>
          <a:p>
            <a:r>
              <a:t>            "prior_start": "2024-07-01",</a:t>
            </a:r>
          </a:p>
          <a:p>
            <a:r>
              <a:t>            "prior_end": "2024-07-31",</a:t>
            </a:r>
          </a:p>
          <a:p>
            <a:r>
              <a:t>            "prior_days": 31,</a:t>
            </a:r>
          </a:p>
          <a:p>
            <a:r>
              <a:t>            "sales_KRW": 16598388032.0,</a:t>
            </a:r>
          </a:p>
          <a:p>
            <a:r>
              <a:t>            "prior_sales_KRW": 15963977810.0,</a:t>
            </a:r>
          </a:p>
          <a:p>
            <a:r>
              <a:t>            "sales_yoy_pct": 3.9740109235343546,</a:t>
            </a:r>
          </a:p>
          <a:p>
            <a:r>
              <a:t>            "TC": 1388269.0,</a:t>
            </a:r>
          </a:p>
          <a:p>
            <a:r>
              <a:t>            "prior_TC": 1452853.0,</a:t>
            </a:r>
          </a:p>
          <a:p>
            <a:r>
              <a:t>            "TC_yoy_pct": -4.445322410457219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"month": "2025-08",</a:t>
            </a:r>
          </a:p>
          <a:p>
            <a:r>
              <a:t>            "start": "2025-08-01",</a:t>
            </a:r>
          </a:p>
          <a:p>
            <a:r>
              <a:t>            "end": "2025-08-31",</a:t>
            </a:r>
          </a:p>
          <a:p>
            <a:r>
              <a:t>            "days": 31,</a:t>
            </a:r>
          </a:p>
          <a:p>
            <a:r>
              <a:t>            "prior_start": "2024-08-01",</a:t>
            </a:r>
          </a:p>
          <a:p>
            <a:r>
              <a:t>            "prior_end": "2024-08-31",</a:t>
            </a:r>
          </a:p>
          <a:p>
            <a:r>
              <a:t>            "prior_days": 31,</a:t>
            </a:r>
          </a:p>
          <a:p>
            <a:r>
              <a:t>            "sales_KRW": 16194445974.0,</a:t>
            </a:r>
          </a:p>
          <a:p>
            <a:r>
              <a:t>            "prior_sales_KRW": 15781464946.0,</a:t>
            </a:r>
          </a:p>
          <a:p>
            <a:r>
              <a:t>            "sales_yoy_pct": 2.616873841643419,</a:t>
            </a:r>
          </a:p>
          <a:p>
            <a:r>
              <a:t>            "TC": 1359061.0,</a:t>
            </a:r>
          </a:p>
          <a:p>
            <a:r>
              <a:t>            "prior_TC": 1442800.0,</a:t>
            </a:r>
          </a:p>
          <a:p>
            <a:r>
              <a:t>            "TC_yoy_pct": -5.803922927640704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"month": "2025-09",</a:t>
            </a:r>
          </a:p>
          <a:p>
            <a:r>
              <a:t>            "start": "2025-09-01",</a:t>
            </a:r>
          </a:p>
          <a:p>
            <a:r>
              <a:t>            "end": "2025-09-30",</a:t>
            </a:r>
          </a:p>
          <a:p>
            <a:r>
              <a:t>            "days": 30,</a:t>
            </a:r>
          </a:p>
          <a:p>
            <a:r>
              <a:t>            "prior_start": "2024-09-01",</a:t>
            </a:r>
          </a:p>
          <a:p>
            <a:r>
              <a:t>            "prior_end": "2024-09-30",</a:t>
            </a:r>
          </a:p>
          <a:p>
            <a:r>
              <a:t>            "prior_days": 30,</a:t>
            </a:r>
          </a:p>
          <a:p>
            <a:r>
              <a:t>            "sales_KRW": 18184547318.0,</a:t>
            </a:r>
          </a:p>
          <a:p>
            <a:r>
              <a:t>            "prior_sales_KRW": 17345733427.0,</a:t>
            </a:r>
          </a:p>
          <a:p>
            <a:r>
              <a:t>            "sales_yoy_pct": 4.83585138979663,</a:t>
            </a:r>
          </a:p>
          <a:p>
            <a:r>
              <a:t>            "TC": 1519628.0,</a:t>
            </a:r>
          </a:p>
          <a:p>
            <a:r>
              <a:t>            "prior_TC": 1550810.0,</a:t>
            </a:r>
          </a:p>
          <a:p>
            <a:r>
              <a:t>            "TC_yoy_pct": -2.0106911871860533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"month": "2025-10",</a:t>
            </a:r>
          </a:p>
          <a:p>
            <a:r>
              <a:t>            "start": "2025-10-01",</a:t>
            </a:r>
          </a:p>
          <a:p>
            <a:r>
              <a:t>            "end": "2025-10-31",</a:t>
            </a:r>
          </a:p>
          <a:p>
            <a:r>
              <a:t>            "days": 31,</a:t>
            </a:r>
          </a:p>
          <a:p>
            <a:r>
              <a:t>            "prior_start": "2024-10-01",</a:t>
            </a:r>
          </a:p>
          <a:p>
            <a:r>
              <a:t>            "prior_end": "2024-10-31",</a:t>
            </a:r>
          </a:p>
          <a:p>
            <a:r>
              <a:t>            "prior_days": 31,</a:t>
            </a:r>
          </a:p>
          <a:p>
            <a:r>
              <a:t>            "sales_KRW": 18956213412.0,</a:t>
            </a:r>
          </a:p>
          <a:p>
            <a:r>
              <a:t>            "prior_sales_KRW": 18616932000.0,</a:t>
            </a:r>
          </a:p>
          <a:p>
            <a:r>
              <a:t>            "sales_yoy_pct": 1.8224346095264243,</a:t>
            </a:r>
          </a:p>
          <a:p>
            <a:r>
              <a:t>            "TC": 1529188.0,</a:t>
            </a:r>
          </a:p>
          <a:p>
            <a:r>
              <a:t>            "prior_TC": 1655581.0,</a:t>
            </a:r>
          </a:p>
          <a:p>
            <a:r>
              <a:t>            "TC_yoy_pct": -7.634359176627415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"month": "2025-11",</a:t>
            </a:r>
          </a:p>
          <a:p>
            <a:r>
              <a:t>            "start": "2025-11-01",</a:t>
            </a:r>
          </a:p>
          <a:p>
            <a:r>
              <a:t>            "end": "2025-11-30",</a:t>
            </a:r>
          </a:p>
          <a:p>
            <a:r>
              <a:t>            "days": 30,</a:t>
            </a:r>
          </a:p>
          <a:p>
            <a:r>
              <a:t>            "prior_start": "2024-11-01",</a:t>
            </a:r>
          </a:p>
          <a:p>
            <a:r>
              <a:t>            "prior_end": "2024-11-30",</a:t>
            </a:r>
          </a:p>
          <a:p>
            <a:r>
              <a:t>            "prior_days": 30,</a:t>
            </a:r>
          </a:p>
          <a:p>
            <a:r>
              <a:t>            "sales_KRW": 18249408099.0,</a:t>
            </a:r>
          </a:p>
          <a:p>
            <a:r>
              <a:t>            "prior_sales_KRW": 17387392390.0,</a:t>
            </a:r>
          </a:p>
          <a:p>
            <a:r>
              <a:t>            "sales_yoy_pct": 4.9577055010029625,</a:t>
            </a:r>
          </a:p>
          <a:p>
            <a:r>
              <a:t>            "TC": 1493612.0,</a:t>
            </a:r>
          </a:p>
          <a:p>
            <a:r>
              <a:t>            "prior_TC": 1480969.0,</a:t>
            </a:r>
          </a:p>
          <a:p>
            <a:r>
              <a:t>            "TC_yoy_pct": 0.8536978154167985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"month": "2025-12",</a:t>
            </a:r>
          </a:p>
          <a:p>
            <a:r>
              <a:t>            "start": "2025-12-01",</a:t>
            </a:r>
          </a:p>
          <a:p>
            <a:r>
              <a:t>            "end": "2025-12-31",</a:t>
            </a:r>
          </a:p>
          <a:p>
            <a:r>
              <a:t>            "days": 31,</a:t>
            </a:r>
          </a:p>
          <a:p>
            <a:r>
              <a:t>            "prior_start": "2024-12-01",</a:t>
            </a:r>
          </a:p>
          <a:p>
            <a:r>
              <a:t>            "prior_end": "2024-12-31",</a:t>
            </a:r>
          </a:p>
          <a:p>
            <a:r>
              <a:t>            "prior_days": 31,</a:t>
            </a:r>
          </a:p>
          <a:p>
            <a:r>
              <a:t>            "sales_KRW": 17498391270.0,</a:t>
            </a:r>
          </a:p>
          <a:p>
            <a:r>
              <a:t>            "prior_sales_KRW": 17244716329.0,</a:t>
            </a:r>
          </a:p>
          <a:p>
            <a:r>
              <a:t>            "sales_yoy_pct": 1.471029944246749,</a:t>
            </a:r>
          </a:p>
          <a:p>
            <a:r>
              <a:t>            "TC": 1391071.0,</a:t>
            </a:r>
          </a:p>
          <a:p>
            <a:r>
              <a:t>            "prior_TC": 1425057.0,</a:t>
            </a:r>
          </a:p>
          <a:p>
            <a:r>
              <a:t>            "TC_yoy_pct": -2.3848870606579253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"month": "2026-01",</a:t>
            </a:r>
          </a:p>
          <a:p>
            <a:r>
              <a:t>            "start": "2026-01-01",</a:t>
            </a:r>
          </a:p>
          <a:p>
            <a:r>
              <a:t>            "end": "2026-01-31",</a:t>
            </a:r>
          </a:p>
          <a:p>
            <a:r>
              <a:t>            "days": 31,</a:t>
            </a:r>
          </a:p>
          <a:p>
            <a:r>
              <a:t>            "prior_start": "2025-01-01",</a:t>
            </a:r>
          </a:p>
          <a:p>
            <a:r>
              <a:t>            "prior_end": "2025-01-31",</a:t>
            </a:r>
          </a:p>
          <a:p>
            <a:r>
              <a:t>            "prior_days": 31,</a:t>
            </a:r>
          </a:p>
          <a:p>
            <a:r>
              <a:t>            "sales_KRW": 14854693065.0,</a:t>
            </a:r>
          </a:p>
          <a:p>
            <a:r>
              <a:t>            "prior_sales_KRW": 14251949240.0,</a:t>
            </a:r>
          </a:p>
          <a:p>
            <a:r>
              <a:t>            "sales_yoy_pct": 4.22920272062377,</a:t>
            </a:r>
          </a:p>
          <a:p>
            <a:r>
              <a:t>            "TC": 1274860.0,</a:t>
            </a:r>
          </a:p>
          <a:p>
            <a:r>
              <a:t>            "prior_TC": 1221689.0,</a:t>
            </a:r>
          </a:p>
          <a:p>
            <a:r>
              <a:t>            "TC_yoy_pct": 4.352253314878007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"month": "2026-02",</a:t>
            </a:r>
          </a:p>
          <a:p>
            <a:r>
              <a:t>            "start": "2026-02-01",</a:t>
            </a:r>
          </a:p>
          <a:p>
            <a:r>
              <a:t>            "end": "2026-02-28",</a:t>
            </a:r>
          </a:p>
          <a:p>
            <a:r>
              <a:t>            "days": 28,</a:t>
            </a:r>
          </a:p>
          <a:p>
            <a:r>
              <a:t>            "prior_start": "2025-02-01",</a:t>
            </a:r>
          </a:p>
          <a:p>
            <a:r>
              <a:t>            "prior_end": "2025-02-28",</a:t>
            </a:r>
          </a:p>
          <a:p>
            <a:r>
              <a:t>            "prior_days": 28,</a:t>
            </a:r>
          </a:p>
          <a:p>
            <a:r>
              <a:t>            "sales_KRW": 13669953686.0,</a:t>
            </a:r>
          </a:p>
          <a:p>
            <a:r>
              <a:t>            "prior_sales_KRW": 14593982835.0,</a:t>
            </a:r>
          </a:p>
          <a:p>
            <a:r>
              <a:t>            "sales_yoy_pct": -6.331576235542425,</a:t>
            </a:r>
          </a:p>
          <a:p>
            <a:r>
              <a:t>            "TC": 1143680.0,</a:t>
            </a:r>
          </a:p>
          <a:p>
            <a:r>
              <a:t>            "prior_TC": 1242901.0,</a:t>
            </a:r>
          </a:p>
          <a:p>
            <a:r>
              <a:t>            "TC_yoy_pct": -7.983017151003979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"month": "2026-03",</a:t>
            </a:r>
          </a:p>
          <a:p>
            <a:r>
              <a:t>            "start": "2026-03-01",</a:t>
            </a:r>
          </a:p>
          <a:p>
            <a:r>
              <a:t>            "end": "2026-03-31",</a:t>
            </a:r>
          </a:p>
          <a:p>
            <a:r>
              <a:t>            "days": 31,</a:t>
            </a:r>
          </a:p>
          <a:p>
            <a:r>
              <a:t>            "prior_start": "2025-03-01",</a:t>
            </a:r>
          </a:p>
          <a:p>
            <a:r>
              <a:t>            "prior_end": "2025-03-31",</a:t>
            </a:r>
          </a:p>
          <a:p>
            <a:r>
              <a:t>            "prior_days": 31,</a:t>
            </a:r>
          </a:p>
          <a:p>
            <a:r>
              <a:t>            "sales_KRW": 19054625238.0,</a:t>
            </a:r>
          </a:p>
          <a:p>
            <a:r>
              <a:t>            "prior_sales_KRW": 18543085055.0,</a:t>
            </a:r>
          </a:p>
          <a:p>
            <a:r>
              <a:t>            "sales_yoy_pct": 2.758657372722717,</a:t>
            </a:r>
          </a:p>
          <a:p>
            <a:r>
              <a:t>            "TC": 1569097.0,</a:t>
            </a:r>
          </a:p>
          <a:p>
            <a:r>
              <a:t>            "prior_TC": 1580329.0,</a:t>
            </a:r>
          </a:p>
          <a:p>
            <a:r>
              <a:t>            "TC_yoy_pct": -0.7107380804883046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"month": "2026-04",</a:t>
            </a:r>
          </a:p>
          <a:p>
            <a:r>
              <a:t>            "start": "2026-04-01",</a:t>
            </a:r>
          </a:p>
          <a:p>
            <a:r>
              <a:t>            "end": "2026-04-30",</a:t>
            </a:r>
          </a:p>
          <a:p>
            <a:r>
              <a:t>            "days": 30,</a:t>
            </a:r>
          </a:p>
          <a:p>
            <a:r>
              <a:t>            "prior_start": "2025-04-01",</a:t>
            </a:r>
          </a:p>
          <a:p>
            <a:r>
              <a:t>            "prior_end": "2025-04-30",</a:t>
            </a:r>
          </a:p>
          <a:p>
            <a:r>
              <a:t>            "prior_days": 30,</a:t>
            </a:r>
          </a:p>
          <a:p>
            <a:r>
              <a:t>            "sales_KRW": 19729493811.0,</a:t>
            </a:r>
          </a:p>
          <a:p>
            <a:r>
              <a:t>            "prior_sales_KRW": 19038053951.0,</a:t>
            </a:r>
          </a:p>
          <a:p>
            <a:r>
              <a:t>            "sales_yoy_pct": 3.631883078909337,</a:t>
            </a:r>
          </a:p>
          <a:p>
            <a:r>
              <a:t>            "TC": 1629446.0,</a:t>
            </a:r>
          </a:p>
          <a:p>
            <a:r>
              <a:t>            "prior_TC": 1598644.0,</a:t>
            </a:r>
          </a:p>
          <a:p>
            <a:r>
              <a:t>            "TC_yoy_pct": 1.9267579273434254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"month": "2026-05",</a:t>
            </a:r>
          </a:p>
          <a:p>
            <a:r>
              <a:t>            "start": "2026-05-01",</a:t>
            </a:r>
          </a:p>
          <a:p>
            <a:r>
              <a:t>            "end": "2026-05-31",</a:t>
            </a:r>
          </a:p>
          <a:p>
            <a:r>
              <a:t>            "days": 31,</a:t>
            </a:r>
          </a:p>
          <a:p>
            <a:r>
              <a:t>            "prior_start": "2025-05-01",</a:t>
            </a:r>
          </a:p>
          <a:p>
            <a:r>
              <a:t>            "prior_end": "2025-05-31",</a:t>
            </a:r>
          </a:p>
          <a:p>
            <a:r>
              <a:t>            "prior_days": 31,</a:t>
            </a:r>
          </a:p>
          <a:p>
            <a:r>
              <a:t>            "sales_KRW": 18591868513.0,</a:t>
            </a:r>
          </a:p>
          <a:p>
            <a:r>
              <a:t>            "prior_sales_KRW": 18513796070.0,</a:t>
            </a:r>
          </a:p>
          <a:p>
            <a:r>
              <a:t>            "sales_yoy_pct": 0.4216987305294406,</a:t>
            </a:r>
          </a:p>
          <a:p>
            <a:r>
              <a:t>            "TC": 1507413.0,</a:t>
            </a:r>
          </a:p>
          <a:p>
            <a:r>
              <a:t>            "prior_TC": 1502977.0,</a:t>
            </a:r>
          </a:p>
          <a:p>
            <a:r>
              <a:t>            "TC_yoy_pct": 0.29514756380171203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"month": "2026-06",</a:t>
            </a:r>
          </a:p>
          <a:p>
            <a:r>
              <a:t>            "start": "2026-06-01",</a:t>
            </a:r>
          </a:p>
          <a:p>
            <a:r>
              <a:t>            "end": "2026-06-30",</a:t>
            </a:r>
          </a:p>
          <a:p>
            <a:r>
              <a:t>            "days": 30,</a:t>
            </a:r>
          </a:p>
          <a:p>
            <a:r>
              <a:t>            "prior_start": "2025-06-01",</a:t>
            </a:r>
          </a:p>
          <a:p>
            <a:r>
              <a:t>            "prior_end": "2025-06-30",</a:t>
            </a:r>
          </a:p>
          <a:p>
            <a:r>
              <a:t>            "prior_days": 30,</a:t>
            </a:r>
          </a:p>
          <a:p>
            <a:r>
              <a:t>            "sales_KRW": 18470049250.0,</a:t>
            </a:r>
          </a:p>
          <a:p>
            <a:r>
              <a:t>            "prior_sales_KRW": 17033540419.0,</a:t>
            </a:r>
          </a:p>
          <a:p>
            <a:r>
              <a:t>            "sales_yoy_pct": 8.433413111214684,</a:t>
            </a:r>
          </a:p>
          <a:p>
            <a:r>
              <a:t>            "TC": 1523600.0,</a:t>
            </a:r>
          </a:p>
          <a:p>
            <a:r>
              <a:t>            "prior_TC": 1450620.0,</a:t>
            </a:r>
          </a:p>
          <a:p>
            <a:r>
              <a:t>            "TC_yoy_pct": 5.030952282472323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"month": "2026-07",</a:t>
            </a:r>
          </a:p>
          <a:p>
            <a:r>
              <a:t>            "start": "2026-07-01",</a:t>
            </a:r>
          </a:p>
          <a:p>
            <a:r>
              <a:t>            "end": "2026-07-31",</a:t>
            </a:r>
          </a:p>
          <a:p>
            <a:r>
              <a:t>            "days": 31,</a:t>
            </a:r>
          </a:p>
          <a:p>
            <a:r>
              <a:t>            "prior_start": "2025-07-01",</a:t>
            </a:r>
          </a:p>
          <a:p>
            <a:r>
              <a:t>            "prior_end": "2025-07-31",</a:t>
            </a:r>
          </a:p>
          <a:p>
            <a:r>
              <a:t>            "prior_days": 31,</a:t>
            </a:r>
          </a:p>
          <a:p>
            <a:r>
              <a:t>            "sales_KRW": 16013233320.0,</a:t>
            </a:r>
          </a:p>
          <a:p>
            <a:r>
              <a:t>            "prior_sales_KRW": 16598388032.0,</a:t>
            </a:r>
          </a:p>
          <a:p>
            <a:r>
              <a:t>            "sales_yoy_pct": -3.5253707219754182,</a:t>
            </a:r>
          </a:p>
          <a:p>
            <a:r>
              <a:t>            "TC": 1337432.0,</a:t>
            </a:r>
          </a:p>
          <a:p>
            <a:r>
              <a:t>            "prior_TC": 1388269.0,</a:t>
            </a:r>
          </a:p>
          <a:p>
            <a:r>
              <a:t>            "TC_yoy_pct": -3.661898378484285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"month": "2026-08",</a:t>
            </a:r>
          </a:p>
          <a:p>
            <a:r>
              <a:t>            "start": "2026-08-01",</a:t>
            </a:r>
          </a:p>
          <a:p>
            <a:r>
              <a:t>            "end": "2026-08-31",</a:t>
            </a:r>
          </a:p>
          <a:p>
            <a:r>
              <a:t>            "days": 31,</a:t>
            </a:r>
          </a:p>
          <a:p>
            <a:r>
              <a:t>            "prior_start": "2025-08-01",</a:t>
            </a:r>
          </a:p>
          <a:p>
            <a:r>
              <a:t>            "prior_end": "2025-08-31",</a:t>
            </a:r>
          </a:p>
          <a:p>
            <a:r>
              <a:t>            "prior_days": 31,</a:t>
            </a:r>
          </a:p>
          <a:p>
            <a:r>
              <a:t>            "sales_KRW": 15630657311.0,</a:t>
            </a:r>
          </a:p>
          <a:p>
            <a:r>
              <a:t>            "prior_sales_KRW": 16194445974.0,</a:t>
            </a:r>
          </a:p>
          <a:p>
            <a:r>
              <a:t>            "sales_yoy_pct": -3.481370489025415,</a:t>
            </a:r>
          </a:p>
          <a:p>
            <a:r>
              <a:t>            "TC": 1302656.0,</a:t>
            </a:r>
          </a:p>
          <a:p>
            <a:r>
              <a:t>            "prior_TC": 1359061.0,</a:t>
            </a:r>
          </a:p>
          <a:p>
            <a:r>
              <a:t>            "TC_yoy_pct": -4.150292003081535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"month": "2026-09",</a:t>
            </a:r>
          </a:p>
          <a:p>
            <a:r>
              <a:t>            "start": "2026-09-01",</a:t>
            </a:r>
          </a:p>
          <a:p>
            <a:r>
              <a:t>            "end": "2026-09-30",</a:t>
            </a:r>
          </a:p>
          <a:p>
            <a:r>
              <a:t>            "days": 30,</a:t>
            </a:r>
          </a:p>
          <a:p>
            <a:r>
              <a:t>            "prior_start": "2025-09-01",</a:t>
            </a:r>
          </a:p>
          <a:p>
            <a:r>
              <a:t>            "prior_end": "2025-09-30",</a:t>
            </a:r>
          </a:p>
          <a:p>
            <a:r>
              <a:t>            "prior_days": 30,</a:t>
            </a:r>
          </a:p>
          <a:p>
            <a:r>
              <a:t>            "sales_KRW": 18163355855.0,</a:t>
            </a:r>
          </a:p>
          <a:p>
            <a:r>
              <a:t>            "prior_sales_KRW": 18184547318.0,</a:t>
            </a:r>
          </a:p>
          <a:p>
            <a:r>
              <a:t>            "sales_yoy_pct": -0.11653555422314055,</a:t>
            </a:r>
          </a:p>
          <a:p>
            <a:r>
              <a:t>            "TC": 1468212.0,</a:t>
            </a:r>
          </a:p>
          <a:p>
            <a:r>
              <a:t>            "prior_TC": 1519628.0,</a:t>
            </a:r>
          </a:p>
          <a:p>
            <a:r>
              <a:t>            "TC_yoy_pct": -3.383459636174113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"month": "2026-10",</a:t>
            </a:r>
          </a:p>
          <a:p>
            <a:r>
              <a:t>            "start": "2026-10-01",</a:t>
            </a:r>
          </a:p>
          <a:p>
            <a:r>
              <a:t>            "end": "2026-10-19",</a:t>
            </a:r>
          </a:p>
          <a:p>
            <a:r>
              <a:t>            "days": 19,</a:t>
            </a:r>
          </a:p>
          <a:p>
            <a:r>
              <a:t>            "prior_start": "2025-10-01",</a:t>
            </a:r>
          </a:p>
          <a:p>
            <a:r>
              <a:t>            "prior_end": "2025-10-19",</a:t>
            </a:r>
          </a:p>
          <a:p>
            <a:r>
              <a:t>            "prior_days": 19,</a:t>
            </a:r>
          </a:p>
          <a:p>
            <a:r>
              <a:t>            "sales_KRW": 11015322405.0,</a:t>
            </a:r>
          </a:p>
          <a:p>
            <a:r>
              <a:t>            "prior_sales_KRW": 11283596237.0,</a:t>
            </a:r>
          </a:p>
          <a:p>
            <a:r>
              <a:t>            "sales_yoy_pct": -2.3775561121223365,</a:t>
            </a:r>
          </a:p>
          <a:p>
            <a:r>
              <a:t>            "TC": 913886.0,</a:t>
            </a:r>
          </a:p>
          <a:p>
            <a:r>
              <a:t>            "prior_TC": 900845.0,</a:t>
            </a:r>
          </a:p>
          <a:p>
            <a:r>
              <a:t>            "TC_yoy_pct": 1.4476408261132612</a:t>
            </a:r>
          </a:p>
          <a:p>
            <a:r>
              <a:t>          }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"channel": "포장",</a:t>
            </a:r>
          </a:p>
          <a:p>
            <a:r>
              <a:t>        "amount_field": "takeaway_sales_VATincluded",</a:t>
            </a:r>
          </a:p>
          <a:p>
            <a:r>
              <a:t>        "count_field": "takeaway_TC",</a:t>
            </a:r>
          </a:p>
          <a:p>
            <a:r>
              <a:t>        "points": [</a:t>
            </a:r>
          </a:p>
          <a:p>
            <a:r>
              <a:t>          {</a:t>
            </a:r>
          </a:p>
          <a:p>
            <a:r>
              <a:t>            "month": "2025-01",</a:t>
            </a:r>
          </a:p>
          <a:p>
            <a:r>
              <a:t>            "start": "2025-01-01",</a:t>
            </a:r>
          </a:p>
          <a:p>
            <a:r>
              <a:t>            "end": "2025-01-31",</a:t>
            </a:r>
          </a:p>
          <a:p>
            <a:r>
              <a:t>            "days": 31,</a:t>
            </a:r>
          </a:p>
          <a:p>
            <a:r>
              <a:t>            "prior_start": "2024-01-01",</a:t>
            </a:r>
          </a:p>
          <a:p>
            <a:r>
              <a:t>            "prior_end": "2024-01-31",</a:t>
            </a:r>
          </a:p>
          <a:p>
            <a:r>
              <a:t>            "prior_days": 31,</a:t>
            </a:r>
          </a:p>
          <a:p>
            <a:r>
              <a:t>            "sales_KRW": 18090762112.0,</a:t>
            </a:r>
          </a:p>
          <a:p>
            <a:r>
              <a:t>            "prior_sales_KRW": 17915859453.0,</a:t>
            </a:r>
          </a:p>
          <a:p>
            <a:r>
              <a:t>            "sales_yoy_pct": 0.9762448709694116,</a:t>
            </a:r>
          </a:p>
          <a:p>
            <a:r>
              <a:t>            "TC": 1296357.0,</a:t>
            </a:r>
          </a:p>
          <a:p>
            <a:r>
              <a:t>            "prior_TC": 1417969.0,</a:t>
            </a:r>
          </a:p>
          <a:p>
            <a:r>
              <a:t>            "TC_yoy_pct": -8.57649215180304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"month": "2025-02",</a:t>
            </a:r>
          </a:p>
          <a:p>
            <a:r>
              <a:t>            "start": "2025-02-01",</a:t>
            </a:r>
          </a:p>
          <a:p>
            <a:r>
              <a:t>            "end": "2025-02-28",</a:t>
            </a:r>
          </a:p>
          <a:p>
            <a:r>
              <a:t>            "days": 28,</a:t>
            </a:r>
          </a:p>
          <a:p>
            <a:r>
              <a:t>            "prior_start": "2024-02-01",</a:t>
            </a:r>
          </a:p>
          <a:p>
            <a:r>
              <a:t>            "prior_end": "2024-02-29",</a:t>
            </a:r>
          </a:p>
          <a:p>
            <a:r>
              <a:t>            "prior_days": 29,</a:t>
            </a:r>
          </a:p>
          <a:p>
            <a:r>
              <a:t>            "sales_KRW": 17885185304.0,</a:t>
            </a:r>
          </a:p>
          <a:p>
            <a:r>
              <a:t>            "prior_sales_KRW": 16812864194.0,</a:t>
            </a:r>
          </a:p>
          <a:p>
            <a:r>
              <a:t>            "sales_yoy_pct": 6.377979965975578,</a:t>
            </a:r>
          </a:p>
          <a:p>
            <a:r>
              <a:t>            "TC": 1277997.0,</a:t>
            </a:r>
          </a:p>
          <a:p>
            <a:r>
              <a:t>            "prior_TC": 1297062.0,</a:t>
            </a:r>
          </a:p>
          <a:p>
            <a:r>
              <a:t>            "TC_yoy_pct": -1.4698603459202375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"month": "2025-03",</a:t>
            </a:r>
          </a:p>
          <a:p>
            <a:r>
              <a:t>            "start": "2025-03-01",</a:t>
            </a:r>
          </a:p>
          <a:p>
            <a:r>
              <a:t>            "end": "2025-03-31",</a:t>
            </a:r>
          </a:p>
          <a:p>
            <a:r>
              <a:t>            "days": 31,</a:t>
            </a:r>
          </a:p>
          <a:p>
            <a:r>
              <a:t>            "prior_start": "2024-03-01",</a:t>
            </a:r>
          </a:p>
          <a:p>
            <a:r>
              <a:t>            "prior_end": "2024-03-31",</a:t>
            </a:r>
          </a:p>
          <a:p>
            <a:r>
              <a:t>            "prior_days": 31,</a:t>
            </a:r>
          </a:p>
          <a:p>
            <a:r>
              <a:t>            "sales_KRW": 20840281740.0,</a:t>
            </a:r>
          </a:p>
          <a:p>
            <a:r>
              <a:t>            "prior_sales_KRW": 18964913498.0,</a:t>
            </a:r>
          </a:p>
          <a:p>
            <a:r>
              <a:t>            "sales_yoy_pct": 9.888620067778175,</a:t>
            </a:r>
          </a:p>
          <a:p>
            <a:r>
              <a:t>            "TC": 1500447.0,</a:t>
            </a:r>
          </a:p>
          <a:p>
            <a:r>
              <a:t>            "prior_TC": 1504905.0,</a:t>
            </a:r>
          </a:p>
          <a:p>
            <a:r>
              <a:t>            "TC_yoy_pct": -0.29623132357191606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"month": "2025-04",</a:t>
            </a:r>
          </a:p>
          <a:p>
            <a:r>
              <a:t>            "start": "2025-04-01",</a:t>
            </a:r>
          </a:p>
          <a:p>
            <a:r>
              <a:t>            "end": "2025-04-30",</a:t>
            </a:r>
          </a:p>
          <a:p>
            <a:r>
              <a:t>            "days": 30,</a:t>
            </a:r>
          </a:p>
          <a:p>
            <a:r>
              <a:t>            "prior_start": "2024-04-01",</a:t>
            </a:r>
          </a:p>
          <a:p>
            <a:r>
              <a:t>            "prior_end": "2024-04-30",</a:t>
            </a:r>
          </a:p>
          <a:p>
            <a:r>
              <a:t>            "prior_days": 30,</a:t>
            </a:r>
          </a:p>
          <a:p>
            <a:r>
              <a:t>            "sales_KRW": 20954046695.0,</a:t>
            </a:r>
          </a:p>
          <a:p>
            <a:r>
              <a:t>            "prior_sales_KRW": 19724171619.760002,</a:t>
            </a:r>
          </a:p>
          <a:p>
            <a:r>
              <a:t>            "sales_yoy_pct": 6.235369976237126,</a:t>
            </a:r>
          </a:p>
          <a:p>
            <a:r>
              <a:t>            "TC": 1495160.0,</a:t>
            </a:r>
          </a:p>
          <a:p>
            <a:r>
              <a:t>            "prior_TC": 1579874.0,</a:t>
            </a:r>
          </a:p>
          <a:p>
            <a:r>
              <a:t>            "TC_yoy_pct": -5.3620731779876145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"month": "2025-05",</a:t>
            </a:r>
          </a:p>
          <a:p>
            <a:r>
              <a:t>            "start": "2025-05-01",</a:t>
            </a:r>
          </a:p>
          <a:p>
            <a:r>
              <a:t>            "end": "2025-05-31",</a:t>
            </a:r>
          </a:p>
          <a:p>
            <a:r>
              <a:t>            "days": 31,</a:t>
            </a:r>
          </a:p>
          <a:p>
            <a:r>
              <a:t>            "prior_start": "2024-05-01",</a:t>
            </a:r>
          </a:p>
          <a:p>
            <a:r>
              <a:t>            "prior_end": "2024-05-31",</a:t>
            </a:r>
          </a:p>
          <a:p>
            <a:r>
              <a:t>            "prior_days": 31,</a:t>
            </a:r>
          </a:p>
          <a:p>
            <a:r>
              <a:t>            "sales_KRW": 20110626528.0,</a:t>
            </a:r>
          </a:p>
          <a:p>
            <a:r>
              <a:t>            "prior_sales_KRW": 19125930366.95,</a:t>
            </a:r>
          </a:p>
          <a:p>
            <a:r>
              <a:t>            "sales_yoy_pct": 5.148487640379451,</a:t>
            </a:r>
          </a:p>
          <a:p>
            <a:r>
              <a:t>            "TC": 1414149.0,</a:t>
            </a:r>
          </a:p>
          <a:p>
            <a:r>
              <a:t>            "prior_TC": 1505677.0,</a:t>
            </a:r>
          </a:p>
          <a:p>
            <a:r>
              <a:t>            "TC_yoy_pct": -6.078860207069647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"month": "2025-06",</a:t>
            </a:r>
          </a:p>
          <a:p>
            <a:r>
              <a:t>            "start": "2025-06-01",</a:t>
            </a:r>
          </a:p>
          <a:p>
            <a:r>
              <a:t>            "end": "2025-06-30",</a:t>
            </a:r>
          </a:p>
          <a:p>
            <a:r>
              <a:t>            "days": 30,</a:t>
            </a:r>
          </a:p>
          <a:p>
            <a:r>
              <a:t>            "prior_start": "2024-06-01",</a:t>
            </a:r>
          </a:p>
          <a:p>
            <a:r>
              <a:t>            "prior_end": "2024-06-30",</a:t>
            </a:r>
          </a:p>
          <a:p>
            <a:r>
              <a:t>            "prior_days": 30,</a:t>
            </a:r>
          </a:p>
          <a:p>
            <a:r>
              <a:t>            "sales_KRW": 18181153874.0,</a:t>
            </a:r>
          </a:p>
          <a:p>
            <a:r>
              <a:t>            "prior_sales_KRW": 18129164880.0,</a:t>
            </a:r>
          </a:p>
          <a:p>
            <a:r>
              <a:t>            "sales_yoy_pct": 0.28676993311123056,</a:t>
            </a:r>
          </a:p>
          <a:p>
            <a:r>
              <a:t>            "TC": 1347783.0,</a:t>
            </a:r>
          </a:p>
          <a:p>
            <a:r>
              <a:t>            "prior_TC": 1425322.0,</a:t>
            </a:r>
          </a:p>
          <a:p>
            <a:r>
              <a:t>            "TC_yoy_pct": -5.44010406069646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"month": "2025-07",</a:t>
            </a:r>
          </a:p>
          <a:p>
            <a:r>
              <a:t>            "start": "2025-07-01",</a:t>
            </a:r>
          </a:p>
          <a:p>
            <a:r>
              <a:t>            "end": "2025-07-31",</a:t>
            </a:r>
          </a:p>
          <a:p>
            <a:r>
              <a:t>            "days": 31,</a:t>
            </a:r>
          </a:p>
          <a:p>
            <a:r>
              <a:t>            "prior_start": "2024-07-01",</a:t>
            </a:r>
          </a:p>
          <a:p>
            <a:r>
              <a:t>            "prior_end": "2024-07-31",</a:t>
            </a:r>
          </a:p>
          <a:p>
            <a:r>
              <a:t>            "prior_days": 31,</a:t>
            </a:r>
          </a:p>
          <a:p>
            <a:r>
              <a:t>            "sales_KRW": 18452497584.0,</a:t>
            </a:r>
          </a:p>
          <a:p>
            <a:r>
              <a:t>            "prior_sales_KRW": 17965461326.0,</a:t>
            </a:r>
          </a:p>
          <a:p>
            <a:r>
              <a:t>            "sales_yoy_pct": 2.7109588179355715,</a:t>
            </a:r>
          </a:p>
          <a:p>
            <a:r>
              <a:t>            "TC": 1310557.0,</a:t>
            </a:r>
          </a:p>
          <a:p>
            <a:r>
              <a:t>            "prior_TC": 1380605.0,</a:t>
            </a:r>
          </a:p>
          <a:p>
            <a:r>
              <a:t>            "TC_yoy_pct": -5.073717681740975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"month": "2025-08",</a:t>
            </a:r>
          </a:p>
          <a:p>
            <a:r>
              <a:t>            "start": "2025-08-01",</a:t>
            </a:r>
          </a:p>
          <a:p>
            <a:r>
              <a:t>            "end": "2025-08-31",</a:t>
            </a:r>
          </a:p>
          <a:p>
            <a:r>
              <a:t>            "days": 31,</a:t>
            </a:r>
          </a:p>
          <a:p>
            <a:r>
              <a:t>            "prior_start": "2024-08-01",</a:t>
            </a:r>
          </a:p>
          <a:p>
            <a:r>
              <a:t>            "prior_end": "2024-08-31",</a:t>
            </a:r>
          </a:p>
          <a:p>
            <a:r>
              <a:t>            "prior_days": 31,</a:t>
            </a:r>
          </a:p>
          <a:p>
            <a:r>
              <a:t>            "sales_KRW": 19236478723.0,</a:t>
            </a:r>
          </a:p>
          <a:p>
            <a:r>
              <a:t>            "prior_sales_KRW": 18342400005.0,</a:t>
            </a:r>
          </a:p>
          <a:p>
            <a:r>
              <a:t>            "sales_yoy_pct": 4.8743824022825955,</a:t>
            </a:r>
          </a:p>
          <a:p>
            <a:r>
              <a:t>            "TC": 1342768.0,</a:t>
            </a:r>
          </a:p>
          <a:p>
            <a:r>
              <a:t>            "prior_TC": 1390938.0,</a:t>
            </a:r>
          </a:p>
          <a:p>
            <a:r>
              <a:t>            "TC_yoy_pct": -3.4631306355854874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"month": "2025-09",</a:t>
            </a:r>
          </a:p>
          <a:p>
            <a:r>
              <a:t>            "start": "2025-09-01",</a:t>
            </a:r>
          </a:p>
          <a:p>
            <a:r>
              <a:t>            "end": "2025-09-30",</a:t>
            </a:r>
          </a:p>
          <a:p>
            <a:r>
              <a:t>            "days": 30,</a:t>
            </a:r>
          </a:p>
          <a:p>
            <a:r>
              <a:t>            "prior_start": "2024-09-01",</a:t>
            </a:r>
          </a:p>
          <a:p>
            <a:r>
              <a:t>            "prior_end": "2024-09-30",</a:t>
            </a:r>
          </a:p>
          <a:p>
            <a:r>
              <a:t>            "prior_days": 30,</a:t>
            </a:r>
          </a:p>
          <a:p>
            <a:r>
              <a:t>            "sales_KRW": 19297145725.0,</a:t>
            </a:r>
          </a:p>
          <a:p>
            <a:r>
              <a:t>            "prior_sales_KRW": 18688734571.0,</a:t>
            </a:r>
          </a:p>
          <a:p>
            <a:r>
              <a:t>            "sales_yoy_pct": 3.2554967897296505,</a:t>
            </a:r>
          </a:p>
          <a:p>
            <a:r>
              <a:t>            "TC": 1375890.0,</a:t>
            </a:r>
          </a:p>
          <a:p>
            <a:r>
              <a:t>            "prior_TC": 1409550.0,</a:t>
            </a:r>
          </a:p>
          <a:p>
            <a:r>
              <a:t>            "TC_yoy_pct": -2.387996168990103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"month": "2025-10",</a:t>
            </a:r>
          </a:p>
          <a:p>
            <a:r>
              <a:t>            "start": "2025-10-01",</a:t>
            </a:r>
          </a:p>
          <a:p>
            <a:r>
              <a:t>            "end": "2025-10-31",</a:t>
            </a:r>
          </a:p>
          <a:p>
            <a:r>
              <a:t>            "days": 31,</a:t>
            </a:r>
          </a:p>
          <a:p>
            <a:r>
              <a:t>            "prior_start": "2024-10-01",</a:t>
            </a:r>
          </a:p>
          <a:p>
            <a:r>
              <a:t>            "prior_end": "2024-10-31",</a:t>
            </a:r>
          </a:p>
          <a:p>
            <a:r>
              <a:t>            "prior_days": 31,</a:t>
            </a:r>
          </a:p>
          <a:p>
            <a:r>
              <a:t>            "sales_KRW": 19896082194.0,</a:t>
            </a:r>
          </a:p>
          <a:p>
            <a:r>
              <a:t>            "prior_sales_KRW": 20091935652.0,</a:t>
            </a:r>
          </a:p>
          <a:p>
            <a:r>
              <a:t>            "sales_yoy_pct": -0.9747864087973235,</a:t>
            </a:r>
          </a:p>
          <a:p>
            <a:r>
              <a:t>            "TC": 1381102.0,</a:t>
            </a:r>
          </a:p>
          <a:p>
            <a:r>
              <a:t>            "prior_TC": 1552139.0,</a:t>
            </a:r>
          </a:p>
          <a:p>
            <a:r>
              <a:t>            "TC_yoy_pct": -11.019438336386111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"month": "2025-11",</a:t>
            </a:r>
          </a:p>
          <a:p>
            <a:r>
              <a:t>            "start": "2025-11-01",</a:t>
            </a:r>
          </a:p>
          <a:p>
            <a:r>
              <a:t>            "end": "2025-11-30",</a:t>
            </a:r>
          </a:p>
          <a:p>
            <a:r>
              <a:t>            "days": 30,</a:t>
            </a:r>
          </a:p>
          <a:p>
            <a:r>
              <a:t>            "prior_start": "2024-11-01",</a:t>
            </a:r>
          </a:p>
          <a:p>
            <a:r>
              <a:t>            "prior_end": "2024-11-30",</a:t>
            </a:r>
          </a:p>
          <a:p>
            <a:r>
              <a:t>            "prior_days": 30,</a:t>
            </a:r>
          </a:p>
          <a:p>
            <a:r>
              <a:t>            "sales_KRW": 19849576982.0,</a:t>
            </a:r>
          </a:p>
          <a:p>
            <a:r>
              <a:t>            "prior_sales_KRW": 19125254300.0,</a:t>
            </a:r>
          </a:p>
          <a:p>
            <a:r>
              <a:t>            "sales_yoy_pct": 3.7872577830246223,</a:t>
            </a:r>
          </a:p>
          <a:p>
            <a:r>
              <a:t>            "TC": 1389211.0,</a:t>
            </a:r>
          </a:p>
          <a:p>
            <a:r>
              <a:t>            "prior_TC": 1413426.0,</a:t>
            </a:r>
          </a:p>
          <a:p>
            <a:r>
              <a:t>            "TC_yoy_pct": -1.7132131431005226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"month": "2025-12",</a:t>
            </a:r>
          </a:p>
          <a:p>
            <a:r>
              <a:t>            "start": "2025-12-01",</a:t>
            </a:r>
          </a:p>
          <a:p>
            <a:r>
              <a:t>            "end": "2025-12-31",</a:t>
            </a:r>
          </a:p>
          <a:p>
            <a:r>
              <a:t>            "days": 31,</a:t>
            </a:r>
          </a:p>
          <a:p>
            <a:r>
              <a:t>            "prior_start": "2024-12-01",</a:t>
            </a:r>
          </a:p>
          <a:p>
            <a:r>
              <a:t>            "prior_end": "2024-12-31",</a:t>
            </a:r>
          </a:p>
          <a:p>
            <a:r>
              <a:t>            "prior_days": 31,</a:t>
            </a:r>
          </a:p>
          <a:p>
            <a:r>
              <a:t>            "sales_KRW": 18877175708.0,</a:t>
            </a:r>
          </a:p>
          <a:p>
            <a:r>
              <a:t>            "prior_sales_KRW": 19324874295.0,</a:t>
            </a:r>
          </a:p>
          <a:p>
            <a:r>
              <a:t>            "sales_yoy_pct": -2.316695985524908,</a:t>
            </a:r>
          </a:p>
          <a:p>
            <a:r>
              <a:t>            "TC": 1300721.0,</a:t>
            </a:r>
          </a:p>
          <a:p>
            <a:r>
              <a:t>            "prior_TC": 1401222.0,</a:t>
            </a:r>
          </a:p>
          <a:p>
            <a:r>
              <a:t>            "TC_yoy_pct": -7.1723823919407454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"month": "2026-01",</a:t>
            </a:r>
          </a:p>
          <a:p>
            <a:r>
              <a:t>            "start": "2026-01-01",</a:t>
            </a:r>
          </a:p>
          <a:p>
            <a:r>
              <a:t>            "end": "2026-01-31",</a:t>
            </a:r>
          </a:p>
          <a:p>
            <a:r>
              <a:t>            "days": 31,</a:t>
            </a:r>
          </a:p>
          <a:p>
            <a:r>
              <a:t>            "prior_start": "2025-01-01",</a:t>
            </a:r>
          </a:p>
          <a:p>
            <a:r>
              <a:t>            "prior_end": "2025-01-31",</a:t>
            </a:r>
          </a:p>
          <a:p>
            <a:r>
              <a:t>            "prior_days": 31,</a:t>
            </a:r>
          </a:p>
          <a:p>
            <a:r>
              <a:t>            "sales_KRW": 17312271740.0,</a:t>
            </a:r>
          </a:p>
          <a:p>
            <a:r>
              <a:t>            "prior_sales_KRW": 18090762112.0,</a:t>
            </a:r>
          </a:p>
          <a:p>
            <a:r>
              <a:t>            "sales_yoy_pct": -4.30324807313458,</a:t>
            </a:r>
          </a:p>
          <a:p>
            <a:r>
              <a:t>            "TC": 1238904.0,</a:t>
            </a:r>
          </a:p>
          <a:p>
            <a:r>
              <a:t>            "prior_TC": 1296357.0,</a:t>
            </a:r>
          </a:p>
          <a:p>
            <a:r>
              <a:t>            "TC_yoy_pct": -4.431881032771068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"month": "2026-02",</a:t>
            </a:r>
          </a:p>
          <a:p>
            <a:r>
              <a:t>            "start": "2026-02-01",</a:t>
            </a:r>
          </a:p>
          <a:p>
            <a:r>
              <a:t>            "end": "2026-02-28",</a:t>
            </a:r>
          </a:p>
          <a:p>
            <a:r>
              <a:t>            "days": 28,</a:t>
            </a:r>
          </a:p>
          <a:p>
            <a:r>
              <a:t>            "prior_start": "2025-02-01",</a:t>
            </a:r>
          </a:p>
          <a:p>
            <a:r>
              <a:t>            "prior_end": "2025-02-28",</a:t>
            </a:r>
          </a:p>
          <a:p>
            <a:r>
              <a:t>            "prior_days": 28,</a:t>
            </a:r>
          </a:p>
          <a:p>
            <a:r>
              <a:t>            "sales_KRW": 15726431301.0,</a:t>
            </a:r>
          </a:p>
          <a:p>
            <a:r>
              <a:t>            "prior_sales_KRW": 17885185304.0,</a:t>
            </a:r>
          </a:p>
          <a:p>
            <a:r>
              <a:t>            "sales_yoy_pct": -12.070067859555234,</a:t>
            </a:r>
          </a:p>
          <a:p>
            <a:r>
              <a:t>            "TC": 1136250.0,</a:t>
            </a:r>
          </a:p>
          <a:p>
            <a:r>
              <a:t>            "prior_TC": 1277997.0,</a:t>
            </a:r>
          </a:p>
          <a:p>
            <a:r>
              <a:t>            "TC_yoy_pct": -11.091340590001387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"month": "2026-03",</a:t>
            </a:r>
          </a:p>
          <a:p>
            <a:r>
              <a:t>            "start": "2026-03-01",</a:t>
            </a:r>
          </a:p>
          <a:p>
            <a:r>
              <a:t>            "end": "2026-03-31",</a:t>
            </a:r>
          </a:p>
          <a:p>
            <a:r>
              <a:t>            "days": 31,</a:t>
            </a:r>
          </a:p>
          <a:p>
            <a:r>
              <a:t>            "prior_start": "2025-03-01",</a:t>
            </a:r>
          </a:p>
          <a:p>
            <a:r>
              <a:t>            "prior_end": "2025-03-31",</a:t>
            </a:r>
          </a:p>
          <a:p>
            <a:r>
              <a:t>            "prior_days": 31,</a:t>
            </a:r>
          </a:p>
          <a:p>
            <a:r>
              <a:t>            "sales_KRW": 19627642226.0,</a:t>
            </a:r>
          </a:p>
          <a:p>
            <a:r>
              <a:t>            "prior_sales_KRW": 20840281740.0,</a:t>
            </a:r>
          </a:p>
          <a:p>
            <a:r>
              <a:t>            "sales_yoy_pct": -5.818728984227251,</a:t>
            </a:r>
          </a:p>
          <a:p>
            <a:r>
              <a:t>            "TC": 1385261.0,</a:t>
            </a:r>
          </a:p>
          <a:p>
            <a:r>
              <a:t>            "prior_TC": 1500447.0,</a:t>
            </a:r>
          </a:p>
          <a:p>
            <a:r>
              <a:t>            "TC_yoy_pct": -7.676778986528676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"month": "2026-04",</a:t>
            </a:r>
          </a:p>
          <a:p>
            <a:r>
              <a:t>            "start": "2026-04-01",</a:t>
            </a:r>
          </a:p>
          <a:p>
            <a:r>
              <a:t>            "end": "2026-04-30",</a:t>
            </a:r>
          </a:p>
          <a:p>
            <a:r>
              <a:t>            "days": 30,</a:t>
            </a:r>
          </a:p>
          <a:p>
            <a:r>
              <a:t>            "prior_start": "2025-04-01",</a:t>
            </a:r>
          </a:p>
          <a:p>
            <a:r>
              <a:t>            "prior_end": "2025-04-30",</a:t>
            </a:r>
          </a:p>
          <a:p>
            <a:r>
              <a:t>            "prior_days": 30,</a:t>
            </a:r>
          </a:p>
          <a:p>
            <a:r>
              <a:t>            "sales_KRW": 19514090195.0,</a:t>
            </a:r>
          </a:p>
          <a:p>
            <a:r>
              <a:t>            "prior_sales_KRW": 20954046695.0,</a:t>
            </a:r>
          </a:p>
          <a:p>
            <a:r>
              <a:t>            "sales_yoy_pct": -6.871973327918557,</a:t>
            </a:r>
          </a:p>
          <a:p>
            <a:r>
              <a:t>            "TC": 1390922.0,</a:t>
            </a:r>
          </a:p>
          <a:p>
            <a:r>
              <a:t>            "prior_TC": 1495160.0,</a:t>
            </a:r>
          </a:p>
          <a:p>
            <a:r>
              <a:t>            "TC_yoy_pct": -6.971695336953909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"month": "2026-05",</a:t>
            </a:r>
          </a:p>
          <a:p>
            <a:r>
              <a:t>            "start": "2026-05-01",</a:t>
            </a:r>
          </a:p>
          <a:p>
            <a:r>
              <a:t>            "end": "2026-05-31",</a:t>
            </a:r>
          </a:p>
          <a:p>
            <a:r>
              <a:t>            "days": 31,</a:t>
            </a:r>
          </a:p>
          <a:p>
            <a:r>
              <a:t>            "prior_start": "2025-05-01",</a:t>
            </a:r>
          </a:p>
          <a:p>
            <a:r>
              <a:t>            "prior_end": "2025-05-31",</a:t>
            </a:r>
          </a:p>
          <a:p>
            <a:r>
              <a:t>            "prior_days": 31,</a:t>
            </a:r>
          </a:p>
          <a:p>
            <a:r>
              <a:t>            "sales_KRW": 19681999308.0,</a:t>
            </a:r>
          </a:p>
          <a:p>
            <a:r>
              <a:t>            "prior_sales_KRW": 20110626528.0,</a:t>
            </a:r>
          </a:p>
          <a:p>
            <a:r>
              <a:t>            "sales_yoy_pct": -2.1313469244890193,</a:t>
            </a:r>
          </a:p>
          <a:p>
            <a:r>
              <a:t>            "TC": 1352572.0,</a:t>
            </a:r>
          </a:p>
          <a:p>
            <a:r>
              <a:t>            "prior_TC": 1414149.0,</a:t>
            </a:r>
          </a:p>
          <a:p>
            <a:r>
              <a:t>            "TC_yoy_pct": -4.354350213449932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"month": "2026-06",</a:t>
            </a:r>
          </a:p>
          <a:p>
            <a:r>
              <a:t>            "start": "2026-06-01",</a:t>
            </a:r>
          </a:p>
          <a:p>
            <a:r>
              <a:t>            "end": "2026-06-30",</a:t>
            </a:r>
          </a:p>
          <a:p>
            <a:r>
              <a:t>            "days": 30,</a:t>
            </a:r>
          </a:p>
          <a:p>
            <a:r>
              <a:t>            "prior_start": "2025-06-01",</a:t>
            </a:r>
          </a:p>
          <a:p>
            <a:r>
              <a:t>            "prior_end": "2025-06-30",</a:t>
            </a:r>
          </a:p>
          <a:p>
            <a:r>
              <a:t>            "prior_days": 30,</a:t>
            </a:r>
          </a:p>
          <a:p>
            <a:r>
              <a:t>            "sales_KRW": 19258972831.0,</a:t>
            </a:r>
          </a:p>
          <a:p>
            <a:r>
              <a:t>            "prior_sales_KRW": 18181153874.0,</a:t>
            </a:r>
          </a:p>
          <a:p>
            <a:r>
              <a:t>            "sales_yoy_pct": 5.928220862490674,</a:t>
            </a:r>
          </a:p>
          <a:p>
            <a:r>
              <a:t>            "TC": 1318692.0,</a:t>
            </a:r>
          </a:p>
          <a:p>
            <a:r>
              <a:t>            "prior_TC": 1347783.0,</a:t>
            </a:r>
          </a:p>
          <a:p>
            <a:r>
              <a:t>            "TC_yoy_pct": -2.1584335163746693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"month": "2026-07",</a:t>
            </a:r>
          </a:p>
          <a:p>
            <a:r>
              <a:t>            "start": "2026-07-01",</a:t>
            </a:r>
          </a:p>
          <a:p>
            <a:r>
              <a:t>            "end": "2026-07-31",</a:t>
            </a:r>
          </a:p>
          <a:p>
            <a:r>
              <a:t>            "days": 31,</a:t>
            </a:r>
          </a:p>
          <a:p>
            <a:r>
              <a:t>            "prior_start": "2025-07-01",</a:t>
            </a:r>
          </a:p>
          <a:p>
            <a:r>
              <a:t>            "prior_end": "2025-07-31",</a:t>
            </a:r>
          </a:p>
          <a:p>
            <a:r>
              <a:t>            "prior_days": 31,</a:t>
            </a:r>
          </a:p>
          <a:p>
            <a:r>
              <a:t>            "sales_KRW": 16855967446.0,</a:t>
            </a:r>
          </a:p>
          <a:p>
            <a:r>
              <a:t>            "prior_sales_KRW": 18452497584.0,</a:t>
            </a:r>
          </a:p>
          <a:p>
            <a:r>
              <a:t>            "sales_yoy_pct": -8.65210864129492,</a:t>
            </a:r>
          </a:p>
          <a:p>
            <a:r>
              <a:t>            "TC": 1288949.0,</a:t>
            </a:r>
          </a:p>
          <a:p>
            <a:r>
              <a:t>            "prior_TC": 1310557.0,</a:t>
            </a:r>
          </a:p>
          <a:p>
            <a:r>
              <a:t>            "TC_yoy_pct": -1.6487646092463004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"month": "2026-08",</a:t>
            </a:r>
          </a:p>
          <a:p>
            <a:r>
              <a:t>            "start": "2026-08-01",</a:t>
            </a:r>
          </a:p>
          <a:p>
            <a:r>
              <a:t>            "end": "2026-08-31",</a:t>
            </a:r>
          </a:p>
          <a:p>
            <a:r>
              <a:t>            "days": 31,</a:t>
            </a:r>
          </a:p>
          <a:p>
            <a:r>
              <a:t>            "prior_start": "2025-08-01",</a:t>
            </a:r>
          </a:p>
          <a:p>
            <a:r>
              <a:t>            "prior_end": "2025-08-31",</a:t>
            </a:r>
          </a:p>
          <a:p>
            <a:r>
              <a:t>            "prior_days": 31,</a:t>
            </a:r>
          </a:p>
          <a:p>
            <a:r>
              <a:t>            "sales_KRW": 16698696955.0,</a:t>
            </a:r>
          </a:p>
          <a:p>
            <a:r>
              <a:t>            "prior_sales_KRW": 19236478723.0,</a:t>
            </a:r>
          </a:p>
          <a:p>
            <a:r>
              <a:t>            "sales_yoy_pct": -13.192548410462013,</a:t>
            </a:r>
          </a:p>
          <a:p>
            <a:r>
              <a:t>            "TC": 1164219.0,</a:t>
            </a:r>
          </a:p>
          <a:p>
            <a:r>
              <a:t>            "prior_TC": 1342768.0,</a:t>
            </a:r>
          </a:p>
          <a:p>
            <a:r>
              <a:t>            "TC_yoy_pct": -13.297084827758777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"month": "2026-09",</a:t>
            </a:r>
          </a:p>
          <a:p>
            <a:r>
              <a:t>            "start": "2026-09-01",</a:t>
            </a:r>
          </a:p>
          <a:p>
            <a:r>
              <a:t>            "end": "2026-09-30",</a:t>
            </a:r>
          </a:p>
          <a:p>
            <a:r>
              <a:t>            "days": 30,</a:t>
            </a:r>
          </a:p>
          <a:p>
            <a:r>
              <a:t>            "prior_start": "2025-09-01",</a:t>
            </a:r>
          </a:p>
          <a:p>
            <a:r>
              <a:t>            "prior_end": "2025-09-30",</a:t>
            </a:r>
          </a:p>
          <a:p>
            <a:r>
              <a:t>            "prior_days": 30,</a:t>
            </a:r>
          </a:p>
          <a:p>
            <a:r>
              <a:t>            "sales_KRW": 18843815430.0,</a:t>
            </a:r>
          </a:p>
          <a:p>
            <a:r>
              <a:t>            "prior_sales_KRW": 19297145725.0,</a:t>
            </a:r>
          </a:p>
          <a:p>
            <a:r>
              <a:t>            "sales_yoy_pct": -2.3492090564082635,</a:t>
            </a:r>
          </a:p>
          <a:p>
            <a:r>
              <a:t>            "TC": 1268623.0,</a:t>
            </a:r>
          </a:p>
          <a:p>
            <a:r>
              <a:t>            "prior_TC": 1375890.0,</a:t>
            </a:r>
          </a:p>
          <a:p>
            <a:r>
              <a:t>            "TC_yoy_pct": -7.796190102406442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"month": "2026-10",</a:t>
            </a:r>
          </a:p>
          <a:p>
            <a:r>
              <a:t>            "start": "2026-10-01",</a:t>
            </a:r>
          </a:p>
          <a:p>
            <a:r>
              <a:t>            "end": "2026-10-19",</a:t>
            </a:r>
          </a:p>
          <a:p>
            <a:r>
              <a:t>            "days": 19,</a:t>
            </a:r>
          </a:p>
          <a:p>
            <a:r>
              <a:t>            "prior_start": "2025-10-01",</a:t>
            </a:r>
          </a:p>
          <a:p>
            <a:r>
              <a:t>            "prior_end": "2025-10-19",</a:t>
            </a:r>
          </a:p>
          <a:p>
            <a:r>
              <a:t>            "prior_days": 19,</a:t>
            </a:r>
          </a:p>
          <a:p>
            <a:r>
              <a:t>            "sales_KRW": 10347455047.0,</a:t>
            </a:r>
          </a:p>
          <a:p>
            <a:r>
              <a:t>            "prior_sales_KRW": 11901594879.0,</a:t>
            </a:r>
          </a:p>
          <a:p>
            <a:r>
              <a:t>            "sales_yoy_pct": -13.05824847678383,</a:t>
            </a:r>
          </a:p>
          <a:p>
            <a:r>
              <a:t>            "TC": 751863.0,</a:t>
            </a:r>
          </a:p>
          <a:p>
            <a:r>
              <a:t>            "prior_TC": 814220.0,</a:t>
            </a:r>
          </a:p>
          <a:p>
            <a:r>
              <a:t>            "TC_yoy_pct": -7.658495246984842</a:t>
            </a:r>
          </a:p>
          <a:p>
            <a:r>
              <a:t>          }</a:t>
            </a:r>
          </a:p>
          <a:p>
            <a:r>
              <a:t>        ]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"period_summary": [</a:t>
            </a:r>
          </a:p>
          <a:p>
            <a:r>
              <a:t>      {</a:t>
            </a:r>
          </a:p>
          <a:p>
            <a:r>
              <a:t>        "period": "1~8월",</a:t>
            </a:r>
          </a:p>
          <a:p>
            <a:r>
              <a:t>        "values": {</a:t>
            </a:r>
          </a:p>
          <a:p>
            <a:r>
              <a:t>          "2025": {</a:t>
            </a:r>
          </a:p>
          <a:p>
            <a:r>
              <a:t>            "days": 243,</a:t>
            </a:r>
          </a:p>
          <a:p>
            <a:r>
              <a:t>            "expected_days": 243,</a:t>
            </a:r>
          </a:p>
          <a:p>
            <a:r>
              <a:t>            "missing": [],</a:t>
            </a:r>
          </a:p>
          <a:p>
            <a:r>
              <a:t>            "POS_total_VATincl": 652559087466,</a:t>
            </a:r>
          </a:p>
          <a:p>
            <a:r>
              <a:t>            "POS_delivery_VATincl": 364040813330,</a:t>
            </a:r>
          </a:p>
          <a:p>
            <a:r>
              <a:t>            "total_TC": 36761233,</a:t>
            </a:r>
          </a:p>
          <a:p>
            <a:r>
              <a:t>            "delivery_TC": 14431525</a:t>
            </a:r>
          </a:p>
          <a:p>
            <a:r>
              <a:t>          },</a:t>
            </a:r>
          </a:p>
          <a:p>
            <a:r>
              <a:t>          "2026": {</a:t>
            </a:r>
          </a:p>
          <a:p>
            <a:r>
              <a:t>            "days": 243,</a:t>
            </a:r>
          </a:p>
          <a:p>
            <a:r>
              <a:t>            "expected_days": 243,</a:t>
            </a:r>
          </a:p>
          <a:p>
            <a:r>
              <a:t>            "missing": [],</a:t>
            </a:r>
          </a:p>
          <a:p>
            <a:r>
              <a:t>            "POS_total_VATincl": 680389298528,</a:t>
            </a:r>
          </a:p>
          <a:p>
            <a:r>
              <a:t>            "POS_delivery_VATincl": 399698644632,</a:t>
            </a:r>
          </a:p>
          <a:p>
            <a:r>
              <a:t>            "total_TC": 37180480,</a:t>
            </a:r>
          </a:p>
          <a:p>
            <a:r>
              <a:t>            "delivery_TC": 15616526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"yoy_pct": {</a:t>
            </a:r>
          </a:p>
          <a:p>
            <a:r>
              <a:t>          "POS_total_VATincl": 4.264780246961175,</a:t>
            </a:r>
          </a:p>
          <a:p>
            <a:r>
              <a:t>          "POS_delivery_VATincl": 9.795009239713037,</a:t>
            </a:r>
          </a:p>
          <a:p>
            <a:r>
              <a:t>          "total_TC": 1.1404595705481357,</a:t>
            </a:r>
          </a:p>
          <a:p>
            <a:r>
              <a:t>          "delivery_TC": 8.211197361332223</a:t>
            </a:r>
          </a:p>
          <a:p>
            <a:r>
              <a:t>        }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"period": "8월",</a:t>
            </a:r>
          </a:p>
          <a:p>
            <a:r>
              <a:t>        "values": {</a:t>
            </a:r>
          </a:p>
          <a:p>
            <a:r>
              <a:t>          "2025": {</a:t>
            </a:r>
          </a:p>
          <a:p>
            <a:r>
              <a:t>            "days": 31,</a:t>
            </a:r>
          </a:p>
          <a:p>
            <a:r>
              <a:t>            "expected_days": 31,</a:t>
            </a:r>
          </a:p>
          <a:p>
            <a:r>
              <a:t>            "missing": [],</a:t>
            </a:r>
          </a:p>
          <a:p>
            <a:r>
              <a:t>            "POS_total_VATincl": 80315701736,</a:t>
            </a:r>
          </a:p>
          <a:p>
            <a:r>
              <a:t>            "POS_delivery_VATincl": 44884777039,</a:t>
            </a:r>
          </a:p>
          <a:p>
            <a:r>
              <a:t>            "total_TC": 4510514,</a:t>
            </a:r>
          </a:p>
          <a:p>
            <a:r>
              <a:t>            "delivery_TC": 1808685</a:t>
            </a:r>
          </a:p>
          <a:p>
            <a:r>
              <a:t>          },</a:t>
            </a:r>
          </a:p>
          <a:p>
            <a:r>
              <a:t>          "2026": {</a:t>
            </a:r>
          </a:p>
          <a:p>
            <a:r>
              <a:t>            "days": 31,</a:t>
            </a:r>
          </a:p>
          <a:p>
            <a:r>
              <a:t>            "expected_days": 31,</a:t>
            </a:r>
          </a:p>
          <a:p>
            <a:r>
              <a:t>            "missing": [],</a:t>
            </a:r>
          </a:p>
          <a:p>
            <a:r>
              <a:t>            "POS_total_VATincl": 78995437146,</a:t>
            </a:r>
          </a:p>
          <a:p>
            <a:r>
              <a:t>            "POS_delivery_VATincl": 46666082880,</a:t>
            </a:r>
          </a:p>
          <a:p>
            <a:r>
              <a:t>            "total_TC": 4287953,</a:t>
            </a:r>
          </a:p>
          <a:p>
            <a:r>
              <a:t>            "delivery_TC": 1821078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"yoy_pct": {</a:t>
            </a:r>
          </a:p>
          <a:p>
            <a:r>
              <a:t>          "POS_total_VATincl": -1.6438436836918258,</a:t>
            </a:r>
          </a:p>
          <a:p>
            <a:r>
              <a:t>          "POS_delivery_VATincl": 3.9686191143430083,</a:t>
            </a:r>
          </a:p>
          <a:p>
            <a:r>
              <a:t>          "total_TC": -4.934271349118968,</a:t>
            </a:r>
          </a:p>
          <a:p>
            <a:r>
              <a:t>          "delivery_TC": 0.6851939392431561</a:t>
            </a:r>
          </a:p>
          <a:p>
            <a:r>
              <a:t>        }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"period": "9월",</a:t>
            </a:r>
          </a:p>
          <a:p>
            <a:r>
              <a:t>        "values": {</a:t>
            </a:r>
          </a:p>
          <a:p>
            <a:r>
              <a:t>          "2025": {</a:t>
            </a:r>
          </a:p>
          <a:p>
            <a:r>
              <a:t>            "days": 30,</a:t>
            </a:r>
          </a:p>
          <a:p>
            <a:r>
              <a:t>            "expected_days": 30,</a:t>
            </a:r>
          </a:p>
          <a:p>
            <a:r>
              <a:t>            "missing": [],</a:t>
            </a:r>
          </a:p>
          <a:p>
            <a:r>
              <a:t>            "POS_total_VATincl": 83370654094,</a:t>
            </a:r>
          </a:p>
          <a:p>
            <a:r>
              <a:t>            "POS_delivery_VATincl": 45888961051,</a:t>
            </a:r>
          </a:p>
          <a:p>
            <a:r>
              <a:t>            "total_TC": 4745199,</a:t>
            </a:r>
          </a:p>
          <a:p>
            <a:r>
              <a:t>            "delivery_TC": 1849681</a:t>
            </a:r>
          </a:p>
          <a:p>
            <a:r>
              <a:t>          },</a:t>
            </a:r>
          </a:p>
          <a:p>
            <a:r>
              <a:t>          "2026": {</a:t>
            </a:r>
          </a:p>
          <a:p>
            <a:r>
              <a:t>            "days": 30,</a:t>
            </a:r>
          </a:p>
          <a:p>
            <a:r>
              <a:t>            "expected_days": 30,</a:t>
            </a:r>
          </a:p>
          <a:p>
            <a:r>
              <a:t>            "missing": [],</a:t>
            </a:r>
          </a:p>
          <a:p>
            <a:r>
              <a:t>            "POS_total_VATincl": 85296201063,</a:t>
            </a:r>
          </a:p>
          <a:p>
            <a:r>
              <a:t>            "POS_delivery_VATincl": 48289029778,</a:t>
            </a:r>
          </a:p>
          <a:p>
            <a:r>
              <a:t>            "total_TC": 4561389,</a:t>
            </a:r>
          </a:p>
          <a:p>
            <a:r>
              <a:t>            "delivery_TC": 1824554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"yoy_pct": {</a:t>
            </a:r>
          </a:p>
          <a:p>
            <a:r>
              <a:t>          "POS_total_VATincl": 2.3096220006010304,</a:t>
            </a:r>
          </a:p>
          <a:p>
            <a:r>
              <a:t>          "POS_delivery_VATincl": 5.230165756711336,</a:t>
            </a:r>
          </a:p>
          <a:p>
            <a:r>
              <a:t>          "total_TC": -3.873599400151606,</a:t>
            </a:r>
          </a:p>
          <a:p>
            <a:r>
              <a:t>          "delivery_TC": -1.358450457132876</a:t>
            </a:r>
          </a:p>
          <a:p>
            <a:r>
              <a:t>        }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"period": "10/1~19",</a:t>
            </a:r>
          </a:p>
          <a:p>
            <a:r>
              <a:t>        "values": {</a:t>
            </a:r>
          </a:p>
          <a:p>
            <a:r>
              <a:t>          "2025": {</a:t>
            </a:r>
          </a:p>
          <a:p>
            <a:r>
              <a:t>            "days": 19,</a:t>
            </a:r>
          </a:p>
          <a:p>
            <a:r>
              <a:t>            "expected_days": 19,</a:t>
            </a:r>
          </a:p>
          <a:p>
            <a:r>
              <a:t>            "missing": [],</a:t>
            </a:r>
          </a:p>
          <a:p>
            <a:r>
              <a:t>            "POS_total_VATincl": 45044778693,</a:t>
            </a:r>
          </a:p>
          <a:p>
            <a:r>
              <a:t>            "POS_delivery_VATincl": 21859587577,</a:t>
            </a:r>
          </a:p>
          <a:p>
            <a:r>
              <a:t>            "total_TC": 2540172,</a:t>
            </a:r>
          </a:p>
          <a:p>
            <a:r>
              <a:t>            "delivery_TC": 825107</a:t>
            </a:r>
          </a:p>
          <a:p>
            <a:r>
              <a:t>          },</a:t>
            </a:r>
          </a:p>
          <a:p>
            <a:r>
              <a:t>          "2026": {</a:t>
            </a:r>
          </a:p>
          <a:p>
            <a:r>
              <a:t>            "days": 19,</a:t>
            </a:r>
          </a:p>
          <a:p>
            <a:r>
              <a:t>            "expected_days": 19,</a:t>
            </a:r>
          </a:p>
          <a:p>
            <a:r>
              <a:t>            "missing": [],</a:t>
            </a:r>
          </a:p>
          <a:p>
            <a:r>
              <a:t>            "POS_total_VATincl": 52183272557,</a:t>
            </a:r>
          </a:p>
          <a:p>
            <a:r>
              <a:t>            "POS_delivery_VATincl": 30820495105,</a:t>
            </a:r>
          </a:p>
          <a:p>
            <a:r>
              <a:t>            "total_TC": 2881379,</a:t>
            </a:r>
          </a:p>
          <a:p>
            <a:r>
              <a:t>            "delivery_TC": 1215630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"yoy_pct": {</a:t>
            </a:r>
          </a:p>
          <a:p>
            <a:r>
              <a:t>          "POS_total_VATincl": 15.847550084887697,</a:t>
            </a:r>
          </a:p>
          <a:p>
            <a:r>
              <a:t>          "POS_delivery_VATincl": 40.993031073598104,</a:t>
            </a:r>
          </a:p>
          <a:p>
            <a:r>
              <a:t>          "total_TC": 13.432436858606422,</a:t>
            </a:r>
          </a:p>
          <a:p>
            <a:r>
              <a:t>          "delivery_TC": 47.329982656794826</a:t>
            </a:r>
          </a:p>
          <a:p>
            <a:r>
              <a:t>        }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"limits": [</a:t>
            </a:r>
          </a:p>
          <a:p>
            <a:r>
              <a:t>      "자사전체점POS배달≠시장전체온라인;초과성장·점유율증감판정X",</a:t>
            </a:r>
          </a:p>
          <a:p>
            <a:r>
              <a:t>      "24/25/26공휴일배치·신규폐점·행사혼재;가격효과인과X",</a:t>
            </a:r>
          </a:p>
          <a:p>
            <a:r>
              <a:t>      "원첨부에저장된집계값을사용;Office재계산X",</a:t>
            </a:r>
          </a:p>
          <a:p>
            <a:r>
              <a:t>      "원본총계와채널합의7/18잔차1건7700원은원인미확정·총계보존"</a:t>
            </a:r>
          </a:p>
          <a:p>
            <a:r>
              <a:t>    ]</a:t>
            </a:r>
          </a:p>
          <a:p>
            <a:r>
              <a:t>  },</a:t>
            </a:r>
          </a:p>
          <a:p>
            <a:r>
              <a:t>  "naver_latest": "2026-10-01..19",</a:t>
            </a:r>
          </a:p>
          <a:p>
            <a:r>
              <a:t>  "Some_display": "2026JanSepfullmonths"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"source_csv": "20261022_attached_company_daily_checked.csv",</a:t>
            </a:r>
          </a:p>
          <a:p>
            <a:r>
              <a:t>  "source_attachment": "___ __ _____1021.xlsx",</a:t>
            </a:r>
          </a:p>
          <a:p>
            <a:r>
              <a:t>  "basis": "첨부전사POS집계/매출VAT포함/전표는VAT변환제거/전체점기준·동일점아님",</a:t>
            </a:r>
          </a:p>
          <a:p>
            <a:r>
              <a:t>  "series": [</a:t>
            </a:r>
          </a:p>
          <a:p>
            <a:r>
              <a:t>    {</a:t>
            </a:r>
          </a:p>
          <a:p>
            <a:r>
              <a:t>      "channel": "전체",</a:t>
            </a:r>
          </a:p>
          <a:p>
            <a:r>
              <a:t>      "amount_field": "POS_sales_VATincluded",</a:t>
            </a:r>
          </a:p>
          <a:p>
            <a:r>
              <a:t>      "count_field": "total_TC",</a:t>
            </a:r>
          </a:p>
          <a:p>
            <a:r>
              <a:t>      "points": [</a:t>
            </a:r>
          </a:p>
          <a:p>
            <a:r>
              <a:t>        {</a:t>
            </a:r>
          </a:p>
          <a:p>
            <a:r>
              <a:t>          "month": "2025-01",</a:t>
            </a:r>
          </a:p>
          <a:p>
            <a:r>
              <a:t>          "start": "2025-01-01",</a:t>
            </a:r>
          </a:p>
          <a:p>
            <a:r>
              <a:t>          "end": "2025-01-31",</a:t>
            </a:r>
          </a:p>
          <a:p>
            <a:r>
              <a:t>          "days": 31,</a:t>
            </a:r>
          </a:p>
          <a:p>
            <a:r>
              <a:t>          "prior_start": "2024-01-01",</a:t>
            </a:r>
          </a:p>
          <a:p>
            <a:r>
              <a:t>          "prior_end": "2024-01-31",</a:t>
            </a:r>
          </a:p>
          <a:p>
            <a:r>
              <a:t>          "prior_days": 31,</a:t>
            </a:r>
          </a:p>
          <a:p>
            <a:r>
              <a:t>          "sales_KRW": 76543574899.0,</a:t>
            </a:r>
          </a:p>
          <a:p>
            <a:r>
              <a:t>          "prior_sales_KRW": 61480170390.0,</a:t>
            </a:r>
          </a:p>
          <a:p>
            <a:r>
              <a:t>          "sales_yoy_pct": 24.50124066580357,</a:t>
            </a:r>
          </a:p>
          <a:p>
            <a:r>
              <a:t>          "TC": 4308634.0,</a:t>
            </a:r>
          </a:p>
          <a:p>
            <a:r>
              <a:t>          "prior_TC": 3995857.0,</a:t>
            </a:r>
          </a:p>
          <a:p>
            <a:r>
              <a:t>          "TC_yoy_pct": 7.827532366648748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"2025-02",</a:t>
            </a:r>
          </a:p>
          <a:p>
            <a:r>
              <a:t>          "start": "2025-02-01",</a:t>
            </a:r>
          </a:p>
          <a:p>
            <a:r>
              <a:t>          "end": "2025-02-28",</a:t>
            </a:r>
          </a:p>
          <a:p>
            <a:r>
              <a:t>          "days": 28,</a:t>
            </a:r>
          </a:p>
          <a:p>
            <a:r>
              <a:t>          "prior_start": "2024-02-01",</a:t>
            </a:r>
          </a:p>
          <a:p>
            <a:r>
              <a:t>          "prior_end": "2024-02-29",</a:t>
            </a:r>
          </a:p>
          <a:p>
            <a:r>
              <a:t>          "prior_days": 29,</a:t>
            </a:r>
          </a:p>
          <a:p>
            <a:r>
              <a:t>          "sales_KRW": 78023083109.0,</a:t>
            </a:r>
          </a:p>
          <a:p>
            <a:r>
              <a:t>          "prior_sales_KRW": 61564945157.0,</a:t>
            </a:r>
          </a:p>
          <a:p>
            <a:r>
              <a:t>          "sales_yoy_pct": 26.73296940333372,</a:t>
            </a:r>
          </a:p>
          <a:p>
            <a:r>
              <a:t>          "TC": 4369460.0,</a:t>
            </a:r>
          </a:p>
          <a:p>
            <a:r>
              <a:t>          "prior_TC": 3832630.0,</a:t>
            </a:r>
          </a:p>
          <a:p>
            <a:r>
              <a:t>          "TC_yoy_pct": 14.006830818524097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"2025-03",</a:t>
            </a:r>
          </a:p>
          <a:p>
            <a:r>
              <a:t>          "start": "2025-03-01",</a:t>
            </a:r>
          </a:p>
          <a:p>
            <a:r>
              <a:t>          "end": "2025-03-31",</a:t>
            </a:r>
          </a:p>
          <a:p>
            <a:r>
              <a:t>          "days": 31,</a:t>
            </a:r>
          </a:p>
          <a:p>
            <a:r>
              <a:t>          "prior_start": "2024-03-01",</a:t>
            </a:r>
          </a:p>
          <a:p>
            <a:r>
              <a:t>          "prior_end": "2024-03-31",</a:t>
            </a:r>
          </a:p>
          <a:p>
            <a:r>
              <a:t>          "prior_days": 31,</a:t>
            </a:r>
          </a:p>
          <a:p>
            <a:r>
              <a:t>          "sales_KRW": 87970225862.0,</a:t>
            </a:r>
          </a:p>
          <a:p>
            <a:r>
              <a:t>          "prior_sales_KRW": 67481088199.0,</a:t>
            </a:r>
          </a:p>
          <a:p>
            <a:r>
              <a:t>          "sales_yoy_pct": 30.362784907347763,</a:t>
            </a:r>
          </a:p>
          <a:p>
            <a:r>
              <a:t>          "TC": 5010197.0,</a:t>
            </a:r>
          </a:p>
          <a:p>
            <a:r>
              <a:t>          "prior_TC": 4409273.0,</a:t>
            </a:r>
          </a:p>
          <a:p>
            <a:r>
              <a:t>          "TC_yoy_pct": 13.628641274876841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"2025-04",</a:t>
            </a:r>
          </a:p>
          <a:p>
            <a:r>
              <a:t>          "start": "2025-04-01",</a:t>
            </a:r>
          </a:p>
          <a:p>
            <a:r>
              <a:t>          "end": "2025-04-30",</a:t>
            </a:r>
          </a:p>
          <a:p>
            <a:r>
              <a:t>          "days": 30,</a:t>
            </a:r>
          </a:p>
          <a:p>
            <a:r>
              <a:t>          "prior_start": "2024-04-01",</a:t>
            </a:r>
          </a:p>
          <a:p>
            <a:r>
              <a:t>          "prior_end": "2024-04-30",</a:t>
            </a:r>
          </a:p>
          <a:p>
            <a:r>
              <a:t>          "prior_days": 30,</a:t>
            </a:r>
          </a:p>
          <a:p>
            <a:r>
              <a:t>          "sales_KRW": 85624212568.0,</a:t>
            </a:r>
          </a:p>
          <a:p>
            <a:r>
              <a:t>          "prior_sales_KRW": 72297908658.0,</a:t>
            </a:r>
          </a:p>
          <a:p>
            <a:r>
              <a:t>          "sales_yoy_pct": 18.43248879167323,</a:t>
            </a:r>
          </a:p>
          <a:p>
            <a:r>
              <a:t>          "TC": 4871947.0,</a:t>
            </a:r>
          </a:p>
          <a:p>
            <a:r>
              <a:t>          "prior_TC": 4751833.0,</a:t>
            </a:r>
          </a:p>
          <a:p>
            <a:r>
              <a:t>          "TC_yoy_pct": 2.527740347777363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"2025-05",</a:t>
            </a:r>
          </a:p>
          <a:p>
            <a:r>
              <a:t>          "start": "2025-05-01",</a:t>
            </a:r>
          </a:p>
          <a:p>
            <a:r>
              <a:t>          "end": "2025-05-31",</a:t>
            </a:r>
          </a:p>
          <a:p>
            <a:r>
              <a:t>          "days": 31,</a:t>
            </a:r>
          </a:p>
          <a:p>
            <a:r>
              <a:t>          "prior_start": "2024-05-01",</a:t>
            </a:r>
          </a:p>
          <a:p>
            <a:r>
              <a:t>          "prior_end": "2024-05-31",</a:t>
            </a:r>
          </a:p>
          <a:p>
            <a:r>
              <a:t>          "prior_days": 31,</a:t>
            </a:r>
          </a:p>
          <a:p>
            <a:r>
              <a:t>          "sales_KRW": 84700336850.0,</a:t>
            </a:r>
          </a:p>
          <a:p>
            <a:r>
              <a:t>          "prior_sales_KRW": 71306413372.0,</a:t>
            </a:r>
          </a:p>
          <a:p>
            <a:r>
              <a:t>          "sales_yoy_pct": 18.783616851018635,</a:t>
            </a:r>
          </a:p>
          <a:p>
            <a:r>
              <a:t>          "TC": 4677366.0,</a:t>
            </a:r>
          </a:p>
          <a:p>
            <a:r>
              <a:t>          "prior_TC": 4551006.0,</a:t>
            </a:r>
          </a:p>
          <a:p>
            <a:r>
              <a:t>          "TC_yoy_pct": 2.776528969638803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"2025-06",</a:t>
            </a:r>
          </a:p>
          <a:p>
            <a:r>
              <a:t>          "start": "2025-06-01",</a:t>
            </a:r>
          </a:p>
          <a:p>
            <a:r>
              <a:t>          "end": "2025-06-30",</a:t>
            </a:r>
          </a:p>
          <a:p>
            <a:r>
              <a:t>          "days": 30,</a:t>
            </a:r>
          </a:p>
          <a:p>
            <a:r>
              <a:t>          "prior_start": "2024-06-01",</a:t>
            </a:r>
          </a:p>
          <a:p>
            <a:r>
              <a:t>          "prior_end": "2024-06-30",</a:t>
            </a:r>
          </a:p>
          <a:p>
            <a:r>
              <a:t>          "prior_days": 30,</a:t>
            </a:r>
          </a:p>
          <a:p>
            <a:r>
              <a:t>          "sales_KRW": 78739881741.0,</a:t>
            </a:r>
          </a:p>
          <a:p>
            <a:r>
              <a:t>          "prior_sales_KRW": 69835367087.0,</a:t>
            </a:r>
          </a:p>
          <a:p>
            <a:r>
              <a:t>          "sales_yoy_pct": 12.750723631060556,</a:t>
            </a:r>
          </a:p>
          <a:p>
            <a:r>
              <a:t>          "TC": 4525633.0,</a:t>
            </a:r>
          </a:p>
          <a:p>
            <a:r>
              <a:t>          "prior_TC": 4472528.0,</a:t>
            </a:r>
          </a:p>
          <a:p>
            <a:r>
              <a:t>          "TC_yoy_pct": 1.1873598108273375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"2025-07",</a:t>
            </a:r>
          </a:p>
          <a:p>
            <a:r>
              <a:t>          "start": "2025-07-01",</a:t>
            </a:r>
          </a:p>
          <a:p>
            <a:r>
              <a:t>          "end": "2025-07-31",</a:t>
            </a:r>
          </a:p>
          <a:p>
            <a:r>
              <a:t>          "days": 31,</a:t>
            </a:r>
          </a:p>
          <a:p>
            <a:r>
              <a:t>          "prior_start": "2024-07-01",</a:t>
            </a:r>
          </a:p>
          <a:p>
            <a:r>
              <a:t>          "prior_end": "2024-07-31",</a:t>
            </a:r>
          </a:p>
          <a:p>
            <a:r>
              <a:t>          "prior_days": 31,</a:t>
            </a:r>
          </a:p>
          <a:p>
            <a:r>
              <a:t>          "sales_KRW": 80642070701.0,</a:t>
            </a:r>
          </a:p>
          <a:p>
            <a:r>
              <a:t>          "prior_sales_KRW": 72444622530.0,</a:t>
            </a:r>
          </a:p>
          <a:p>
            <a:r>
              <a:t>          "sales_yoy_pct": 11.315468125471085,</a:t>
            </a:r>
          </a:p>
          <a:p>
            <a:r>
              <a:t>          "TC": 4487482.0,</a:t>
            </a:r>
          </a:p>
          <a:p>
            <a:r>
              <a:t>          "prior_TC": 4441828.0,</a:t>
            </a:r>
          </a:p>
          <a:p>
            <a:r>
              <a:t>          "TC_yoy_pct": 1.0278200776797197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"2025-08",</a:t>
            </a:r>
          </a:p>
          <a:p>
            <a:r>
              <a:t>          "start": "2025-08-01",</a:t>
            </a:r>
          </a:p>
          <a:p>
            <a:r>
              <a:t>          "end": "2025-08-31",</a:t>
            </a:r>
          </a:p>
          <a:p>
            <a:r>
              <a:t>          "days": 31,</a:t>
            </a:r>
          </a:p>
          <a:p>
            <a:r>
              <a:t>          "prior_start": "2024-08-01",</a:t>
            </a:r>
          </a:p>
          <a:p>
            <a:r>
              <a:t>          "prior_end": "2024-08-31",</a:t>
            </a:r>
          </a:p>
          <a:p>
            <a:r>
              <a:t>          "prior_days": 31,</a:t>
            </a:r>
          </a:p>
          <a:p>
            <a:r>
              <a:t>          "sales_KRW": 80315701736.0,</a:t>
            </a:r>
          </a:p>
          <a:p>
            <a:r>
              <a:t>          "prior_sales_KRW": 73099333823.0,</a:t>
            </a:r>
          </a:p>
          <a:p>
            <a:r>
              <a:t>          "sales_yoy_pct": 9.872002295497584,</a:t>
            </a:r>
          </a:p>
          <a:p>
            <a:r>
              <a:t>          "TC": 4510514.0,</a:t>
            </a:r>
          </a:p>
          <a:p>
            <a:r>
              <a:t>          "prior_TC": 4483269.0,</a:t>
            </a:r>
          </a:p>
          <a:p>
            <a:r>
              <a:t>          "TC_yoy_pct": 0.6077038874981566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"2025-09",</a:t>
            </a:r>
          </a:p>
          <a:p>
            <a:r>
              <a:t>          "start": "2025-09-01",</a:t>
            </a:r>
          </a:p>
          <a:p>
            <a:r>
              <a:t>          "end": "2025-09-30",</a:t>
            </a:r>
          </a:p>
          <a:p>
            <a:r>
              <a:t>          "days": 30,</a:t>
            </a:r>
          </a:p>
          <a:p>
            <a:r>
              <a:t>          "prior_start": "2024-09-01",</a:t>
            </a:r>
          </a:p>
          <a:p>
            <a:r>
              <a:t>          "prior_end": "2024-09-30",</a:t>
            </a:r>
          </a:p>
          <a:p>
            <a:r>
              <a:t>          "prior_days": 30,</a:t>
            </a:r>
          </a:p>
          <a:p>
            <a:r>
              <a:t>          "sales_KRW": 83370654094.0,</a:t>
            </a:r>
          </a:p>
          <a:p>
            <a:r>
              <a:t>          "prior_sales_KRW": 75183656028.0,</a:t>
            </a:r>
          </a:p>
          <a:p>
            <a:r>
              <a:t>          "sales_yoy_pct": 10.88933220133772,</a:t>
            </a:r>
          </a:p>
          <a:p>
            <a:r>
              <a:t>          "TC": 4745199.0,</a:t>
            </a:r>
          </a:p>
          <a:p>
            <a:r>
              <a:t>          "prior_TC": 4568443.0,</a:t>
            </a:r>
          </a:p>
          <a:p>
            <a:r>
              <a:t>          "TC_yoy_pct": 3.869064361753005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"2025-10",</a:t>
            </a:r>
          </a:p>
          <a:p>
            <a:r>
              <a:t>          "start": "2025-10-01",</a:t>
            </a:r>
          </a:p>
          <a:p>
            <a:r>
              <a:t>          "end": "2025-10-31",</a:t>
            </a:r>
          </a:p>
          <a:p>
            <a:r>
              <a:t>          "days": 31,</a:t>
            </a:r>
          </a:p>
          <a:p>
            <a:r>
              <a:t>          "prior_start": "2024-10-01",</a:t>
            </a:r>
          </a:p>
          <a:p>
            <a:r>
              <a:t>          "prior_end": "2024-10-31",</a:t>
            </a:r>
          </a:p>
          <a:p>
            <a:r>
              <a:t>          "prior_days": 31,</a:t>
            </a:r>
          </a:p>
          <a:p>
            <a:r>
              <a:t>          "sales_KRW": 81839440124.0,</a:t>
            </a:r>
          </a:p>
          <a:p>
            <a:r>
              <a:t>          "prior_sales_KRW": 74703971592.0,</a:t>
            </a:r>
          </a:p>
          <a:p>
            <a:r>
              <a:t>          "sales_yoy_pct": 9.551658874270785,</a:t>
            </a:r>
          </a:p>
          <a:p>
            <a:r>
              <a:t>          "TC": 4549169.0,</a:t>
            </a:r>
          </a:p>
          <a:p>
            <a:r>
              <a:t>          "prior_TC": 4664337.0,</a:t>
            </a:r>
          </a:p>
          <a:p>
            <a:r>
              <a:t>          "TC_yoy_pct": -2.4691183334308864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"2025-11",</a:t>
            </a:r>
          </a:p>
          <a:p>
            <a:r>
              <a:t>          "start": "2025-11-01",</a:t>
            </a:r>
          </a:p>
          <a:p>
            <a:r>
              <a:t>          "end": "2025-11-30",</a:t>
            </a:r>
          </a:p>
          <a:p>
            <a:r>
              <a:t>          "days": 30,</a:t>
            </a:r>
          </a:p>
          <a:p>
            <a:r>
              <a:t>          "prior_start": "2024-11-01",</a:t>
            </a:r>
          </a:p>
          <a:p>
            <a:r>
              <a:t>          "prior_end": "2024-11-30",</a:t>
            </a:r>
          </a:p>
          <a:p>
            <a:r>
              <a:t>          "prior_days": 30,</a:t>
            </a:r>
          </a:p>
          <a:p>
            <a:r>
              <a:t>          "sales_KRW": 84318685830.0,</a:t>
            </a:r>
          </a:p>
          <a:p>
            <a:r>
              <a:t>          "prior_sales_KRW": 72894690696.0,</a:t>
            </a:r>
          </a:p>
          <a:p>
            <a:r>
              <a:t>          "sales_yoy_pct": 15.671916603148262,</a:t>
            </a:r>
          </a:p>
          <a:p>
            <a:r>
              <a:t>          "TC": 4642278.0,</a:t>
            </a:r>
          </a:p>
          <a:p>
            <a:r>
              <a:t>          "prior_TC": 4329758.0,</a:t>
            </a:r>
          </a:p>
          <a:p>
            <a:r>
              <a:t>          "TC_yoy_pct": 7.217955368406281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"2025-12",</a:t>
            </a:r>
          </a:p>
          <a:p>
            <a:r>
              <a:t>          "start": "2025-12-01",</a:t>
            </a:r>
          </a:p>
          <a:p>
            <a:r>
              <a:t>          "end": "2025-12-31",</a:t>
            </a:r>
          </a:p>
          <a:p>
            <a:r>
              <a:t>          "days": 31,</a:t>
            </a:r>
          </a:p>
          <a:p>
            <a:r>
              <a:t>          "prior_start": "2024-12-01",</a:t>
            </a:r>
          </a:p>
          <a:p>
            <a:r>
              <a:t>          "prior_end": "2024-12-31",</a:t>
            </a:r>
          </a:p>
          <a:p>
            <a:r>
              <a:t>          "prior_days": 31,</a:t>
            </a:r>
          </a:p>
          <a:p>
            <a:r>
              <a:t>          "sales_KRW": 90779905347.0,</a:t>
            </a:r>
          </a:p>
          <a:p>
            <a:r>
              <a:t>          "prior_sales_KRW": 79536384709.0,</a:t>
            </a:r>
          </a:p>
          <a:p>
            <a:r>
              <a:t>          "sales_yoy_pct": 14.13632349413001,</a:t>
            </a:r>
          </a:p>
          <a:p>
            <a:r>
              <a:t>          "TC": 4766297.0,</a:t>
            </a:r>
          </a:p>
          <a:p>
            <a:r>
              <a:t>          "prior_TC": 4489451.0,</a:t>
            </a:r>
          </a:p>
          <a:p>
            <a:r>
              <a:t>          "TC_yoy_pct": 6.166589188744909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"2026-01",</a:t>
            </a:r>
          </a:p>
          <a:p>
            <a:r>
              <a:t>          "start": "2026-01-01",</a:t>
            </a:r>
          </a:p>
          <a:p>
            <a:r>
              <a:t>          "end": "2026-01-31",</a:t>
            </a:r>
          </a:p>
          <a:p>
            <a:r>
              <a:t>          "days": 31,</a:t>
            </a:r>
          </a:p>
          <a:p>
            <a:r>
              <a:t>          "prior_start": "2025-01-01",</a:t>
            </a:r>
          </a:p>
          <a:p>
            <a:r>
              <a:t>          "prior_end": "2025-01-31",</a:t>
            </a:r>
          </a:p>
          <a:p>
            <a:r>
              <a:t>          "prior_days": 31,</a:t>
            </a:r>
          </a:p>
          <a:p>
            <a:r>
              <a:t>          "sales_KRW": 81250175657.0,</a:t>
            </a:r>
          </a:p>
          <a:p>
            <a:r>
              <a:t>          "prior_sales_KRW": 76543574899.0,</a:t>
            </a:r>
          </a:p>
          <a:p>
            <a:r>
              <a:t>          "sales_yoy_pct": 6.1489168283692,</a:t>
            </a:r>
          </a:p>
          <a:p>
            <a:r>
              <a:t>          "TC": 4445086.0,</a:t>
            </a:r>
          </a:p>
          <a:p>
            <a:r>
              <a:t>          "prior_TC": 4308634.0,</a:t>
            </a:r>
          </a:p>
          <a:p>
            <a:r>
              <a:t>          "TC_yoy_pct": 3.166943397837918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"2026-02",</a:t>
            </a:r>
          </a:p>
          <a:p>
            <a:r>
              <a:t>          "start": "2026-02-01",</a:t>
            </a:r>
          </a:p>
          <a:p>
            <a:r>
              <a:t>          "end": "2026-02-28",</a:t>
            </a:r>
          </a:p>
          <a:p>
            <a:r>
              <a:t>          "days": 28,</a:t>
            </a:r>
          </a:p>
          <a:p>
            <a:r>
              <a:t>          "prior_start": "2025-02-01",</a:t>
            </a:r>
          </a:p>
          <a:p>
            <a:r>
              <a:t>          "prior_end": "2025-02-28",</a:t>
            </a:r>
          </a:p>
          <a:p>
            <a:r>
              <a:t>          "prior_days": 28,</a:t>
            </a:r>
          </a:p>
          <a:p>
            <a:r>
              <a:t>          "sales_KRW": 74019851810.0,</a:t>
            </a:r>
          </a:p>
          <a:p>
            <a:r>
              <a:t>          "prior_sales_KRW": 78023083109.0,</a:t>
            </a:r>
          </a:p>
          <a:p>
            <a:r>
              <a:t>          "sales_yoy_pct": -5.130829415453109,</a:t>
            </a:r>
          </a:p>
          <a:p>
            <a:r>
              <a:t>          "TC": 4060289.0,</a:t>
            </a:r>
          </a:p>
          <a:p>
            <a:r>
              <a:t>          "prior_TC": 4369460.0,</a:t>
            </a:r>
          </a:p>
          <a:p>
            <a:r>
              <a:t>          "TC_yoy_pct": -7.075725604536942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"2026-03",</a:t>
            </a:r>
          </a:p>
          <a:p>
            <a:r>
              <a:t>          "start": "2026-03-01",</a:t>
            </a:r>
          </a:p>
          <a:p>
            <a:r>
              <a:t>          "end": "2026-03-31",</a:t>
            </a:r>
          </a:p>
          <a:p>
            <a:r>
              <a:t>          "days": 31,</a:t>
            </a:r>
          </a:p>
          <a:p>
            <a:r>
              <a:t>          "prior_start": "2025-03-01",</a:t>
            </a:r>
          </a:p>
          <a:p>
            <a:r>
              <a:t>          "prior_end": "2025-03-31",</a:t>
            </a:r>
          </a:p>
          <a:p>
            <a:r>
              <a:t>          "prior_days": 31,</a:t>
            </a:r>
          </a:p>
          <a:p>
            <a:r>
              <a:t>          "sales_KRW": 96807711119.0,</a:t>
            </a:r>
          </a:p>
          <a:p>
            <a:r>
              <a:t>          "prior_sales_KRW": 87970225862.0,</a:t>
            </a:r>
          </a:p>
          <a:p>
            <a:r>
              <a:t>          "sales_yoy_pct": 10.045995870083901,</a:t>
            </a:r>
          </a:p>
          <a:p>
            <a:r>
              <a:t>          "TC": 5246143.0,</a:t>
            </a:r>
          </a:p>
          <a:p>
            <a:r>
              <a:t>          "prior_TC": 5010197.0,</a:t>
            </a:r>
          </a:p>
          <a:p>
            <a:r>
              <a:t>          "TC_yoy_pct": 4.70931582131402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"2026-04",</a:t>
            </a:r>
          </a:p>
          <a:p>
            <a:r>
              <a:t>          "start": "2026-04-01",</a:t>
            </a:r>
          </a:p>
          <a:p>
            <a:r>
              <a:t>          "end": "2026-04-30",</a:t>
            </a:r>
          </a:p>
          <a:p>
            <a:r>
              <a:t>          "days": 30,</a:t>
            </a:r>
          </a:p>
          <a:p>
            <a:r>
              <a:t>          "prior_start": "2025-04-01",</a:t>
            </a:r>
          </a:p>
          <a:p>
            <a:r>
              <a:t>          "prior_end": "2025-04-30",</a:t>
            </a:r>
          </a:p>
          <a:p>
            <a:r>
              <a:t>          "prior_days": 30,</a:t>
            </a:r>
          </a:p>
          <a:p>
            <a:r>
              <a:t>          "sales_KRW": 90652890798.0,</a:t>
            </a:r>
          </a:p>
          <a:p>
            <a:r>
              <a:t>          "prior_sales_KRW": 85624212568.0,</a:t>
            </a:r>
          </a:p>
          <a:p>
            <a:r>
              <a:t>          "sales_yoy_pct": 5.872962891199007,</a:t>
            </a:r>
          </a:p>
          <a:p>
            <a:r>
              <a:t>          "TC": 5023695.0,</a:t>
            </a:r>
          </a:p>
          <a:p>
            <a:r>
              <a:t>          "prior_TC": 4871947.0,</a:t>
            </a:r>
          </a:p>
          <a:p>
            <a:r>
              <a:t>          "TC_yoy_pct": 3.11473010687513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"2026-05",</a:t>
            </a:r>
          </a:p>
          <a:p>
            <a:r>
              <a:t>          "start": "2026-05-01",</a:t>
            </a:r>
          </a:p>
          <a:p>
            <a:r>
              <a:t>          "end": "2026-05-31",</a:t>
            </a:r>
          </a:p>
          <a:p>
            <a:r>
              <a:t>          "days": 31,</a:t>
            </a:r>
          </a:p>
          <a:p>
            <a:r>
              <a:t>          "prior_start": "2025-05-01",</a:t>
            </a:r>
          </a:p>
          <a:p>
            <a:r>
              <a:t>          "prior_end": "2025-05-31",</a:t>
            </a:r>
          </a:p>
          <a:p>
            <a:r>
              <a:t>          "prior_days": 31,</a:t>
            </a:r>
          </a:p>
          <a:p>
            <a:r>
              <a:t>          "sales_KRW": 88464083705.0,</a:t>
            </a:r>
          </a:p>
          <a:p>
            <a:r>
              <a:t>          "prior_sales_KRW": 84700336850.0,</a:t>
            </a:r>
          </a:p>
          <a:p>
            <a:r>
              <a:t>          "sales_yoy_pct": 4.443603172045707,</a:t>
            </a:r>
          </a:p>
          <a:p>
            <a:r>
              <a:t>          "TC": 4786843.0,</a:t>
            </a:r>
          </a:p>
          <a:p>
            <a:r>
              <a:t>          "prior_TC": 4677366.0,</a:t>
            </a:r>
          </a:p>
          <a:p>
            <a:r>
              <a:t>          "TC_yoy_pct": 2.34056945725436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"2026-06",</a:t>
            </a:r>
          </a:p>
          <a:p>
            <a:r>
              <a:t>          "start": "2026-06-01",</a:t>
            </a:r>
          </a:p>
          <a:p>
            <a:r>
              <a:t>          "end": "2026-06-30",</a:t>
            </a:r>
          </a:p>
          <a:p>
            <a:r>
              <a:t>          "days": 30,</a:t>
            </a:r>
          </a:p>
          <a:p>
            <a:r>
              <a:t>          "prior_start": "2025-06-01",</a:t>
            </a:r>
          </a:p>
          <a:p>
            <a:r>
              <a:t>          "prior_end": "2025-06-30",</a:t>
            </a:r>
          </a:p>
          <a:p>
            <a:r>
              <a:t>          "prior_days": 30,</a:t>
            </a:r>
          </a:p>
          <a:p>
            <a:r>
              <a:t>          "sales_KRW": 88738038236.0,</a:t>
            </a:r>
          </a:p>
          <a:p>
            <a:r>
              <a:t>          "prior_sales_KRW": 78739881741.0,</a:t>
            </a:r>
          </a:p>
          <a:p>
            <a:r>
              <a:t>          "sales_yoy_pct": 12.69770321460102,</a:t>
            </a:r>
          </a:p>
          <a:p>
            <a:r>
              <a:t>          "TC": 4803878.0,</a:t>
            </a:r>
          </a:p>
          <a:p>
            <a:r>
              <a:t>          "prior_TC": 4525633.0,</a:t>
            </a:r>
          </a:p>
          <a:p>
            <a:r>
              <a:t>          "TC_yoy_pct": 6.148200704741202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"2026-07",</a:t>
            </a:r>
          </a:p>
          <a:p>
            <a:r>
              <a:t>          "start": "2026-07-01",</a:t>
            </a:r>
          </a:p>
          <a:p>
            <a:r>
              <a:t>          "end": "2026-07-31",</a:t>
            </a:r>
          </a:p>
          <a:p>
            <a:r>
              <a:t>          "days": 31,</a:t>
            </a:r>
          </a:p>
          <a:p>
            <a:r>
              <a:t>          "prior_start": "2025-07-01",</a:t>
            </a:r>
          </a:p>
          <a:p>
            <a:r>
              <a:t>          "prior_end": "2025-07-31",</a:t>
            </a:r>
          </a:p>
          <a:p>
            <a:r>
              <a:t>          "prior_days": 31,</a:t>
            </a:r>
          </a:p>
          <a:p>
            <a:r>
              <a:t>          "sales_KRW": 81461110057.0,</a:t>
            </a:r>
          </a:p>
          <a:p>
            <a:r>
              <a:t>          "prior_sales_KRW": 80642070701.0,</a:t>
            </a:r>
          </a:p>
          <a:p>
            <a:r>
              <a:t>          "sales_yoy_pct": 1.0156477244201545,</a:t>
            </a:r>
          </a:p>
          <a:p>
            <a:r>
              <a:t>          "TC": 4526593.0,</a:t>
            </a:r>
          </a:p>
          <a:p>
            <a:r>
              <a:t>          "prior_TC": 4487482.0,</a:t>
            </a:r>
          </a:p>
          <a:p>
            <a:r>
              <a:t>          "TC_yoy_pct": 0.871557813490953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"2026-08",</a:t>
            </a:r>
          </a:p>
          <a:p>
            <a:r>
              <a:t>          "start": "2026-08-01",</a:t>
            </a:r>
          </a:p>
          <a:p>
            <a:r>
              <a:t>          "end": "2026-08-31",</a:t>
            </a:r>
          </a:p>
          <a:p>
            <a:r>
              <a:t>          "days": 31,</a:t>
            </a:r>
          </a:p>
          <a:p>
            <a:r>
              <a:t>          "prior_start": "2025-08-01",</a:t>
            </a:r>
          </a:p>
          <a:p>
            <a:r>
              <a:t>          "prior_end": "2025-08-31",</a:t>
            </a:r>
          </a:p>
          <a:p>
            <a:r>
              <a:t>          "prior_days": 31,</a:t>
            </a:r>
          </a:p>
          <a:p>
            <a:r>
              <a:t>          "sales_KRW": 78995437146.0,</a:t>
            </a:r>
          </a:p>
          <a:p>
            <a:r>
              <a:t>          "prior_sales_KRW": 80315701736.0,</a:t>
            </a:r>
          </a:p>
          <a:p>
            <a:r>
              <a:t>          "sales_yoy_pct": -1.6438436836918258,</a:t>
            </a:r>
          </a:p>
          <a:p>
            <a:r>
              <a:t>          "TC": 4287953.0,</a:t>
            </a:r>
          </a:p>
          <a:p>
            <a:r>
              <a:t>          "prior_TC": 4510514.0,</a:t>
            </a:r>
          </a:p>
          <a:p>
            <a:r>
              <a:t>          "TC_yoy_pct": -4.934271349118968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"2026-09",</a:t>
            </a:r>
          </a:p>
          <a:p>
            <a:r>
              <a:t>          "start": "2026-09-01",</a:t>
            </a:r>
          </a:p>
          <a:p>
            <a:r>
              <a:t>          "end": "2026-09-30",</a:t>
            </a:r>
          </a:p>
          <a:p>
            <a:r>
              <a:t>          "days": 30,</a:t>
            </a:r>
          </a:p>
          <a:p>
            <a:r>
              <a:t>          "prior_start": "2025-09-01",</a:t>
            </a:r>
          </a:p>
          <a:p>
            <a:r>
              <a:t>          "prior_end": "2025-09-30",</a:t>
            </a:r>
          </a:p>
          <a:p>
            <a:r>
              <a:t>          "prior_days": 30,</a:t>
            </a:r>
          </a:p>
          <a:p>
            <a:r>
              <a:t>          "sales_KRW": 85296201063.0,</a:t>
            </a:r>
          </a:p>
          <a:p>
            <a:r>
              <a:t>          "prior_sales_KRW": 83370654094.0,</a:t>
            </a:r>
          </a:p>
          <a:p>
            <a:r>
              <a:t>          "sales_yoy_pct": 2.3096220006010304,</a:t>
            </a:r>
          </a:p>
          <a:p>
            <a:r>
              <a:t>          "TC": 4561389.0,</a:t>
            </a:r>
          </a:p>
          <a:p>
            <a:r>
              <a:t>          "prior_TC": 4745199.0,</a:t>
            </a:r>
          </a:p>
          <a:p>
            <a:r>
              <a:t>          "TC_yoy_pct": -3.873599400151606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"2026-10",</a:t>
            </a:r>
          </a:p>
          <a:p>
            <a:r>
              <a:t>          "start": "2026-10-01",</a:t>
            </a:r>
          </a:p>
          <a:p>
            <a:r>
              <a:t>          "end": "2026-10-19",</a:t>
            </a:r>
          </a:p>
          <a:p>
            <a:r>
              <a:t>          "days": 19,</a:t>
            </a:r>
          </a:p>
          <a:p>
            <a:r>
              <a:t>          "prior_start": "2025-10-01",</a:t>
            </a:r>
          </a:p>
          <a:p>
            <a:r>
              <a:t>          "prior_end": "2025-10-19",</a:t>
            </a:r>
          </a:p>
          <a:p>
            <a:r>
              <a:t>          "prior_days": 19,</a:t>
            </a:r>
          </a:p>
          <a:p>
            <a:r>
              <a:t>          "sales_KRW": 52183272557.0,</a:t>
            </a:r>
          </a:p>
          <a:p>
            <a:r>
              <a:t>          "prior_sales_KRW": 45044778693.0,</a:t>
            </a:r>
          </a:p>
          <a:p>
            <a:r>
              <a:t>          "sales_yoy_pct": 15.847550084887697,</a:t>
            </a:r>
          </a:p>
          <a:p>
            <a:r>
              <a:t>          "TC": 2881379.0,</a:t>
            </a:r>
          </a:p>
          <a:p>
            <a:r>
              <a:t>          "prior_TC": 2540172.0,</a:t>
            </a:r>
          </a:p>
          <a:p>
            <a:r>
              <a:t>          "TC_yoy_pct": 13.432436858606422</a:t>
            </a:r>
          </a:p>
          <a:p>
            <a:r>
              <a:t>        }</a:t>
            </a:r>
          </a:p>
          <a:p>
            <a:r>
              <a:t>      ]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"channel": "배달",</a:t>
            </a:r>
          </a:p>
          <a:p>
            <a:r>
              <a:t>      "amount_field": "delivery_sales_VATincluded",</a:t>
            </a:r>
          </a:p>
          <a:p>
            <a:r>
              <a:t>      "count_field": "delivery_TC",</a:t>
            </a:r>
          </a:p>
          <a:p>
            <a:r>
              <a:t>      "points": [</a:t>
            </a:r>
          </a:p>
          <a:p>
            <a:r>
              <a:t>        {</a:t>
            </a:r>
          </a:p>
          <a:p>
            <a:r>
              <a:t>          "month": "2025-01",</a:t>
            </a:r>
          </a:p>
          <a:p>
            <a:r>
              <a:t>          "start": "2025-01-01",</a:t>
            </a:r>
          </a:p>
          <a:p>
            <a:r>
              <a:t>          "end": "2025-01-31",</a:t>
            </a:r>
          </a:p>
          <a:p>
            <a:r>
              <a:t>          "days": 31,</a:t>
            </a:r>
          </a:p>
          <a:p>
            <a:r>
              <a:t>          "prior_start": "2024-01-01",</a:t>
            </a:r>
          </a:p>
          <a:p>
            <a:r>
              <a:t>          "prior_end": "2024-01-31",</a:t>
            </a:r>
          </a:p>
          <a:p>
            <a:r>
              <a:t>          "prior_days": 31,</a:t>
            </a:r>
          </a:p>
          <a:p>
            <a:r>
              <a:t>          "sales_KRW": 44200863547.0,</a:t>
            </a:r>
          </a:p>
          <a:p>
            <a:r>
              <a:t>          "prior_sales_KRW": 29627747330.0,</a:t>
            </a:r>
          </a:p>
          <a:p>
            <a:r>
              <a:t>          "sales_yoy_pct": 49.187391989953234,</a:t>
            </a:r>
          </a:p>
          <a:p>
            <a:r>
              <a:t>          "TC": 1790588.0,</a:t>
            </a:r>
          </a:p>
          <a:p>
            <a:r>
              <a:t>          "prior_TC": 1264599.0,</a:t>
            </a:r>
          </a:p>
          <a:p>
            <a:r>
              <a:t>          "TC_yoy_pct": 41.59334302810613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"2025-02",</a:t>
            </a:r>
          </a:p>
          <a:p>
            <a:r>
              <a:t>          "start": "2025-02-01",</a:t>
            </a:r>
          </a:p>
          <a:p>
            <a:r>
              <a:t>          "end": "2025-02-28",</a:t>
            </a:r>
          </a:p>
          <a:p>
            <a:r>
              <a:t>          "days": 28,</a:t>
            </a:r>
          </a:p>
          <a:p>
            <a:r>
              <a:t>          "prior_start": "2024-02-01",</a:t>
            </a:r>
          </a:p>
          <a:p>
            <a:r>
              <a:t>          "prior_end": "2024-02-29",</a:t>
            </a:r>
          </a:p>
          <a:p>
            <a:r>
              <a:t>          "prior_days": 29,</a:t>
            </a:r>
          </a:p>
          <a:p>
            <a:r>
              <a:t>          "sales_KRW": 45543914970.0,</a:t>
            </a:r>
          </a:p>
          <a:p>
            <a:r>
              <a:t>          "prior_sales_KRW": 31222295674.0,</a:t>
            </a:r>
          </a:p>
          <a:p>
            <a:r>
              <a:t>          "sales_yoy_pct": 45.86984712955031,</a:t>
            </a:r>
          </a:p>
          <a:p>
            <a:r>
              <a:t>          "TC": 1848562.0,</a:t>
            </a:r>
          </a:p>
          <a:p>
            <a:r>
              <a:t>          "prior_TC": 1308487.0,</a:t>
            </a:r>
          </a:p>
          <a:p>
            <a:r>
              <a:t>          "TC_yoy_pct": 41.27477002064217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"2025-03",</a:t>
            </a:r>
          </a:p>
          <a:p>
            <a:r>
              <a:t>          "start": "2025-03-01",</a:t>
            </a:r>
          </a:p>
          <a:p>
            <a:r>
              <a:t>          "end": "2025-03-31",</a:t>
            </a:r>
          </a:p>
          <a:p>
            <a:r>
              <a:t>          "days": 31,</a:t>
            </a:r>
          </a:p>
          <a:p>
            <a:r>
              <a:t>          "prior_start": "2024-03-01",</a:t>
            </a:r>
          </a:p>
          <a:p>
            <a:r>
              <a:t>          "prior_end": "2024-03-31",</a:t>
            </a:r>
          </a:p>
          <a:p>
            <a:r>
              <a:t>          "prior_days": 31,</a:t>
            </a:r>
          </a:p>
          <a:p>
            <a:r>
              <a:t>          "sales_KRW": 48586859067.0,</a:t>
            </a:r>
          </a:p>
          <a:p>
            <a:r>
              <a:t>          "prior_sales_KRW": 31651810291.0,</a:t>
            </a:r>
          </a:p>
          <a:p>
            <a:r>
              <a:t>          "sales_yoy_pct": 53.5042028253764,</a:t>
            </a:r>
          </a:p>
          <a:p>
            <a:r>
              <a:t>          "TC": 1929421.0,</a:t>
            </a:r>
          </a:p>
          <a:p>
            <a:r>
              <a:t>          "prior_TC": 1328754.0,</a:t>
            </a:r>
          </a:p>
          <a:p>
            <a:r>
              <a:t>          "TC_yoy_pct": 45.20528254289358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"2025-04",</a:t>
            </a:r>
          </a:p>
          <a:p>
            <a:r>
              <a:t>          "start": "2025-04-01",</a:t>
            </a:r>
          </a:p>
          <a:p>
            <a:r>
              <a:t>          "end": "2025-04-30",</a:t>
            </a:r>
          </a:p>
          <a:p>
            <a:r>
              <a:t>          "days": 30,</a:t>
            </a:r>
          </a:p>
          <a:p>
            <a:r>
              <a:t>          "prior_start": "2024-04-01",</a:t>
            </a:r>
          </a:p>
          <a:p>
            <a:r>
              <a:t>          "prior_end": "2024-04-30",</a:t>
            </a:r>
          </a:p>
          <a:p>
            <a:r>
              <a:t>          "prior_days": 30,</a:t>
            </a:r>
          </a:p>
          <a:p>
            <a:r>
              <a:t>          "sales_KRW": 45632111922.0,</a:t>
            </a:r>
          </a:p>
          <a:p>
            <a:r>
              <a:t>          "prior_sales_KRW": 33943395728.0,</a:t>
            </a:r>
          </a:p>
          <a:p>
            <a:r>
              <a:t>          "sales_yoy_pct": 34.43590702493549,</a:t>
            </a:r>
          </a:p>
          <a:p>
            <a:r>
              <a:t>          "TC": 1778143.0,</a:t>
            </a:r>
          </a:p>
          <a:p>
            <a:r>
              <a:t>          "prior_TC": 1448591.0,</a:t>
            </a:r>
          </a:p>
          <a:p>
            <a:r>
              <a:t>          "TC_yoy_pct": 22.749830697553698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"2025-05",</a:t>
            </a:r>
          </a:p>
          <a:p>
            <a:r>
              <a:t>          "start": "2025-05-01",</a:t>
            </a:r>
          </a:p>
          <a:p>
            <a:r>
              <a:t>          "end": "2025-05-31",</a:t>
            </a:r>
          </a:p>
          <a:p>
            <a:r>
              <a:t>          "days": 31,</a:t>
            </a:r>
          </a:p>
          <a:p>
            <a:r>
              <a:t>          "prior_start": "2024-05-01",</a:t>
            </a:r>
          </a:p>
          <a:p>
            <a:r>
              <a:t>          "prior_end": "2024-05-31",</a:t>
            </a:r>
          </a:p>
          <a:p>
            <a:r>
              <a:t>          "prior_days": 31,</a:t>
            </a:r>
          </a:p>
          <a:p>
            <a:r>
              <a:t>          "sales_KRW": 46075914252.0,</a:t>
            </a:r>
          </a:p>
          <a:p>
            <a:r>
              <a:t>          "prior_sales_KRW": 34174504735.0,</a:t>
            </a:r>
          </a:p>
          <a:p>
            <a:r>
              <a:t>          "sales_yoy_pct": 34.82540452096474,</a:t>
            </a:r>
          </a:p>
          <a:p>
            <a:r>
              <a:t>          "TC": 1760240.0,</a:t>
            </a:r>
          </a:p>
          <a:p>
            <a:r>
              <a:t>          "prior_TC": 1427218.0,</a:t>
            </a:r>
          </a:p>
          <a:p>
            <a:r>
              <a:t>          "TC_yoy_pct": 23.3336462965013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"2025-06",</a:t>
            </a:r>
          </a:p>
          <a:p>
            <a:r>
              <a:t>          "start": "2025-06-01",</a:t>
            </a:r>
          </a:p>
          <a:p>
            <a:r>
              <a:t>          "end": "2025-06-30",</a:t>
            </a:r>
          </a:p>
          <a:p>
            <a:r>
              <a:t>          "days": 30,</a:t>
            </a:r>
          </a:p>
          <a:p>
            <a:r>
              <a:t>          "prior_start": "2024-06-01",</a:t>
            </a:r>
          </a:p>
          <a:p>
            <a:r>
              <a:t>          "prior_end": "2024-06-30",</a:t>
            </a:r>
          </a:p>
          <a:p>
            <a:r>
              <a:t>          "prior_days": 30,</a:t>
            </a:r>
          </a:p>
          <a:p>
            <a:r>
              <a:t>          "sales_KRW": 43525187448.0,</a:t>
            </a:r>
          </a:p>
          <a:p>
            <a:r>
              <a:t>          "prior_sales_KRW": 34611586957.0,</a:t>
            </a:r>
          </a:p>
          <a:p>
            <a:r>
              <a:t>          "sales_yoy_pct": 25.75322680833412,</a:t>
            </a:r>
          </a:p>
          <a:p>
            <a:r>
              <a:t>          "TC": 1727230.0,</a:t>
            </a:r>
          </a:p>
          <a:p>
            <a:r>
              <a:t>          "prior_TC": 1476783.0,</a:t>
            </a:r>
          </a:p>
          <a:p>
            <a:r>
              <a:t>          "TC_yoy_pct": 16.958957409450125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"2025-07",</a:t>
            </a:r>
          </a:p>
          <a:p>
            <a:r>
              <a:t>          "start": "2025-07-01",</a:t>
            </a:r>
          </a:p>
          <a:p>
            <a:r>
              <a:t>          "end": "2025-07-31",</a:t>
            </a:r>
          </a:p>
          <a:p>
            <a:r>
              <a:t>          "days": 31,</a:t>
            </a:r>
          </a:p>
          <a:p>
            <a:r>
              <a:t>          "prior_start": "2024-07-01",</a:t>
            </a:r>
          </a:p>
          <a:p>
            <a:r>
              <a:t>          "prior_end": "2024-07-31",</a:t>
            </a:r>
          </a:p>
          <a:p>
            <a:r>
              <a:t>          "prior_days": 31,</a:t>
            </a:r>
          </a:p>
          <a:p>
            <a:r>
              <a:t>          "sales_KRW": 45591185085.0,</a:t>
            </a:r>
          </a:p>
          <a:p>
            <a:r>
              <a:t>          "prior_sales_KRW": 38515183394.0,</a:t>
            </a:r>
          </a:p>
          <a:p>
            <a:r>
              <a:t>          "sales_yoy_pct": 18.371979742675503,</a:t>
            </a:r>
          </a:p>
          <a:p>
            <a:r>
              <a:t>          "TC": 1788656.0,</a:t>
            </a:r>
          </a:p>
          <a:p>
            <a:r>
              <a:t>          "prior_TC": 1608370.0,</a:t>
            </a:r>
          </a:p>
          <a:p>
            <a:r>
              <a:t>          "TC_yoy_pct": 11.20923668061453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"2025-08",</a:t>
            </a:r>
          </a:p>
          <a:p>
            <a:r>
              <a:t>          "start": "2025-08-01",</a:t>
            </a:r>
          </a:p>
          <a:p>
            <a:r>
              <a:t>          "end": "2025-08-31",</a:t>
            </a:r>
          </a:p>
          <a:p>
            <a:r>
              <a:t>          "days": 31,</a:t>
            </a:r>
          </a:p>
          <a:p>
            <a:r>
              <a:t>          "prior_start": "2024-08-01",</a:t>
            </a:r>
          </a:p>
          <a:p>
            <a:r>
              <a:t>          "prior_end": "2024-08-31",</a:t>
            </a:r>
          </a:p>
          <a:p>
            <a:r>
              <a:t>          "prior_days": 31,</a:t>
            </a:r>
          </a:p>
          <a:p>
            <a:r>
              <a:t>          "sales_KRW": 44884777039.0,</a:t>
            </a:r>
          </a:p>
          <a:p>
            <a:r>
              <a:t>          "prior_sales_KRW": 38975468872.0,</a:t>
            </a:r>
          </a:p>
          <a:p>
            <a:r>
              <a:t>          "sales_yoy_pct": 15.161608924851834,</a:t>
            </a:r>
          </a:p>
          <a:p>
            <a:r>
              <a:t>          "TC": 1808685.0,</a:t>
            </a:r>
          </a:p>
          <a:p>
            <a:r>
              <a:t>          "prior_TC": 1649531.0,</a:t>
            </a:r>
          </a:p>
          <a:p>
            <a:r>
              <a:t>          "TC_yoy_pct": 9.64843946552081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"2025-09",</a:t>
            </a:r>
          </a:p>
          <a:p>
            <a:r>
              <a:t>          "start": "2025-09-01",</a:t>
            </a:r>
          </a:p>
          <a:p>
            <a:r>
              <a:t>          "end": "2025-09-30",</a:t>
            </a:r>
          </a:p>
          <a:p>
            <a:r>
              <a:t>          "days": 30,</a:t>
            </a:r>
          </a:p>
          <a:p>
            <a:r>
              <a:t>          "prior_start": "2024-09-01",</a:t>
            </a:r>
          </a:p>
          <a:p>
            <a:r>
              <a:t>          "prior_end": "2024-09-30",</a:t>
            </a:r>
          </a:p>
          <a:p>
            <a:r>
              <a:t>          "prior_days": 30,</a:t>
            </a:r>
          </a:p>
          <a:p>
            <a:r>
              <a:t>          "sales_KRW": 45888961051.0,</a:t>
            </a:r>
          </a:p>
          <a:p>
            <a:r>
              <a:t>          "prior_sales_KRW": 39149188030.0,</a:t>
            </a:r>
          </a:p>
          <a:p>
            <a:r>
              <a:t>          "sales_yoy_pct": 17.215613810011376,</a:t>
            </a:r>
          </a:p>
          <a:p>
            <a:r>
              <a:t>          "TC": 1849681.0,</a:t>
            </a:r>
          </a:p>
          <a:p>
            <a:r>
              <a:t>          "prior_TC": 1608083.0,</a:t>
            </a:r>
          </a:p>
          <a:p>
            <a:r>
              <a:t>          "TC_yoy_pct": 15.023975752495367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"2025-10",</a:t>
            </a:r>
          </a:p>
          <a:p>
            <a:r>
              <a:t>          "start": "2025-10-01",</a:t>
            </a:r>
          </a:p>
          <a:p>
            <a:r>
              <a:t>          "end": "2025-10-31",</a:t>
            </a:r>
          </a:p>
          <a:p>
            <a:r>
              <a:t>          "days": 31,</a:t>
            </a:r>
          </a:p>
          <a:p>
            <a:r>
              <a:t>          "prior_start": "2024-10-01",</a:t>
            </a:r>
          </a:p>
          <a:p>
            <a:r>
              <a:t>          "prior_end": "2024-10-31",</a:t>
            </a:r>
          </a:p>
          <a:p>
            <a:r>
              <a:t>          "prior_days": 31,</a:t>
            </a:r>
          </a:p>
          <a:p>
            <a:r>
              <a:t>          "sales_KRW": 42987144518.0,</a:t>
            </a:r>
          </a:p>
          <a:p>
            <a:r>
              <a:t>          "prior_sales_KRW": 35995103940.0,</a:t>
            </a:r>
          </a:p>
          <a:p>
            <a:r>
              <a:t>          "sales_yoy_pct": 19.424976768104308,</a:t>
            </a:r>
          </a:p>
          <a:p>
            <a:r>
              <a:t>          "TC": 1638879.0,</a:t>
            </a:r>
          </a:p>
          <a:p>
            <a:r>
              <a:t>          "prior_TC": 1456617.0,</a:t>
            </a:r>
          </a:p>
          <a:p>
            <a:r>
              <a:t>          "TC_yoy_pct": 12.51269208034782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"2025-11",</a:t>
            </a:r>
          </a:p>
          <a:p>
            <a:r>
              <a:t>          "start": "2025-11-01",</a:t>
            </a:r>
          </a:p>
          <a:p>
            <a:r>
              <a:t>          "end": "2025-11-30",</a:t>
            </a:r>
          </a:p>
          <a:p>
            <a:r>
              <a:t>          "days": 30,</a:t>
            </a:r>
          </a:p>
          <a:p>
            <a:r>
              <a:t>          "prior_start": "2024-11-01",</a:t>
            </a:r>
          </a:p>
          <a:p>
            <a:r>
              <a:t>          "prior_end": "2024-11-30",</a:t>
            </a:r>
          </a:p>
          <a:p>
            <a:r>
              <a:t>          "prior_days": 30,</a:t>
            </a:r>
          </a:p>
          <a:p>
            <a:r>
              <a:t>          "sales_KRW": 46219700749.0,</a:t>
            </a:r>
          </a:p>
          <a:p>
            <a:r>
              <a:t>          "prior_sales_KRW": 36382044006.0,</a:t>
            </a:r>
          </a:p>
          <a:p>
            <a:r>
              <a:t>          "sales_yoy_pct": 27.039868187113413,</a:t>
            </a:r>
          </a:p>
          <a:p>
            <a:r>
              <a:t>          "TC": 1759455.0,</a:t>
            </a:r>
          </a:p>
          <a:p>
            <a:r>
              <a:t>          "prior_TC": 1435363.0,</a:t>
            </a:r>
          </a:p>
          <a:p>
            <a:r>
              <a:t>          "TC_yoy_pct": 22.579096716301027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"2025-12",</a:t>
            </a:r>
          </a:p>
          <a:p>
            <a:r>
              <a:t>          "start": "2025-12-01",</a:t>
            </a:r>
          </a:p>
          <a:p>
            <a:r>
              <a:t>          "end": "2025-12-31",</a:t>
            </a:r>
          </a:p>
          <a:p>
            <a:r>
              <a:t>          "days": 31,</a:t>
            </a:r>
          </a:p>
          <a:p>
            <a:r>
              <a:t>          "prior_start": "2024-12-01",</a:t>
            </a:r>
          </a:p>
          <a:p>
            <a:r>
              <a:t>          "prior_end": "2024-12-31",</a:t>
            </a:r>
          </a:p>
          <a:p>
            <a:r>
              <a:t>          "prior_days": 31,</a:t>
            </a:r>
          </a:p>
          <a:p>
            <a:r>
              <a:t>          "sales_KRW": 54404338369.0,</a:t>
            </a:r>
          </a:p>
          <a:p>
            <a:r>
              <a:t>          "prior_sales_KRW": 42966794085.0,</a:t>
            </a:r>
          </a:p>
          <a:p>
            <a:r>
              <a:t>          "sales_yoy_pct": 26.619496584672863,</a:t>
            </a:r>
          </a:p>
          <a:p>
            <a:r>
              <a:t>          "TC": 2074505.0,</a:t>
            </a:r>
          </a:p>
          <a:p>
            <a:r>
              <a:t>          "prior_TC": 1663172.0,</a:t>
            </a:r>
          </a:p>
          <a:p>
            <a:r>
              <a:t>          "TC_yoy_pct": 24.73183771732568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"2026-01",</a:t>
            </a:r>
          </a:p>
          <a:p>
            <a:r>
              <a:t>          "start": "2026-01-01",</a:t>
            </a:r>
          </a:p>
          <a:p>
            <a:r>
              <a:t>          "end": "2026-01-31",</a:t>
            </a:r>
          </a:p>
          <a:p>
            <a:r>
              <a:t>          "days": 31,</a:t>
            </a:r>
          </a:p>
          <a:p>
            <a:r>
              <a:t>          "prior_start": "2025-01-01",</a:t>
            </a:r>
          </a:p>
          <a:p>
            <a:r>
              <a:t>          "prior_end": "2025-01-31",</a:t>
            </a:r>
          </a:p>
          <a:p>
            <a:r>
              <a:t>          "prior_days": 31,</a:t>
            </a:r>
          </a:p>
          <a:p>
            <a:r>
              <a:t>          "sales_KRW": 49083210852.0,</a:t>
            </a:r>
          </a:p>
          <a:p>
            <a:r>
              <a:t>          "prior_sales_KRW": 44200863547.0,</a:t>
            </a:r>
          </a:p>
          <a:p>
            <a:r>
              <a:t>          "sales_yoy_pct": 11.045818821635622,</a:t>
            </a:r>
          </a:p>
          <a:p>
            <a:r>
              <a:t>          "TC": 1931322.0,</a:t>
            </a:r>
          </a:p>
          <a:p>
            <a:r>
              <a:t>          "prior_TC": 1790588.0,</a:t>
            </a:r>
          </a:p>
          <a:p>
            <a:r>
              <a:t>          "TC_yoy_pct": 7.859652806787487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"2026-02",</a:t>
            </a:r>
          </a:p>
          <a:p>
            <a:r>
              <a:t>          "start": "2026-02-01",</a:t>
            </a:r>
          </a:p>
          <a:p>
            <a:r>
              <a:t>          "end": "2026-02-28",</a:t>
            </a:r>
          </a:p>
          <a:p>
            <a:r>
              <a:t>          "days": 28,</a:t>
            </a:r>
          </a:p>
          <a:p>
            <a:r>
              <a:t>          "prior_start": "2025-02-01",</a:t>
            </a:r>
          </a:p>
          <a:p>
            <a:r>
              <a:t>          "prior_end": "2025-02-28",</a:t>
            </a:r>
          </a:p>
          <a:p>
            <a:r>
              <a:t>          "prior_days": 28,</a:t>
            </a:r>
          </a:p>
          <a:p>
            <a:r>
              <a:t>          "sales_KRW": 44623466823.0,</a:t>
            </a:r>
          </a:p>
          <a:p>
            <a:r>
              <a:t>          "prior_sales_KRW": 45543914970.0,</a:t>
            </a:r>
          </a:p>
          <a:p>
            <a:r>
              <a:t>          "sales_yoy_pct": -2.0210123517187872,</a:t>
            </a:r>
          </a:p>
          <a:p>
            <a:r>
              <a:t>          "TC": 1780359.0,</a:t>
            </a:r>
          </a:p>
          <a:p>
            <a:r>
              <a:t>          "prior_TC": 1848562.0,</a:t>
            </a:r>
          </a:p>
          <a:p>
            <a:r>
              <a:t>          "TC_yoy_pct": -3.689516499852319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"2026-03",</a:t>
            </a:r>
          </a:p>
          <a:p>
            <a:r>
              <a:t>          "start": "2026-03-01",</a:t>
            </a:r>
          </a:p>
          <a:p>
            <a:r>
              <a:t>          "end": "2026-03-31",</a:t>
            </a:r>
          </a:p>
          <a:p>
            <a:r>
              <a:t>          "days": 31,</a:t>
            </a:r>
          </a:p>
          <a:p>
            <a:r>
              <a:t>          "prior_start": "2025-03-01",</a:t>
            </a:r>
          </a:p>
          <a:p>
            <a:r>
              <a:t>          "prior_end": "2025-03-31",</a:t>
            </a:r>
          </a:p>
          <a:p>
            <a:r>
              <a:t>          "prior_days": 31,</a:t>
            </a:r>
          </a:p>
          <a:p>
            <a:r>
              <a:t>          "sales_KRW": 58125443655.0,</a:t>
            </a:r>
          </a:p>
          <a:p>
            <a:r>
              <a:t>          "prior_sales_KRW": 48586859067.0,</a:t>
            </a:r>
          </a:p>
          <a:p>
            <a:r>
              <a:t>          "sales_yoy_pct": 19.632025554165878,</a:t>
            </a:r>
          </a:p>
          <a:p>
            <a:r>
              <a:t>          "TC": 2291785.0,</a:t>
            </a:r>
          </a:p>
          <a:p>
            <a:r>
              <a:t>          "prior_TC": 1929421.0,</a:t>
            </a:r>
          </a:p>
          <a:p>
            <a:r>
              <a:t>          "TC_yoy_pct": 18.78097107888843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"2026-04",</a:t>
            </a:r>
          </a:p>
          <a:p>
            <a:r>
              <a:t>          "start": "2026-04-01",</a:t>
            </a:r>
          </a:p>
          <a:p>
            <a:r>
              <a:t>          "end": "2026-04-30",</a:t>
            </a:r>
          </a:p>
          <a:p>
            <a:r>
              <a:t>          "days": 30,</a:t>
            </a:r>
          </a:p>
          <a:p>
            <a:r>
              <a:t>          "prior_start": "2025-04-01",</a:t>
            </a:r>
          </a:p>
          <a:p>
            <a:r>
              <a:t>          "prior_end": "2025-04-30",</a:t>
            </a:r>
          </a:p>
          <a:p>
            <a:r>
              <a:t>          "prior_days": 30,</a:t>
            </a:r>
          </a:p>
          <a:p>
            <a:r>
              <a:t>          "sales_KRW": 51409306792.0,</a:t>
            </a:r>
          </a:p>
          <a:p>
            <a:r>
              <a:t>          "prior_sales_KRW": 45632111922.0,</a:t>
            </a:r>
          </a:p>
          <a:p>
            <a:r>
              <a:t>          "sales_yoy_pct": 12.660371450427466,</a:t>
            </a:r>
          </a:p>
          <a:p>
            <a:r>
              <a:t>          "TC": 2003327.0,</a:t>
            </a:r>
          </a:p>
          <a:p>
            <a:r>
              <a:t>          "prior_TC": 1778143.0,</a:t>
            </a:r>
          </a:p>
          <a:p>
            <a:r>
              <a:t>          "TC_yoy_pct": 12.663998339841065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"2026-05",</a:t>
            </a:r>
          </a:p>
          <a:p>
            <a:r>
              <a:t>          "start": "2026-05-01",</a:t>
            </a:r>
          </a:p>
          <a:p>
            <a:r>
              <a:t>          "end": "2026-05-31",</a:t>
            </a:r>
          </a:p>
          <a:p>
            <a:r>
              <a:t>          "days": 31,</a:t>
            </a:r>
          </a:p>
          <a:p>
            <a:r>
              <a:t>          "prior_start": "2025-05-01",</a:t>
            </a:r>
          </a:p>
          <a:p>
            <a:r>
              <a:t>          "prior_end": "2025-05-31",</a:t>
            </a:r>
          </a:p>
          <a:p>
            <a:r>
              <a:t>          "prior_days": 31,</a:t>
            </a:r>
          </a:p>
          <a:p>
            <a:r>
              <a:t>          "sales_KRW": 50190215884.0,</a:t>
            </a:r>
          </a:p>
          <a:p>
            <a:r>
              <a:t>          "prior_sales_KRW": 46075914252.0,</a:t>
            </a:r>
          </a:p>
          <a:p>
            <a:r>
              <a:t>          "sales_yoy_pct": 8.929397709827125,</a:t>
            </a:r>
          </a:p>
          <a:p>
            <a:r>
              <a:t>          "TC": 1926858.0,</a:t>
            </a:r>
          </a:p>
          <a:p>
            <a:r>
              <a:t>          "prior_TC": 1760240.0,</a:t>
            </a:r>
          </a:p>
          <a:p>
            <a:r>
              <a:t>          "TC_yoy_pct": 9.46564104894787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"2026-06",</a:t>
            </a:r>
          </a:p>
          <a:p>
            <a:r>
              <a:t>          "start": "2026-06-01",</a:t>
            </a:r>
          </a:p>
          <a:p>
            <a:r>
              <a:t>          "end": "2026-06-30",</a:t>
            </a:r>
          </a:p>
          <a:p>
            <a:r>
              <a:t>          "days": 30,</a:t>
            </a:r>
          </a:p>
          <a:p>
            <a:r>
              <a:t>          "prior_start": "2025-06-01",</a:t>
            </a:r>
          </a:p>
          <a:p>
            <a:r>
              <a:t>          "prior_end": "2025-06-30",</a:t>
            </a:r>
          </a:p>
          <a:p>
            <a:r>
              <a:t>          "prior_days": 30,</a:t>
            </a:r>
          </a:p>
          <a:p>
            <a:r>
              <a:t>          "sales_KRW": 51009016155.0,</a:t>
            </a:r>
          </a:p>
          <a:p>
            <a:r>
              <a:t>          "prior_sales_KRW": 43525187448.0,</a:t>
            </a:r>
          </a:p>
          <a:p>
            <a:r>
              <a:t>          "sales_yoy_pct": 17.194248079783712,</a:t>
            </a:r>
          </a:p>
          <a:p>
            <a:r>
              <a:t>          "TC": 1961586.0,</a:t>
            </a:r>
          </a:p>
          <a:p>
            <a:r>
              <a:t>          "prior_TC": 1727230.0,</a:t>
            </a:r>
          </a:p>
          <a:p>
            <a:r>
              <a:t>          "TC_yoy_pct": 13.56831458462393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"2026-07",</a:t>
            </a:r>
          </a:p>
          <a:p>
            <a:r>
              <a:t>          "start": "2026-07-01",</a:t>
            </a:r>
          </a:p>
          <a:p>
            <a:r>
              <a:t>          "end": "2026-07-31",</a:t>
            </a:r>
          </a:p>
          <a:p>
            <a:r>
              <a:t>          "days": 31,</a:t>
            </a:r>
          </a:p>
          <a:p>
            <a:r>
              <a:t>          "prior_start": "2025-07-01",</a:t>
            </a:r>
          </a:p>
          <a:p>
            <a:r>
              <a:t>          "prior_end": "2025-07-31",</a:t>
            </a:r>
          </a:p>
          <a:p>
            <a:r>
              <a:t>          "prior_days": 31,</a:t>
            </a:r>
          </a:p>
          <a:p>
            <a:r>
              <a:t>          "sales_KRW": 48591901591.0,</a:t>
            </a:r>
          </a:p>
          <a:p>
            <a:r>
              <a:t>          "prior_sales_KRW": 45591185085.0,</a:t>
            </a:r>
          </a:p>
          <a:p>
            <a:r>
              <a:t>          "sales_yoy_pct": 6.581790976491342,</a:t>
            </a:r>
          </a:p>
          <a:p>
            <a:r>
              <a:t>          "TC": 1900211.0,</a:t>
            </a:r>
          </a:p>
          <a:p>
            <a:r>
              <a:t>          "prior_TC": 1788656.0,</a:t>
            </a:r>
          </a:p>
          <a:p>
            <a:r>
              <a:t>          "TC_yoy_pct": 6.236805735703221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"2026-08",</a:t>
            </a:r>
          </a:p>
          <a:p>
            <a:r>
              <a:t>          "start": "2026-08-01",</a:t>
            </a:r>
          </a:p>
          <a:p>
            <a:r>
              <a:t>          "end": "2026-08-31",</a:t>
            </a:r>
          </a:p>
          <a:p>
            <a:r>
              <a:t>          "days": 31,</a:t>
            </a:r>
          </a:p>
          <a:p>
            <a:r>
              <a:t>          "prior_start": "2025-08-01",</a:t>
            </a:r>
          </a:p>
          <a:p>
            <a:r>
              <a:t>          "prior_end": "2025-08-31",</a:t>
            </a:r>
          </a:p>
          <a:p>
            <a:r>
              <a:t>          "prior_days": 31,</a:t>
            </a:r>
          </a:p>
          <a:p>
            <a:r>
              <a:t>          "sales_KRW": 46666082880.0,</a:t>
            </a:r>
          </a:p>
          <a:p>
            <a:r>
              <a:t>          "prior_sales_KRW": 44884777039.0,</a:t>
            </a:r>
          </a:p>
          <a:p>
            <a:r>
              <a:t>          "sales_yoy_pct": 3.9686191143430083,</a:t>
            </a:r>
          </a:p>
          <a:p>
            <a:r>
              <a:t>          "TC": 1821078.0,</a:t>
            </a:r>
          </a:p>
          <a:p>
            <a:r>
              <a:t>          "prior_TC": 1808685.0,</a:t>
            </a:r>
          </a:p>
          <a:p>
            <a:r>
              <a:t>          "TC_yoy_pct": 0.6851939392431561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"2026-09",</a:t>
            </a:r>
          </a:p>
          <a:p>
            <a:r>
              <a:t>          "start": "2026-09-01",</a:t>
            </a:r>
          </a:p>
          <a:p>
            <a:r>
              <a:t>          "end": "2026-09-30",</a:t>
            </a:r>
          </a:p>
          <a:p>
            <a:r>
              <a:t>          "days": 30,</a:t>
            </a:r>
          </a:p>
          <a:p>
            <a:r>
              <a:t>          "prior_start": "2025-09-01",</a:t>
            </a:r>
          </a:p>
          <a:p>
            <a:r>
              <a:t>          "prior_end": "2025-09-30",</a:t>
            </a:r>
          </a:p>
          <a:p>
            <a:r>
              <a:t>          "prior_days": 30,</a:t>
            </a:r>
          </a:p>
          <a:p>
            <a:r>
              <a:t>          "sales_KRW": 48289029778.0,</a:t>
            </a:r>
          </a:p>
          <a:p>
            <a:r>
              <a:t>          "prior_sales_KRW": 45888961051.0,</a:t>
            </a:r>
          </a:p>
          <a:p>
            <a:r>
              <a:t>          "sales_yoy_pct": 5.230165756711336,</a:t>
            </a:r>
          </a:p>
          <a:p>
            <a:r>
              <a:t>          "TC": 1824554.0,</a:t>
            </a:r>
          </a:p>
          <a:p>
            <a:r>
              <a:t>          "prior_TC": 1849681.0,</a:t>
            </a:r>
          </a:p>
          <a:p>
            <a:r>
              <a:t>          "TC_yoy_pct": -1.358450457132876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"2026-10",</a:t>
            </a:r>
          </a:p>
          <a:p>
            <a:r>
              <a:t>          "start": "2026-10-01",</a:t>
            </a:r>
          </a:p>
          <a:p>
            <a:r>
              <a:t>          "end": "2026-10-19",</a:t>
            </a:r>
          </a:p>
          <a:p>
            <a:r>
              <a:t>          "days": 19,</a:t>
            </a:r>
          </a:p>
          <a:p>
            <a:r>
              <a:t>          "prior_start": "2025-10-01",</a:t>
            </a:r>
          </a:p>
          <a:p>
            <a:r>
              <a:t>          "prior_end": "2025-10-19",</a:t>
            </a:r>
          </a:p>
          <a:p>
            <a:r>
              <a:t>          "prior_days": 19,</a:t>
            </a:r>
          </a:p>
          <a:p>
            <a:r>
              <a:t>          "sales_KRW": 30820495105.0,</a:t>
            </a:r>
          </a:p>
          <a:p>
            <a:r>
              <a:t>          "prior_sales_KRW": 21859587577.0,</a:t>
            </a:r>
          </a:p>
          <a:p>
            <a:r>
              <a:t>          "sales_yoy_pct": 40.993031073598104,</a:t>
            </a:r>
          </a:p>
          <a:p>
            <a:r>
              <a:t>          "TC": 1215630.0,</a:t>
            </a:r>
          </a:p>
          <a:p>
            <a:r>
              <a:t>          "prior_TC": 825107.0,</a:t>
            </a:r>
          </a:p>
          <a:p>
            <a:r>
              <a:t>          "TC_yoy_pct": 47.329982656794826</a:t>
            </a:r>
          </a:p>
          <a:p>
            <a:r>
              <a:t>        }</a:t>
            </a:r>
          </a:p>
          <a:p>
            <a:r>
              <a:t>      ]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"channel": "내점",</a:t>
            </a:r>
          </a:p>
          <a:p>
            <a:r>
              <a:t>      "amount_field": "instore_sales_VATincluded",</a:t>
            </a:r>
          </a:p>
          <a:p>
            <a:r>
              <a:t>      "count_field": "instore_TC",</a:t>
            </a:r>
          </a:p>
          <a:p>
            <a:r>
              <a:t>      "points": [</a:t>
            </a:r>
          </a:p>
          <a:p>
            <a:r>
              <a:t>        {</a:t>
            </a:r>
          </a:p>
          <a:p>
            <a:r>
              <a:t>          "month": "2025-01",</a:t>
            </a:r>
          </a:p>
          <a:p>
            <a:r>
              <a:t>          "start": "2025-01-01",</a:t>
            </a:r>
          </a:p>
          <a:p>
            <a:r>
              <a:t>          "end": "2025-01-31",</a:t>
            </a:r>
          </a:p>
          <a:p>
            <a:r>
              <a:t>          "days": 31,</a:t>
            </a:r>
          </a:p>
          <a:p>
            <a:r>
              <a:t>          "prior_start": "2024-01-01",</a:t>
            </a:r>
          </a:p>
          <a:p>
            <a:r>
              <a:t>          "prior_end": "2024-01-31",</a:t>
            </a:r>
          </a:p>
          <a:p>
            <a:r>
              <a:t>          "prior_days": 31,</a:t>
            </a:r>
          </a:p>
          <a:p>
            <a:r>
              <a:t>          "sales_KRW": 14251949240.0,</a:t>
            </a:r>
          </a:p>
          <a:p>
            <a:r>
              <a:t>          "prior_sales_KRW": 13936563607.0,</a:t>
            </a:r>
          </a:p>
          <a:p>
            <a:r>
              <a:t>          "sales_yoy_pct": 2.263008600208938,</a:t>
            </a:r>
          </a:p>
          <a:p>
            <a:r>
              <a:t>          "TC": 1221689.0,</a:t>
            </a:r>
          </a:p>
          <a:p>
            <a:r>
              <a:t>          "prior_TC": 1313289.0,</a:t>
            </a:r>
          </a:p>
          <a:p>
            <a:r>
              <a:t>          "TC_yoy_pct": -6.974854734944103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"2025-02",</a:t>
            </a:r>
          </a:p>
          <a:p>
            <a:r>
              <a:t>          "start": "2025-02-01",</a:t>
            </a:r>
          </a:p>
          <a:p>
            <a:r>
              <a:t>          "end": "2025-02-28",</a:t>
            </a:r>
          </a:p>
          <a:p>
            <a:r>
              <a:t>          "days": 28,</a:t>
            </a:r>
          </a:p>
          <a:p>
            <a:r>
              <a:t>          "prior_start": "2024-02-01",</a:t>
            </a:r>
          </a:p>
          <a:p>
            <a:r>
              <a:t>          "prior_end": "2024-02-29",</a:t>
            </a:r>
          </a:p>
          <a:p>
            <a:r>
              <a:t>          "prior_days": 29,</a:t>
            </a:r>
          </a:p>
          <a:p>
            <a:r>
              <a:t>          "sales_KRW": 14593982835.0,</a:t>
            </a:r>
          </a:p>
          <a:p>
            <a:r>
              <a:t>          "prior_sales_KRW": 13529785289.0,</a:t>
            </a:r>
          </a:p>
          <a:p>
            <a:r>
              <a:t>          "sales_yoy_pct": 7.86559079296858,</a:t>
            </a:r>
          </a:p>
          <a:p>
            <a:r>
              <a:t>          "TC": 1242901.0,</a:t>
            </a:r>
          </a:p>
          <a:p>
            <a:r>
              <a:t>          "prior_TC": 1227081.0,</a:t>
            </a:r>
          </a:p>
          <a:p>
            <a:r>
              <a:t>          "TC_yoy_pct": 1.289238444731855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"2025-03",</a:t>
            </a:r>
          </a:p>
          <a:p>
            <a:r>
              <a:t>          "start": "2025-03-01",</a:t>
            </a:r>
          </a:p>
          <a:p>
            <a:r>
              <a:t>          "end": "2025-03-31",</a:t>
            </a:r>
          </a:p>
          <a:p>
            <a:r>
              <a:t>          "days": 31,</a:t>
            </a:r>
          </a:p>
          <a:p>
            <a:r>
              <a:t>          "prior_start": "2024-03-01",</a:t>
            </a:r>
          </a:p>
          <a:p>
            <a:r>
              <a:t>          "prior_end": "2024-03-31",</a:t>
            </a:r>
          </a:p>
          <a:p>
            <a:r>
              <a:t>          "prior_days": 31,</a:t>
            </a:r>
          </a:p>
          <a:p>
            <a:r>
              <a:t>          "sales_KRW": 18543085055.0,</a:t>
            </a:r>
          </a:p>
          <a:p>
            <a:r>
              <a:t>          "prior_sales_KRW": 16864364410.0,</a:t>
            </a:r>
          </a:p>
          <a:p>
            <a:r>
              <a:t>          "sales_yoy_pct": 9.954247928872872,</a:t>
            </a:r>
          </a:p>
          <a:p>
            <a:r>
              <a:t>          "TC": 1580329.0,</a:t>
            </a:r>
          </a:p>
          <a:p>
            <a:r>
              <a:t>          "prior_TC": 1575614.0,</a:t>
            </a:r>
          </a:p>
          <a:p>
            <a:r>
              <a:t>          "TC_yoy_pct": 0.29924841998103524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"2025-04",</a:t>
            </a:r>
          </a:p>
          <a:p>
            <a:r>
              <a:t>          "start": "2025-04-01",</a:t>
            </a:r>
          </a:p>
          <a:p>
            <a:r>
              <a:t>          "end": "2025-04-30",</a:t>
            </a:r>
          </a:p>
          <a:p>
            <a:r>
              <a:t>          "days": 30,</a:t>
            </a:r>
          </a:p>
          <a:p>
            <a:r>
              <a:t>          "prior_start": "2024-04-01",</a:t>
            </a:r>
          </a:p>
          <a:p>
            <a:r>
              <a:t>          "prior_end": "2024-04-30",</a:t>
            </a:r>
          </a:p>
          <a:p>
            <a:r>
              <a:t>          "prior_days": 30,</a:t>
            </a:r>
          </a:p>
          <a:p>
            <a:r>
              <a:t>          "sales_KRW": 19038053951.0,</a:t>
            </a:r>
          </a:p>
          <a:p>
            <a:r>
              <a:t>          "prior_sales_KRW": 18630341309.85,</a:t>
            </a:r>
          </a:p>
          <a:p>
            <a:r>
              <a:t>          "sales_yoy_pct": 2.1884335577601055,</a:t>
            </a:r>
          </a:p>
          <a:p>
            <a:r>
              <a:t>          "TC": 1598644.0,</a:t>
            </a:r>
          </a:p>
          <a:p>
            <a:r>
              <a:t>          "prior_TC": 1723368.0,</a:t>
            </a:r>
          </a:p>
          <a:p>
            <a:r>
              <a:t>          "TC_yoy_pct": -7.237223854684549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"2025-05",</a:t>
            </a:r>
          </a:p>
          <a:p>
            <a:r>
              <a:t>          "start": "2025-05-01",</a:t>
            </a:r>
          </a:p>
          <a:p>
            <a:r>
              <a:t>          "end": "2025-05-31",</a:t>
            </a:r>
          </a:p>
          <a:p>
            <a:r>
              <a:t>          "days": 31,</a:t>
            </a:r>
          </a:p>
          <a:p>
            <a:r>
              <a:t>          "prior_start": "2024-05-01",</a:t>
            </a:r>
          </a:p>
          <a:p>
            <a:r>
              <a:t>          "prior_end": "2024-05-31",</a:t>
            </a:r>
          </a:p>
          <a:p>
            <a:r>
              <a:t>          "prior_days": 31,</a:t>
            </a:r>
          </a:p>
          <a:p>
            <a:r>
              <a:t>          "sales_KRW": 18513796070.0,</a:t>
            </a:r>
          </a:p>
          <a:p>
            <a:r>
              <a:t>          "prior_sales_KRW": 18005978269.95,</a:t>
            </a:r>
          </a:p>
          <a:p>
            <a:r>
              <a:t>          "sales_yoy_pct": 2.820273313877597,</a:t>
            </a:r>
          </a:p>
          <a:p>
            <a:r>
              <a:t>          "TC": 1502977.0,</a:t>
            </a:r>
          </a:p>
          <a:p>
            <a:r>
              <a:t>          "prior_TC": 1618111.0,</a:t>
            </a:r>
          </a:p>
          <a:p>
            <a:r>
              <a:t>          "TC_yoy_pct": -7.11533386770129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"2025-06",</a:t>
            </a:r>
          </a:p>
          <a:p>
            <a:r>
              <a:t>          "start": "2025-06-01",</a:t>
            </a:r>
          </a:p>
          <a:p>
            <a:r>
              <a:t>          "end": "2025-06-30",</a:t>
            </a:r>
          </a:p>
          <a:p>
            <a:r>
              <a:t>          "days": 30,</a:t>
            </a:r>
          </a:p>
          <a:p>
            <a:r>
              <a:t>          "prior_start": "2024-06-01",</a:t>
            </a:r>
          </a:p>
          <a:p>
            <a:r>
              <a:t>          "prior_end": "2024-06-30",</a:t>
            </a:r>
          </a:p>
          <a:p>
            <a:r>
              <a:t>          "prior_days": 30,</a:t>
            </a:r>
          </a:p>
          <a:p>
            <a:r>
              <a:t>          "sales_KRW": 17033540419.0,</a:t>
            </a:r>
          </a:p>
          <a:p>
            <a:r>
              <a:t>          "prior_sales_KRW": 17094615250.0,</a:t>
            </a:r>
          </a:p>
          <a:p>
            <a:r>
              <a:t>          "sales_yoy_pct": -0.3572752595294548,</a:t>
            </a:r>
          </a:p>
          <a:p>
            <a:r>
              <a:t>          "TC": 1450620.0,</a:t>
            </a:r>
          </a:p>
          <a:p>
            <a:r>
              <a:t>          "prior_TC": 1570423.0,</a:t>
            </a:r>
          </a:p>
          <a:p>
            <a:r>
              <a:t>          "TC_yoy_pct": -7.628708952938156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"2025-07",</a:t>
            </a:r>
          </a:p>
          <a:p>
            <a:r>
              <a:t>          "start": "2025-07-01",</a:t>
            </a:r>
          </a:p>
          <a:p>
            <a:r>
              <a:t>          "end": "2025-07-31",</a:t>
            </a:r>
          </a:p>
          <a:p>
            <a:r>
              <a:t>          "days": 31,</a:t>
            </a:r>
          </a:p>
          <a:p>
            <a:r>
              <a:t>          "prior_start": "2024-07-01",</a:t>
            </a:r>
          </a:p>
          <a:p>
            <a:r>
              <a:t>          "prior_end": "2024-07-31",</a:t>
            </a:r>
          </a:p>
          <a:p>
            <a:r>
              <a:t>          "prior_days": 31,</a:t>
            </a:r>
          </a:p>
          <a:p>
            <a:r>
              <a:t>          "sales_KRW": 16598388032.0,</a:t>
            </a:r>
          </a:p>
          <a:p>
            <a:r>
              <a:t>          "prior_sales_KRW": 15963977810.0,</a:t>
            </a:r>
          </a:p>
          <a:p>
            <a:r>
              <a:t>          "sales_yoy_pct": 3.9740109235343546,</a:t>
            </a:r>
          </a:p>
          <a:p>
            <a:r>
              <a:t>          "TC": 1388269.0,</a:t>
            </a:r>
          </a:p>
          <a:p>
            <a:r>
              <a:t>          "prior_TC": 1452853.0,</a:t>
            </a:r>
          </a:p>
          <a:p>
            <a:r>
              <a:t>          "TC_yoy_pct": -4.445322410457219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"2025-08",</a:t>
            </a:r>
          </a:p>
          <a:p>
            <a:r>
              <a:t>          "start": "2025-08-01",</a:t>
            </a:r>
          </a:p>
          <a:p>
            <a:r>
              <a:t>          "end": "2025-08-31",</a:t>
            </a:r>
          </a:p>
          <a:p>
            <a:r>
              <a:t>          "days": 31,</a:t>
            </a:r>
          </a:p>
          <a:p>
            <a:r>
              <a:t>          "prior_start": "2024-08-01",</a:t>
            </a:r>
          </a:p>
          <a:p>
            <a:r>
              <a:t>          "prior_end": "2024-08-31",</a:t>
            </a:r>
          </a:p>
          <a:p>
            <a:r>
              <a:t>          "prior_days": 31,</a:t>
            </a:r>
          </a:p>
          <a:p>
            <a:r>
              <a:t>          "sales_KRW": 16194445974.0,</a:t>
            </a:r>
          </a:p>
          <a:p>
            <a:r>
              <a:t>          "prior_sales_KRW": 15781464946.0,</a:t>
            </a:r>
          </a:p>
          <a:p>
            <a:r>
              <a:t>          "sales_yoy_pct": 2.616873841643419,</a:t>
            </a:r>
          </a:p>
          <a:p>
            <a:r>
              <a:t>          "TC": 1359061.0,</a:t>
            </a:r>
          </a:p>
          <a:p>
            <a:r>
              <a:t>          "prior_TC": 1442800.0,</a:t>
            </a:r>
          </a:p>
          <a:p>
            <a:r>
              <a:t>          "TC_yoy_pct": -5.803922927640704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"2025-09",</a:t>
            </a:r>
          </a:p>
          <a:p>
            <a:r>
              <a:t>          "start": "2025-09-01",</a:t>
            </a:r>
          </a:p>
          <a:p>
            <a:r>
              <a:t>          "end": "2025-09-30",</a:t>
            </a:r>
          </a:p>
          <a:p>
            <a:r>
              <a:t>          "days": 30,</a:t>
            </a:r>
          </a:p>
          <a:p>
            <a:r>
              <a:t>          "prior_start": "2024-09-01",</a:t>
            </a:r>
          </a:p>
          <a:p>
            <a:r>
              <a:t>          "prior_end": "2024-09-30",</a:t>
            </a:r>
          </a:p>
          <a:p>
            <a:r>
              <a:t>          "prior_days": 30,</a:t>
            </a:r>
          </a:p>
          <a:p>
            <a:r>
              <a:t>          "sales_KRW": 18184547318.0,</a:t>
            </a:r>
          </a:p>
          <a:p>
            <a:r>
              <a:t>          "prior_sales_KRW": 17345733427.0,</a:t>
            </a:r>
          </a:p>
          <a:p>
            <a:r>
              <a:t>          "sales_yoy_pct": 4.83585138979663,</a:t>
            </a:r>
          </a:p>
          <a:p>
            <a:r>
              <a:t>          "TC": 1519628.0,</a:t>
            </a:r>
          </a:p>
          <a:p>
            <a:r>
              <a:t>          "prior_TC": 1550810.0,</a:t>
            </a:r>
          </a:p>
          <a:p>
            <a:r>
              <a:t>          "TC_yoy_pct": -2.0106911871860533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"2025-10",</a:t>
            </a:r>
          </a:p>
          <a:p>
            <a:r>
              <a:t>          "start": "2025-10-01",</a:t>
            </a:r>
          </a:p>
          <a:p>
            <a:r>
              <a:t>          "end": "2025-10-31",</a:t>
            </a:r>
          </a:p>
          <a:p>
            <a:r>
              <a:t>          "days": 31,</a:t>
            </a:r>
          </a:p>
          <a:p>
            <a:r>
              <a:t>          "prior_start": "2024-10-01",</a:t>
            </a:r>
          </a:p>
          <a:p>
            <a:r>
              <a:t>          "prior_end": "2024-10-31",</a:t>
            </a:r>
          </a:p>
          <a:p>
            <a:r>
              <a:t>          "prior_days": 31,</a:t>
            </a:r>
          </a:p>
          <a:p>
            <a:r>
              <a:t>          "sales_KRW": 18956213412.0,</a:t>
            </a:r>
          </a:p>
          <a:p>
            <a:r>
              <a:t>          "prior_sales_KRW": 18616932000.0,</a:t>
            </a:r>
          </a:p>
          <a:p>
            <a:r>
              <a:t>          "sales_yoy_pct": 1.8224346095264243,</a:t>
            </a:r>
          </a:p>
          <a:p>
            <a:r>
              <a:t>          "TC": 1529188.0,</a:t>
            </a:r>
          </a:p>
          <a:p>
            <a:r>
              <a:t>          "prior_TC": 1655581.0,</a:t>
            </a:r>
          </a:p>
          <a:p>
            <a:r>
              <a:t>          "TC_yoy_pct": -7.634359176627415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"2025-11",</a:t>
            </a:r>
          </a:p>
          <a:p>
            <a:r>
              <a:t>          "start": "2025-11-01",</a:t>
            </a:r>
          </a:p>
          <a:p>
            <a:r>
              <a:t>          "end": "2025-11-30",</a:t>
            </a:r>
          </a:p>
          <a:p>
            <a:r>
              <a:t>          "days": 30,</a:t>
            </a:r>
          </a:p>
          <a:p>
            <a:r>
              <a:t>          "prior_start": "2024-11-01",</a:t>
            </a:r>
          </a:p>
          <a:p>
            <a:r>
              <a:t>          "prior_end": "2024-11-30",</a:t>
            </a:r>
          </a:p>
          <a:p>
            <a:r>
              <a:t>          "prior_days": 30,</a:t>
            </a:r>
          </a:p>
          <a:p>
            <a:r>
              <a:t>          "sales_KRW": 18249408099.0,</a:t>
            </a:r>
          </a:p>
          <a:p>
            <a:r>
              <a:t>          "prior_sales_KRW": 17387392390.0,</a:t>
            </a:r>
          </a:p>
          <a:p>
            <a:r>
              <a:t>          "sales_yoy_pct": 4.9577055010029625,</a:t>
            </a:r>
          </a:p>
          <a:p>
            <a:r>
              <a:t>          "TC": 1493612.0,</a:t>
            </a:r>
          </a:p>
          <a:p>
            <a:r>
              <a:t>          "prior_TC": 1480969.0,</a:t>
            </a:r>
          </a:p>
          <a:p>
            <a:r>
              <a:t>          "TC_yoy_pct": 0.8536978154167985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"2025-12",</a:t>
            </a:r>
          </a:p>
          <a:p>
            <a:r>
              <a:t>          "start": "2025-12-01",</a:t>
            </a:r>
          </a:p>
          <a:p>
            <a:r>
              <a:t>          "end": "2025-12-31",</a:t>
            </a:r>
          </a:p>
          <a:p>
            <a:r>
              <a:t>          "days": 31,</a:t>
            </a:r>
          </a:p>
          <a:p>
            <a:r>
              <a:t>          "prior_start": "2024-12-01",</a:t>
            </a:r>
          </a:p>
          <a:p>
            <a:r>
              <a:t>          "prior_end": "2024-12-31",</a:t>
            </a:r>
          </a:p>
          <a:p>
            <a:r>
              <a:t>          "prior_days": 31,</a:t>
            </a:r>
          </a:p>
          <a:p>
            <a:r>
              <a:t>          "sales_KRW": 17498391270.0,</a:t>
            </a:r>
          </a:p>
          <a:p>
            <a:r>
              <a:t>          "prior_sales_KRW": 17244716329.0,</a:t>
            </a:r>
          </a:p>
          <a:p>
            <a:r>
              <a:t>          "sales_yoy_pct": 1.471029944246749,</a:t>
            </a:r>
          </a:p>
          <a:p>
            <a:r>
              <a:t>          "TC": 1391071.0,</a:t>
            </a:r>
          </a:p>
          <a:p>
            <a:r>
              <a:t>          "prior_TC": 1425057.0,</a:t>
            </a:r>
          </a:p>
          <a:p>
            <a:r>
              <a:t>          "TC_yoy_pct": -2.3848870606579253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"2026-01",</a:t>
            </a:r>
          </a:p>
          <a:p>
            <a:r>
              <a:t>          "start": "2026-01-01",</a:t>
            </a:r>
          </a:p>
          <a:p>
            <a:r>
              <a:t>          "end": "2026-01-31",</a:t>
            </a:r>
          </a:p>
          <a:p>
            <a:r>
              <a:t>          "days": 31,</a:t>
            </a:r>
          </a:p>
          <a:p>
            <a:r>
              <a:t>          "prior_start": "2025-01-01",</a:t>
            </a:r>
          </a:p>
          <a:p>
            <a:r>
              <a:t>          "prior_end": "2025-01-31",</a:t>
            </a:r>
          </a:p>
          <a:p>
            <a:r>
              <a:t>          "prior_days": 31,</a:t>
            </a:r>
          </a:p>
          <a:p>
            <a:r>
              <a:t>          "sales_KRW": 14854693065.0,</a:t>
            </a:r>
          </a:p>
          <a:p>
            <a:r>
              <a:t>          "prior_sales_KRW": 14251949240.0,</a:t>
            </a:r>
          </a:p>
          <a:p>
            <a:r>
              <a:t>          "sales_yoy_pct": 4.22920272062377,</a:t>
            </a:r>
          </a:p>
          <a:p>
            <a:r>
              <a:t>          "TC": 1274860.0,</a:t>
            </a:r>
          </a:p>
          <a:p>
            <a:r>
              <a:t>          "prior_TC": 1221689.0,</a:t>
            </a:r>
          </a:p>
          <a:p>
            <a:r>
              <a:t>          "TC_yoy_pct": 4.352253314878007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"2026-02",</a:t>
            </a:r>
          </a:p>
          <a:p>
            <a:r>
              <a:t>          "start": "2026-02-01",</a:t>
            </a:r>
          </a:p>
          <a:p>
            <a:r>
              <a:t>          "end": "2026-02-28",</a:t>
            </a:r>
          </a:p>
          <a:p>
            <a:r>
              <a:t>          "days": 28,</a:t>
            </a:r>
          </a:p>
          <a:p>
            <a:r>
              <a:t>          "prior_start": "2025-02-01",</a:t>
            </a:r>
          </a:p>
          <a:p>
            <a:r>
              <a:t>          "prior_end": "2025-02-28",</a:t>
            </a:r>
          </a:p>
          <a:p>
            <a:r>
              <a:t>          "prior_days": 28,</a:t>
            </a:r>
          </a:p>
          <a:p>
            <a:r>
              <a:t>          "sales_KRW": 13669953686.0,</a:t>
            </a:r>
          </a:p>
          <a:p>
            <a:r>
              <a:t>          "prior_sales_KRW": 14593982835.0,</a:t>
            </a:r>
          </a:p>
          <a:p>
            <a:r>
              <a:t>          "sales_yoy_pct": -6.331576235542425,</a:t>
            </a:r>
          </a:p>
          <a:p>
            <a:r>
              <a:t>          "TC": 1143680.0,</a:t>
            </a:r>
          </a:p>
          <a:p>
            <a:r>
              <a:t>          "prior_TC": 1242901.0,</a:t>
            </a:r>
          </a:p>
          <a:p>
            <a:r>
              <a:t>          "TC_yoy_pct": -7.983017151003979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"2026-03",</a:t>
            </a:r>
          </a:p>
          <a:p>
            <a:r>
              <a:t>          "start": "2026-03-01",</a:t>
            </a:r>
          </a:p>
          <a:p>
            <a:r>
              <a:t>          "end": "2026-03-31",</a:t>
            </a:r>
          </a:p>
          <a:p>
            <a:r>
              <a:t>          "days": 31,</a:t>
            </a:r>
          </a:p>
          <a:p>
            <a:r>
              <a:t>          "prior_start": "2025-03-01",</a:t>
            </a:r>
          </a:p>
          <a:p>
            <a:r>
              <a:t>          "prior_end": "2025-03-31",</a:t>
            </a:r>
          </a:p>
          <a:p>
            <a:r>
              <a:t>          "prior_days": 31,</a:t>
            </a:r>
          </a:p>
          <a:p>
            <a:r>
              <a:t>          "sales_KRW": 19054625238.0,</a:t>
            </a:r>
          </a:p>
          <a:p>
            <a:r>
              <a:t>          "prior_sales_KRW": 18543085055.0,</a:t>
            </a:r>
          </a:p>
          <a:p>
            <a:r>
              <a:t>          "sales_yoy_pct": 2.758657372722717,</a:t>
            </a:r>
          </a:p>
          <a:p>
            <a:r>
              <a:t>          "TC": 1569097.0,</a:t>
            </a:r>
          </a:p>
          <a:p>
            <a:r>
              <a:t>          "prior_TC": 1580329.0,</a:t>
            </a:r>
          </a:p>
          <a:p>
            <a:r>
              <a:t>          "TC_yoy_pct": -0.7107380804883046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"2026-04",</a:t>
            </a:r>
          </a:p>
          <a:p>
            <a:r>
              <a:t>          "start": "2026-04-01",</a:t>
            </a:r>
          </a:p>
          <a:p>
            <a:r>
              <a:t>          "end": "2026-04-30",</a:t>
            </a:r>
          </a:p>
          <a:p>
            <a:r>
              <a:t>          "days": 30,</a:t>
            </a:r>
          </a:p>
          <a:p>
            <a:r>
              <a:t>          "prior_start": "2025-04-01",</a:t>
            </a:r>
          </a:p>
          <a:p>
            <a:r>
              <a:t>          "prior_end": "2025-04-30",</a:t>
            </a:r>
          </a:p>
          <a:p>
            <a:r>
              <a:t>          "prior_days": 30,</a:t>
            </a:r>
          </a:p>
          <a:p>
            <a:r>
              <a:t>          "sales_KRW": 19729493811.0,</a:t>
            </a:r>
          </a:p>
          <a:p>
            <a:r>
              <a:t>          "prior_sales_KRW": 19038053951.0,</a:t>
            </a:r>
          </a:p>
          <a:p>
            <a:r>
              <a:t>          "sales_yoy_pct": 3.631883078909337,</a:t>
            </a:r>
          </a:p>
          <a:p>
            <a:r>
              <a:t>          "TC": 1629446.0,</a:t>
            </a:r>
          </a:p>
          <a:p>
            <a:r>
              <a:t>          "prior_TC": 1598644.0,</a:t>
            </a:r>
          </a:p>
          <a:p>
            <a:r>
              <a:t>          "TC_yoy_pct": 1.9267579273434254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"2026-05",</a:t>
            </a:r>
          </a:p>
          <a:p>
            <a:r>
              <a:t>          "start": "2026-05-01",</a:t>
            </a:r>
          </a:p>
          <a:p>
            <a:r>
              <a:t>          "end": "2026-05-31",</a:t>
            </a:r>
          </a:p>
          <a:p>
            <a:r>
              <a:t>          "days": 31,</a:t>
            </a:r>
          </a:p>
          <a:p>
            <a:r>
              <a:t>          "prior_start": "2025-05-01",</a:t>
            </a:r>
          </a:p>
          <a:p>
            <a:r>
              <a:t>          "prior_end": "2025-05-31",</a:t>
            </a:r>
          </a:p>
          <a:p>
            <a:r>
              <a:t>          "prior_days": 31,</a:t>
            </a:r>
          </a:p>
          <a:p>
            <a:r>
              <a:t>          "sales_KRW": 18591868513.0,</a:t>
            </a:r>
          </a:p>
          <a:p>
            <a:r>
              <a:t>          "prior_sales_KRW": 18513796070.0,</a:t>
            </a:r>
          </a:p>
          <a:p>
            <a:r>
              <a:t>          "sales_yoy_pct": 0.4216987305294406,</a:t>
            </a:r>
          </a:p>
          <a:p>
            <a:r>
              <a:t>          "TC": 1507413.0,</a:t>
            </a:r>
          </a:p>
          <a:p>
            <a:r>
              <a:t>          "prior_TC": 1502977.0,</a:t>
            </a:r>
          </a:p>
          <a:p>
            <a:r>
              <a:t>          "TC_yoy_pct": 0.29514756380171203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"2026-06",</a:t>
            </a:r>
          </a:p>
          <a:p>
            <a:r>
              <a:t>          "start": "2026-06-01",</a:t>
            </a:r>
          </a:p>
          <a:p>
            <a:r>
              <a:t>          "end": "2026-06-30",</a:t>
            </a:r>
          </a:p>
          <a:p>
            <a:r>
              <a:t>          "days": 30,</a:t>
            </a:r>
          </a:p>
          <a:p>
            <a:r>
              <a:t>          "prior_start": "2025-06-01",</a:t>
            </a:r>
          </a:p>
          <a:p>
            <a:r>
              <a:t>          "prior_end": "2025-06-30",</a:t>
            </a:r>
          </a:p>
          <a:p>
            <a:r>
              <a:t>          "prior_days": 30,</a:t>
            </a:r>
          </a:p>
          <a:p>
            <a:r>
              <a:t>          "sales_KRW": 18470049250.0,</a:t>
            </a:r>
          </a:p>
          <a:p>
            <a:r>
              <a:t>          "prior_sales_KRW": 17033540419.0,</a:t>
            </a:r>
          </a:p>
          <a:p>
            <a:r>
              <a:t>          "sales_yoy_pct": 8.433413111214684,</a:t>
            </a:r>
          </a:p>
          <a:p>
            <a:r>
              <a:t>          "TC": 1523600.0,</a:t>
            </a:r>
          </a:p>
          <a:p>
            <a:r>
              <a:t>          "prior_TC": 1450620.0,</a:t>
            </a:r>
          </a:p>
          <a:p>
            <a:r>
              <a:t>          "TC_yoy_pct": 5.030952282472323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"2026-07",</a:t>
            </a:r>
          </a:p>
          <a:p>
            <a:r>
              <a:t>          "start": "2026-07-01",</a:t>
            </a:r>
          </a:p>
          <a:p>
            <a:r>
              <a:t>          "end": "2026-07-31",</a:t>
            </a:r>
          </a:p>
          <a:p>
            <a:r>
              <a:t>          "days": 31,</a:t>
            </a:r>
          </a:p>
          <a:p>
            <a:r>
              <a:t>          "prior_start": "2025-07-01",</a:t>
            </a:r>
          </a:p>
          <a:p>
            <a:r>
              <a:t>          "prior_end": "2025-07-31",</a:t>
            </a:r>
          </a:p>
          <a:p>
            <a:r>
              <a:t>          "prior_days": 31,</a:t>
            </a:r>
          </a:p>
          <a:p>
            <a:r>
              <a:t>          "sales_KRW": 16013233320.0,</a:t>
            </a:r>
          </a:p>
          <a:p>
            <a:r>
              <a:t>          "prior_sales_KRW": 16598388032.0,</a:t>
            </a:r>
          </a:p>
          <a:p>
            <a:r>
              <a:t>          "sales_yoy_pct": -3.5253707219754182,</a:t>
            </a:r>
          </a:p>
          <a:p>
            <a:r>
              <a:t>          "TC": 1337432.0,</a:t>
            </a:r>
          </a:p>
          <a:p>
            <a:r>
              <a:t>          "prior_TC": 1388269.0,</a:t>
            </a:r>
          </a:p>
          <a:p>
            <a:r>
              <a:t>          "TC_yoy_pct": -3.661898378484285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"2026-08",</a:t>
            </a:r>
          </a:p>
          <a:p>
            <a:r>
              <a:t>          "start": "2026-08-01",</a:t>
            </a:r>
          </a:p>
          <a:p>
            <a:r>
              <a:t>          "end": "2026-08-31",</a:t>
            </a:r>
          </a:p>
          <a:p>
            <a:r>
              <a:t>          "days": 31,</a:t>
            </a:r>
          </a:p>
          <a:p>
            <a:r>
              <a:t>          "prior_start": "2025-08-01",</a:t>
            </a:r>
          </a:p>
          <a:p>
            <a:r>
              <a:t>          "prior_end": "2025-08-31",</a:t>
            </a:r>
          </a:p>
          <a:p>
            <a:r>
              <a:t>          "prior_days": 31,</a:t>
            </a:r>
          </a:p>
          <a:p>
            <a:r>
              <a:t>          "sales_KRW": 15630657311.0,</a:t>
            </a:r>
          </a:p>
          <a:p>
            <a:r>
              <a:t>          "prior_sales_KRW": 16194445974.0,</a:t>
            </a:r>
          </a:p>
          <a:p>
            <a:r>
              <a:t>          "sales_yoy_pct": -3.481370489025415,</a:t>
            </a:r>
          </a:p>
          <a:p>
            <a:r>
              <a:t>          "TC": 1302656.0,</a:t>
            </a:r>
          </a:p>
          <a:p>
            <a:r>
              <a:t>          "prior_TC": 1359061.0,</a:t>
            </a:r>
          </a:p>
          <a:p>
            <a:r>
              <a:t>          "TC_yoy_pct": -4.150292003081535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"2026-09",</a:t>
            </a:r>
          </a:p>
          <a:p>
            <a:r>
              <a:t>          "start": "2026-09-01",</a:t>
            </a:r>
          </a:p>
          <a:p>
            <a:r>
              <a:t>          "end": "2026-09-30",</a:t>
            </a:r>
          </a:p>
          <a:p>
            <a:r>
              <a:t>          "days": 30,</a:t>
            </a:r>
          </a:p>
          <a:p>
            <a:r>
              <a:t>          "prior_start": "2025-09-01",</a:t>
            </a:r>
          </a:p>
          <a:p>
            <a:r>
              <a:t>          "prior_end": "2025-09-30",</a:t>
            </a:r>
          </a:p>
          <a:p>
            <a:r>
              <a:t>          "prior_days": 30,</a:t>
            </a:r>
          </a:p>
          <a:p>
            <a:r>
              <a:t>          "sales_KRW": 18163355855.0,</a:t>
            </a:r>
          </a:p>
          <a:p>
            <a:r>
              <a:t>          "prior_sales_KRW": 18184547318.0,</a:t>
            </a:r>
          </a:p>
          <a:p>
            <a:r>
              <a:t>          "sales_yoy_pct": -0.11653555422314055,</a:t>
            </a:r>
          </a:p>
          <a:p>
            <a:r>
              <a:t>          "TC": 1468212.0,</a:t>
            </a:r>
          </a:p>
          <a:p>
            <a:r>
              <a:t>          "prior_TC": 1519628.0,</a:t>
            </a:r>
          </a:p>
          <a:p>
            <a:r>
              <a:t>          "TC_yoy_pct": -3.383459636174113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"2026-10",</a:t>
            </a:r>
          </a:p>
          <a:p>
            <a:r>
              <a:t>          "start": "2026-10-01",</a:t>
            </a:r>
          </a:p>
          <a:p>
            <a:r>
              <a:t>          "end": "2026-10-19",</a:t>
            </a:r>
          </a:p>
          <a:p>
            <a:r>
              <a:t>          "days": 19,</a:t>
            </a:r>
          </a:p>
          <a:p>
            <a:r>
              <a:t>          "prior_start": "2025-10-01",</a:t>
            </a:r>
          </a:p>
          <a:p>
            <a:r>
              <a:t>          "prior_end": "2025-10-19",</a:t>
            </a:r>
          </a:p>
          <a:p>
            <a:r>
              <a:t>          "prior_days": 19,</a:t>
            </a:r>
          </a:p>
          <a:p>
            <a:r>
              <a:t>          "sales_KRW": 11015322405.0,</a:t>
            </a:r>
          </a:p>
          <a:p>
            <a:r>
              <a:t>          "prior_sales_KRW": 11283596237.0,</a:t>
            </a:r>
          </a:p>
          <a:p>
            <a:r>
              <a:t>          "sales_yoy_pct": -2.3775561121223365,</a:t>
            </a:r>
          </a:p>
          <a:p>
            <a:r>
              <a:t>          "TC": 913886.0,</a:t>
            </a:r>
          </a:p>
          <a:p>
            <a:r>
              <a:t>          "prior_TC": 900845.0,</a:t>
            </a:r>
          </a:p>
          <a:p>
            <a:r>
              <a:t>          "TC_yoy_pct": 1.4476408261132612</a:t>
            </a:r>
          </a:p>
          <a:p>
            <a:r>
              <a:t>        }</a:t>
            </a:r>
          </a:p>
          <a:p>
            <a:r>
              <a:t>      ]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"channel": "포장",</a:t>
            </a:r>
          </a:p>
          <a:p>
            <a:r>
              <a:t>      "amount_field": "takeaway_sales_VATincluded",</a:t>
            </a:r>
          </a:p>
          <a:p>
            <a:r>
              <a:t>      "count_field": "takeaway_TC",</a:t>
            </a:r>
          </a:p>
          <a:p>
            <a:r>
              <a:t>      "points": [</a:t>
            </a:r>
          </a:p>
          <a:p>
            <a:r>
              <a:t>        {</a:t>
            </a:r>
          </a:p>
          <a:p>
            <a:r>
              <a:t>          "month": "2025-01",</a:t>
            </a:r>
          </a:p>
          <a:p>
            <a:r>
              <a:t>          "start": "2025-01-01",</a:t>
            </a:r>
          </a:p>
          <a:p>
            <a:r>
              <a:t>          "end": "2025-01-31",</a:t>
            </a:r>
          </a:p>
          <a:p>
            <a:r>
              <a:t>          "days": 31,</a:t>
            </a:r>
          </a:p>
          <a:p>
            <a:r>
              <a:t>          "prior_start": "2024-01-01",</a:t>
            </a:r>
          </a:p>
          <a:p>
            <a:r>
              <a:t>          "prior_end": "2024-01-31",</a:t>
            </a:r>
          </a:p>
          <a:p>
            <a:r>
              <a:t>          "prior_days": 31,</a:t>
            </a:r>
          </a:p>
          <a:p>
            <a:r>
              <a:t>          "sales_KRW": 18090762112.0,</a:t>
            </a:r>
          </a:p>
          <a:p>
            <a:r>
              <a:t>          "prior_sales_KRW": 17915859453.0,</a:t>
            </a:r>
          </a:p>
          <a:p>
            <a:r>
              <a:t>          "sales_yoy_pct": 0.9762448709694116,</a:t>
            </a:r>
          </a:p>
          <a:p>
            <a:r>
              <a:t>          "TC": 1296357.0,</a:t>
            </a:r>
          </a:p>
          <a:p>
            <a:r>
              <a:t>          "prior_TC": 1417969.0,</a:t>
            </a:r>
          </a:p>
          <a:p>
            <a:r>
              <a:t>          "TC_yoy_pct": -8.57649215180304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"2025-02",</a:t>
            </a:r>
          </a:p>
          <a:p>
            <a:r>
              <a:t>          "start": "2025-02-01",</a:t>
            </a:r>
          </a:p>
          <a:p>
            <a:r>
              <a:t>          "end": "2025-02-28",</a:t>
            </a:r>
          </a:p>
          <a:p>
            <a:r>
              <a:t>          "days": 28,</a:t>
            </a:r>
          </a:p>
          <a:p>
            <a:r>
              <a:t>          "prior_start": "2024-02-01",</a:t>
            </a:r>
          </a:p>
          <a:p>
            <a:r>
              <a:t>          "prior_end": "2024-02-29",</a:t>
            </a:r>
          </a:p>
          <a:p>
            <a:r>
              <a:t>          "prior_days": 29,</a:t>
            </a:r>
          </a:p>
          <a:p>
            <a:r>
              <a:t>          "sales_KRW": 17885185304.0,</a:t>
            </a:r>
          </a:p>
          <a:p>
            <a:r>
              <a:t>          "prior_sales_KRW": 16812864194.0,</a:t>
            </a:r>
          </a:p>
          <a:p>
            <a:r>
              <a:t>          "sales_yoy_pct": 6.377979965975578,</a:t>
            </a:r>
          </a:p>
          <a:p>
            <a:r>
              <a:t>          "TC": 1277997.0,</a:t>
            </a:r>
          </a:p>
          <a:p>
            <a:r>
              <a:t>          "prior_TC": 1297062.0,</a:t>
            </a:r>
          </a:p>
          <a:p>
            <a:r>
              <a:t>          "TC_yoy_pct": -1.4698603459202375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"2025-03",</a:t>
            </a:r>
          </a:p>
          <a:p>
            <a:r>
              <a:t>          "start": "2025-03-01",</a:t>
            </a:r>
          </a:p>
          <a:p>
            <a:r>
              <a:t>          "end": "2025-03-31",</a:t>
            </a:r>
          </a:p>
          <a:p>
            <a:r>
              <a:t>          "days": 31,</a:t>
            </a:r>
          </a:p>
          <a:p>
            <a:r>
              <a:t>          "prior_start": "2024-03-01",</a:t>
            </a:r>
          </a:p>
          <a:p>
            <a:r>
              <a:t>          "prior_end": "2024-03-31",</a:t>
            </a:r>
          </a:p>
          <a:p>
            <a:r>
              <a:t>          "prior_days": 31,</a:t>
            </a:r>
          </a:p>
          <a:p>
            <a:r>
              <a:t>          "sales_KRW": 20840281740.0,</a:t>
            </a:r>
          </a:p>
          <a:p>
            <a:r>
              <a:t>          "prior_sales_KRW": 18964913498.0,</a:t>
            </a:r>
          </a:p>
          <a:p>
            <a:r>
              <a:t>          "sales_yoy_pct": 9.888620067778175,</a:t>
            </a:r>
          </a:p>
          <a:p>
            <a:r>
              <a:t>          "TC": 1500447.0,</a:t>
            </a:r>
          </a:p>
          <a:p>
            <a:r>
              <a:t>          "prior_TC": 1504905.0,</a:t>
            </a:r>
          </a:p>
          <a:p>
            <a:r>
              <a:t>          "TC_yoy_pct": -0.29623132357191606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"2025-04",</a:t>
            </a:r>
          </a:p>
          <a:p>
            <a:r>
              <a:t>          "start": "2025-04-01",</a:t>
            </a:r>
          </a:p>
          <a:p>
            <a:r>
              <a:t>          "end": "2025-04-30",</a:t>
            </a:r>
          </a:p>
          <a:p>
            <a:r>
              <a:t>          "days": 30,</a:t>
            </a:r>
          </a:p>
          <a:p>
            <a:r>
              <a:t>          "prior_start": "2024-04-01",</a:t>
            </a:r>
          </a:p>
          <a:p>
            <a:r>
              <a:t>          "prior_end": "2024-04-30",</a:t>
            </a:r>
          </a:p>
          <a:p>
            <a:r>
              <a:t>          "prior_days": 30,</a:t>
            </a:r>
          </a:p>
          <a:p>
            <a:r>
              <a:t>          "sales_KRW": 20954046695.0,</a:t>
            </a:r>
          </a:p>
          <a:p>
            <a:r>
              <a:t>          "prior_sales_KRW": 19724171619.760002,</a:t>
            </a:r>
          </a:p>
          <a:p>
            <a:r>
              <a:t>          "sales_yoy_pct": 6.235369976237126,</a:t>
            </a:r>
          </a:p>
          <a:p>
            <a:r>
              <a:t>          "TC": 1495160.0,</a:t>
            </a:r>
          </a:p>
          <a:p>
            <a:r>
              <a:t>          "prior_TC": 1579874.0,</a:t>
            </a:r>
          </a:p>
          <a:p>
            <a:r>
              <a:t>          "TC_yoy_pct": -5.3620731779876145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"2025-05",</a:t>
            </a:r>
          </a:p>
          <a:p>
            <a:r>
              <a:t>          "start": "2025-05-01",</a:t>
            </a:r>
          </a:p>
          <a:p>
            <a:r>
              <a:t>          "end": "2025-05-31",</a:t>
            </a:r>
          </a:p>
          <a:p>
            <a:r>
              <a:t>          "days": 31,</a:t>
            </a:r>
          </a:p>
          <a:p>
            <a:r>
              <a:t>          "prior_start": "2024-05-01",</a:t>
            </a:r>
          </a:p>
          <a:p>
            <a:r>
              <a:t>          "prior_end": "2024-05-31",</a:t>
            </a:r>
          </a:p>
          <a:p>
            <a:r>
              <a:t>          "prior_days": 31,</a:t>
            </a:r>
          </a:p>
          <a:p>
            <a:r>
              <a:t>          "sales_KRW": 20110626528.0,</a:t>
            </a:r>
          </a:p>
          <a:p>
            <a:r>
              <a:t>          "prior_sales_KRW": 19125930366.95,</a:t>
            </a:r>
          </a:p>
          <a:p>
            <a:r>
              <a:t>          "sales_yoy_pct": 5.148487640379451,</a:t>
            </a:r>
          </a:p>
          <a:p>
            <a:r>
              <a:t>          "TC": 1414149.0,</a:t>
            </a:r>
          </a:p>
          <a:p>
            <a:r>
              <a:t>          "prior_TC": 1505677.0,</a:t>
            </a:r>
          </a:p>
          <a:p>
            <a:r>
              <a:t>          "TC_yoy_pct": -6.078860207069647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"2025-06",</a:t>
            </a:r>
          </a:p>
          <a:p>
            <a:r>
              <a:t>          "start": "2025-06-01",</a:t>
            </a:r>
          </a:p>
          <a:p>
            <a:r>
              <a:t>          "end": "2025-06-30",</a:t>
            </a:r>
          </a:p>
          <a:p>
            <a:r>
              <a:t>          "days": 30,</a:t>
            </a:r>
          </a:p>
          <a:p>
            <a:r>
              <a:t>          "prior_start": "2024-06-01",</a:t>
            </a:r>
          </a:p>
          <a:p>
            <a:r>
              <a:t>          "prior_end": "2024-06-30",</a:t>
            </a:r>
          </a:p>
          <a:p>
            <a:r>
              <a:t>          "prior_days": 30,</a:t>
            </a:r>
          </a:p>
          <a:p>
            <a:r>
              <a:t>          "sales_KRW": 18181153874.0,</a:t>
            </a:r>
          </a:p>
          <a:p>
            <a:r>
              <a:t>          "prior_sales_KRW": 18129164880.0,</a:t>
            </a:r>
          </a:p>
          <a:p>
            <a:r>
              <a:t>          "sales_yoy_pct": 0.28676993311123056,</a:t>
            </a:r>
          </a:p>
          <a:p>
            <a:r>
              <a:t>          "TC": 1347783.0,</a:t>
            </a:r>
          </a:p>
          <a:p>
            <a:r>
              <a:t>          "prior_TC": 1425322.0,</a:t>
            </a:r>
          </a:p>
          <a:p>
            <a:r>
              <a:t>          "TC_yoy_pct": -5.44010406069646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"2025-07",</a:t>
            </a:r>
          </a:p>
          <a:p>
            <a:r>
              <a:t>          "start": "2025-07-01",</a:t>
            </a:r>
          </a:p>
          <a:p>
            <a:r>
              <a:t>          "end": "2025-07-31",</a:t>
            </a:r>
          </a:p>
          <a:p>
            <a:r>
              <a:t>          "days": 31,</a:t>
            </a:r>
          </a:p>
          <a:p>
            <a:r>
              <a:t>          "prior_start": "2024-07-01",</a:t>
            </a:r>
          </a:p>
          <a:p>
            <a:r>
              <a:t>          "prior_end": "2024-07-31",</a:t>
            </a:r>
          </a:p>
          <a:p>
            <a:r>
              <a:t>          "prior_days": 31,</a:t>
            </a:r>
          </a:p>
          <a:p>
            <a:r>
              <a:t>          "sales_KRW": 18452497584.0,</a:t>
            </a:r>
          </a:p>
          <a:p>
            <a:r>
              <a:t>          "prior_sales_KRW": 17965461326.0,</a:t>
            </a:r>
          </a:p>
          <a:p>
            <a:r>
              <a:t>          "sales_yoy_pct": 2.7109588179355715,</a:t>
            </a:r>
          </a:p>
          <a:p>
            <a:r>
              <a:t>          "TC": 1310557.0,</a:t>
            </a:r>
          </a:p>
          <a:p>
            <a:r>
              <a:t>          "prior_TC": 1380605.0,</a:t>
            </a:r>
          </a:p>
          <a:p>
            <a:r>
              <a:t>          "TC_yoy_pct": -5.073717681740975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"2025-08",</a:t>
            </a:r>
          </a:p>
          <a:p>
            <a:r>
              <a:t>          "start": "2025-08-01",</a:t>
            </a:r>
          </a:p>
          <a:p>
            <a:r>
              <a:t>          "end": "2025-08-31",</a:t>
            </a:r>
          </a:p>
          <a:p>
            <a:r>
              <a:t>          "days": 31,</a:t>
            </a:r>
          </a:p>
          <a:p>
            <a:r>
              <a:t>          "prior_start": "2024-08-01",</a:t>
            </a:r>
          </a:p>
          <a:p>
            <a:r>
              <a:t>          "prior_end": "2024-08-31",</a:t>
            </a:r>
          </a:p>
          <a:p>
            <a:r>
              <a:t>          "prior_days": 31,</a:t>
            </a:r>
          </a:p>
          <a:p>
            <a:r>
              <a:t>          "sales_KRW": 19236478723.0,</a:t>
            </a:r>
          </a:p>
          <a:p>
            <a:r>
              <a:t>          "prior_sales_KRW": 18342400005.0,</a:t>
            </a:r>
          </a:p>
          <a:p>
            <a:r>
              <a:t>          "sales_yoy_pct": 4.8743824022825955,</a:t>
            </a:r>
          </a:p>
          <a:p>
            <a:r>
              <a:t>          "TC": 1342768.0,</a:t>
            </a:r>
          </a:p>
          <a:p>
            <a:r>
              <a:t>          "prior_TC": 1390938.0,</a:t>
            </a:r>
          </a:p>
          <a:p>
            <a:r>
              <a:t>          "TC_yoy_pct": -3.4631306355854874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"2025-09",</a:t>
            </a:r>
          </a:p>
          <a:p>
            <a:r>
              <a:t>          "start": "2025-09-01",</a:t>
            </a:r>
          </a:p>
          <a:p>
            <a:r>
              <a:t>          "end": "2025-09-30",</a:t>
            </a:r>
          </a:p>
          <a:p>
            <a:r>
              <a:t>          "days": 30,</a:t>
            </a:r>
          </a:p>
          <a:p>
            <a:r>
              <a:t>          "prior_start": "2024-09-01",</a:t>
            </a:r>
          </a:p>
          <a:p>
            <a:r>
              <a:t>          "prior_end": "2024-09-30",</a:t>
            </a:r>
          </a:p>
          <a:p>
            <a:r>
              <a:t>          "prior_days": 30,</a:t>
            </a:r>
          </a:p>
          <a:p>
            <a:r>
              <a:t>          "sales_KRW": 19297145725.0,</a:t>
            </a:r>
          </a:p>
          <a:p>
            <a:r>
              <a:t>          "prior_sales_KRW": 18688734571.0,</a:t>
            </a:r>
          </a:p>
          <a:p>
            <a:r>
              <a:t>          "sales_yoy_pct": 3.2554967897296505,</a:t>
            </a:r>
          </a:p>
          <a:p>
            <a:r>
              <a:t>          "TC": 1375890.0,</a:t>
            </a:r>
          </a:p>
          <a:p>
            <a:r>
              <a:t>          "prior_TC": 1409550.0,</a:t>
            </a:r>
          </a:p>
          <a:p>
            <a:r>
              <a:t>          "TC_yoy_pct": -2.387996168990103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"2025-10",</a:t>
            </a:r>
          </a:p>
          <a:p>
            <a:r>
              <a:t>          "start": "2025-10-01",</a:t>
            </a:r>
          </a:p>
          <a:p>
            <a:r>
              <a:t>          "end": "2025-10-31",</a:t>
            </a:r>
          </a:p>
          <a:p>
            <a:r>
              <a:t>          "days": 31,</a:t>
            </a:r>
          </a:p>
          <a:p>
            <a:r>
              <a:t>          "prior_start": "2024-10-01",</a:t>
            </a:r>
          </a:p>
          <a:p>
            <a:r>
              <a:t>          "prior_end": "2024-10-31",</a:t>
            </a:r>
          </a:p>
          <a:p>
            <a:r>
              <a:t>          "prior_days": 31,</a:t>
            </a:r>
          </a:p>
          <a:p>
            <a:r>
              <a:t>          "sales_KRW": 19896082194.0,</a:t>
            </a:r>
          </a:p>
          <a:p>
            <a:r>
              <a:t>          "prior_sales_KRW": 20091935652.0,</a:t>
            </a:r>
          </a:p>
          <a:p>
            <a:r>
              <a:t>          "sales_yoy_pct": -0.9747864087973235,</a:t>
            </a:r>
          </a:p>
          <a:p>
            <a:r>
              <a:t>          "TC": 1381102.0,</a:t>
            </a:r>
          </a:p>
          <a:p>
            <a:r>
              <a:t>          "prior_TC": 1552139.0,</a:t>
            </a:r>
          </a:p>
          <a:p>
            <a:r>
              <a:t>          "TC_yoy_pct": -11.019438336386111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"2025-11",</a:t>
            </a:r>
          </a:p>
          <a:p>
            <a:r>
              <a:t>          "start": "2025-11-01",</a:t>
            </a:r>
          </a:p>
          <a:p>
            <a:r>
              <a:t>          "end": "2025-11-30",</a:t>
            </a:r>
          </a:p>
          <a:p>
            <a:r>
              <a:t>          "days": 30,</a:t>
            </a:r>
          </a:p>
          <a:p>
            <a:r>
              <a:t>          "prior_start": "2024-11-01",</a:t>
            </a:r>
          </a:p>
          <a:p>
            <a:r>
              <a:t>          "prior_end": "2024-11-30",</a:t>
            </a:r>
          </a:p>
          <a:p>
            <a:r>
              <a:t>          "prior_days": 30,</a:t>
            </a:r>
          </a:p>
          <a:p>
            <a:r>
              <a:t>          "sales_KRW": 19849576982.0,</a:t>
            </a:r>
          </a:p>
          <a:p>
            <a:r>
              <a:t>          "prior_sales_KRW": 19125254300.0,</a:t>
            </a:r>
          </a:p>
          <a:p>
            <a:r>
              <a:t>          "sales_yoy_pct": 3.7872577830246223,</a:t>
            </a:r>
          </a:p>
          <a:p>
            <a:r>
              <a:t>          "TC": 1389211.0,</a:t>
            </a:r>
          </a:p>
          <a:p>
            <a:r>
              <a:t>          "prior_TC": 1413426.0,</a:t>
            </a:r>
          </a:p>
          <a:p>
            <a:r>
              <a:t>          "TC_yoy_pct": -1.7132131431005226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"2025-12",</a:t>
            </a:r>
          </a:p>
          <a:p>
            <a:r>
              <a:t>          "start": "2025-12-01",</a:t>
            </a:r>
          </a:p>
          <a:p>
            <a:r>
              <a:t>          "end": "2025-12-31",</a:t>
            </a:r>
          </a:p>
          <a:p>
            <a:r>
              <a:t>          "days": 31,</a:t>
            </a:r>
          </a:p>
          <a:p>
            <a:r>
              <a:t>          "prior_start": "2024-12-01",</a:t>
            </a:r>
          </a:p>
          <a:p>
            <a:r>
              <a:t>          "prior_end": "2024-12-31",</a:t>
            </a:r>
          </a:p>
          <a:p>
            <a:r>
              <a:t>          "prior_days": 31,</a:t>
            </a:r>
          </a:p>
          <a:p>
            <a:r>
              <a:t>          "sales_KRW": 18877175708.0,</a:t>
            </a:r>
          </a:p>
          <a:p>
            <a:r>
              <a:t>          "prior_sales_KRW": 19324874295.0,</a:t>
            </a:r>
          </a:p>
          <a:p>
            <a:r>
              <a:t>          "sales_yoy_pct": -2.316695985524908,</a:t>
            </a:r>
          </a:p>
          <a:p>
            <a:r>
              <a:t>          "TC": 1300721.0,</a:t>
            </a:r>
          </a:p>
          <a:p>
            <a:r>
              <a:t>          "prior_TC": 1401222.0,</a:t>
            </a:r>
          </a:p>
          <a:p>
            <a:r>
              <a:t>          "TC_yoy_pct": -7.1723823919407454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"2026-01",</a:t>
            </a:r>
          </a:p>
          <a:p>
            <a:r>
              <a:t>          "start": "2026-01-01",</a:t>
            </a:r>
          </a:p>
          <a:p>
            <a:r>
              <a:t>          "end": "2026-01-31",</a:t>
            </a:r>
          </a:p>
          <a:p>
            <a:r>
              <a:t>          "days": 31,</a:t>
            </a:r>
          </a:p>
          <a:p>
            <a:r>
              <a:t>          "prior_start": "2025-01-01",</a:t>
            </a:r>
          </a:p>
          <a:p>
            <a:r>
              <a:t>          "prior_end": "2025-01-31",</a:t>
            </a:r>
          </a:p>
          <a:p>
            <a:r>
              <a:t>          "prior_days": 31,</a:t>
            </a:r>
          </a:p>
          <a:p>
            <a:r>
              <a:t>          "sales_KRW": 17312271740.0,</a:t>
            </a:r>
          </a:p>
          <a:p>
            <a:r>
              <a:t>          "prior_sales_KRW": 18090762112.0,</a:t>
            </a:r>
          </a:p>
          <a:p>
            <a:r>
              <a:t>          "sales_yoy_pct": -4.30324807313458,</a:t>
            </a:r>
          </a:p>
          <a:p>
            <a:r>
              <a:t>          "TC": 1238904.0,</a:t>
            </a:r>
          </a:p>
          <a:p>
            <a:r>
              <a:t>          "prior_TC": 1296357.0,</a:t>
            </a:r>
          </a:p>
          <a:p>
            <a:r>
              <a:t>          "TC_yoy_pct": -4.431881032771068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"2026-02",</a:t>
            </a:r>
          </a:p>
          <a:p>
            <a:r>
              <a:t>          "start": "2026-02-01",</a:t>
            </a:r>
          </a:p>
          <a:p>
            <a:r>
              <a:t>          "end": "2026-02-28",</a:t>
            </a:r>
          </a:p>
          <a:p>
            <a:r>
              <a:t>          "days": 28,</a:t>
            </a:r>
          </a:p>
          <a:p>
            <a:r>
              <a:t>          "prior_start": "2025-02-01",</a:t>
            </a:r>
          </a:p>
          <a:p>
            <a:r>
              <a:t>          "prior_end": "2025-02-28",</a:t>
            </a:r>
          </a:p>
          <a:p>
            <a:r>
              <a:t>          "prior_days": 28,</a:t>
            </a:r>
          </a:p>
          <a:p>
            <a:r>
              <a:t>          "sales_KRW": 15726431301.0,</a:t>
            </a:r>
          </a:p>
          <a:p>
            <a:r>
              <a:t>          "prior_sales_KRW": 17885185304.0,</a:t>
            </a:r>
          </a:p>
          <a:p>
            <a:r>
              <a:t>          "sales_yoy_pct": -12.070067859555234,</a:t>
            </a:r>
          </a:p>
          <a:p>
            <a:r>
              <a:t>          "TC": 1136250.0,</a:t>
            </a:r>
          </a:p>
          <a:p>
            <a:r>
              <a:t>          "prior_TC": 1277997.0,</a:t>
            </a:r>
          </a:p>
          <a:p>
            <a:r>
              <a:t>          "TC_yoy_pct": -11.091340590001387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"2026-03",</a:t>
            </a:r>
          </a:p>
          <a:p>
            <a:r>
              <a:t>          "start": "2026-03-01",</a:t>
            </a:r>
          </a:p>
          <a:p>
            <a:r>
              <a:t>          "end": "2026-03-31",</a:t>
            </a:r>
          </a:p>
          <a:p>
            <a:r>
              <a:t>          "days": 31,</a:t>
            </a:r>
          </a:p>
          <a:p>
            <a:r>
              <a:t>          "prior_start": "2025-03-01",</a:t>
            </a:r>
          </a:p>
          <a:p>
            <a:r>
              <a:t>          "prior_end": "2025-03-31",</a:t>
            </a:r>
          </a:p>
          <a:p>
            <a:r>
              <a:t>          "prior_days": 31,</a:t>
            </a:r>
          </a:p>
          <a:p>
            <a:r>
              <a:t>          "sales_KRW": 19627642226.0,</a:t>
            </a:r>
          </a:p>
          <a:p>
            <a:r>
              <a:t>          "prior_sales_KRW": 20840281740.0,</a:t>
            </a:r>
          </a:p>
          <a:p>
            <a:r>
              <a:t>          "sales_yoy_pct": -5.818728984227251,</a:t>
            </a:r>
          </a:p>
          <a:p>
            <a:r>
              <a:t>          "TC": 1385261.0,</a:t>
            </a:r>
          </a:p>
          <a:p>
            <a:r>
              <a:t>          "prior_TC": 1500447.0,</a:t>
            </a:r>
          </a:p>
          <a:p>
            <a:r>
              <a:t>          "TC_yoy_pct": -7.676778986528676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"2026-04",</a:t>
            </a:r>
          </a:p>
          <a:p>
            <a:r>
              <a:t>          "start": "2026-04-01",</a:t>
            </a:r>
          </a:p>
          <a:p>
            <a:r>
              <a:t>          "end": "2026-04-30",</a:t>
            </a:r>
          </a:p>
          <a:p>
            <a:r>
              <a:t>          "days": 30,</a:t>
            </a:r>
          </a:p>
          <a:p>
            <a:r>
              <a:t>          "prior_start": "2025-04-01",</a:t>
            </a:r>
          </a:p>
          <a:p>
            <a:r>
              <a:t>          "prior_end": "2025-04-30",</a:t>
            </a:r>
          </a:p>
          <a:p>
            <a:r>
              <a:t>          "prior_days": 30,</a:t>
            </a:r>
          </a:p>
          <a:p>
            <a:r>
              <a:t>          "sales_KRW": 19514090195.0,</a:t>
            </a:r>
          </a:p>
          <a:p>
            <a:r>
              <a:t>          "prior_sales_KRW": 20954046695.0,</a:t>
            </a:r>
          </a:p>
          <a:p>
            <a:r>
              <a:t>          "sales_yoy_pct": -6.871973327918557,</a:t>
            </a:r>
          </a:p>
          <a:p>
            <a:r>
              <a:t>          "TC": 1390922.0,</a:t>
            </a:r>
          </a:p>
          <a:p>
            <a:r>
              <a:t>          "prior_TC": 1495160.0,</a:t>
            </a:r>
          </a:p>
          <a:p>
            <a:r>
              <a:t>          "TC_yoy_pct": -6.971695336953909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"2026-05",</a:t>
            </a:r>
          </a:p>
          <a:p>
            <a:r>
              <a:t>          "start": "2026-05-01",</a:t>
            </a:r>
          </a:p>
          <a:p>
            <a:r>
              <a:t>          "end": "2026-05-31",</a:t>
            </a:r>
          </a:p>
          <a:p>
            <a:r>
              <a:t>          "days": 31,</a:t>
            </a:r>
          </a:p>
          <a:p>
            <a:r>
              <a:t>          "prior_start": "2025-05-01",</a:t>
            </a:r>
          </a:p>
          <a:p>
            <a:r>
              <a:t>          "prior_end": "2025-05-31",</a:t>
            </a:r>
          </a:p>
          <a:p>
            <a:r>
              <a:t>          "prior_days": 31,</a:t>
            </a:r>
          </a:p>
          <a:p>
            <a:r>
              <a:t>          "sales_KRW": 19681999308.0,</a:t>
            </a:r>
          </a:p>
          <a:p>
            <a:r>
              <a:t>          "prior_sales_KRW": 20110626528.0,</a:t>
            </a:r>
          </a:p>
          <a:p>
            <a:r>
              <a:t>          "sales_yoy_pct": -2.1313469244890193,</a:t>
            </a:r>
          </a:p>
          <a:p>
            <a:r>
              <a:t>          "TC": 1352572.0,</a:t>
            </a:r>
          </a:p>
          <a:p>
            <a:r>
              <a:t>          "prior_TC": 1414149.0,</a:t>
            </a:r>
          </a:p>
          <a:p>
            <a:r>
              <a:t>          "TC_yoy_pct": -4.354350213449932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"2026-06",</a:t>
            </a:r>
          </a:p>
          <a:p>
            <a:r>
              <a:t>          "start": "2026-06-01",</a:t>
            </a:r>
          </a:p>
          <a:p>
            <a:r>
              <a:t>          "end": "2026-06-30",</a:t>
            </a:r>
          </a:p>
          <a:p>
            <a:r>
              <a:t>          "days": 30,</a:t>
            </a:r>
          </a:p>
          <a:p>
            <a:r>
              <a:t>          "prior_start": "2025-06-01",</a:t>
            </a:r>
          </a:p>
          <a:p>
            <a:r>
              <a:t>          "prior_end": "2025-06-30",</a:t>
            </a:r>
          </a:p>
          <a:p>
            <a:r>
              <a:t>          "prior_days": 30,</a:t>
            </a:r>
          </a:p>
          <a:p>
            <a:r>
              <a:t>          "sales_KRW": 19258972831.0,</a:t>
            </a:r>
          </a:p>
          <a:p>
            <a:r>
              <a:t>          "prior_sales_KRW": 18181153874.0,</a:t>
            </a:r>
          </a:p>
          <a:p>
            <a:r>
              <a:t>          "sales_yoy_pct": 5.928220862490674,</a:t>
            </a:r>
          </a:p>
          <a:p>
            <a:r>
              <a:t>          "TC": 1318692.0,</a:t>
            </a:r>
          </a:p>
          <a:p>
            <a:r>
              <a:t>          "prior_TC": 1347783.0,</a:t>
            </a:r>
          </a:p>
          <a:p>
            <a:r>
              <a:t>          "TC_yoy_pct": -2.1584335163746693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"2026-07",</a:t>
            </a:r>
          </a:p>
          <a:p>
            <a:r>
              <a:t>          "start": "2026-07-01",</a:t>
            </a:r>
          </a:p>
          <a:p>
            <a:r>
              <a:t>          "end": "2026-07-31",</a:t>
            </a:r>
          </a:p>
          <a:p>
            <a:r>
              <a:t>          "days": 31,</a:t>
            </a:r>
          </a:p>
          <a:p>
            <a:r>
              <a:t>          "prior_start": "2025-07-01",</a:t>
            </a:r>
          </a:p>
          <a:p>
            <a:r>
              <a:t>          "prior_end": "2025-07-31",</a:t>
            </a:r>
          </a:p>
          <a:p>
            <a:r>
              <a:t>          "prior_days": 31,</a:t>
            </a:r>
          </a:p>
          <a:p>
            <a:r>
              <a:t>          "sales_KRW": 16855967446.0,</a:t>
            </a:r>
          </a:p>
          <a:p>
            <a:r>
              <a:t>          "prior_sales_KRW": 18452497584.0,</a:t>
            </a:r>
          </a:p>
          <a:p>
            <a:r>
              <a:t>          "sales_yoy_pct": -8.65210864129492,</a:t>
            </a:r>
          </a:p>
          <a:p>
            <a:r>
              <a:t>          "TC": 1288949.0,</a:t>
            </a:r>
          </a:p>
          <a:p>
            <a:r>
              <a:t>          "prior_TC": 1310557.0,</a:t>
            </a:r>
          </a:p>
          <a:p>
            <a:r>
              <a:t>          "TC_yoy_pct": -1.6487646092463004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"2026-08",</a:t>
            </a:r>
          </a:p>
          <a:p>
            <a:r>
              <a:t>          "start": "2026-08-01",</a:t>
            </a:r>
          </a:p>
          <a:p>
            <a:r>
              <a:t>          "end": "2026-08-31",</a:t>
            </a:r>
          </a:p>
          <a:p>
            <a:r>
              <a:t>          "days": 31,</a:t>
            </a:r>
          </a:p>
          <a:p>
            <a:r>
              <a:t>          "prior_start": "2025-08-01",</a:t>
            </a:r>
          </a:p>
          <a:p>
            <a:r>
              <a:t>          "prior_end": "2025-08-31",</a:t>
            </a:r>
          </a:p>
          <a:p>
            <a:r>
              <a:t>          "prior_days": 31,</a:t>
            </a:r>
          </a:p>
          <a:p>
            <a:r>
              <a:t>          "sales_KRW": 16698696955.0,</a:t>
            </a:r>
          </a:p>
          <a:p>
            <a:r>
              <a:t>          "prior_sales_KRW": 19236478723.0,</a:t>
            </a:r>
          </a:p>
          <a:p>
            <a:r>
              <a:t>          "sales_yoy_pct": -13.192548410462013,</a:t>
            </a:r>
          </a:p>
          <a:p>
            <a:r>
              <a:t>          "TC": 1164219.0,</a:t>
            </a:r>
          </a:p>
          <a:p>
            <a:r>
              <a:t>          "prior_TC": 1342768.0,</a:t>
            </a:r>
          </a:p>
          <a:p>
            <a:r>
              <a:t>          "TC_yoy_pct": -13.297084827758777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"2026-09",</a:t>
            </a:r>
          </a:p>
          <a:p>
            <a:r>
              <a:t>          "start": "2026-09-01",</a:t>
            </a:r>
          </a:p>
          <a:p>
            <a:r>
              <a:t>          "end": "2026-09-30",</a:t>
            </a:r>
          </a:p>
          <a:p>
            <a:r>
              <a:t>          "days": 30,</a:t>
            </a:r>
          </a:p>
          <a:p>
            <a:r>
              <a:t>          "prior_start": "2025-09-01",</a:t>
            </a:r>
          </a:p>
          <a:p>
            <a:r>
              <a:t>          "prior_end": "2025-09-30",</a:t>
            </a:r>
          </a:p>
          <a:p>
            <a:r>
              <a:t>          "prior_days": 30,</a:t>
            </a:r>
          </a:p>
          <a:p>
            <a:r>
              <a:t>          "sales_KRW": 18843815430.0,</a:t>
            </a:r>
          </a:p>
          <a:p>
            <a:r>
              <a:t>          "prior_sales_KRW": 19297145725.0,</a:t>
            </a:r>
          </a:p>
          <a:p>
            <a:r>
              <a:t>          "sales_yoy_pct": -2.3492090564082635,</a:t>
            </a:r>
          </a:p>
          <a:p>
            <a:r>
              <a:t>          "TC": 1268623.0,</a:t>
            </a:r>
          </a:p>
          <a:p>
            <a:r>
              <a:t>          "prior_TC": 1375890.0,</a:t>
            </a:r>
          </a:p>
          <a:p>
            <a:r>
              <a:t>          "TC_yoy_pct": -7.796190102406442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"month": "2026-10",</a:t>
            </a:r>
          </a:p>
          <a:p>
            <a:r>
              <a:t>          "start": "2026-10-01",</a:t>
            </a:r>
          </a:p>
          <a:p>
            <a:r>
              <a:t>          "end": "2026-10-19",</a:t>
            </a:r>
          </a:p>
          <a:p>
            <a:r>
              <a:t>          "days": 19,</a:t>
            </a:r>
          </a:p>
          <a:p>
            <a:r>
              <a:t>          "prior_start": "2025-10-01",</a:t>
            </a:r>
          </a:p>
          <a:p>
            <a:r>
              <a:t>          "prior_end": "2025-10-19",</a:t>
            </a:r>
          </a:p>
          <a:p>
            <a:r>
              <a:t>          "prior_days": 19,</a:t>
            </a:r>
          </a:p>
          <a:p>
            <a:r>
              <a:t>          "sales_KRW": 10347455047.0,</a:t>
            </a:r>
          </a:p>
          <a:p>
            <a:r>
              <a:t>          "prior_sales_KRW": 11901594879.0,</a:t>
            </a:r>
          </a:p>
          <a:p>
            <a:r>
              <a:t>          "sales_yoy_pct": -13.05824847678383,</a:t>
            </a:r>
          </a:p>
          <a:p>
            <a:r>
              <a:t>          "TC": 751863.0,</a:t>
            </a:r>
          </a:p>
          <a:p>
            <a:r>
              <a:t>          "prior_TC": 814220.0,</a:t>
            </a:r>
          </a:p>
          <a:p>
            <a:r>
              <a:t>          "TC_yoy_pct": -7.658495246984842</a:t>
            </a:r>
          </a:p>
          <a:p>
            <a:r>
              <a:t>        }</a:t>
            </a:r>
          </a:p>
          <a:p>
            <a:r>
              <a:t>      ]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"period_summary": [</a:t>
            </a:r>
          </a:p>
          <a:p>
            <a:r>
              <a:t>    {</a:t>
            </a:r>
          </a:p>
          <a:p>
            <a:r>
              <a:t>      "period": "1~8월",</a:t>
            </a:r>
          </a:p>
          <a:p>
            <a:r>
              <a:t>      "values": {</a:t>
            </a:r>
          </a:p>
          <a:p>
            <a:r>
              <a:t>        "2025": {</a:t>
            </a:r>
          </a:p>
          <a:p>
            <a:r>
              <a:t>          "days": 243,</a:t>
            </a:r>
          </a:p>
          <a:p>
            <a:r>
              <a:t>          "expected_days": 243,</a:t>
            </a:r>
          </a:p>
          <a:p>
            <a:r>
              <a:t>          "missing": [],</a:t>
            </a:r>
          </a:p>
          <a:p>
            <a:r>
              <a:t>          "POS_total_VATincl": 652559087466,</a:t>
            </a:r>
          </a:p>
          <a:p>
            <a:r>
              <a:t>          "POS_delivery_VATincl": 364040813330,</a:t>
            </a:r>
          </a:p>
          <a:p>
            <a:r>
              <a:t>          "total_TC": 36761233,</a:t>
            </a:r>
          </a:p>
          <a:p>
            <a:r>
              <a:t>          "delivery_TC": 14431525</a:t>
            </a:r>
          </a:p>
          <a:p>
            <a:r>
              <a:t>        },</a:t>
            </a:r>
          </a:p>
          <a:p>
            <a:r>
              <a:t>        "2026": {</a:t>
            </a:r>
          </a:p>
          <a:p>
            <a:r>
              <a:t>          "days": 243,</a:t>
            </a:r>
          </a:p>
          <a:p>
            <a:r>
              <a:t>          "expected_days": 243,</a:t>
            </a:r>
          </a:p>
          <a:p>
            <a:r>
              <a:t>          "missing": [],</a:t>
            </a:r>
          </a:p>
          <a:p>
            <a:r>
              <a:t>          "POS_total_VATincl": 680389298528,</a:t>
            </a:r>
          </a:p>
          <a:p>
            <a:r>
              <a:t>          "POS_delivery_VATincl": 399698644632,</a:t>
            </a:r>
          </a:p>
          <a:p>
            <a:r>
              <a:t>          "total_TC": 37180480,</a:t>
            </a:r>
          </a:p>
          <a:p>
            <a:r>
              <a:t>          "delivery_TC": 15616526</a:t>
            </a:r>
          </a:p>
          <a:p>
            <a:r>
              <a:t>        }</a:t>
            </a:r>
          </a:p>
          <a:p>
            <a:r>
              <a:t>      },</a:t>
            </a:r>
          </a:p>
          <a:p>
            <a:r>
              <a:t>      "yoy_pct": {</a:t>
            </a:r>
          </a:p>
          <a:p>
            <a:r>
              <a:t>        "POS_total_VATincl": 4.264780246961175,</a:t>
            </a:r>
          </a:p>
          <a:p>
            <a:r>
              <a:t>        "POS_delivery_VATincl": 9.795009239713037,</a:t>
            </a:r>
          </a:p>
          <a:p>
            <a:r>
              <a:t>        "total_TC": 1.1404595705481357,</a:t>
            </a:r>
          </a:p>
          <a:p>
            <a:r>
              <a:t>        "delivery_TC": 8.211197361332223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"period": "8월",</a:t>
            </a:r>
          </a:p>
          <a:p>
            <a:r>
              <a:t>      "values": {</a:t>
            </a:r>
          </a:p>
          <a:p>
            <a:r>
              <a:t>        "2025": {</a:t>
            </a:r>
          </a:p>
          <a:p>
            <a:r>
              <a:t>          "days": 31,</a:t>
            </a:r>
          </a:p>
          <a:p>
            <a:r>
              <a:t>          "expected_days": 31,</a:t>
            </a:r>
          </a:p>
          <a:p>
            <a:r>
              <a:t>          "missing": [],</a:t>
            </a:r>
          </a:p>
          <a:p>
            <a:r>
              <a:t>          "POS_total_VATincl": 80315701736,</a:t>
            </a:r>
          </a:p>
          <a:p>
            <a:r>
              <a:t>          "POS_delivery_VATincl": 44884777039,</a:t>
            </a:r>
          </a:p>
          <a:p>
            <a:r>
              <a:t>          "total_TC": 4510514,</a:t>
            </a:r>
          </a:p>
          <a:p>
            <a:r>
              <a:t>          "delivery_TC": 1808685</a:t>
            </a:r>
          </a:p>
          <a:p>
            <a:r>
              <a:t>        },</a:t>
            </a:r>
          </a:p>
          <a:p>
            <a:r>
              <a:t>        "2026": {</a:t>
            </a:r>
          </a:p>
          <a:p>
            <a:r>
              <a:t>          "days": 31,</a:t>
            </a:r>
          </a:p>
          <a:p>
            <a:r>
              <a:t>          "expected_days": 31,</a:t>
            </a:r>
          </a:p>
          <a:p>
            <a:r>
              <a:t>          "missing": [],</a:t>
            </a:r>
          </a:p>
          <a:p>
            <a:r>
              <a:t>          "POS_total_VATincl": 78995437146,</a:t>
            </a:r>
          </a:p>
          <a:p>
            <a:r>
              <a:t>          "POS_delivery_VATincl": 46666082880,</a:t>
            </a:r>
          </a:p>
          <a:p>
            <a:r>
              <a:t>          "total_TC": 4287953,</a:t>
            </a:r>
          </a:p>
          <a:p>
            <a:r>
              <a:t>          "delivery_TC": 1821078</a:t>
            </a:r>
          </a:p>
          <a:p>
            <a:r>
              <a:t>        }</a:t>
            </a:r>
          </a:p>
          <a:p>
            <a:r>
              <a:t>      },</a:t>
            </a:r>
          </a:p>
          <a:p>
            <a:r>
              <a:t>      "yoy_pct": {</a:t>
            </a:r>
          </a:p>
          <a:p>
            <a:r>
              <a:t>        "POS_total_VATincl": -1.6438436836918258,</a:t>
            </a:r>
          </a:p>
          <a:p>
            <a:r>
              <a:t>        "POS_delivery_VATincl": 3.9686191143430083,</a:t>
            </a:r>
          </a:p>
          <a:p>
            <a:r>
              <a:t>        "total_TC": -4.934271349118968,</a:t>
            </a:r>
          </a:p>
          <a:p>
            <a:r>
              <a:t>        "delivery_TC": 0.6851939392431561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"period": "9월",</a:t>
            </a:r>
          </a:p>
          <a:p>
            <a:r>
              <a:t>      "values": {</a:t>
            </a:r>
          </a:p>
          <a:p>
            <a:r>
              <a:t>        "2025": {</a:t>
            </a:r>
          </a:p>
          <a:p>
            <a:r>
              <a:t>          "days": 30,</a:t>
            </a:r>
          </a:p>
          <a:p>
            <a:r>
              <a:t>          "expected_days": 30,</a:t>
            </a:r>
          </a:p>
          <a:p>
            <a:r>
              <a:t>          "missing": [],</a:t>
            </a:r>
          </a:p>
          <a:p>
            <a:r>
              <a:t>          "POS_total_VATincl": 83370654094,</a:t>
            </a:r>
          </a:p>
          <a:p>
            <a:r>
              <a:t>          "POS_delivery_VATincl": 45888961051,</a:t>
            </a:r>
          </a:p>
          <a:p>
            <a:r>
              <a:t>          "total_TC": 4745199,</a:t>
            </a:r>
          </a:p>
          <a:p>
            <a:r>
              <a:t>          "delivery_TC": 1849681</a:t>
            </a:r>
          </a:p>
          <a:p>
            <a:r>
              <a:t>        },</a:t>
            </a:r>
          </a:p>
          <a:p>
            <a:r>
              <a:t>        "2026": {</a:t>
            </a:r>
          </a:p>
          <a:p>
            <a:r>
              <a:t>          "days": 30,</a:t>
            </a:r>
          </a:p>
          <a:p>
            <a:r>
              <a:t>          "expected_days": 30,</a:t>
            </a:r>
          </a:p>
          <a:p>
            <a:r>
              <a:t>          "missing": [],</a:t>
            </a:r>
          </a:p>
          <a:p>
            <a:r>
              <a:t>          "POS_total_VATincl": 85296201063,</a:t>
            </a:r>
          </a:p>
          <a:p>
            <a:r>
              <a:t>          "POS_delivery_VATincl": 48289029778,</a:t>
            </a:r>
          </a:p>
          <a:p>
            <a:r>
              <a:t>          "total_TC": 4561389,</a:t>
            </a:r>
          </a:p>
          <a:p>
            <a:r>
              <a:t>          "delivery_TC": 1824554</a:t>
            </a:r>
          </a:p>
          <a:p>
            <a:r>
              <a:t>        }</a:t>
            </a:r>
          </a:p>
          <a:p>
            <a:r>
              <a:t>      },</a:t>
            </a:r>
          </a:p>
          <a:p>
            <a:r>
              <a:t>      "yoy_pct": {</a:t>
            </a:r>
          </a:p>
          <a:p>
            <a:r>
              <a:t>        "POS_total_VATincl": 2.3096220006010304,</a:t>
            </a:r>
          </a:p>
          <a:p>
            <a:r>
              <a:t>        "POS_delivery_VATincl": 5.230165756711336,</a:t>
            </a:r>
          </a:p>
          <a:p>
            <a:r>
              <a:t>        "total_TC": -3.873599400151606,</a:t>
            </a:r>
          </a:p>
          <a:p>
            <a:r>
              <a:t>        "delivery_TC": -1.358450457132876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"period": "10/1~19",</a:t>
            </a:r>
          </a:p>
          <a:p>
            <a:r>
              <a:t>      "values": {</a:t>
            </a:r>
          </a:p>
          <a:p>
            <a:r>
              <a:t>        "2025": {</a:t>
            </a:r>
          </a:p>
          <a:p>
            <a:r>
              <a:t>          "days": 19,</a:t>
            </a:r>
          </a:p>
          <a:p>
            <a:r>
              <a:t>          "expected_days": 19,</a:t>
            </a:r>
          </a:p>
          <a:p>
            <a:r>
              <a:t>          "missing": [],</a:t>
            </a:r>
          </a:p>
          <a:p>
            <a:r>
              <a:t>          "POS_total_VATincl": 45044778693,</a:t>
            </a:r>
          </a:p>
          <a:p>
            <a:r>
              <a:t>          "POS_delivery_VATincl": 21859587577,</a:t>
            </a:r>
          </a:p>
          <a:p>
            <a:r>
              <a:t>          "total_TC": 2540172,</a:t>
            </a:r>
          </a:p>
          <a:p>
            <a:r>
              <a:t>          "delivery_TC": 825107</a:t>
            </a:r>
          </a:p>
          <a:p>
            <a:r>
              <a:t>        },</a:t>
            </a:r>
          </a:p>
          <a:p>
            <a:r>
              <a:t>        "2026": {</a:t>
            </a:r>
          </a:p>
          <a:p>
            <a:r>
              <a:t>          "days": 19,</a:t>
            </a:r>
          </a:p>
          <a:p>
            <a:r>
              <a:t>          "expected_days": 19,</a:t>
            </a:r>
          </a:p>
          <a:p>
            <a:r>
              <a:t>          "missing": [],</a:t>
            </a:r>
          </a:p>
          <a:p>
            <a:r>
              <a:t>          "POS_total_VATincl": 52183272557,</a:t>
            </a:r>
          </a:p>
          <a:p>
            <a:r>
              <a:t>          "POS_delivery_VATincl": 30820495105,</a:t>
            </a:r>
          </a:p>
          <a:p>
            <a:r>
              <a:t>          "total_TC": 2881379,</a:t>
            </a:r>
          </a:p>
          <a:p>
            <a:r>
              <a:t>          "delivery_TC": 1215630</a:t>
            </a:r>
          </a:p>
          <a:p>
            <a:r>
              <a:t>        }</a:t>
            </a:r>
          </a:p>
          <a:p>
            <a:r>
              <a:t>      },</a:t>
            </a:r>
          </a:p>
          <a:p>
            <a:r>
              <a:t>      "yoy_pct": {</a:t>
            </a:r>
          </a:p>
          <a:p>
            <a:r>
              <a:t>        "POS_total_VATincl": 15.847550084887697,</a:t>
            </a:r>
          </a:p>
          <a:p>
            <a:r>
              <a:t>        "POS_delivery_VATincl": 40.993031073598104,</a:t>
            </a:r>
          </a:p>
          <a:p>
            <a:r>
              <a:t>        "total_TC": 13.432436858606422,</a:t>
            </a:r>
          </a:p>
          <a:p>
            <a:r>
              <a:t>        "delivery_TC": 47.329982656794826</a:t>
            </a:r>
          </a:p>
          <a:p>
            <a:r>
              <a:t>      }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"limits": [</a:t>
            </a:r>
          </a:p>
          <a:p>
            <a:r>
              <a:t>    "자사전체점POS배달≠시장전체온라인;초과성장·점유율증감판정X",</a:t>
            </a:r>
          </a:p>
          <a:p>
            <a:r>
              <a:t>    "24/25/26공휴일배치·신규폐점·행사혼재;가격효과인과X",</a:t>
            </a:r>
          </a:p>
          <a:p>
            <a:r>
              <a:t>    "원첨부에저장된집계값을사용;Office재계산X",</a:t>
            </a:r>
          </a:p>
          <a:p>
            <a:r>
              <a:t>    "원본총계와채널합의7/18잔차1건7700원은원인미확정·총계보존"</a:t>
            </a:r>
          </a:p>
          <a:p>
            <a:r>
              <a:t>  ]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4.xml"/><Relationship Id="rId3" Type="http://schemas.openxmlformats.org/officeDocument/2006/relationships/notesSlide" Target="../notesSlides/notesSlide19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kosis.kr/statHtml/statHtml.do?orgId=101&amp;tblId=DT_1KE10041&amp;conn_path=I3" TargetMode="External"/><Relationship Id="rId3" Type="http://schemas.openxmlformats.org/officeDocument/2006/relationships/notesSlide" Target="../notesSlides/notesSlide5.xml"/><Relationship Id="rId4" Type="http://schemas.openxmlformats.org/officeDocument/2006/relationships/chart" Target="../charts/chart1.xml"/><Relationship Id="rId5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kosis.kr/statHtml/statHtml.do?orgId=101&amp;tblId=DT_1KC2020" TargetMode="External"/><Relationship Id="rId3" Type="http://schemas.openxmlformats.org/officeDocument/2006/relationships/notesSlide" Target="../notesSlides/notesSlide4.xml"/><Relationship Id="rId4" Type="http://schemas.openxmlformats.org/officeDocument/2006/relationships/chart" Target="../charts/chart3.xml"/><Relationship Id="rId5" Type="http://schemas.openxmlformats.org/officeDocument/2006/relationships/chart" Target="../charts/char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kosis.kr/statHtml/statHtml.do?orgId=101&amp;tblId=DT_1J22112" TargetMode="External"/><Relationship Id="rId3" Type="http://schemas.openxmlformats.org/officeDocument/2006/relationships/hyperlink" Target="https://www.korea.kr/common/download.do?fileId=198564236&amp;tblKey=GMN" TargetMode="External"/><Relationship Id="rId4" Type="http://schemas.openxmlformats.org/officeDocument/2006/relationships/notesSlide" Target="../notesSlides/notesSlide3.xml"/><Relationship Id="rId5" Type="http://schemas.openxmlformats.org/officeDocument/2006/relationships/chart" Target="../charts/chart5.xml"/><Relationship Id="rId6" Type="http://schemas.openxmlformats.org/officeDocument/2006/relationships/chart" Target="../charts/chart6.xml"/><Relationship Id="rId7" Type="http://schemas.openxmlformats.org/officeDocument/2006/relationships/chart" Target="../charts/chart7.xml"/><Relationship Id="rId8" Type="http://schemas.openxmlformats.org/officeDocument/2006/relationships/chart" Target="../charts/chart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ata.igaworks.com/forecast/delivery" TargetMode="External"/><Relationship Id="rId3" Type="http://schemas.openxmlformats.org/officeDocument/2006/relationships/notesSlide" Target="../notesSlides/notesSlide10.xml"/><Relationship Id="rId4" Type="http://schemas.openxmlformats.org/officeDocument/2006/relationships/chart" Target="../charts/chart11.xml"/><Relationship Id="rId5" Type="http://schemas.openxmlformats.org/officeDocument/2006/relationships/chart" Target="../charts/chart1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atalab.naver.com/keyword/trendResult.naver?hashKey=N_f6774bcd6f04f6cd7d72785d9de72d50" TargetMode="External"/><Relationship Id="rId3" Type="http://schemas.openxmlformats.org/officeDocument/2006/relationships/hyperlink" Target="https://datalab.naver.com/keyword/trendResult.naver?hashKey=N_c2f6897c888d792c740b90d0ea1e21d2" TargetMode="External"/><Relationship Id="rId4" Type="http://schemas.openxmlformats.org/officeDocument/2006/relationships/hyperlink" Target="https://datalab.naver.com/keyword/trendResult.naver?hashKey=N_719e8ec9d375cb83cf35d010a227097b" TargetMode="External"/><Relationship Id="rId5" Type="http://schemas.openxmlformats.org/officeDocument/2006/relationships/notesSlide" Target="../notesSlides/notesSlide2.xml"/><Relationship Id="rId6" Type="http://schemas.openxmlformats.org/officeDocument/2006/relationships/chart" Target="../charts/chart10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some.co.kr/analysis/social/mention?keyword=%EB%A7%98%EC%8A%A4%ED%84%B0%EC%B9%98&amp;startDate=20260101&amp;endDate=20261020&amp;sources=insta%2cblog%2cnews&amp;excludeRT=false" TargetMode="External"/><Relationship Id="rId3" Type="http://schemas.openxmlformats.org/officeDocument/2006/relationships/hyperlink" Target="https://some.co.kr/analysis/social/mention?keyword=%EB%A1%AF%EB%8D%B0%EB%A6%AC%EC%95%84&amp;startDate=20260101&amp;endDate=20261020&amp;sources=insta%2cblog%2cnews&amp;excludeRT=false" TargetMode="External"/><Relationship Id="rId4" Type="http://schemas.openxmlformats.org/officeDocument/2006/relationships/hyperlink" Target="https://some.co.kr/analysis/social/mention?keyword=%EB%A7%A5%EB%8F%84%EB%82%A0%EB%93%9C&amp;startDate=20260101&amp;endDate=20261020&amp;sources=insta%2cblog%2cnews&amp;excludeRT=false" TargetMode="External"/><Relationship Id="rId5" Type="http://schemas.openxmlformats.org/officeDocument/2006/relationships/hyperlink" Target="https://some.co.kr/analysis/social/mention?keyword=%EB%B2%84%EA%B1%B0%ED%82%B9&amp;startDate=20260101&amp;endDate=20261020&amp;sources=insta%2cblog%2cnews&amp;excludeRT=false" TargetMode="External"/><Relationship Id="rId6" Type="http://schemas.openxmlformats.org/officeDocument/2006/relationships/hyperlink" Target="https://some.co.kr/analysis/social/mention?keyword=kfc&amp;startDate=20260101&amp;endDate=20261020&amp;sources=insta%2cblog%2cnews&amp;excludeRT=false" TargetMode="External"/><Relationship Id="rId7" Type="http://schemas.openxmlformats.org/officeDocument/2006/relationships/hyperlink" Target="https://some.co.kr/analysis/social/mention?keyword=%EB%85%B8%EB%B8%8C%EB%9E%9C%EB%93%9C%EB%B2%84%EA%B1%B0&amp;startDate=20260101&amp;endDate=20261020&amp;sources=insta%2cblog%2cnews&amp;excludeRT=false" TargetMode="External"/><Relationship Id="rId8" Type="http://schemas.openxmlformats.org/officeDocument/2006/relationships/notesSlide" Target="../notesSlides/notesSlide6.xml"/><Relationship Id="rId9" Type="http://schemas.openxmlformats.org/officeDocument/2006/relationships/chart" Target="../charts/chart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atalab.naver.com/keyword/trendResult.naver?hashKey=N_13d597f11c5cb265744cf2a7cac22de4" TargetMode="External"/><Relationship Id="rId3" Type="http://schemas.openxmlformats.org/officeDocument/2006/relationships/hyperlink" Target="https://datalab.naver.com/keyword/trendResult.naver?hashKey=N_7612306c3d51e2f85780fb97a34cfe06" TargetMode="External"/><Relationship Id="rId4" Type="http://schemas.openxmlformats.org/officeDocument/2006/relationships/notesSlide" Target="../notesSlides/notesSlide7.xml"/><Relationship Id="rId5" Type="http://schemas.openxmlformats.org/officeDocument/2006/relationships/chart" Target="../charts/chart1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atalab.naver.com/keyword/trendResult.naver?hashKey=N_c2f6897c888d792c740b90d0ea1e21d2" TargetMode="External"/><Relationship Id="rId3" Type="http://schemas.openxmlformats.org/officeDocument/2006/relationships/notesSlide" Target="../notesSlides/notesSlide8.xml"/><Relationship Id="rId4" Type="http://schemas.openxmlformats.org/officeDocument/2006/relationships/chart" Target="../charts/chart1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atalab.naver.com/keyword/trendResult.naver?hashKey=N_c2f6897c888d792c740b90d0ea1e21d2" TargetMode="External"/><Relationship Id="rId3" Type="http://schemas.openxmlformats.org/officeDocument/2006/relationships/hyperlink" Target="https://datalab.naver.com/keyword/trendResult.naver?hashKey=N_e8abd7042b0ff92606f1d96493366cf4" TargetMode="External"/><Relationship Id="rId4" Type="http://schemas.openxmlformats.org/officeDocument/2006/relationships/hyperlink" Target="https://datalab.naver.com/keyword/trendResult.naver?hashKey=N_b847ce0d361cab2dbdd98bcba037fb75" TargetMode="External"/><Relationship Id="rId5" Type="http://schemas.openxmlformats.org/officeDocument/2006/relationships/notesSlide" Target="../notesSlides/notesSlide9.xml"/><Relationship Id="rId6" Type="http://schemas.openxmlformats.org/officeDocument/2006/relationships/chart" Target="../charts/chart1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some.co.kr/analysis/social/mention?keyword=%EB%A7%98%EC%8A%A4%ED%84%B0%EC%B9%98&amp;startDate=20260101&amp;endDate=20261020&amp;sources=insta%2cblog%2cnews&amp;excludeRT=false" TargetMode="External"/><Relationship Id="rId3" Type="http://schemas.openxmlformats.org/officeDocument/2006/relationships/hyperlink" Target="https://some.co.kr/analysis/social/mention?keyword=bhc&amp;startDate=20260101&amp;endDate=20261020&amp;sources=insta%2cblog%2cnews&amp;excludeRT=false" TargetMode="External"/><Relationship Id="rId4" Type="http://schemas.openxmlformats.org/officeDocument/2006/relationships/hyperlink" Target="https://some.co.kr/analysis/social/mention?keyword=%EB%B9%84%EB%B9%84%ED%81%90&amp;startDate=20260101&amp;endDate=20261020&amp;sources=insta%2cblog%2cnews&amp;excludeRT=false" TargetMode="External"/><Relationship Id="rId5" Type="http://schemas.openxmlformats.org/officeDocument/2006/relationships/hyperlink" Target="https://some.co.kr/analysis/social/mention?keyword=%EA%B5%90%EC%B4%8C%EC%B9%98%ED%82%A8&amp;startDate=20260101&amp;endDate=20261020&amp;sources=insta%2cblog%2cnews&amp;excludeRT=false" TargetMode="External"/><Relationship Id="rId6" Type="http://schemas.openxmlformats.org/officeDocument/2006/relationships/hyperlink" Target="https://some.co.kr/analysis/social/mention?keyword=%EA%B5%BD%EB%84%A4%EC%B9%98%ED%82%A8&amp;startDate=20260101&amp;endDate=20261020&amp;sources=insta%2cblog%2cnews&amp;excludeRT=false" TargetMode="External"/><Relationship Id="rId7" Type="http://schemas.openxmlformats.org/officeDocument/2006/relationships/hyperlink" Target="https://some.co.kr/analysis/social/mention?keyword=%ED%91%B8%EB%9D%BC%EB%8B%AD&amp;startDate=20260101&amp;endDate=20261020&amp;sources=insta%2cblog%2cnews&amp;excludeRT=false" TargetMode="External"/><Relationship Id="rId8" Type="http://schemas.openxmlformats.org/officeDocument/2006/relationships/notesSlide" Target="../notesSlides/notesSlide1.xml"/><Relationship Id="rId9" Type="http://schemas.openxmlformats.org/officeDocument/2006/relationships/chart" Target="../charts/chart1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ekapepia.com/v3/supplyTrend/consumeTrend/productSalesData.do?searchStartDate=2026-09&amp;searchEndDate=2026-09&amp;searchCondition1=&amp;searchCondition2=9901&amp;searchCondition5=" TargetMode="External"/><Relationship Id="rId3" Type="http://schemas.openxmlformats.org/officeDocument/2006/relationships/notesSlide" Target="../notesSlides/notesSlide11.xml"/><Relationship Id="rId4" Type="http://schemas.openxmlformats.org/officeDocument/2006/relationships/chart" Target="../charts/chart1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atalab.naver.com/keyword/trendResult.naver?hashKey=N_b847ce0d361cab2dbdd98bcba037fb75" TargetMode="External"/><Relationship Id="rId3" Type="http://schemas.openxmlformats.org/officeDocument/2006/relationships/hyperlink" Target="https://datalab.naver.com/keyword/trendResult.naver?hashKey=N_719e8ec9d375cb83cf35d010a227097b" TargetMode="External"/><Relationship Id="rId4" Type="http://schemas.openxmlformats.org/officeDocument/2006/relationships/notesSlide" Target="../notesSlides/notesSlide12.xml"/><Relationship Id="rId5" Type="http://schemas.openxmlformats.org/officeDocument/2006/relationships/chart" Target="../charts/chart1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atalab.naver.com/keyword/trendResult.naver?hashKey=N_557c578a81cf01d114c05b2c5dd64db7" TargetMode="External"/><Relationship Id="rId3" Type="http://schemas.openxmlformats.org/officeDocument/2006/relationships/notesSlide" Target="../notesSlides/notesSlide13.xml"/><Relationship Id="rId4" Type="http://schemas.openxmlformats.org/officeDocument/2006/relationships/chart" Target="../charts/chart1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atalab.naver.com/keyword/trendResult.naver?hashKey=N_fe54d4a3206e06e481a00b86378f3a51" TargetMode="External"/><Relationship Id="rId3" Type="http://schemas.openxmlformats.org/officeDocument/2006/relationships/hyperlink" Target="https://datalab.naver.com/keyword/trendResult.naver?hashKey=N_719e8ec9d375cb83cf35d010a227097b" TargetMode="External"/><Relationship Id="rId4" Type="http://schemas.openxmlformats.org/officeDocument/2006/relationships/hyperlink" Target="https://datalab.naver.com/keyword/trendResult.naver?hashKey=N_13d597f11c5cb265744cf2a7cac22de4" TargetMode="External"/><Relationship Id="rId5" Type="http://schemas.openxmlformats.org/officeDocument/2006/relationships/notesSlide" Target="../notesSlides/notesSlide14.xml"/><Relationship Id="rId6" Type="http://schemas.openxmlformats.org/officeDocument/2006/relationships/chart" Target="../charts/chart20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atalab.naver.com/keyword/trendResult.naver?hashKey=N_fe54d4a3206e06e481a00b86378f3a51" TargetMode="External"/><Relationship Id="rId3" Type="http://schemas.openxmlformats.org/officeDocument/2006/relationships/hyperlink" Target="https://datalab.naver.com/keyword/trendResult.naver?hashKey=N_80d367236e550ea2f8ceb457b8d9adee" TargetMode="External"/><Relationship Id="rId4" Type="http://schemas.openxmlformats.org/officeDocument/2006/relationships/hyperlink" Target="https://datalab.naver.com/keyword/trendResult.naver?hashKey=N_719e8ec9d375cb83cf35d010a227097b" TargetMode="External"/><Relationship Id="rId5" Type="http://schemas.openxmlformats.org/officeDocument/2006/relationships/hyperlink" Target="https://datalab.naver.com/keyword/trendResult.naver?hashKey=N_f6774bcd6f04f6cd7d72785d9de72d50" TargetMode="External"/><Relationship Id="rId6" Type="http://schemas.openxmlformats.org/officeDocument/2006/relationships/notesSlide" Target="../notesSlides/notesSlide15.xml"/><Relationship Id="rId7" Type="http://schemas.openxmlformats.org/officeDocument/2006/relationships/chart" Target="../charts/chart2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atalab.naver.com/keyword/trendResult.naver?hashKey=N_fe54d4a3206e06e481a00b86378f3a51" TargetMode="External"/><Relationship Id="rId3" Type="http://schemas.openxmlformats.org/officeDocument/2006/relationships/hyperlink" Target="https://datalab.naver.com/keyword/trendResult.naver?hashKey=N_80d367236e550ea2f8ceb457b8d9adee" TargetMode="External"/><Relationship Id="rId4" Type="http://schemas.openxmlformats.org/officeDocument/2006/relationships/hyperlink" Target="https://datalab.naver.com/keyword/trendResult.naver?hashKey=N_719e8ec9d375cb83cf35d010a227097b" TargetMode="External"/><Relationship Id="rId5" Type="http://schemas.openxmlformats.org/officeDocument/2006/relationships/notesSlide" Target="../notesSlides/notesSlide16.xml"/><Relationship Id="rId6" Type="http://schemas.openxmlformats.org/officeDocument/2006/relationships/chart" Target="../charts/chart2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atalab.naver.com/keyword/trendResult.naver?hashKey=N_f6774bcd6f04f6cd7d72785d9de72d50" TargetMode="External"/><Relationship Id="rId3" Type="http://schemas.openxmlformats.org/officeDocument/2006/relationships/hyperlink" Target="https://datalab.naver.com/keyword/trendResult.naver?hashKey=N_12cf0126a3ceb8e015a167f7f7b2c2ad" TargetMode="External"/><Relationship Id="rId4" Type="http://schemas.openxmlformats.org/officeDocument/2006/relationships/hyperlink" Target="https://datalab.naver.com/keyword/trendResult.naver?hashKey=N_c2f6897c888d792c740b90d0ea1e21d2" TargetMode="External"/><Relationship Id="rId5" Type="http://schemas.openxmlformats.org/officeDocument/2006/relationships/notesSlide" Target="../notesSlides/notesSlide17.xml"/><Relationship Id="rId6" Type="http://schemas.openxmlformats.org/officeDocument/2006/relationships/chart" Target="../charts/chart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CCENT"/>
          <p:cNvSpPr/>
          <p:nvPr/>
        </p:nvSpPr>
        <p:spPr>
          <a:xfrm>
            <a:off x="530352" y="731520"/>
            <a:ext cx="50292" cy="969264"/>
          </a:xfrm>
          <a:prstGeom prst="rect">
            <a:avLst/>
          </a:prstGeom>
          <a:solidFill>
            <a:srgbClr val="B65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ECTION"/>
          <p:cNvSpPr txBox="1"/>
          <p:nvPr/>
        </p:nvSpPr>
        <p:spPr>
          <a:xfrm>
            <a:off x="594360" y="274320"/>
            <a:ext cx="1097280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2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363B3D"/>
                </a:solidFill>
                <a:latin typeface="맑은 고딕"/>
              </a:rPr>
              <a:t>2026.10.22 시장·자사 분석 | 요약 및 결론 · 01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704088" y="722376"/>
            <a:ext cx="10908792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292D32"/>
                </a:solidFill>
                <a:latin typeface="맑은 고딕"/>
              </a:rPr>
              <a:t>요약 및 결론</a:t>
            </a:r>
          </a:p>
        </p:txBody>
      </p:sp>
      <p:sp>
        <p:nvSpPr>
          <p:cNvPr id="6" name="FOOT_LINE"/>
          <p:cNvSpPr/>
          <p:nvPr/>
        </p:nvSpPr>
        <p:spPr>
          <a:xfrm>
            <a:off x="594360" y="6272784"/>
            <a:ext cx="11018520" cy="5486"/>
          </a:xfrm>
          <a:prstGeom prst="rect">
            <a:avLst/>
          </a:prstGeom>
          <a:solidFill>
            <a:srgbClr val="E4E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AGE"/>
          <p:cNvSpPr txBox="1"/>
          <p:nvPr/>
        </p:nvSpPr>
        <p:spPr>
          <a:xfrm>
            <a:off x="11173968" y="6391656"/>
            <a:ext cx="4114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63B3D"/>
                </a:solidFill>
                <a:latin typeface="맑은 고딕"/>
              </a:rPr>
              <a:t>01</a:t>
            </a:r>
          </a:p>
        </p:txBody>
      </p:sp>
      <p:sp>
        <p:nvSpPr>
          <p:cNvPr id="8" name="INSIGHT"/>
          <p:cNvSpPr txBox="1"/>
          <p:nvPr/>
        </p:nvSpPr>
        <p:spPr>
          <a:xfrm>
            <a:off x="704088" y="1188720"/>
            <a:ext cx="10908792" cy="5212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10"/>
              </a:lnSpc>
              <a:spcBef>
                <a:spcPts val="0"/>
              </a:spcBef>
              <a:spcAft>
                <a:spcPts val="0"/>
              </a:spcAft>
            </a:pPr>
            <a:r>
              <a:rPr sz="1710" b="0">
                <a:solidFill>
                  <a:srgbClr val="3A4147"/>
                </a:solidFill>
                <a:latin typeface="맑은 고딕"/>
              </a:rPr>
              <a:t>1~8월 온라인시장 +8.4%·자사 POS배달 +9.8%, 10/1~19 자사배달 +41.0%,</a:t>
            </a:r>
          </a:p>
          <a:p>
            <a:pPr>
              <a:lnSpc>
                <a:spcPts val="1810"/>
              </a:lnSpc>
              <a:spcBef>
                <a:spcPts val="0"/>
              </a:spcBef>
              <a:spcAft>
                <a:spcPts val="0"/>
              </a:spcAft>
            </a:pPr>
            <a:r>
              <a:rPr sz="1710" b="0">
                <a:solidFill>
                  <a:srgbClr val="3A4147"/>
                </a:solidFill>
                <a:latin typeface="맑은 고딕"/>
              </a:rPr>
              <a:t>‘치킨’ 검색지수 −36.0%와 실적은 구분해 가격·순살 구성·마케팅 대응을 검토</a:t>
            </a:r>
          </a:p>
        </p:txBody>
      </p:sp>
      <p:sp>
        <p:nvSpPr>
          <p:cNvPr id="9" name="HEAD_FACTS"/>
          <p:cNvSpPr txBox="1"/>
          <p:nvPr/>
        </p:nvSpPr>
        <p:spPr>
          <a:xfrm>
            <a:off x="621792" y="1901952"/>
            <a:ext cx="4736592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B65346"/>
                </a:solidFill>
                <a:latin typeface="맑은 고딕"/>
              </a:rPr>
              <a:t>시장·자사 핵심 관측</a:t>
            </a:r>
          </a:p>
        </p:txBody>
      </p:sp>
      <p:sp>
        <p:nvSpPr>
          <p:cNvPr id="10" name="HEAD_ACTIONS"/>
          <p:cNvSpPr txBox="1"/>
          <p:nvPr/>
        </p:nvSpPr>
        <p:spPr>
          <a:xfrm>
            <a:off x="5632704" y="1901952"/>
            <a:ext cx="5943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B65346"/>
                </a:solidFill>
                <a:latin typeface="맑은 고딕"/>
              </a:rPr>
              <a:t>시사점 및 대응 방향</a:t>
            </a:r>
          </a:p>
        </p:txBody>
      </p:sp>
      <p:sp>
        <p:nvSpPr>
          <p:cNvPr id="11" name="MSG_BG_0"/>
          <p:cNvSpPr/>
          <p:nvPr/>
        </p:nvSpPr>
        <p:spPr>
          <a:xfrm>
            <a:off x="594360" y="2194560"/>
            <a:ext cx="4800600" cy="1024128"/>
          </a:xfrm>
          <a:prstGeom prst="rect">
            <a:avLst/>
          </a:prstGeom>
          <a:solidFill>
            <a:srgbClr val="F0E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MSG_TITLE_0"/>
          <p:cNvSpPr txBox="1"/>
          <p:nvPr/>
        </p:nvSpPr>
        <p:spPr>
          <a:xfrm>
            <a:off x="731520" y="2276856"/>
            <a:ext cx="4544568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292D32"/>
                </a:solidFill>
                <a:latin typeface="맑은 고딕"/>
              </a:rPr>
              <a:t>온라인시장 증가 속 자사 배달매출 증가</a:t>
            </a:r>
          </a:p>
        </p:txBody>
      </p:sp>
      <p:sp>
        <p:nvSpPr>
          <p:cNvPr id="13" name="MSG_MARKET_0"/>
          <p:cNvSpPr txBox="1"/>
          <p:nvPr/>
        </p:nvSpPr>
        <p:spPr>
          <a:xfrm>
            <a:off x="731520" y="2542032"/>
            <a:ext cx="4544568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3A4147"/>
                </a:solidFill>
                <a:latin typeface="맑은 고딕"/>
              </a:rPr>
              <a:t>1~8월 시장 온라인 거래금액 +8.4%</a:t>
            </a:r>
          </a:p>
        </p:txBody>
      </p:sp>
      <p:sp>
        <p:nvSpPr>
          <p:cNvPr id="14" name="MSG_DETAIL_0"/>
          <p:cNvSpPr txBox="1"/>
          <p:nvPr/>
        </p:nvSpPr>
        <p:spPr>
          <a:xfrm>
            <a:off x="731520" y="2761488"/>
            <a:ext cx="4544568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B65346"/>
                </a:solidFill>
                <a:latin typeface="맑은 고딕"/>
              </a:rPr>
              <a:t>동기간 자사 POS배달매출 +9.8%</a:t>
            </a:r>
          </a:p>
        </p:txBody>
      </p:sp>
      <p:sp>
        <p:nvSpPr>
          <p:cNvPr id="15" name="MSG_CAUTION_0"/>
          <p:cNvSpPr txBox="1"/>
          <p:nvPr/>
        </p:nvSpPr>
        <p:spPr>
          <a:xfrm>
            <a:off x="731520" y="2980944"/>
            <a:ext cx="4544568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69"/>
              </a:lnSpc>
              <a:spcBef>
                <a:spcPts val="0"/>
              </a:spcBef>
              <a:spcAft>
                <a:spcPts val="0"/>
              </a:spcAft>
            </a:pPr>
            <a:r>
              <a:rPr sz="869" b="0">
                <a:solidFill>
                  <a:srgbClr val="686E73"/>
                </a:solidFill>
                <a:latin typeface="맑은 고딕"/>
              </a:rPr>
              <a:t>기간은 같지만 시장전체온라인과 자사POS배달은 범위가 다름</a:t>
            </a:r>
          </a:p>
        </p:txBody>
      </p:sp>
      <p:sp>
        <p:nvSpPr>
          <p:cNvPr id="16" name="MSG_BG_1"/>
          <p:cNvSpPr/>
          <p:nvPr/>
        </p:nvSpPr>
        <p:spPr>
          <a:xfrm>
            <a:off x="594360" y="3328415"/>
            <a:ext cx="4800600" cy="1024128"/>
          </a:xfrm>
          <a:prstGeom prst="rect">
            <a:avLst/>
          </a:prstGeom>
          <a:solidFill>
            <a:srgbClr val="F0E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MSG_TITLE_1"/>
          <p:cNvSpPr txBox="1"/>
          <p:nvPr/>
        </p:nvSpPr>
        <p:spPr>
          <a:xfrm>
            <a:off x="731520" y="3410711"/>
            <a:ext cx="4544568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292D32"/>
                </a:solidFill>
                <a:latin typeface="맑은 고딕"/>
              </a:rPr>
              <a:t>최신 검색관심과 배달실적은 다른 방향</a:t>
            </a:r>
          </a:p>
        </p:txBody>
      </p:sp>
      <p:sp>
        <p:nvSpPr>
          <p:cNvPr id="18" name="MSG_MARKET_1"/>
          <p:cNvSpPr txBox="1"/>
          <p:nvPr/>
        </p:nvSpPr>
        <p:spPr>
          <a:xfrm>
            <a:off x="731520" y="3675887"/>
            <a:ext cx="4544568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3A4147"/>
                </a:solidFill>
                <a:latin typeface="맑은 고딕"/>
              </a:rPr>
              <a:t>10.1~19 ‘치킨’ 검색지수 −36.0%(전년비)</a:t>
            </a:r>
          </a:p>
        </p:txBody>
      </p:sp>
      <p:sp>
        <p:nvSpPr>
          <p:cNvPr id="19" name="MSG_DETAIL_1"/>
          <p:cNvSpPr txBox="1"/>
          <p:nvPr/>
        </p:nvSpPr>
        <p:spPr>
          <a:xfrm>
            <a:off x="731520" y="3895344"/>
            <a:ext cx="4544568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B65346"/>
                </a:solidFill>
                <a:latin typeface="맑은 고딕"/>
              </a:rPr>
              <a:t>동기간 자사 POS배달매출 +41.0%</a:t>
            </a:r>
          </a:p>
        </p:txBody>
      </p:sp>
      <p:sp>
        <p:nvSpPr>
          <p:cNvPr id="20" name="MSG_CAUTION_1"/>
          <p:cNvSpPr txBox="1"/>
          <p:nvPr/>
        </p:nvSpPr>
        <p:spPr>
          <a:xfrm>
            <a:off x="731520" y="4114800"/>
            <a:ext cx="4544568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69"/>
              </a:lnSpc>
              <a:spcBef>
                <a:spcPts val="0"/>
              </a:spcBef>
              <a:spcAft>
                <a:spcPts val="0"/>
              </a:spcAft>
            </a:pPr>
            <a:r>
              <a:rPr sz="869" b="0">
                <a:solidFill>
                  <a:srgbClr val="686E73"/>
                </a:solidFill>
                <a:latin typeface="맑은 고딕"/>
              </a:rPr>
              <a:t>검색·판매는 별개이며 점포증감·휴일·행사 영향이 혼재</a:t>
            </a:r>
          </a:p>
        </p:txBody>
      </p:sp>
      <p:sp>
        <p:nvSpPr>
          <p:cNvPr id="21" name="MSG_BG_2"/>
          <p:cNvSpPr/>
          <p:nvPr/>
        </p:nvSpPr>
        <p:spPr>
          <a:xfrm>
            <a:off x="594360" y="4462272"/>
            <a:ext cx="4800600" cy="1024128"/>
          </a:xfrm>
          <a:prstGeom prst="rect">
            <a:avLst/>
          </a:prstGeom>
          <a:solidFill>
            <a:srgbClr val="F0E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MSG_TITLE_2"/>
          <p:cNvSpPr txBox="1"/>
          <p:nvPr/>
        </p:nvSpPr>
        <p:spPr>
          <a:xfrm>
            <a:off x="731520" y="4544568"/>
            <a:ext cx="4544568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292D32"/>
                </a:solidFill>
                <a:latin typeface="맑은 고딕"/>
              </a:rPr>
              <a:t>부위별 판매 차이는 순살 제품 점검 신호</a:t>
            </a:r>
          </a:p>
        </p:txBody>
      </p:sp>
      <p:sp>
        <p:nvSpPr>
          <p:cNvPr id="23" name="MSG_MARKET_2"/>
          <p:cNvSpPr txBox="1"/>
          <p:nvPr/>
        </p:nvSpPr>
        <p:spPr>
          <a:xfrm>
            <a:off x="731520" y="4809744"/>
            <a:ext cx="4544568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3A4147"/>
                </a:solidFill>
                <a:latin typeface="맑은 고딕"/>
              </a:rPr>
              <a:t>9월 소매 표본 다리발골육 +42.8%</a:t>
            </a:r>
          </a:p>
        </p:txBody>
      </p:sp>
      <p:sp>
        <p:nvSpPr>
          <p:cNvPr id="24" name="MSG_DETAIL_2"/>
          <p:cNvSpPr txBox="1"/>
          <p:nvPr/>
        </p:nvSpPr>
        <p:spPr>
          <a:xfrm>
            <a:off x="731520" y="5029200"/>
            <a:ext cx="4544568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B65346"/>
                </a:solidFill>
                <a:latin typeface="맑은 고딕"/>
              </a:rPr>
              <a:t>가슴살 −15.4%·안심 −22.0%(전년비)</a:t>
            </a:r>
          </a:p>
        </p:txBody>
      </p:sp>
      <p:sp>
        <p:nvSpPr>
          <p:cNvPr id="25" name="MSG_CAUTION_2"/>
          <p:cNvSpPr txBox="1"/>
          <p:nvPr/>
        </p:nvSpPr>
        <p:spPr>
          <a:xfrm>
            <a:off x="731520" y="5248656"/>
            <a:ext cx="4544568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69"/>
              </a:lnSpc>
              <a:spcBef>
                <a:spcPts val="0"/>
              </a:spcBef>
              <a:spcAft>
                <a:spcPts val="0"/>
              </a:spcAft>
            </a:pPr>
            <a:r>
              <a:rPr sz="869" b="0">
                <a:solidFill>
                  <a:srgbClr val="686E73"/>
                </a:solidFill>
                <a:latin typeface="맑은 고딕"/>
              </a:rPr>
              <a:t>전국 선호·자사 단품매출·단종의 직접근거로 확대하지 않음</a:t>
            </a:r>
          </a:p>
        </p:txBody>
      </p:sp>
      <p:sp>
        <p:nvSpPr>
          <p:cNvPr id="26" name="ACTION_NUM_0"/>
          <p:cNvSpPr/>
          <p:nvPr/>
        </p:nvSpPr>
        <p:spPr>
          <a:xfrm>
            <a:off x="5641848" y="2212848"/>
            <a:ext cx="228600" cy="228600"/>
          </a:xfrm>
          <a:prstGeom prst="rect">
            <a:avLst/>
          </a:prstGeom>
          <a:solidFill>
            <a:srgbClr val="B65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ACTION_N_0"/>
          <p:cNvSpPr txBox="1"/>
          <p:nvPr/>
        </p:nvSpPr>
        <p:spPr>
          <a:xfrm>
            <a:off x="5678424" y="2235708"/>
            <a:ext cx="1828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28" name="ACTION_TITLE_0"/>
          <p:cNvSpPr txBox="1"/>
          <p:nvPr/>
        </p:nvSpPr>
        <p:spPr>
          <a:xfrm>
            <a:off x="5961888" y="2194560"/>
            <a:ext cx="557784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230" b="1">
                <a:solidFill>
                  <a:srgbClr val="292D32"/>
                </a:solidFill>
                <a:latin typeface="맑은 고딕"/>
              </a:rPr>
              <a:t>순살 포트폴리오 점검</a:t>
            </a:r>
          </a:p>
        </p:txBody>
      </p:sp>
      <p:sp>
        <p:nvSpPr>
          <p:cNvPr id="29" name="ACTION_GATE_0"/>
          <p:cNvSpPr txBox="1"/>
          <p:nvPr/>
        </p:nvSpPr>
        <p:spPr>
          <a:xfrm>
            <a:off x="5961888" y="2436876"/>
            <a:ext cx="557784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10"/>
              </a:lnSpc>
              <a:spcBef>
                <a:spcPts val="0"/>
              </a:spcBef>
              <a:spcAft>
                <a:spcPts val="0"/>
              </a:spcAft>
            </a:pPr>
            <a:r>
              <a:rPr sz="1010" b="0">
                <a:solidFill>
                  <a:srgbClr val="555D63"/>
                </a:solidFill>
                <a:latin typeface="맑은 고딕"/>
              </a:rPr>
              <a:t>소매 부위 흐름을 참고하되 와우순살 축소·중단은 원료구성·재고·운영부담과 함께 검토.</a:t>
            </a:r>
          </a:p>
        </p:txBody>
      </p:sp>
      <p:sp>
        <p:nvSpPr>
          <p:cNvPr id="31" name="ACTION_NUM_1"/>
          <p:cNvSpPr/>
          <p:nvPr/>
        </p:nvSpPr>
        <p:spPr>
          <a:xfrm>
            <a:off x="5641848" y="2896819"/>
            <a:ext cx="228600" cy="228600"/>
          </a:xfrm>
          <a:prstGeom prst="rect">
            <a:avLst/>
          </a:prstGeom>
          <a:solidFill>
            <a:srgbClr val="B65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ACTION_N_1"/>
          <p:cNvSpPr txBox="1"/>
          <p:nvPr/>
        </p:nvSpPr>
        <p:spPr>
          <a:xfrm>
            <a:off x="5678424" y="2919679"/>
            <a:ext cx="1828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33" name="ACTION_TITLE_1"/>
          <p:cNvSpPr txBox="1"/>
          <p:nvPr/>
        </p:nvSpPr>
        <p:spPr>
          <a:xfrm>
            <a:off x="5961888" y="2878531"/>
            <a:ext cx="557784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230" b="1">
                <a:solidFill>
                  <a:srgbClr val="292D32"/>
                </a:solidFill>
                <a:latin typeface="맑은 고딕"/>
              </a:rPr>
              <a:t>배달가 테스트는 행사·손익을 분리</a:t>
            </a:r>
          </a:p>
        </p:txBody>
      </p:sp>
      <p:sp>
        <p:nvSpPr>
          <p:cNvPr id="34" name="ACTION_GATE_1"/>
          <p:cNvSpPr txBox="1"/>
          <p:nvPr/>
        </p:nvSpPr>
        <p:spPr>
          <a:xfrm>
            <a:off x="5961888" y="3120847"/>
            <a:ext cx="557784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10"/>
              </a:lnSpc>
              <a:spcBef>
                <a:spcPts val="0"/>
              </a:spcBef>
              <a:spcAft>
                <a:spcPts val="0"/>
              </a:spcAft>
            </a:pPr>
            <a:r>
              <a:rPr sz="1010" b="0">
                <a:solidFill>
                  <a:srgbClr val="555D63"/>
                </a:solidFill>
                <a:latin typeface="맑은 고딕"/>
              </a:rPr>
              <a:t>동기간 배달 증가를 확인했으나 가격 인하 효과로 단정하지 않고, 대조군·공휴일·공헌이익</a:t>
            </a:r>
          </a:p>
          <a:p>
            <a:pPr>
              <a:lnSpc>
                <a:spcPts val="1110"/>
              </a:lnSpc>
              <a:spcBef>
                <a:spcPts val="0"/>
              </a:spcBef>
              <a:spcAft>
                <a:spcPts val="0"/>
              </a:spcAft>
            </a:pPr>
            <a:r>
              <a:rPr sz="1010" b="0">
                <a:solidFill>
                  <a:srgbClr val="555D63"/>
                </a:solidFill>
                <a:latin typeface="맑은 고딕"/>
              </a:rPr>
              <a:t>기준으로 테스트.</a:t>
            </a:r>
          </a:p>
        </p:txBody>
      </p:sp>
      <p:sp>
        <p:nvSpPr>
          <p:cNvPr id="36" name="ACTION_NUM_2"/>
          <p:cNvSpPr/>
          <p:nvPr/>
        </p:nvSpPr>
        <p:spPr>
          <a:xfrm>
            <a:off x="5641848" y="3580790"/>
            <a:ext cx="228600" cy="228600"/>
          </a:xfrm>
          <a:prstGeom prst="rect">
            <a:avLst/>
          </a:prstGeom>
          <a:solidFill>
            <a:srgbClr val="B65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ACTION_N_2"/>
          <p:cNvSpPr txBox="1"/>
          <p:nvPr/>
        </p:nvSpPr>
        <p:spPr>
          <a:xfrm>
            <a:off x="5678424" y="3603650"/>
            <a:ext cx="1828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38" name="ACTION_TITLE_2"/>
          <p:cNvSpPr txBox="1"/>
          <p:nvPr/>
        </p:nvSpPr>
        <p:spPr>
          <a:xfrm>
            <a:off x="5961888" y="3562502"/>
            <a:ext cx="557784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230" b="1">
                <a:solidFill>
                  <a:srgbClr val="292D32"/>
                </a:solidFill>
                <a:latin typeface="맑은 고딕"/>
              </a:rPr>
              <a:t>굿즈 기저·후덕죽 후속 반응 구분</a:t>
            </a:r>
          </a:p>
        </p:txBody>
      </p:sp>
      <p:sp>
        <p:nvSpPr>
          <p:cNvPr id="39" name="ACTION_GATE_2"/>
          <p:cNvSpPr txBox="1"/>
          <p:nvPr/>
        </p:nvSpPr>
        <p:spPr>
          <a:xfrm>
            <a:off x="5961888" y="3804818"/>
            <a:ext cx="557784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10"/>
              </a:lnSpc>
              <a:spcBef>
                <a:spcPts val="0"/>
              </a:spcBef>
              <a:spcAft>
                <a:spcPts val="0"/>
              </a:spcAft>
            </a:pPr>
            <a:r>
              <a:rPr sz="1010" b="0">
                <a:solidFill>
                  <a:srgbClr val="555D63"/>
                </a:solidFill>
                <a:latin typeface="맑은 고딕"/>
              </a:rPr>
              <a:t>9월 귀칼·청사초롱과 언급증가의 인과는 구분. 후덕죽2차는10/22 출시 이후 별도 관측.</a:t>
            </a:r>
          </a:p>
        </p:txBody>
      </p:sp>
      <p:sp>
        <p:nvSpPr>
          <p:cNvPr id="41" name="ACTION_NUM_3"/>
          <p:cNvSpPr/>
          <p:nvPr/>
        </p:nvSpPr>
        <p:spPr>
          <a:xfrm>
            <a:off x="5641848" y="4264761"/>
            <a:ext cx="228600" cy="228600"/>
          </a:xfrm>
          <a:prstGeom prst="rect">
            <a:avLst/>
          </a:prstGeom>
          <a:solidFill>
            <a:srgbClr val="B65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ACTION_N_3"/>
          <p:cNvSpPr txBox="1"/>
          <p:nvPr/>
        </p:nvSpPr>
        <p:spPr>
          <a:xfrm>
            <a:off x="5678424" y="4287621"/>
            <a:ext cx="1828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43" name="ACTION_TITLE_3"/>
          <p:cNvSpPr txBox="1"/>
          <p:nvPr/>
        </p:nvSpPr>
        <p:spPr>
          <a:xfrm>
            <a:off x="5961888" y="4246473"/>
            <a:ext cx="557784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230" b="1">
                <a:solidFill>
                  <a:srgbClr val="292D32"/>
                </a:solidFill>
                <a:latin typeface="맑은 고딕"/>
              </a:rPr>
              <a:t>매운 버거 R&amp;D 공유·한정안 검토</a:t>
            </a:r>
          </a:p>
        </p:txBody>
      </p:sp>
      <p:sp>
        <p:nvSpPr>
          <p:cNvPr id="44" name="ACTION_GATE_3"/>
          <p:cNvSpPr txBox="1"/>
          <p:nvPr/>
        </p:nvSpPr>
        <p:spPr>
          <a:xfrm>
            <a:off x="5961888" y="4488789"/>
            <a:ext cx="557784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10"/>
              </a:lnSpc>
              <a:spcBef>
                <a:spcPts val="0"/>
              </a:spcBef>
              <a:spcAft>
                <a:spcPts val="0"/>
              </a:spcAft>
            </a:pPr>
            <a:r>
              <a:rPr sz="1010" b="0">
                <a:solidFill>
                  <a:srgbClr val="555D63"/>
                </a:solidFill>
                <a:latin typeface="맑은 고딕"/>
              </a:rPr>
              <a:t>매운·고추 검색 +133.6%를 공유하고 핫치즈밤버거10일 한정안은 제조부담·손익을 점검해</a:t>
            </a:r>
          </a:p>
          <a:p>
            <a:pPr>
              <a:lnSpc>
                <a:spcPts val="1110"/>
              </a:lnSpc>
              <a:spcBef>
                <a:spcPts val="0"/>
              </a:spcBef>
              <a:spcAft>
                <a:spcPts val="0"/>
              </a:spcAft>
            </a:pPr>
            <a:r>
              <a:rPr sz="1010" b="0">
                <a:solidFill>
                  <a:srgbClr val="555D63"/>
                </a:solidFill>
                <a:latin typeface="맑은 고딕"/>
              </a:rPr>
              <a:t>검토.</a:t>
            </a:r>
          </a:p>
        </p:txBody>
      </p:sp>
      <p:sp>
        <p:nvSpPr>
          <p:cNvPr id="46" name="ACTION_NUM_4"/>
          <p:cNvSpPr/>
          <p:nvPr/>
        </p:nvSpPr>
        <p:spPr>
          <a:xfrm>
            <a:off x="5641848" y="4948732"/>
            <a:ext cx="228600" cy="228600"/>
          </a:xfrm>
          <a:prstGeom prst="rect">
            <a:avLst/>
          </a:prstGeom>
          <a:solidFill>
            <a:srgbClr val="B65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ACTION_N_4"/>
          <p:cNvSpPr txBox="1"/>
          <p:nvPr/>
        </p:nvSpPr>
        <p:spPr>
          <a:xfrm>
            <a:off x="5678424" y="4971592"/>
            <a:ext cx="1828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48" name="ACTION_TITLE_4"/>
          <p:cNvSpPr txBox="1"/>
          <p:nvPr/>
        </p:nvSpPr>
        <p:spPr>
          <a:xfrm>
            <a:off x="5961888" y="4930444"/>
            <a:ext cx="557784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230" b="1">
                <a:solidFill>
                  <a:srgbClr val="292D32"/>
                </a:solidFill>
                <a:latin typeface="맑은 고딕"/>
              </a:rPr>
              <a:t>가격 방향:버거 인상 신중·치킨 유지</a:t>
            </a:r>
          </a:p>
        </p:txBody>
      </p:sp>
      <p:sp>
        <p:nvSpPr>
          <p:cNvPr id="49" name="ACTION_GATE_4"/>
          <p:cNvSpPr txBox="1"/>
          <p:nvPr/>
        </p:nvSpPr>
        <p:spPr>
          <a:xfrm>
            <a:off x="5961888" y="5172760"/>
            <a:ext cx="557784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10"/>
              </a:lnSpc>
              <a:spcBef>
                <a:spcPts val="0"/>
              </a:spcBef>
              <a:spcAft>
                <a:spcPts val="0"/>
              </a:spcAft>
            </a:pPr>
            <a:r>
              <a:rPr sz="1010" b="0">
                <a:solidFill>
                  <a:srgbClr val="555D63"/>
                </a:solidFill>
                <a:latin typeface="맑은 고딕"/>
              </a:rPr>
              <a:t>9월 물가와 원가·할인부담을 함께 판단. 상품객단가를 같은 메뉴의 실제 가격변화로 대체하지</a:t>
            </a:r>
          </a:p>
          <a:p>
            <a:pPr>
              <a:lnSpc>
                <a:spcPts val="1110"/>
              </a:lnSpc>
              <a:spcBef>
                <a:spcPts val="0"/>
              </a:spcBef>
              <a:spcAft>
                <a:spcPts val="0"/>
              </a:spcAft>
            </a:pPr>
            <a:r>
              <a:rPr sz="1010" b="0">
                <a:solidFill>
                  <a:srgbClr val="555D63"/>
                </a:solidFill>
                <a:latin typeface="맑은 고딕"/>
              </a:rPr>
              <a:t>않음.</a:t>
            </a:r>
          </a:p>
        </p:txBody>
      </p:sp>
      <p:sp>
        <p:nvSpPr>
          <p:cNvPr id="51" name="SUMMARY_PERIODS"/>
          <p:cNvSpPr txBox="1"/>
          <p:nvPr/>
        </p:nvSpPr>
        <p:spPr>
          <a:xfrm>
            <a:off x="621792" y="5760720"/>
            <a:ext cx="10963656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8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686E73"/>
                </a:solidFill>
                <a:latin typeface="맑은 고딕"/>
              </a:rPr>
              <a:t>기간:온라인1~8월·생산8월·물가/소매9월·언급1~9월완전월·검색/자사최신10.1~19. 각 지표의 범위·단위를 구분.</a:t>
            </a:r>
          </a:p>
        </p:txBody>
      </p:sp>
      <p:sp>
        <p:nvSpPr>
          <p:cNvPr id="52" name="SUMMARY_LIMITS"/>
          <p:cNvSpPr txBox="1"/>
          <p:nvPr/>
        </p:nvSpPr>
        <p:spPr>
          <a:xfrm>
            <a:off x="621792" y="5980176"/>
            <a:ext cx="10963656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19"/>
              </a:lnSpc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292D32"/>
                </a:solidFill>
                <a:latin typeface="맑은 고딕"/>
              </a:rPr>
              <a:t>자사는 첨부의 전체점POS 기준(VAT포함), 동일점 성장률이 아닙니다. 시장온라인과 자사POS배달의 집계범위도 다릅니다.</a:t>
            </a:r>
          </a:p>
          <a:p>
            <a:pPr>
              <a:lnSpc>
                <a:spcPts val="919"/>
              </a:lnSpc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292D32"/>
                </a:solidFill>
                <a:latin typeface="맑은 고딕"/>
              </a:rPr>
              <a:t>관측 증가를 가격인하 효과·시장점유율·소비자 선호로 확정하지 않으며, 상품별 검색묶음에 전사실적을 대입하지 않습니다.</a:t>
            </a:r>
          </a:p>
        </p:txBody>
      </p:sp>
      <p:sp>
        <p:nvSpPr>
          <p:cNvPr id="53" name="SOURCES"/>
          <p:cNvSpPr txBox="1"/>
          <p:nvPr/>
        </p:nvSpPr>
        <p:spPr>
          <a:xfrm>
            <a:off x="603504" y="6391656"/>
            <a:ext cx="10405872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910" b="0">
                <a:solidFill>
                  <a:srgbClr val="686E73"/>
                </a:solidFill>
                <a:latin typeface="맑은 고딕"/>
              </a:rPr>
              <a:t>자료:공공통계·네이버 데이터랩·썸트렌드·다봄 / 자사:첨부 전사매출로우 일별집계 / 상세 원값·산식·정의는 근거Excel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CCENT"/>
          <p:cNvSpPr/>
          <p:nvPr/>
        </p:nvSpPr>
        <p:spPr>
          <a:xfrm>
            <a:off x="530352" y="731520"/>
            <a:ext cx="50292" cy="969264"/>
          </a:xfrm>
          <a:prstGeom prst="rect">
            <a:avLst/>
          </a:prstGeom>
          <a:solidFill>
            <a:srgbClr val="B65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ECTION"/>
          <p:cNvSpPr txBox="1"/>
          <p:nvPr/>
        </p:nvSpPr>
        <p:spPr>
          <a:xfrm>
            <a:off x="594360" y="274320"/>
            <a:ext cx="1097280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2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363B3D"/>
                </a:solidFill>
                <a:latin typeface="맑은 고딕"/>
              </a:rPr>
              <a:t>2026.10.22 시장·자사 분석 | 자사 전사·채널 · 02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704088" y="722376"/>
            <a:ext cx="10908792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363B3D"/>
                </a:solidFill>
                <a:latin typeface="맑은 고딕"/>
              </a:rPr>
              <a:t>자사 전사·채널 실적 | 동일기간 전년비</a:t>
            </a:r>
          </a:p>
        </p:txBody>
      </p:sp>
      <p:sp>
        <p:nvSpPr>
          <p:cNvPr id="6" name="FOOT_LINE"/>
          <p:cNvSpPr/>
          <p:nvPr/>
        </p:nvSpPr>
        <p:spPr>
          <a:xfrm>
            <a:off x="594360" y="6272784"/>
            <a:ext cx="11018520" cy="5486"/>
          </a:xfrm>
          <a:prstGeom prst="rect">
            <a:avLst/>
          </a:prstGeom>
          <a:solidFill>
            <a:srgbClr val="E4E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AGE"/>
          <p:cNvSpPr txBox="1"/>
          <p:nvPr/>
        </p:nvSpPr>
        <p:spPr>
          <a:xfrm>
            <a:off x="11173968" y="6391656"/>
            <a:ext cx="4114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63B3D"/>
                </a:solidFill>
                <a:latin typeface="맑은 고딕"/>
              </a:rPr>
              <a:t>02</a:t>
            </a:r>
          </a:p>
        </p:txBody>
      </p:sp>
      <p:sp>
        <p:nvSpPr>
          <p:cNvPr id="8" name="UNIT"/>
          <p:cNvSpPr txBox="1"/>
          <p:nvPr/>
        </p:nvSpPr>
        <p:spPr>
          <a:xfrm>
            <a:off x="594360" y="1810512"/>
            <a:ext cx="11018520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63B3D"/>
                </a:solidFill>
                <a:latin typeface="맑은 고딕"/>
              </a:rPr>
              <a:t>2026.01~10 · 월별 전년동기간 매출 증감률(%) · 전체점POS·VAT포함 · 10월은 양년1~19일</a:t>
            </a:r>
          </a:p>
        </p:txBody>
      </p:sp>
      <p:sp>
        <p:nvSpPr>
          <p:cNvPr id="10" name="CAPTION"/>
          <p:cNvSpPr txBox="1"/>
          <p:nvPr/>
        </p:nvSpPr>
        <p:spPr>
          <a:xfrm>
            <a:off x="621792" y="5852160"/>
            <a:ext cx="10963656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63B3D"/>
                </a:solidFill>
                <a:latin typeface="맑은 고딕"/>
              </a:rPr>
              <a:t>*10월은2025년·2026년 모두1~19일. 전체점 관측으로 신규·폐점·명절·행사가 혼재하므로 동일점성장·가격인하 효과가 아닙니다.</a:t>
            </a:r>
          </a:p>
          <a:p>
            <a:pPr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63B3D"/>
                </a:solidFill>
                <a:latin typeface="맑은 고딕"/>
              </a:rPr>
              <a:t>채널별 집계범위와 금액·전표를 구분하며, 원값·산식·TC/VAT 정리 및 채널합 잔차는 근거Excel에 보존합니다.</a:t>
            </a:r>
          </a:p>
        </p:txBody>
      </p:sp>
      <p:sp>
        <p:nvSpPr>
          <p:cNvPr id="109" name="INSIGHT"/>
          <p:cNvSpPr txBox="1"/>
          <p:nvPr/>
        </p:nvSpPr>
        <p:spPr>
          <a:xfrm>
            <a:off x="704088" y="1188720"/>
            <a:ext cx="10908792" cy="5212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5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363B3D"/>
                </a:solidFill>
                <a:latin typeface="맑은 고딕"/>
              </a:rPr>
              <a:t>10.1~19 전체매출 +15.8%·배달 +41.0%·내점 −2.4%·포장 −13.1%,</a:t>
            </a:r>
          </a:p>
          <a:p>
            <a:pPr>
              <a:lnSpc>
                <a:spcPts val="185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363B3D"/>
                </a:solidFill>
                <a:latin typeface="맑은 고딕"/>
              </a:rPr>
              <a:t>전체전표 +13.4%·배달전표 +47.3%로 증가하되 채널별 흐름은 차별화</a:t>
            </a:r>
          </a:p>
        </p:txBody>
      </p:sp>
      <p:graphicFrame>
        <p:nvGraphicFramePr>
          <p:cNvPr id="110" name="COMPANY_CHANNEL_YOY"/>
          <p:cNvGraphicFramePr>
            <a:graphicFrameLocks noGrp="1"/>
          </p:cNvGraphicFramePr>
          <p:nvPr/>
        </p:nvGraphicFramePr>
        <p:xfrm>
          <a:off x="548640" y="2340864"/>
          <a:ext cx="11064240" cy="227685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1" name="CO_MONTH_2026-01"/>
          <p:cNvSpPr txBox="1"/>
          <p:nvPr/>
        </p:nvSpPr>
        <p:spPr>
          <a:xfrm>
            <a:off x="1399031" y="4681728"/>
            <a:ext cx="676656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969"/>
              </a:lnSpc>
              <a:spcBef>
                <a:spcPts val="0"/>
              </a:spcBef>
              <a:spcAft>
                <a:spcPts val="0"/>
              </a:spcAft>
            </a:pPr>
            <a:r>
              <a:rPr sz="869" b="0">
                <a:solidFill>
                  <a:srgbClr val="363B3D"/>
                </a:solidFill>
                <a:latin typeface="맑은 고딕"/>
              </a:rPr>
              <a:t>26.01</a:t>
            </a:r>
          </a:p>
        </p:txBody>
      </p:sp>
      <p:sp>
        <p:nvSpPr>
          <p:cNvPr id="112" name="CO_MONTH_2026-02"/>
          <p:cNvSpPr txBox="1"/>
          <p:nvPr/>
        </p:nvSpPr>
        <p:spPr>
          <a:xfrm>
            <a:off x="2465831" y="4681728"/>
            <a:ext cx="676656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969"/>
              </a:lnSpc>
              <a:spcBef>
                <a:spcPts val="0"/>
              </a:spcBef>
              <a:spcAft>
                <a:spcPts val="0"/>
              </a:spcAft>
            </a:pPr>
            <a:r>
              <a:rPr sz="869" b="0">
                <a:solidFill>
                  <a:srgbClr val="363B3D"/>
                </a:solidFill>
                <a:latin typeface="맑은 고딕"/>
              </a:rPr>
              <a:t>26.02</a:t>
            </a:r>
          </a:p>
        </p:txBody>
      </p:sp>
      <p:sp>
        <p:nvSpPr>
          <p:cNvPr id="113" name="CO_MONTH_2026-03"/>
          <p:cNvSpPr txBox="1"/>
          <p:nvPr/>
        </p:nvSpPr>
        <p:spPr>
          <a:xfrm>
            <a:off x="3532632" y="4681728"/>
            <a:ext cx="676656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969"/>
              </a:lnSpc>
              <a:spcBef>
                <a:spcPts val="0"/>
              </a:spcBef>
              <a:spcAft>
                <a:spcPts val="0"/>
              </a:spcAft>
            </a:pPr>
            <a:r>
              <a:rPr sz="869" b="0">
                <a:solidFill>
                  <a:srgbClr val="363B3D"/>
                </a:solidFill>
                <a:latin typeface="맑은 고딕"/>
              </a:rPr>
              <a:t>26.03</a:t>
            </a:r>
          </a:p>
        </p:txBody>
      </p:sp>
      <p:sp>
        <p:nvSpPr>
          <p:cNvPr id="114" name="CO_MONTH_2026-04"/>
          <p:cNvSpPr txBox="1"/>
          <p:nvPr/>
        </p:nvSpPr>
        <p:spPr>
          <a:xfrm>
            <a:off x="4599432" y="4681728"/>
            <a:ext cx="676656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969"/>
              </a:lnSpc>
              <a:spcBef>
                <a:spcPts val="0"/>
              </a:spcBef>
              <a:spcAft>
                <a:spcPts val="0"/>
              </a:spcAft>
            </a:pPr>
            <a:r>
              <a:rPr sz="869" b="0">
                <a:solidFill>
                  <a:srgbClr val="363B3D"/>
                </a:solidFill>
                <a:latin typeface="맑은 고딕"/>
              </a:rPr>
              <a:t>26.04</a:t>
            </a:r>
          </a:p>
        </p:txBody>
      </p:sp>
      <p:sp>
        <p:nvSpPr>
          <p:cNvPr id="115" name="CO_MONTH_2026-05"/>
          <p:cNvSpPr txBox="1"/>
          <p:nvPr/>
        </p:nvSpPr>
        <p:spPr>
          <a:xfrm>
            <a:off x="5666232" y="4681728"/>
            <a:ext cx="676656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969"/>
              </a:lnSpc>
              <a:spcBef>
                <a:spcPts val="0"/>
              </a:spcBef>
              <a:spcAft>
                <a:spcPts val="0"/>
              </a:spcAft>
            </a:pPr>
            <a:r>
              <a:rPr sz="869" b="0">
                <a:solidFill>
                  <a:srgbClr val="363B3D"/>
                </a:solidFill>
                <a:latin typeface="맑은 고딕"/>
              </a:rPr>
              <a:t>26.05</a:t>
            </a:r>
          </a:p>
        </p:txBody>
      </p:sp>
      <p:sp>
        <p:nvSpPr>
          <p:cNvPr id="116" name="CO_MONTH_2026-06"/>
          <p:cNvSpPr txBox="1"/>
          <p:nvPr/>
        </p:nvSpPr>
        <p:spPr>
          <a:xfrm>
            <a:off x="6733031" y="4681728"/>
            <a:ext cx="676656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969"/>
              </a:lnSpc>
              <a:spcBef>
                <a:spcPts val="0"/>
              </a:spcBef>
              <a:spcAft>
                <a:spcPts val="0"/>
              </a:spcAft>
            </a:pPr>
            <a:r>
              <a:rPr sz="869" b="0">
                <a:solidFill>
                  <a:srgbClr val="363B3D"/>
                </a:solidFill>
                <a:latin typeface="맑은 고딕"/>
              </a:rPr>
              <a:t>26.06</a:t>
            </a:r>
          </a:p>
        </p:txBody>
      </p:sp>
      <p:sp>
        <p:nvSpPr>
          <p:cNvPr id="117" name="CO_MONTH_2026-07"/>
          <p:cNvSpPr txBox="1"/>
          <p:nvPr/>
        </p:nvSpPr>
        <p:spPr>
          <a:xfrm>
            <a:off x="7799832" y="4681728"/>
            <a:ext cx="676656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969"/>
              </a:lnSpc>
              <a:spcBef>
                <a:spcPts val="0"/>
              </a:spcBef>
              <a:spcAft>
                <a:spcPts val="0"/>
              </a:spcAft>
            </a:pPr>
            <a:r>
              <a:rPr sz="869" b="0">
                <a:solidFill>
                  <a:srgbClr val="363B3D"/>
                </a:solidFill>
                <a:latin typeface="맑은 고딕"/>
              </a:rPr>
              <a:t>26.07</a:t>
            </a:r>
          </a:p>
        </p:txBody>
      </p:sp>
      <p:sp>
        <p:nvSpPr>
          <p:cNvPr id="118" name="CO_MONTH_2026-08"/>
          <p:cNvSpPr txBox="1"/>
          <p:nvPr/>
        </p:nvSpPr>
        <p:spPr>
          <a:xfrm>
            <a:off x="8866632" y="4681728"/>
            <a:ext cx="676656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969"/>
              </a:lnSpc>
              <a:spcBef>
                <a:spcPts val="0"/>
              </a:spcBef>
              <a:spcAft>
                <a:spcPts val="0"/>
              </a:spcAft>
            </a:pPr>
            <a:r>
              <a:rPr sz="869" b="0">
                <a:solidFill>
                  <a:srgbClr val="363B3D"/>
                </a:solidFill>
                <a:latin typeface="맑은 고딕"/>
              </a:rPr>
              <a:t>26.08</a:t>
            </a:r>
          </a:p>
        </p:txBody>
      </p:sp>
      <p:sp>
        <p:nvSpPr>
          <p:cNvPr id="119" name="CO_MONTH_2026-09"/>
          <p:cNvSpPr txBox="1"/>
          <p:nvPr/>
        </p:nvSpPr>
        <p:spPr>
          <a:xfrm>
            <a:off x="9933432" y="4681728"/>
            <a:ext cx="676656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969"/>
              </a:lnSpc>
              <a:spcBef>
                <a:spcPts val="0"/>
              </a:spcBef>
              <a:spcAft>
                <a:spcPts val="0"/>
              </a:spcAft>
            </a:pPr>
            <a:r>
              <a:rPr sz="869" b="0">
                <a:solidFill>
                  <a:srgbClr val="363B3D"/>
                </a:solidFill>
                <a:latin typeface="맑은 고딕"/>
              </a:rPr>
              <a:t>26.09</a:t>
            </a:r>
          </a:p>
        </p:txBody>
      </p:sp>
      <p:sp>
        <p:nvSpPr>
          <p:cNvPr id="120" name="CO_MONTH_2026-10"/>
          <p:cNvSpPr txBox="1"/>
          <p:nvPr/>
        </p:nvSpPr>
        <p:spPr>
          <a:xfrm>
            <a:off x="11000232" y="4681728"/>
            <a:ext cx="676656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969"/>
              </a:lnSpc>
              <a:spcBef>
                <a:spcPts val="0"/>
              </a:spcBef>
              <a:spcAft>
                <a:spcPts val="0"/>
              </a:spcAft>
            </a:pPr>
            <a:r>
              <a:rPr sz="869" b="0">
                <a:solidFill>
                  <a:srgbClr val="363B3D"/>
                </a:solidFill>
                <a:latin typeface="맑은 고딕"/>
              </a:rPr>
              <a:t>26.10*</a:t>
            </a:r>
          </a:p>
        </p:txBody>
      </p:sp>
      <p:sp>
        <p:nvSpPr>
          <p:cNvPr id="121" name="CO_LABEL_전체"/>
          <p:cNvSpPr txBox="1"/>
          <p:nvPr/>
        </p:nvSpPr>
        <p:spPr>
          <a:xfrm>
            <a:off x="658368" y="4937760"/>
            <a:ext cx="932688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63B3D"/>
                </a:solidFill>
                <a:latin typeface="맑은 고딕"/>
              </a:rPr>
              <a:t>전체</a:t>
            </a:r>
          </a:p>
        </p:txBody>
      </p:sp>
      <p:sp>
        <p:nvSpPr>
          <p:cNvPr id="122" name="CO_DL__전체__2026-01"/>
          <p:cNvSpPr txBox="1"/>
          <p:nvPr/>
        </p:nvSpPr>
        <p:spPr>
          <a:xfrm>
            <a:off x="1389888" y="4937760"/>
            <a:ext cx="69494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910" b="0">
                <a:solidFill>
                  <a:srgbClr val="363B3D"/>
                </a:solidFill>
                <a:latin typeface="맑은 고딕"/>
              </a:rPr>
              <a:t>+6.1%</a:t>
            </a:r>
          </a:p>
        </p:txBody>
      </p:sp>
      <p:sp>
        <p:nvSpPr>
          <p:cNvPr id="123" name="CO_DL__전체__2026-02"/>
          <p:cNvSpPr txBox="1"/>
          <p:nvPr/>
        </p:nvSpPr>
        <p:spPr>
          <a:xfrm>
            <a:off x="2456688" y="4937760"/>
            <a:ext cx="69494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910" b="0">
                <a:solidFill>
                  <a:srgbClr val="363B3D"/>
                </a:solidFill>
                <a:latin typeface="맑은 고딕"/>
              </a:rPr>
              <a:t>−5.1%</a:t>
            </a:r>
          </a:p>
        </p:txBody>
      </p:sp>
      <p:sp>
        <p:nvSpPr>
          <p:cNvPr id="124" name="CO_DL__전체__2026-03"/>
          <p:cNvSpPr txBox="1"/>
          <p:nvPr/>
        </p:nvSpPr>
        <p:spPr>
          <a:xfrm>
            <a:off x="3523488" y="4937760"/>
            <a:ext cx="69494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910" b="0">
                <a:solidFill>
                  <a:srgbClr val="363B3D"/>
                </a:solidFill>
                <a:latin typeface="맑은 고딕"/>
              </a:rPr>
              <a:t>+10.0%</a:t>
            </a:r>
          </a:p>
        </p:txBody>
      </p:sp>
      <p:sp>
        <p:nvSpPr>
          <p:cNvPr id="125" name="CO_DL__전체__2026-04"/>
          <p:cNvSpPr txBox="1"/>
          <p:nvPr/>
        </p:nvSpPr>
        <p:spPr>
          <a:xfrm>
            <a:off x="4590288" y="4937760"/>
            <a:ext cx="69494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910" b="0">
                <a:solidFill>
                  <a:srgbClr val="363B3D"/>
                </a:solidFill>
                <a:latin typeface="맑은 고딕"/>
              </a:rPr>
              <a:t>+5.9%</a:t>
            </a:r>
          </a:p>
        </p:txBody>
      </p:sp>
      <p:sp>
        <p:nvSpPr>
          <p:cNvPr id="126" name="CO_DL__전체__2026-05"/>
          <p:cNvSpPr txBox="1"/>
          <p:nvPr/>
        </p:nvSpPr>
        <p:spPr>
          <a:xfrm>
            <a:off x="5657088" y="4937760"/>
            <a:ext cx="69494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910" b="0">
                <a:solidFill>
                  <a:srgbClr val="363B3D"/>
                </a:solidFill>
                <a:latin typeface="맑은 고딕"/>
              </a:rPr>
              <a:t>+4.4%</a:t>
            </a:r>
          </a:p>
        </p:txBody>
      </p:sp>
      <p:sp>
        <p:nvSpPr>
          <p:cNvPr id="127" name="CO_DL__전체__2026-06"/>
          <p:cNvSpPr txBox="1"/>
          <p:nvPr/>
        </p:nvSpPr>
        <p:spPr>
          <a:xfrm>
            <a:off x="6723887" y="4937760"/>
            <a:ext cx="69494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910" b="0">
                <a:solidFill>
                  <a:srgbClr val="363B3D"/>
                </a:solidFill>
                <a:latin typeface="맑은 고딕"/>
              </a:rPr>
              <a:t>+12.7%</a:t>
            </a:r>
          </a:p>
        </p:txBody>
      </p:sp>
      <p:sp>
        <p:nvSpPr>
          <p:cNvPr id="128" name="CO_DL__전체__2026-07"/>
          <p:cNvSpPr txBox="1"/>
          <p:nvPr/>
        </p:nvSpPr>
        <p:spPr>
          <a:xfrm>
            <a:off x="7790688" y="4937760"/>
            <a:ext cx="69494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910" b="0">
                <a:solidFill>
                  <a:srgbClr val="363B3D"/>
                </a:solidFill>
                <a:latin typeface="맑은 고딕"/>
              </a:rPr>
              <a:t>+1.0%</a:t>
            </a:r>
          </a:p>
        </p:txBody>
      </p:sp>
      <p:sp>
        <p:nvSpPr>
          <p:cNvPr id="129" name="CO_DL__전체__2026-08"/>
          <p:cNvSpPr txBox="1"/>
          <p:nvPr/>
        </p:nvSpPr>
        <p:spPr>
          <a:xfrm>
            <a:off x="8857488" y="4937760"/>
            <a:ext cx="69494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910" b="0">
                <a:solidFill>
                  <a:srgbClr val="363B3D"/>
                </a:solidFill>
                <a:latin typeface="맑은 고딕"/>
              </a:rPr>
              <a:t>−1.6%</a:t>
            </a:r>
          </a:p>
        </p:txBody>
      </p:sp>
      <p:sp>
        <p:nvSpPr>
          <p:cNvPr id="130" name="CO_DL__전체__2026-09"/>
          <p:cNvSpPr txBox="1"/>
          <p:nvPr/>
        </p:nvSpPr>
        <p:spPr>
          <a:xfrm>
            <a:off x="9924288" y="4937760"/>
            <a:ext cx="69494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910" b="0">
                <a:solidFill>
                  <a:srgbClr val="363B3D"/>
                </a:solidFill>
                <a:latin typeface="맑은 고딕"/>
              </a:rPr>
              <a:t>+2.3%</a:t>
            </a:r>
          </a:p>
        </p:txBody>
      </p:sp>
      <p:sp>
        <p:nvSpPr>
          <p:cNvPr id="131" name="CO_DL__전체__2026-10"/>
          <p:cNvSpPr txBox="1"/>
          <p:nvPr/>
        </p:nvSpPr>
        <p:spPr>
          <a:xfrm>
            <a:off x="10991088" y="4937760"/>
            <a:ext cx="69494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910" b="0">
                <a:solidFill>
                  <a:srgbClr val="363B3D"/>
                </a:solidFill>
                <a:latin typeface="맑은 고딕"/>
              </a:rPr>
              <a:t>+15.8%</a:t>
            </a:r>
          </a:p>
        </p:txBody>
      </p:sp>
      <p:sp>
        <p:nvSpPr>
          <p:cNvPr id="132" name="CO_LABEL_배달"/>
          <p:cNvSpPr txBox="1"/>
          <p:nvPr/>
        </p:nvSpPr>
        <p:spPr>
          <a:xfrm>
            <a:off x="658368" y="5134356"/>
            <a:ext cx="932688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65346"/>
                </a:solidFill>
                <a:latin typeface="맑은 고딕"/>
              </a:rPr>
              <a:t>배달</a:t>
            </a:r>
          </a:p>
        </p:txBody>
      </p:sp>
      <p:sp>
        <p:nvSpPr>
          <p:cNvPr id="133" name="CO_DL__배달__2026-01"/>
          <p:cNvSpPr txBox="1"/>
          <p:nvPr/>
        </p:nvSpPr>
        <p:spPr>
          <a:xfrm>
            <a:off x="1389888" y="5134356"/>
            <a:ext cx="69494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910" b="0">
                <a:solidFill>
                  <a:srgbClr val="B65346"/>
                </a:solidFill>
                <a:latin typeface="맑은 고딕"/>
              </a:rPr>
              <a:t>+11.0%</a:t>
            </a:r>
          </a:p>
        </p:txBody>
      </p:sp>
      <p:sp>
        <p:nvSpPr>
          <p:cNvPr id="134" name="CO_DL__배달__2026-02"/>
          <p:cNvSpPr txBox="1"/>
          <p:nvPr/>
        </p:nvSpPr>
        <p:spPr>
          <a:xfrm>
            <a:off x="2456688" y="5134356"/>
            <a:ext cx="69494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910" b="0">
                <a:solidFill>
                  <a:srgbClr val="B65346"/>
                </a:solidFill>
                <a:latin typeface="맑은 고딕"/>
              </a:rPr>
              <a:t>−2.0%</a:t>
            </a:r>
          </a:p>
        </p:txBody>
      </p:sp>
      <p:sp>
        <p:nvSpPr>
          <p:cNvPr id="135" name="CO_DL__배달__2026-03"/>
          <p:cNvSpPr txBox="1"/>
          <p:nvPr/>
        </p:nvSpPr>
        <p:spPr>
          <a:xfrm>
            <a:off x="3523488" y="5134356"/>
            <a:ext cx="69494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910" b="0">
                <a:solidFill>
                  <a:srgbClr val="B65346"/>
                </a:solidFill>
                <a:latin typeface="맑은 고딕"/>
              </a:rPr>
              <a:t>+19.6%</a:t>
            </a:r>
          </a:p>
        </p:txBody>
      </p:sp>
      <p:sp>
        <p:nvSpPr>
          <p:cNvPr id="136" name="CO_DL__배달__2026-04"/>
          <p:cNvSpPr txBox="1"/>
          <p:nvPr/>
        </p:nvSpPr>
        <p:spPr>
          <a:xfrm>
            <a:off x="4590288" y="5134356"/>
            <a:ext cx="69494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910" b="0">
                <a:solidFill>
                  <a:srgbClr val="B65346"/>
                </a:solidFill>
                <a:latin typeface="맑은 고딕"/>
              </a:rPr>
              <a:t>+12.7%</a:t>
            </a:r>
          </a:p>
        </p:txBody>
      </p:sp>
      <p:sp>
        <p:nvSpPr>
          <p:cNvPr id="137" name="CO_DL__배달__2026-05"/>
          <p:cNvSpPr txBox="1"/>
          <p:nvPr/>
        </p:nvSpPr>
        <p:spPr>
          <a:xfrm>
            <a:off x="5657088" y="5134356"/>
            <a:ext cx="69494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910" b="0">
                <a:solidFill>
                  <a:srgbClr val="B65346"/>
                </a:solidFill>
                <a:latin typeface="맑은 고딕"/>
              </a:rPr>
              <a:t>+8.9%</a:t>
            </a:r>
          </a:p>
        </p:txBody>
      </p:sp>
      <p:sp>
        <p:nvSpPr>
          <p:cNvPr id="138" name="CO_DL__배달__2026-06"/>
          <p:cNvSpPr txBox="1"/>
          <p:nvPr/>
        </p:nvSpPr>
        <p:spPr>
          <a:xfrm>
            <a:off x="6723887" y="5134356"/>
            <a:ext cx="69494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910" b="0">
                <a:solidFill>
                  <a:srgbClr val="B65346"/>
                </a:solidFill>
                <a:latin typeface="맑은 고딕"/>
              </a:rPr>
              <a:t>+17.2%</a:t>
            </a:r>
          </a:p>
        </p:txBody>
      </p:sp>
      <p:sp>
        <p:nvSpPr>
          <p:cNvPr id="139" name="CO_DL__배달__2026-07"/>
          <p:cNvSpPr txBox="1"/>
          <p:nvPr/>
        </p:nvSpPr>
        <p:spPr>
          <a:xfrm>
            <a:off x="7790688" y="5134356"/>
            <a:ext cx="69494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910" b="0">
                <a:solidFill>
                  <a:srgbClr val="B65346"/>
                </a:solidFill>
                <a:latin typeface="맑은 고딕"/>
              </a:rPr>
              <a:t>+6.6%</a:t>
            </a:r>
          </a:p>
        </p:txBody>
      </p:sp>
      <p:sp>
        <p:nvSpPr>
          <p:cNvPr id="140" name="CO_DL__배달__2026-08"/>
          <p:cNvSpPr txBox="1"/>
          <p:nvPr/>
        </p:nvSpPr>
        <p:spPr>
          <a:xfrm>
            <a:off x="8857488" y="5134356"/>
            <a:ext cx="69494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910" b="0">
                <a:solidFill>
                  <a:srgbClr val="B65346"/>
                </a:solidFill>
                <a:latin typeface="맑은 고딕"/>
              </a:rPr>
              <a:t>+4.0%</a:t>
            </a:r>
          </a:p>
        </p:txBody>
      </p:sp>
      <p:sp>
        <p:nvSpPr>
          <p:cNvPr id="141" name="CO_DL__배달__2026-09"/>
          <p:cNvSpPr txBox="1"/>
          <p:nvPr/>
        </p:nvSpPr>
        <p:spPr>
          <a:xfrm>
            <a:off x="9924288" y="5134356"/>
            <a:ext cx="69494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910" b="0">
                <a:solidFill>
                  <a:srgbClr val="B65346"/>
                </a:solidFill>
                <a:latin typeface="맑은 고딕"/>
              </a:rPr>
              <a:t>+5.2%</a:t>
            </a:r>
          </a:p>
        </p:txBody>
      </p:sp>
      <p:sp>
        <p:nvSpPr>
          <p:cNvPr id="142" name="CO_DL__배달__2026-10"/>
          <p:cNvSpPr txBox="1"/>
          <p:nvPr/>
        </p:nvSpPr>
        <p:spPr>
          <a:xfrm>
            <a:off x="10991088" y="5134356"/>
            <a:ext cx="69494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910" b="0">
                <a:solidFill>
                  <a:srgbClr val="B65346"/>
                </a:solidFill>
                <a:latin typeface="맑은 고딕"/>
              </a:rPr>
              <a:t>+41.0%</a:t>
            </a:r>
          </a:p>
        </p:txBody>
      </p:sp>
      <p:sp>
        <p:nvSpPr>
          <p:cNvPr id="143" name="CO_LABEL_내점"/>
          <p:cNvSpPr txBox="1"/>
          <p:nvPr/>
        </p:nvSpPr>
        <p:spPr>
          <a:xfrm>
            <a:off x="658368" y="5330952"/>
            <a:ext cx="932688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F8790"/>
                </a:solidFill>
                <a:latin typeface="맑은 고딕"/>
              </a:rPr>
              <a:t>내점</a:t>
            </a:r>
          </a:p>
        </p:txBody>
      </p:sp>
      <p:sp>
        <p:nvSpPr>
          <p:cNvPr id="144" name="CO_DL__내점__2026-01"/>
          <p:cNvSpPr txBox="1"/>
          <p:nvPr/>
        </p:nvSpPr>
        <p:spPr>
          <a:xfrm>
            <a:off x="1389888" y="5330952"/>
            <a:ext cx="69494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910" b="0">
                <a:solidFill>
                  <a:srgbClr val="5F8790"/>
                </a:solidFill>
                <a:latin typeface="맑은 고딕"/>
              </a:rPr>
              <a:t>+4.2%</a:t>
            </a:r>
          </a:p>
        </p:txBody>
      </p:sp>
      <p:sp>
        <p:nvSpPr>
          <p:cNvPr id="145" name="CO_DL__내점__2026-02"/>
          <p:cNvSpPr txBox="1"/>
          <p:nvPr/>
        </p:nvSpPr>
        <p:spPr>
          <a:xfrm>
            <a:off x="2456688" y="5330952"/>
            <a:ext cx="69494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910" b="0">
                <a:solidFill>
                  <a:srgbClr val="5F8790"/>
                </a:solidFill>
                <a:latin typeface="맑은 고딕"/>
              </a:rPr>
              <a:t>−6.3%</a:t>
            </a:r>
          </a:p>
        </p:txBody>
      </p:sp>
      <p:sp>
        <p:nvSpPr>
          <p:cNvPr id="146" name="CO_DL__내점__2026-03"/>
          <p:cNvSpPr txBox="1"/>
          <p:nvPr/>
        </p:nvSpPr>
        <p:spPr>
          <a:xfrm>
            <a:off x="3523488" y="5330952"/>
            <a:ext cx="69494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910" b="0">
                <a:solidFill>
                  <a:srgbClr val="5F8790"/>
                </a:solidFill>
                <a:latin typeface="맑은 고딕"/>
              </a:rPr>
              <a:t>+2.8%</a:t>
            </a:r>
          </a:p>
        </p:txBody>
      </p:sp>
      <p:sp>
        <p:nvSpPr>
          <p:cNvPr id="147" name="CO_DL__내점__2026-04"/>
          <p:cNvSpPr txBox="1"/>
          <p:nvPr/>
        </p:nvSpPr>
        <p:spPr>
          <a:xfrm>
            <a:off x="4590288" y="5330952"/>
            <a:ext cx="69494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910" b="0">
                <a:solidFill>
                  <a:srgbClr val="5F8790"/>
                </a:solidFill>
                <a:latin typeface="맑은 고딕"/>
              </a:rPr>
              <a:t>+3.6%</a:t>
            </a:r>
          </a:p>
        </p:txBody>
      </p:sp>
      <p:sp>
        <p:nvSpPr>
          <p:cNvPr id="148" name="CO_DL__내점__2026-05"/>
          <p:cNvSpPr txBox="1"/>
          <p:nvPr/>
        </p:nvSpPr>
        <p:spPr>
          <a:xfrm>
            <a:off x="5657088" y="5330952"/>
            <a:ext cx="69494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910" b="0">
                <a:solidFill>
                  <a:srgbClr val="5F8790"/>
                </a:solidFill>
                <a:latin typeface="맑은 고딕"/>
              </a:rPr>
              <a:t>+0.4%</a:t>
            </a:r>
          </a:p>
        </p:txBody>
      </p:sp>
      <p:sp>
        <p:nvSpPr>
          <p:cNvPr id="149" name="CO_DL__내점__2026-06"/>
          <p:cNvSpPr txBox="1"/>
          <p:nvPr/>
        </p:nvSpPr>
        <p:spPr>
          <a:xfrm>
            <a:off x="6723887" y="5330952"/>
            <a:ext cx="69494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910" b="0">
                <a:solidFill>
                  <a:srgbClr val="5F8790"/>
                </a:solidFill>
                <a:latin typeface="맑은 고딕"/>
              </a:rPr>
              <a:t>+8.4%</a:t>
            </a:r>
          </a:p>
        </p:txBody>
      </p:sp>
      <p:sp>
        <p:nvSpPr>
          <p:cNvPr id="150" name="CO_DL__내점__2026-07"/>
          <p:cNvSpPr txBox="1"/>
          <p:nvPr/>
        </p:nvSpPr>
        <p:spPr>
          <a:xfrm>
            <a:off x="7790688" y="5330952"/>
            <a:ext cx="69494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910" b="0">
                <a:solidFill>
                  <a:srgbClr val="5F8790"/>
                </a:solidFill>
                <a:latin typeface="맑은 고딕"/>
              </a:rPr>
              <a:t>−3.5%</a:t>
            </a:r>
          </a:p>
        </p:txBody>
      </p:sp>
      <p:sp>
        <p:nvSpPr>
          <p:cNvPr id="151" name="CO_DL__내점__2026-08"/>
          <p:cNvSpPr txBox="1"/>
          <p:nvPr/>
        </p:nvSpPr>
        <p:spPr>
          <a:xfrm>
            <a:off x="8857488" y="5330952"/>
            <a:ext cx="69494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910" b="0">
                <a:solidFill>
                  <a:srgbClr val="5F8790"/>
                </a:solidFill>
                <a:latin typeface="맑은 고딕"/>
              </a:rPr>
              <a:t>−3.5%</a:t>
            </a:r>
          </a:p>
        </p:txBody>
      </p:sp>
      <p:sp>
        <p:nvSpPr>
          <p:cNvPr id="152" name="CO_DL__내점__2026-09"/>
          <p:cNvSpPr txBox="1"/>
          <p:nvPr/>
        </p:nvSpPr>
        <p:spPr>
          <a:xfrm>
            <a:off x="9924288" y="5330952"/>
            <a:ext cx="69494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910" b="0">
                <a:solidFill>
                  <a:srgbClr val="5F8790"/>
                </a:solidFill>
                <a:latin typeface="맑은 고딕"/>
              </a:rPr>
              <a:t>−0.1%</a:t>
            </a:r>
          </a:p>
        </p:txBody>
      </p:sp>
      <p:sp>
        <p:nvSpPr>
          <p:cNvPr id="153" name="CO_DL__내점__2026-10"/>
          <p:cNvSpPr txBox="1"/>
          <p:nvPr/>
        </p:nvSpPr>
        <p:spPr>
          <a:xfrm>
            <a:off x="10991088" y="5330952"/>
            <a:ext cx="69494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910" b="0">
                <a:solidFill>
                  <a:srgbClr val="5F8790"/>
                </a:solidFill>
                <a:latin typeface="맑은 고딕"/>
              </a:rPr>
              <a:t>−2.4%</a:t>
            </a:r>
          </a:p>
        </p:txBody>
      </p:sp>
      <p:sp>
        <p:nvSpPr>
          <p:cNvPr id="154" name="CO_LABEL_포장"/>
          <p:cNvSpPr txBox="1"/>
          <p:nvPr/>
        </p:nvSpPr>
        <p:spPr>
          <a:xfrm>
            <a:off x="658368" y="5527548"/>
            <a:ext cx="932688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58F38"/>
                </a:solidFill>
                <a:latin typeface="맑은 고딕"/>
              </a:rPr>
              <a:t>포장</a:t>
            </a:r>
          </a:p>
        </p:txBody>
      </p:sp>
      <p:sp>
        <p:nvSpPr>
          <p:cNvPr id="155" name="CO_DL__포장__2026-01"/>
          <p:cNvSpPr txBox="1"/>
          <p:nvPr/>
        </p:nvSpPr>
        <p:spPr>
          <a:xfrm>
            <a:off x="1389888" y="5527548"/>
            <a:ext cx="69494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910" b="0">
                <a:solidFill>
                  <a:srgbClr val="B58F38"/>
                </a:solidFill>
                <a:latin typeface="맑은 고딕"/>
              </a:rPr>
              <a:t>−4.3%</a:t>
            </a:r>
          </a:p>
        </p:txBody>
      </p:sp>
      <p:sp>
        <p:nvSpPr>
          <p:cNvPr id="156" name="CO_DL__포장__2026-02"/>
          <p:cNvSpPr txBox="1"/>
          <p:nvPr/>
        </p:nvSpPr>
        <p:spPr>
          <a:xfrm>
            <a:off x="2456688" y="5527548"/>
            <a:ext cx="69494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910" b="0">
                <a:solidFill>
                  <a:srgbClr val="B58F38"/>
                </a:solidFill>
                <a:latin typeface="맑은 고딕"/>
              </a:rPr>
              <a:t>−12.1%</a:t>
            </a:r>
          </a:p>
        </p:txBody>
      </p:sp>
      <p:sp>
        <p:nvSpPr>
          <p:cNvPr id="157" name="CO_DL__포장__2026-03"/>
          <p:cNvSpPr txBox="1"/>
          <p:nvPr/>
        </p:nvSpPr>
        <p:spPr>
          <a:xfrm>
            <a:off x="3523488" y="5527548"/>
            <a:ext cx="69494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910" b="0">
                <a:solidFill>
                  <a:srgbClr val="B58F38"/>
                </a:solidFill>
                <a:latin typeface="맑은 고딕"/>
              </a:rPr>
              <a:t>−5.8%</a:t>
            </a:r>
          </a:p>
        </p:txBody>
      </p:sp>
      <p:sp>
        <p:nvSpPr>
          <p:cNvPr id="158" name="CO_DL__포장__2026-04"/>
          <p:cNvSpPr txBox="1"/>
          <p:nvPr/>
        </p:nvSpPr>
        <p:spPr>
          <a:xfrm>
            <a:off x="4590288" y="5527548"/>
            <a:ext cx="69494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910" b="0">
                <a:solidFill>
                  <a:srgbClr val="B58F38"/>
                </a:solidFill>
                <a:latin typeface="맑은 고딕"/>
              </a:rPr>
              <a:t>−6.9%</a:t>
            </a:r>
          </a:p>
        </p:txBody>
      </p:sp>
      <p:sp>
        <p:nvSpPr>
          <p:cNvPr id="159" name="CO_DL__포장__2026-05"/>
          <p:cNvSpPr txBox="1"/>
          <p:nvPr/>
        </p:nvSpPr>
        <p:spPr>
          <a:xfrm>
            <a:off x="5657088" y="5527548"/>
            <a:ext cx="69494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910" b="0">
                <a:solidFill>
                  <a:srgbClr val="B58F38"/>
                </a:solidFill>
                <a:latin typeface="맑은 고딕"/>
              </a:rPr>
              <a:t>−2.1%</a:t>
            </a:r>
          </a:p>
        </p:txBody>
      </p:sp>
      <p:sp>
        <p:nvSpPr>
          <p:cNvPr id="160" name="CO_DL__포장__2026-06"/>
          <p:cNvSpPr txBox="1"/>
          <p:nvPr/>
        </p:nvSpPr>
        <p:spPr>
          <a:xfrm>
            <a:off x="6723887" y="5527548"/>
            <a:ext cx="69494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910" b="0">
                <a:solidFill>
                  <a:srgbClr val="B58F38"/>
                </a:solidFill>
                <a:latin typeface="맑은 고딕"/>
              </a:rPr>
              <a:t>+5.9%</a:t>
            </a:r>
          </a:p>
        </p:txBody>
      </p:sp>
      <p:sp>
        <p:nvSpPr>
          <p:cNvPr id="161" name="CO_DL__포장__2026-07"/>
          <p:cNvSpPr txBox="1"/>
          <p:nvPr/>
        </p:nvSpPr>
        <p:spPr>
          <a:xfrm>
            <a:off x="7790688" y="5527548"/>
            <a:ext cx="69494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910" b="0">
                <a:solidFill>
                  <a:srgbClr val="B58F38"/>
                </a:solidFill>
                <a:latin typeface="맑은 고딕"/>
              </a:rPr>
              <a:t>−8.7%</a:t>
            </a:r>
          </a:p>
        </p:txBody>
      </p:sp>
      <p:sp>
        <p:nvSpPr>
          <p:cNvPr id="162" name="CO_DL__포장__2026-08"/>
          <p:cNvSpPr txBox="1"/>
          <p:nvPr/>
        </p:nvSpPr>
        <p:spPr>
          <a:xfrm>
            <a:off x="8857488" y="5527548"/>
            <a:ext cx="69494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910" b="0">
                <a:solidFill>
                  <a:srgbClr val="B58F38"/>
                </a:solidFill>
                <a:latin typeface="맑은 고딕"/>
              </a:rPr>
              <a:t>−13.2%</a:t>
            </a:r>
          </a:p>
        </p:txBody>
      </p:sp>
      <p:sp>
        <p:nvSpPr>
          <p:cNvPr id="163" name="CO_DL__포장__2026-09"/>
          <p:cNvSpPr txBox="1"/>
          <p:nvPr/>
        </p:nvSpPr>
        <p:spPr>
          <a:xfrm>
            <a:off x="9924288" y="5527548"/>
            <a:ext cx="69494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910" b="0">
                <a:solidFill>
                  <a:srgbClr val="B58F38"/>
                </a:solidFill>
                <a:latin typeface="맑은 고딕"/>
              </a:rPr>
              <a:t>−2.3%</a:t>
            </a:r>
          </a:p>
        </p:txBody>
      </p:sp>
      <p:sp>
        <p:nvSpPr>
          <p:cNvPr id="164" name="CO_DL__포장__2026-10"/>
          <p:cNvSpPr txBox="1"/>
          <p:nvPr/>
        </p:nvSpPr>
        <p:spPr>
          <a:xfrm>
            <a:off x="10991088" y="5527548"/>
            <a:ext cx="69494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910" b="0">
                <a:solidFill>
                  <a:srgbClr val="B58F38"/>
                </a:solidFill>
                <a:latin typeface="맑은 고딕"/>
              </a:rPr>
              <a:t>−13.1%</a:t>
            </a:r>
          </a:p>
        </p:txBody>
      </p:sp>
      <p:sp>
        <p:nvSpPr>
          <p:cNvPr id="165" name="SOURCES"/>
          <p:cNvSpPr txBox="1"/>
          <p:nvPr/>
        </p:nvSpPr>
        <p:spPr>
          <a:xfrm>
            <a:off x="603504" y="6391656"/>
            <a:ext cx="10405872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3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363B3D"/>
                </a:solidFill>
                <a:latin typeface="맑은 고딕"/>
              </a:rPr>
              <a:t>자료:첨부 「전사매출로우」 일별집계(2024.1.1~2026.10.19) / 전사·채널 월별 전년동기간 재산출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CCENT"/>
          <p:cNvSpPr/>
          <p:nvPr/>
        </p:nvSpPr>
        <p:spPr>
          <a:xfrm>
            <a:off x="530352" y="731520"/>
            <a:ext cx="50292" cy="969264"/>
          </a:xfrm>
          <a:prstGeom prst="rect">
            <a:avLst/>
          </a:prstGeom>
          <a:solidFill>
            <a:srgbClr val="BD4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ECTION"/>
          <p:cNvSpPr txBox="1"/>
          <p:nvPr/>
        </p:nvSpPr>
        <p:spPr>
          <a:xfrm>
            <a:off x="594360" y="274320"/>
            <a:ext cx="10972800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22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363B3D"/>
                </a:solidFill>
                <a:latin typeface="맑은 고딕"/>
              </a:rPr>
              <a:t>2026.10.22 시장·자사 분석 | 공통시장 · 03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704088" y="722376"/>
            <a:ext cx="10908792" cy="42062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292D32"/>
                </a:solidFill>
                <a:latin typeface="맑은 고딕"/>
              </a:rPr>
              <a:t>온라인 음식주문 거래금액</a:t>
            </a:r>
          </a:p>
        </p:txBody>
      </p:sp>
      <p:sp>
        <p:nvSpPr>
          <p:cNvPr id="6" name="UNIT"/>
          <p:cNvSpPr txBox="1"/>
          <p:nvPr/>
        </p:nvSpPr>
        <p:spPr>
          <a:xfrm>
            <a:off x="594360" y="1810512"/>
            <a:ext cx="1101852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68685F"/>
                </a:solidFill>
                <a:latin typeface="맑은 고딕"/>
              </a:rPr>
              <a:t>실제 발표된 거래금액을 표시 · 2025년과2026년의 같은 달·같은8개월 비교</a:t>
            </a:r>
          </a:p>
        </p:txBody>
      </p:sp>
      <p:sp>
        <p:nvSpPr>
          <p:cNvPr id="7" name="PANEL_C201"/>
          <p:cNvSpPr txBox="1"/>
          <p:nvPr/>
        </p:nvSpPr>
        <p:spPr>
          <a:xfrm>
            <a:off x="576072" y="2112264"/>
            <a:ext cx="6940296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292925"/>
                </a:solidFill>
                <a:latin typeface="맑은 고딕"/>
              </a:rPr>
              <a:t>매월 온라인 음식주문 거래금액(조원)</a:t>
            </a:r>
          </a:p>
        </p:txBody>
      </p:sp>
      <p:sp>
        <p:nvSpPr>
          <p:cNvPr id="8" name="LEVEL_C201"/>
          <p:cNvSpPr txBox="1"/>
          <p:nvPr/>
        </p:nvSpPr>
        <p:spPr>
          <a:xfrm>
            <a:off x="576072" y="2414016"/>
            <a:ext cx="6940296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BD432D"/>
                </a:solidFill>
                <a:latin typeface="맑은 고딕"/>
              </a:rPr>
              <a:t>8월 3.69 → 3.97조원 | 작년8월보다 +7.6%</a:t>
            </a:r>
          </a:p>
        </p:txBody>
      </p:sp>
      <p:sp>
        <p:nvSpPr>
          <p:cNvPr id="9" name="PANEL_C202"/>
          <p:cNvSpPr txBox="1"/>
          <p:nvPr/>
        </p:nvSpPr>
        <p:spPr>
          <a:xfrm>
            <a:off x="7936992" y="2112264"/>
            <a:ext cx="3648456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292925"/>
                </a:solidFill>
                <a:latin typeface="맑은 고딕"/>
              </a:rPr>
              <a:t>1~8월 거래금액을 더한 누적액(조원)</a:t>
            </a:r>
          </a:p>
        </p:txBody>
      </p:sp>
      <p:sp>
        <p:nvSpPr>
          <p:cNvPr id="10" name="LEVEL_C202"/>
          <p:cNvSpPr txBox="1"/>
          <p:nvPr/>
        </p:nvSpPr>
        <p:spPr>
          <a:xfrm>
            <a:off x="7936992" y="2414016"/>
            <a:ext cx="3648456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2F7770"/>
                </a:solidFill>
                <a:latin typeface="맑은 고딕"/>
              </a:rPr>
              <a:t>같은8개월끼리 비교: +8.4%</a:t>
            </a:r>
          </a:p>
        </p:txBody>
      </p:sp>
      <p:sp>
        <p:nvSpPr>
          <p:cNvPr id="11" name="CAPTION"/>
          <p:cNvSpPr txBox="1"/>
          <p:nvPr/>
        </p:nvSpPr>
        <p:spPr>
          <a:xfrm>
            <a:off x="621792" y="5769864"/>
            <a:ext cx="10963656" cy="4297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8685F"/>
                </a:solidFill>
                <a:latin typeface="맑은 고딕"/>
              </a:rPr>
              <a:t>시장 온라인은 음식서비스 온라인 거래금액, 자사는 첨부의 전체점 POS배달매출(VAT포함)로 집계범위가 다릅니다.</a:t>
            </a:r>
          </a:p>
          <a:p>
            <a:pPr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8685F"/>
                </a:solidFill>
                <a:latin typeface="맑은 고딕"/>
              </a:rPr>
              <a:t>기간은 양년1.1~8.31로 일치시키되 증가율 차이를 시장우위·점유율 변화로 해석하지 않습니다.</a:t>
            </a:r>
          </a:p>
          <a:p>
            <a:pPr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8685F"/>
                </a:solidFill>
                <a:latin typeface="맑은 고딕"/>
              </a:rPr>
              <a:t>시장 최근7~8월은 잠정치이며, 자사에는 점포증감·행사·공휴일 영향이 포함되어 있습니다.</a:t>
            </a:r>
          </a:p>
        </p:txBody>
      </p:sp>
      <p:sp>
        <p:nvSpPr>
          <p:cNvPr id="12" name="FOOT_LINE"/>
          <p:cNvSpPr/>
          <p:nvPr/>
        </p:nvSpPr>
        <p:spPr>
          <a:xfrm>
            <a:off x="594360" y="6272784"/>
            <a:ext cx="11018520" cy="8229"/>
          </a:xfrm>
          <a:prstGeom prst="rect">
            <a:avLst/>
          </a:prstGeom>
          <a:solidFill>
            <a:srgbClr val="D8D3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AGE"/>
          <p:cNvSpPr txBox="1"/>
          <p:nvPr/>
        </p:nvSpPr>
        <p:spPr>
          <a:xfrm>
            <a:off x="11173968" y="6391656"/>
            <a:ext cx="411480" cy="2011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63B3D"/>
                </a:solidFill>
                <a:latin typeface="맑은 고딕"/>
              </a:rPr>
              <a:t>03</a:t>
            </a:r>
          </a:p>
        </p:txBody>
      </p:sp>
      <p:sp>
        <p:nvSpPr>
          <p:cNvPr id="14" name="SOURCES"/>
          <p:cNvSpPr txBox="1"/>
          <p:nvPr/>
        </p:nvSpPr>
        <p:spPr>
          <a:xfrm>
            <a:off x="603504" y="6391656"/>
            <a:ext cx="10405872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3D666A"/>
                </a:solidFill>
                <a:latin typeface="맑은 고딕"/>
              </a:rPr>
              <a:t/>
            </a:r>
            <a:r>
              <a:rPr sz="960">
                <a:solidFill>
                  <a:srgbClr val="3D666A"/>
                </a:solidFill>
                <a:latin typeface="맑은 고딕"/>
                <a:hlinkClick r:id="rId2"/>
              </a:rPr>
              <a:t>자료: 국가데이터처 KOSIS | 온라인쇼핑동향조사(상품군별 거래액)</a:t>
            </a:r>
          </a:p>
        </p:txBody>
      </p:sp>
      <p:graphicFrame>
        <p:nvGraphicFramePr>
          <p:cNvPr id="15" name="C201"/>
          <p:cNvGraphicFramePr>
            <a:graphicFrameLocks noGrp="1"/>
          </p:cNvGraphicFramePr>
          <p:nvPr/>
        </p:nvGraphicFramePr>
        <p:xfrm>
          <a:off x="548640" y="2688336"/>
          <a:ext cx="6995160" cy="272491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6" name="C202"/>
          <p:cNvGraphicFramePr>
            <a:graphicFrameLocks noGrp="1"/>
          </p:cNvGraphicFramePr>
          <p:nvPr/>
        </p:nvGraphicFramePr>
        <p:xfrm>
          <a:off x="7909560" y="2688336"/>
          <a:ext cx="3703320" cy="2724912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7" name="INSIGHT"/>
          <p:cNvSpPr txBox="1"/>
          <p:nvPr/>
        </p:nvSpPr>
        <p:spPr>
          <a:xfrm>
            <a:off x="704088" y="1188720"/>
            <a:ext cx="10908792" cy="5212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3A4147"/>
                </a:solidFill>
                <a:latin typeface="맑은 고딕"/>
              </a:rPr>
              <a:t>1~8월 누적 29.63조원(전년비 +8.4%),</a:t>
            </a:r>
          </a:p>
          <a:p>
            <a:pPr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3A4147"/>
                </a:solidFill>
                <a:latin typeface="맑은 고딕"/>
              </a:rPr>
              <a:t>8개 달 모두 전년동월보다 증가·8월 3.97조원(+7.6%)</a:t>
            </a:r>
          </a:p>
        </p:txBody>
      </p:sp>
      <p:sp>
        <p:nvSpPr>
          <p:cNvPr id="18" name="COMPANY_ALIGNED_ONLINE"/>
          <p:cNvSpPr txBox="1"/>
          <p:nvPr/>
        </p:nvSpPr>
        <p:spPr>
          <a:xfrm>
            <a:off x="621792" y="5513832"/>
            <a:ext cx="10963656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2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B65346"/>
                </a:solidFill>
                <a:latin typeface="맑은 고딕"/>
              </a:rPr>
              <a:t>동일1~8월 자사 POS배달:2025년3,640.4억원 → 2026년3,997.0억원(전년비 +9.8%)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CCENT"/>
          <p:cNvSpPr/>
          <p:nvPr/>
        </p:nvSpPr>
        <p:spPr>
          <a:xfrm>
            <a:off x="530352" y="731520"/>
            <a:ext cx="50292" cy="969264"/>
          </a:xfrm>
          <a:prstGeom prst="rect">
            <a:avLst/>
          </a:prstGeom>
          <a:solidFill>
            <a:srgbClr val="BD4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ECTION"/>
          <p:cNvSpPr txBox="1"/>
          <p:nvPr/>
        </p:nvSpPr>
        <p:spPr>
          <a:xfrm>
            <a:off x="594360" y="274320"/>
            <a:ext cx="10972800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22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363B3D"/>
                </a:solidFill>
                <a:latin typeface="맑은 고딕"/>
              </a:rPr>
              <a:t>2026.10.22 시장·자사 분석 | 공통시장 · 04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704088" y="722376"/>
            <a:ext cx="10908792" cy="42062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292D32"/>
                </a:solidFill>
                <a:latin typeface="맑은 고딕"/>
              </a:rPr>
              <a:t>음식점업 활동 | 명목·실질 생산지수</a:t>
            </a:r>
          </a:p>
        </p:txBody>
      </p:sp>
      <p:sp>
        <p:nvSpPr>
          <p:cNvPr id="6" name="UNIT"/>
          <p:cNvSpPr txBox="1"/>
          <p:nvPr/>
        </p:nvSpPr>
        <p:spPr>
          <a:xfrm>
            <a:off x="594360" y="1810512"/>
            <a:ext cx="1101852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68685F"/>
                </a:solidFill>
                <a:latin typeface="맑은 고딕"/>
              </a:rPr>
              <a:t>2020년 연평균을100으로 맞춘 비교 숫자 · 월별 발표값 · 최신8월 · 2026.7~8월 잠정(p)</a:t>
            </a:r>
          </a:p>
        </p:txBody>
      </p:sp>
      <p:sp>
        <p:nvSpPr>
          <p:cNvPr id="7" name="PANEL_C203"/>
          <p:cNvSpPr txBox="1"/>
          <p:nvPr/>
        </p:nvSpPr>
        <p:spPr>
          <a:xfrm>
            <a:off x="576072" y="2112264"/>
            <a:ext cx="5340096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292925"/>
                </a:solidFill>
                <a:latin typeface="맑은 고딕"/>
              </a:rPr>
              <a:t>가격상승을 포함한 영업활동</a:t>
            </a:r>
          </a:p>
        </p:txBody>
      </p:sp>
      <p:sp>
        <p:nvSpPr>
          <p:cNvPr id="8" name="LEVEL_C203"/>
          <p:cNvSpPr txBox="1"/>
          <p:nvPr/>
        </p:nvSpPr>
        <p:spPr>
          <a:xfrm>
            <a:off x="576072" y="2414016"/>
            <a:ext cx="5340096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90" b="1">
                <a:solidFill>
                  <a:srgbClr val="A99F8D"/>
                </a:solidFill>
                <a:latin typeface="맑은 고딕"/>
              </a:rPr>
              <a:t>8월 148.8 → 147.5 | 작년8월보다 -0.9%</a:t>
            </a:r>
          </a:p>
        </p:txBody>
      </p:sp>
      <p:sp>
        <p:nvSpPr>
          <p:cNvPr id="9" name="PANEL_C204"/>
          <p:cNvSpPr txBox="1"/>
          <p:nvPr/>
        </p:nvSpPr>
        <p:spPr>
          <a:xfrm>
            <a:off x="6291072" y="2112264"/>
            <a:ext cx="5294376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292925"/>
                </a:solidFill>
                <a:latin typeface="맑은 고딕"/>
              </a:rPr>
              <a:t>가격상승 영향을 뺀 영업활동</a:t>
            </a:r>
          </a:p>
        </p:txBody>
      </p:sp>
      <p:sp>
        <p:nvSpPr>
          <p:cNvPr id="10" name="LEVEL_C204"/>
          <p:cNvSpPr txBox="1"/>
          <p:nvPr/>
        </p:nvSpPr>
        <p:spPr>
          <a:xfrm>
            <a:off x="6291072" y="2414016"/>
            <a:ext cx="5294376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90" b="1">
                <a:solidFill>
                  <a:srgbClr val="BD432D"/>
                </a:solidFill>
                <a:latin typeface="맑은 고딕"/>
              </a:rPr>
              <a:t>8월 120.1 → 116.1 | 작년8월보다 -3.3%</a:t>
            </a:r>
          </a:p>
        </p:txBody>
      </p:sp>
      <p:sp>
        <p:nvSpPr>
          <p:cNvPr id="11" name="CAPTION"/>
          <p:cNvSpPr txBox="1"/>
          <p:nvPr/>
        </p:nvSpPr>
        <p:spPr>
          <a:xfrm>
            <a:off x="621792" y="5769864"/>
            <a:ext cx="10963656" cy="4297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8685F"/>
                </a:solidFill>
                <a:latin typeface="맑은 고딕"/>
              </a:rPr>
              <a:t>생산지수116.1은2020년 평균보다16.1% 높은 수준이며 전년비16.1% 증가를 뜻하지 않습니다.</a:t>
            </a:r>
          </a:p>
          <a:p>
            <a:pPr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8685F"/>
                </a:solidFill>
                <a:latin typeface="맑은 고딕"/>
              </a:rPr>
              <a:t>시장 실질 생산지수와 자사 명목매출은 다른 지표이므로 성장률 크기의 우열을 직접 판정하지 않습니다.</a:t>
            </a:r>
          </a:p>
          <a:p>
            <a:pPr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8685F"/>
                </a:solidFill>
                <a:latin typeface="맑은 고딕"/>
              </a:rPr>
              <a:t>계절·명절 영향이 남은 발표값을 같은 달로 비교하며, 두 흐름만으로 배달로의 수요이동을 확정하지 않습니다.</a:t>
            </a:r>
          </a:p>
        </p:txBody>
      </p:sp>
      <p:sp>
        <p:nvSpPr>
          <p:cNvPr id="12" name="FOOT_LINE"/>
          <p:cNvSpPr/>
          <p:nvPr/>
        </p:nvSpPr>
        <p:spPr>
          <a:xfrm>
            <a:off x="594360" y="6272784"/>
            <a:ext cx="11018520" cy="8229"/>
          </a:xfrm>
          <a:prstGeom prst="rect">
            <a:avLst/>
          </a:prstGeom>
          <a:solidFill>
            <a:srgbClr val="D8D3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AGE"/>
          <p:cNvSpPr txBox="1"/>
          <p:nvPr/>
        </p:nvSpPr>
        <p:spPr>
          <a:xfrm>
            <a:off x="11173968" y="6391656"/>
            <a:ext cx="411480" cy="2011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63B3D"/>
                </a:solidFill>
                <a:latin typeface="맑은 고딕"/>
              </a:rPr>
              <a:t>04</a:t>
            </a:r>
          </a:p>
        </p:txBody>
      </p:sp>
      <p:sp>
        <p:nvSpPr>
          <p:cNvPr id="14" name="SOURCES"/>
          <p:cNvSpPr txBox="1"/>
          <p:nvPr/>
        </p:nvSpPr>
        <p:spPr>
          <a:xfrm>
            <a:off x="603504" y="6391656"/>
            <a:ext cx="10405872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3D666A"/>
                </a:solidFill>
                <a:latin typeface="맑은 고딕"/>
              </a:rPr>
              <a:t/>
            </a:r>
            <a:r>
              <a:rPr sz="960">
                <a:solidFill>
                  <a:srgbClr val="3D666A"/>
                </a:solidFill>
                <a:latin typeface="맑은 고딕"/>
                <a:hlinkClick r:id="rId2"/>
              </a:rPr>
              <a:t>자료: 국가데이터처 KOSIS | 서비스업동향조사(생산지수)</a:t>
            </a:r>
          </a:p>
        </p:txBody>
      </p:sp>
      <p:graphicFrame>
        <p:nvGraphicFramePr>
          <p:cNvPr id="15" name="C203"/>
          <p:cNvGraphicFramePr>
            <a:graphicFrameLocks noGrp="1"/>
          </p:cNvGraphicFramePr>
          <p:nvPr/>
        </p:nvGraphicFramePr>
        <p:xfrm>
          <a:off x="548640" y="2706624"/>
          <a:ext cx="5394960" cy="26974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6" name="C204"/>
          <p:cNvGraphicFramePr>
            <a:graphicFrameLocks noGrp="1"/>
          </p:cNvGraphicFramePr>
          <p:nvPr/>
        </p:nvGraphicFramePr>
        <p:xfrm>
          <a:off x="6263640" y="2706624"/>
          <a:ext cx="5349240" cy="269748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7" name="INSIGHT"/>
          <p:cNvSpPr txBox="1"/>
          <p:nvPr/>
        </p:nvSpPr>
        <p:spPr>
          <a:xfrm>
            <a:off x="704088" y="1188720"/>
            <a:ext cx="10908792" cy="5212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3A4147"/>
                </a:solidFill>
                <a:latin typeface="맑은 고딕"/>
              </a:rPr>
              <a:t>8월 명목지수 147.5(전년비 −0.9%),</a:t>
            </a:r>
          </a:p>
          <a:p>
            <a:pPr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3A4147"/>
                </a:solidFill>
                <a:latin typeface="맑은 고딕"/>
              </a:rPr>
              <a:t>가격효과를 뺀 실질지수 116.1(−3.3%)로 둘 다 하락</a:t>
            </a:r>
          </a:p>
        </p:txBody>
      </p:sp>
      <p:sp>
        <p:nvSpPr>
          <p:cNvPr id="18" name="COMPANY_ALIGNED_AUGUST"/>
          <p:cNvSpPr txBox="1"/>
          <p:nvPr/>
        </p:nvSpPr>
        <p:spPr>
          <a:xfrm>
            <a:off x="621792" y="5513832"/>
            <a:ext cx="10963656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2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B65346"/>
                </a:solidFill>
                <a:latin typeface="맑은 고딕"/>
              </a:rPr>
              <a:t>동일8월 자사 POS명목매출:전체 −1.6% · 배달 +4.0%(양년8.1~31, VAT포함)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CCENT"/>
          <p:cNvSpPr/>
          <p:nvPr/>
        </p:nvSpPr>
        <p:spPr>
          <a:xfrm>
            <a:off x="530352" y="731520"/>
            <a:ext cx="50292" cy="969264"/>
          </a:xfrm>
          <a:prstGeom prst="rect">
            <a:avLst/>
          </a:prstGeom>
          <a:solidFill>
            <a:srgbClr val="BD4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ECTION"/>
          <p:cNvSpPr txBox="1"/>
          <p:nvPr/>
        </p:nvSpPr>
        <p:spPr>
          <a:xfrm>
            <a:off x="594360" y="274320"/>
            <a:ext cx="10972800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22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363B3D"/>
                </a:solidFill>
                <a:latin typeface="맑은 고딕"/>
              </a:rPr>
              <a:t>2026.10.22 시장·자사 분석 | 공통시장 · 05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704088" y="722376"/>
            <a:ext cx="10908792" cy="42062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292D32"/>
                </a:solidFill>
                <a:latin typeface="맑은 고딕"/>
              </a:rPr>
              <a:t>외식 품목별 소비자물가</a:t>
            </a:r>
          </a:p>
        </p:txBody>
      </p:sp>
      <p:sp>
        <p:nvSpPr>
          <p:cNvPr id="6" name="UNIT"/>
          <p:cNvSpPr txBox="1"/>
          <p:nvPr/>
        </p:nvSpPr>
        <p:spPr>
          <a:xfrm>
            <a:off x="594360" y="1810512"/>
            <a:ext cx="1101852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68685F"/>
                </a:solidFill>
                <a:latin typeface="맑은 고딕"/>
              </a:rPr>
              <a:t>각 품목의2020년 평균가격=100 · 회색:2025년9월 / 색상:2026년9월</a:t>
            </a:r>
          </a:p>
        </p:txBody>
      </p:sp>
      <p:sp>
        <p:nvSpPr>
          <p:cNvPr id="7" name="PANEL_C205"/>
          <p:cNvSpPr txBox="1"/>
          <p:nvPr/>
        </p:nvSpPr>
        <p:spPr>
          <a:xfrm>
            <a:off x="576072" y="2112264"/>
            <a:ext cx="2523744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292925"/>
                </a:solidFill>
                <a:latin typeface="맑은 고딕"/>
              </a:rPr>
              <a:t>외식</a:t>
            </a:r>
          </a:p>
        </p:txBody>
      </p:sp>
      <p:sp>
        <p:nvSpPr>
          <p:cNvPr id="8" name="LEVEL_C205"/>
          <p:cNvSpPr txBox="1"/>
          <p:nvPr/>
        </p:nvSpPr>
        <p:spPr>
          <a:xfrm>
            <a:off x="576072" y="2414016"/>
            <a:ext cx="2523744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8B8A81"/>
                </a:solidFill>
                <a:latin typeface="맑은 고딕"/>
              </a:rPr>
              <a:t>작년 같은 달보다 +2.5%</a:t>
            </a:r>
          </a:p>
        </p:txBody>
      </p:sp>
      <p:sp>
        <p:nvSpPr>
          <p:cNvPr id="9" name="PANEL_C206"/>
          <p:cNvSpPr txBox="1"/>
          <p:nvPr/>
        </p:nvSpPr>
        <p:spPr>
          <a:xfrm>
            <a:off x="3429000" y="2112264"/>
            <a:ext cx="2523744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292925"/>
                </a:solidFill>
                <a:latin typeface="맑은 고딕"/>
              </a:rPr>
              <a:t>햄버거</a:t>
            </a:r>
          </a:p>
        </p:txBody>
      </p:sp>
      <p:sp>
        <p:nvSpPr>
          <p:cNvPr id="10" name="LEVEL_C206"/>
          <p:cNvSpPr txBox="1"/>
          <p:nvPr/>
        </p:nvSpPr>
        <p:spPr>
          <a:xfrm>
            <a:off x="3429000" y="2414016"/>
            <a:ext cx="2523744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BD432D"/>
                </a:solidFill>
                <a:latin typeface="맑은 고딕"/>
              </a:rPr>
              <a:t>작년 같은 달보다 -1.6%</a:t>
            </a:r>
          </a:p>
        </p:txBody>
      </p:sp>
      <p:sp>
        <p:nvSpPr>
          <p:cNvPr id="11" name="PANEL_C207"/>
          <p:cNvSpPr txBox="1"/>
          <p:nvPr/>
        </p:nvSpPr>
        <p:spPr>
          <a:xfrm>
            <a:off x="6281928" y="2112264"/>
            <a:ext cx="2523744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292925"/>
                </a:solidFill>
                <a:latin typeface="맑은 고딕"/>
              </a:rPr>
              <a:t>치킨</a:t>
            </a:r>
          </a:p>
        </p:txBody>
      </p:sp>
      <p:sp>
        <p:nvSpPr>
          <p:cNvPr id="12" name="LEVEL_C207"/>
          <p:cNvSpPr txBox="1"/>
          <p:nvPr/>
        </p:nvSpPr>
        <p:spPr>
          <a:xfrm>
            <a:off x="6281928" y="2414016"/>
            <a:ext cx="2523744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2F7770"/>
                </a:solidFill>
                <a:latin typeface="맑은 고딕"/>
              </a:rPr>
              <a:t>작년 같은 달보다 +1.7%</a:t>
            </a:r>
          </a:p>
        </p:txBody>
      </p:sp>
      <p:sp>
        <p:nvSpPr>
          <p:cNvPr id="13" name="PANEL_C208"/>
          <p:cNvSpPr txBox="1"/>
          <p:nvPr/>
        </p:nvSpPr>
        <p:spPr>
          <a:xfrm>
            <a:off x="9134856" y="2112264"/>
            <a:ext cx="2478024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292925"/>
                </a:solidFill>
                <a:latin typeface="맑은 고딕"/>
              </a:rPr>
              <a:t>피자</a:t>
            </a:r>
          </a:p>
        </p:txBody>
      </p:sp>
      <p:sp>
        <p:nvSpPr>
          <p:cNvPr id="14" name="LEVEL_C208"/>
          <p:cNvSpPr txBox="1"/>
          <p:nvPr/>
        </p:nvSpPr>
        <p:spPr>
          <a:xfrm>
            <a:off x="9134856" y="2414016"/>
            <a:ext cx="2478024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B39136"/>
                </a:solidFill>
                <a:latin typeface="맑은 고딕"/>
              </a:rPr>
              <a:t>작년 같은 달보다 +0.0%</a:t>
            </a:r>
          </a:p>
        </p:txBody>
      </p:sp>
      <p:sp>
        <p:nvSpPr>
          <p:cNvPr id="15" name="CAPTION"/>
          <p:cNvSpPr txBox="1"/>
          <p:nvPr/>
        </p:nvSpPr>
        <p:spPr>
          <a:xfrm>
            <a:off x="621792" y="5623560"/>
            <a:ext cx="10963656" cy="4754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8685F"/>
                </a:solidFill>
                <a:latin typeface="맑은 고딕"/>
              </a:rPr>
              <a:t>가격지수130은 기준해 평균보다 가격수준이30.0% 높다는 뜻이며,130원이라는 뜻이 아닙니다. 실제 메뉴가격 비교가 아닙니다.</a:t>
            </a:r>
          </a:p>
          <a:p>
            <a:pPr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8685F"/>
                </a:solidFill>
                <a:latin typeface="맑은 고딕"/>
              </a:rPr>
              <a:t>가격 방향은 같은 메뉴·채널의 가격변화와 원가·할인부담을 함께 확인하며, 상품객단가로 동일메뉴 판가를 대체하지 않습니다.</a:t>
            </a:r>
          </a:p>
        </p:txBody>
      </p:sp>
      <p:sp>
        <p:nvSpPr>
          <p:cNvPr id="16" name="FOOT_LINE"/>
          <p:cNvSpPr/>
          <p:nvPr/>
        </p:nvSpPr>
        <p:spPr>
          <a:xfrm>
            <a:off x="594360" y="6272784"/>
            <a:ext cx="11018520" cy="8229"/>
          </a:xfrm>
          <a:prstGeom prst="rect">
            <a:avLst/>
          </a:prstGeom>
          <a:solidFill>
            <a:srgbClr val="D8D3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PAGE"/>
          <p:cNvSpPr txBox="1"/>
          <p:nvPr/>
        </p:nvSpPr>
        <p:spPr>
          <a:xfrm>
            <a:off x="11173968" y="6391656"/>
            <a:ext cx="411480" cy="2011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63B3D"/>
                </a:solidFill>
                <a:latin typeface="맑은 고딕"/>
              </a:rPr>
              <a:t>05</a:t>
            </a:r>
          </a:p>
        </p:txBody>
      </p:sp>
      <p:sp>
        <p:nvSpPr>
          <p:cNvPr id="18" name="SOURCES"/>
          <p:cNvSpPr txBox="1"/>
          <p:nvPr/>
        </p:nvSpPr>
        <p:spPr>
          <a:xfrm>
            <a:off x="603504" y="6391656"/>
            <a:ext cx="10405872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3D666A"/>
                </a:solidFill>
                <a:latin typeface="맑은 고딕"/>
              </a:rPr>
              <a:t/>
            </a:r>
            <a:r>
              <a:rPr sz="960">
                <a:solidFill>
                  <a:srgbClr val="3D666A"/>
                </a:solidFill>
                <a:latin typeface="맑은 고딕"/>
                <a:hlinkClick r:id="rId2"/>
              </a:rPr>
              <a:t>자료: 국가데이터처 KOSIS | 소비자물가조사(품목별 지수)</a:t>
            </a:r>
            <a:r>
              <a:rPr sz="960">
                <a:solidFill>
                  <a:srgbClr val="3D666A"/>
                </a:solidFill>
                <a:latin typeface="맑은 고딕"/>
                <a:hlinkClick r:id="rId3"/>
              </a:rPr>
              <a:t> · 국가데이터처 | 2026년 9월 소비자물가동향 p.7</a:t>
            </a:r>
          </a:p>
        </p:txBody>
      </p:sp>
      <p:graphicFrame>
        <p:nvGraphicFramePr>
          <p:cNvPr id="19" name="C205"/>
          <p:cNvGraphicFramePr>
            <a:graphicFrameLocks noGrp="1"/>
          </p:cNvGraphicFramePr>
          <p:nvPr/>
        </p:nvGraphicFramePr>
        <p:xfrm>
          <a:off x="548640" y="2724912"/>
          <a:ext cx="2578608" cy="269748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graphicFrame>
        <p:nvGraphicFramePr>
          <p:cNvPr id="20" name="C206"/>
          <p:cNvGraphicFramePr>
            <a:graphicFrameLocks noGrp="1"/>
          </p:cNvGraphicFramePr>
          <p:nvPr/>
        </p:nvGraphicFramePr>
        <p:xfrm>
          <a:off x="3401568" y="2724912"/>
          <a:ext cx="2578608" cy="269748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graphicFrame>
        <p:nvGraphicFramePr>
          <p:cNvPr id="21" name="C207"/>
          <p:cNvGraphicFramePr>
            <a:graphicFrameLocks noGrp="1"/>
          </p:cNvGraphicFramePr>
          <p:nvPr/>
        </p:nvGraphicFramePr>
        <p:xfrm>
          <a:off x="6254496" y="2724912"/>
          <a:ext cx="2578608" cy="2697480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  <p:graphicFrame>
        <p:nvGraphicFramePr>
          <p:cNvPr id="22" name="C208"/>
          <p:cNvGraphicFramePr>
            <a:graphicFrameLocks noGrp="1"/>
          </p:cNvGraphicFramePr>
          <p:nvPr/>
        </p:nvGraphicFramePr>
        <p:xfrm>
          <a:off x="9107424" y="2724912"/>
          <a:ext cx="2532888" cy="2697480"/>
        </p:xfrm>
        <a:graphic>
          <a:graphicData uri="http://schemas.openxmlformats.org/drawingml/2006/chart">
            <c:chart xmlns:c="http://schemas.openxmlformats.org/drawingml/2006/chart" r:id="rId8"/>
          </a:graphicData>
        </a:graphic>
      </p:graphicFrame>
      <p:sp>
        <p:nvSpPr>
          <p:cNvPr id="23" name="INSIGHT"/>
          <p:cNvSpPr txBox="1"/>
          <p:nvPr/>
        </p:nvSpPr>
        <p:spPr>
          <a:xfrm>
            <a:off x="704088" y="1188720"/>
            <a:ext cx="10908792" cy="5212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3A4147"/>
                </a:solidFill>
                <a:latin typeface="맑은 고딕"/>
              </a:rPr>
              <a:t>9월 치킨지수 132.21(전년비 +1.7%)·햄버거 134.99(−1.6%),</a:t>
            </a:r>
          </a:p>
          <a:p>
            <a:pPr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3A4147"/>
                </a:solidFill>
                <a:latin typeface="맑은 고딕"/>
              </a:rPr>
              <a:t>외식 전체 +2.5%인 반면 피자는 보합(0.0%)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CCENT"/>
          <p:cNvSpPr/>
          <p:nvPr/>
        </p:nvSpPr>
        <p:spPr>
          <a:xfrm>
            <a:off x="530352" y="731520"/>
            <a:ext cx="50292" cy="969264"/>
          </a:xfrm>
          <a:prstGeom prst="rect">
            <a:avLst/>
          </a:prstGeom>
          <a:solidFill>
            <a:srgbClr val="BD4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ECTION"/>
          <p:cNvSpPr txBox="1"/>
          <p:nvPr/>
        </p:nvSpPr>
        <p:spPr>
          <a:xfrm>
            <a:off x="594360" y="274320"/>
            <a:ext cx="10972800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22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363B3D"/>
                </a:solidFill>
                <a:latin typeface="맑은 고딕"/>
              </a:rPr>
              <a:t>2026.10.22 시장·자사 분석 | 공통시장 · 06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704088" y="722376"/>
            <a:ext cx="10908792" cy="42062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292D32"/>
                </a:solidFill>
                <a:latin typeface="맑은 고딕"/>
              </a:rPr>
              <a:t>배달앱 이용자와 카드결제 규모</a:t>
            </a:r>
          </a:p>
        </p:txBody>
      </p:sp>
      <p:sp>
        <p:nvSpPr>
          <p:cNvPr id="6" name="UNIT"/>
          <p:cNvSpPr txBox="1"/>
          <p:nvPr/>
        </p:nvSpPr>
        <p:spPr>
          <a:xfrm>
            <a:off x="594360" y="1810512"/>
            <a:ext cx="1101852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68685F"/>
                </a:solidFill>
                <a:latin typeface="맑은 고딕"/>
              </a:rPr>
              <a:t>모바일인덱스2026년9월 추정값 · 실제와 차이가 있을 수 있음</a:t>
            </a:r>
          </a:p>
        </p:txBody>
      </p:sp>
      <p:sp>
        <p:nvSpPr>
          <p:cNvPr id="7" name="PANEL_C211"/>
          <p:cNvSpPr txBox="1"/>
          <p:nvPr/>
        </p:nvSpPr>
        <p:spPr>
          <a:xfrm>
            <a:off x="576072" y="2112264"/>
            <a:ext cx="5340096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292925"/>
                </a:solidFill>
                <a:latin typeface="맑은 고딕"/>
              </a:rPr>
              <a:t>한 달 동안 앱을 쓴 이용자(만명)</a:t>
            </a:r>
          </a:p>
        </p:txBody>
      </p:sp>
      <p:sp>
        <p:nvSpPr>
          <p:cNvPr id="8" name="PANEL_C212"/>
          <p:cNvSpPr txBox="1"/>
          <p:nvPr/>
        </p:nvSpPr>
        <p:spPr>
          <a:xfrm>
            <a:off x="6291072" y="2112264"/>
            <a:ext cx="5294376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292925"/>
                </a:solidFill>
                <a:latin typeface="맑은 고딕"/>
              </a:rPr>
              <a:t>4개사 카드결제금액과 그 안의 비중</a:t>
            </a:r>
          </a:p>
        </p:txBody>
      </p:sp>
      <p:sp>
        <p:nvSpPr>
          <p:cNvPr id="9" name="CAPTION"/>
          <p:cNvSpPr txBox="1"/>
          <p:nvPr/>
        </p:nvSpPr>
        <p:spPr>
          <a:xfrm>
            <a:off x="621792" y="5623560"/>
            <a:ext cx="10963656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>
                <a:solidFill>
                  <a:srgbClr val="68685F"/>
                </a:solidFill>
                <a:latin typeface="맑은 고딕"/>
              </a:rPr>
              <a:t>이용자수(MAU)는 한달간 해당앱을 사용한 사람수입니다. 같은 사람이 여러앱의 이용자수에 각각 포함될 수 있습니다.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>
                <a:solidFill>
                  <a:srgbClr val="68685F"/>
                </a:solidFill>
                <a:latin typeface="맑은 고딕"/>
              </a:rPr>
              <a:t>비중은 관측4개사 카드결제금액 합계 안에서의 비율이며,전체 외식시장 점유율이 아닙니다. 반올림 합100.1%.</a:t>
            </a:r>
          </a:p>
        </p:txBody>
      </p:sp>
      <p:sp>
        <p:nvSpPr>
          <p:cNvPr id="10" name="FOOT_LINE"/>
          <p:cNvSpPr/>
          <p:nvPr/>
        </p:nvSpPr>
        <p:spPr>
          <a:xfrm>
            <a:off x="594360" y="6272784"/>
            <a:ext cx="11018520" cy="8229"/>
          </a:xfrm>
          <a:prstGeom prst="rect">
            <a:avLst/>
          </a:prstGeom>
          <a:solidFill>
            <a:srgbClr val="D8D3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AGE"/>
          <p:cNvSpPr txBox="1"/>
          <p:nvPr/>
        </p:nvSpPr>
        <p:spPr>
          <a:xfrm>
            <a:off x="11173968" y="6391656"/>
            <a:ext cx="411480" cy="2011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63B3D"/>
                </a:solidFill>
                <a:latin typeface="맑은 고딕"/>
              </a:rPr>
              <a:t>06</a:t>
            </a:r>
          </a:p>
        </p:txBody>
      </p:sp>
      <p:sp>
        <p:nvSpPr>
          <p:cNvPr id="12" name="SOURCES"/>
          <p:cNvSpPr txBox="1"/>
          <p:nvPr/>
        </p:nvSpPr>
        <p:spPr>
          <a:xfrm>
            <a:off x="603504" y="6391656"/>
            <a:ext cx="10405872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3D666A"/>
                </a:solidFill>
                <a:latin typeface="맑은 고딕"/>
              </a:rPr>
              <a:t/>
            </a:r>
            <a:r>
              <a:rPr sz="960">
                <a:solidFill>
                  <a:srgbClr val="3D666A"/>
                </a:solidFill>
                <a:latin typeface="맑은 고딕"/>
                <a:hlinkClick r:id="rId2"/>
              </a:rPr>
              <a:t>자료: 모바일인덱스 Data Forecast|2026.9 배달</a:t>
            </a:r>
          </a:p>
        </p:txBody>
      </p:sp>
      <p:graphicFrame>
        <p:nvGraphicFramePr>
          <p:cNvPr id="13" name="C211"/>
          <p:cNvGraphicFramePr>
            <a:graphicFrameLocks noGrp="1"/>
          </p:cNvGraphicFramePr>
          <p:nvPr/>
        </p:nvGraphicFramePr>
        <p:xfrm>
          <a:off x="548640" y="2414016"/>
          <a:ext cx="5394960" cy="29718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4" name="C212"/>
          <p:cNvGraphicFramePr>
            <a:graphicFrameLocks noGrp="1"/>
          </p:cNvGraphicFramePr>
          <p:nvPr/>
        </p:nvGraphicFramePr>
        <p:xfrm>
          <a:off x="6263640" y="2414016"/>
          <a:ext cx="5349240" cy="29718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5" name="INSIGHT"/>
          <p:cNvSpPr txBox="1"/>
          <p:nvPr/>
        </p:nvSpPr>
        <p:spPr>
          <a:xfrm>
            <a:off x="704088" y="1188720"/>
            <a:ext cx="10908792" cy="5212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3A4147"/>
                </a:solidFill>
                <a:latin typeface="맑은 고딕"/>
              </a:rPr>
              <a:t>9월 관측4개사 카드결제 1.68조원 중 배민·쿠팡이츠 합계 96.1%,</a:t>
            </a:r>
          </a:p>
          <a:p>
            <a:pPr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3A4147"/>
                </a:solidFill>
                <a:latin typeface="맑은 고딕"/>
              </a:rPr>
              <a:t>두 앱 이용자는 각각 2,406만명·1,401만명(중복 이용 가능)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CCENT"/>
          <p:cNvSpPr/>
          <p:nvPr/>
        </p:nvSpPr>
        <p:spPr>
          <a:xfrm>
            <a:off x="530352" y="731520"/>
            <a:ext cx="50292" cy="969264"/>
          </a:xfrm>
          <a:prstGeom prst="rect">
            <a:avLst/>
          </a:prstGeom>
          <a:solidFill>
            <a:srgbClr val="B65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ECTION"/>
          <p:cNvSpPr txBox="1"/>
          <p:nvPr/>
        </p:nvSpPr>
        <p:spPr>
          <a:xfrm>
            <a:off x="594360" y="274320"/>
            <a:ext cx="1097280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2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363B3D"/>
                </a:solidFill>
                <a:latin typeface="맑은 고딕"/>
              </a:rPr>
              <a:t>2026.10.22 시장·자사 분석 | 공통시장 · 07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704088" y="722376"/>
            <a:ext cx="10908792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292D32"/>
                </a:solidFill>
                <a:latin typeface="맑은 고딕"/>
              </a:rPr>
              <a:t>버거·치킨 공통 맛 검색관심</a:t>
            </a:r>
          </a:p>
        </p:txBody>
      </p:sp>
      <p:sp>
        <p:nvSpPr>
          <p:cNvPr id="6" name="FOOT_LINE"/>
          <p:cNvSpPr/>
          <p:nvPr/>
        </p:nvSpPr>
        <p:spPr>
          <a:xfrm>
            <a:off x="594360" y="6272784"/>
            <a:ext cx="11018520" cy="5486"/>
          </a:xfrm>
          <a:prstGeom prst="rect">
            <a:avLst/>
          </a:prstGeom>
          <a:solidFill>
            <a:srgbClr val="E4E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AGE"/>
          <p:cNvSpPr txBox="1"/>
          <p:nvPr/>
        </p:nvSpPr>
        <p:spPr>
          <a:xfrm>
            <a:off x="11173968" y="6391656"/>
            <a:ext cx="4114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63B3D"/>
                </a:solidFill>
                <a:latin typeface="맑은 고딕"/>
              </a:rPr>
              <a:t>07</a:t>
            </a:r>
          </a:p>
        </p:txBody>
      </p:sp>
      <p:sp>
        <p:nvSpPr>
          <p:cNvPr id="8" name="UNIT"/>
          <p:cNvSpPr txBox="1"/>
          <p:nvPr/>
        </p:nvSpPr>
        <p:spPr>
          <a:xfrm>
            <a:off x="594360" y="1810512"/>
            <a:ext cx="11018520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686E73"/>
                </a:solidFill>
                <a:latin typeface="맑은 고딕"/>
              </a:rPr>
              <a:t>월별 일평균 검색관심 | 25.01~26.10.19 · 24.01~26.10.19 각 묶음 최고일=100 · 레이블:값/(전년비)</a:t>
            </a:r>
          </a:p>
        </p:txBody>
      </p:sp>
      <p:sp>
        <p:nvSpPr>
          <p:cNvPr id="9" name="QUERY_SCOPE"/>
          <p:cNvSpPr txBox="1"/>
          <p:nvPr/>
        </p:nvSpPr>
        <p:spPr>
          <a:xfrm>
            <a:off x="594360" y="2103120"/>
            <a:ext cx="1101852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686E73"/>
                </a:solidFill>
                <a:latin typeface="맑은 고딕"/>
              </a:rPr>
              <a:t>검색어 예시 | 치킨 치즈:치즈치킨·나폴리 투움바 / 버거 치즈:치즈버거·치킨 치즈 마요 버거 / 치킨 매운맛:매운치킨·마요피뇨 / 버거 매운·고추:매운버거·맥크리스피 고추장 버터</a:t>
            </a:r>
          </a:p>
        </p:txBody>
      </p:sp>
      <p:sp>
        <p:nvSpPr>
          <p:cNvPr id="10" name="CAPTION"/>
          <p:cNvSpPr txBox="1"/>
          <p:nvPr/>
        </p:nvSpPr>
        <p:spPr>
          <a:xfrm>
            <a:off x="621792" y="5925312"/>
            <a:ext cx="10963656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86E73"/>
                </a:solidFill>
                <a:latin typeface="맑은 고딕"/>
              </a:rPr>
              <a:t>각 선의 최고 검색일=100이므로 선 높이로 검색규모·판매량을 비교하지 않습니다.26.10 전년비는 양쪽 모두10.1~19일입니다.</a:t>
            </a:r>
          </a:p>
          <a:p>
            <a:pPr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86E73"/>
                </a:solidFill>
                <a:latin typeface="맑은 고딕"/>
              </a:rPr>
              <a:t>(전년0)=비교 지수0으로 증감률 계산 불가.0은 검색이 없었다는 뜻으로 단정하지 않습니다.묶음은 중복될 수 있습니다.</a:t>
            </a:r>
          </a:p>
        </p:txBody>
      </p:sp>
      <p:sp>
        <p:nvSpPr>
          <p:cNvPr id="11" name="SOURCES"/>
          <p:cNvSpPr txBox="1"/>
          <p:nvPr/>
        </p:nvSpPr>
        <p:spPr>
          <a:xfrm>
            <a:off x="603504" y="6391656"/>
            <a:ext cx="1040587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686E73"/>
                </a:solidFill>
                <a:latin typeface="맑은 고딕"/>
              </a:rPr>
              <a:t>자료:네이버 데이터랩 | 일간·PC+모바일·성별/연령 전체 | 검색식·원값:근거Excel(Naver)</a:t>
            </a:r>
            <a:r>
              <a:rPr sz="900">
                <a:solidFill>
                  <a:srgbClr val="686E73"/>
                </a:solidFill>
                <a:latin typeface="맑은 고딕"/>
                <a:hlinkClick r:id="rId2"/>
              </a:rPr>
              <a:t> · 원본1</a:t>
            </a:r>
            <a:r>
              <a:rPr sz="900">
                <a:solidFill>
                  <a:srgbClr val="686E73"/>
                </a:solidFill>
                <a:latin typeface="맑은 고딕"/>
                <a:hlinkClick r:id="rId3"/>
              </a:rPr>
              <a:t> · 원본2</a:t>
            </a:r>
            <a:r>
              <a:rPr sz="900">
                <a:solidFill>
                  <a:srgbClr val="686E73"/>
                </a:solidFill>
                <a:latin typeface="맑은 고딕"/>
                <a:hlinkClick r:id="rId4"/>
              </a:rPr>
              <a:t> · 원본3</a:t>
            </a:r>
          </a:p>
        </p:txBody>
      </p:sp>
      <p:graphicFrame>
        <p:nvGraphicFramePr>
          <p:cNvPr id="12" name="DAILY_common_flavor"/>
          <p:cNvGraphicFramePr>
            <a:graphicFrameLocks noGrp="1"/>
          </p:cNvGraphicFramePr>
          <p:nvPr/>
        </p:nvGraphicFramePr>
        <p:xfrm>
          <a:off x="548640" y="2505456"/>
          <a:ext cx="11064240" cy="2414016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3" name="SWATCH_common_flavor_NV_XC17"/>
          <p:cNvSpPr/>
          <p:nvPr/>
        </p:nvSpPr>
        <p:spPr>
          <a:xfrm>
            <a:off x="603504" y="5140756"/>
            <a:ext cx="91440" cy="32004"/>
          </a:xfrm>
          <a:prstGeom prst="rect">
            <a:avLst/>
          </a:prstGeom>
          <a:solidFill>
            <a:srgbClr val="B58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ERIES_common_flavor_NV_XC17"/>
          <p:cNvSpPr txBox="1"/>
          <p:nvPr/>
        </p:nvSpPr>
        <p:spPr>
          <a:xfrm>
            <a:off x="749808" y="5082235"/>
            <a:ext cx="923544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>
                <a:solidFill>
                  <a:srgbClr val="B58F38"/>
                </a:solidFill>
                <a:latin typeface="맑은 고딕"/>
              </a:rPr>
              <a:t>치킨 치즈</a:t>
            </a:r>
          </a:p>
        </p:txBody>
      </p:sp>
      <p:sp>
        <p:nvSpPr>
          <p:cNvPr id="15" name="DL__common_flavor__NV_XC17__202501"/>
          <p:cNvSpPr txBox="1"/>
          <p:nvPr/>
        </p:nvSpPr>
        <p:spPr>
          <a:xfrm>
            <a:off x="15261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58F38"/>
                </a:solidFill>
                <a:latin typeface="맑은 고딕"/>
              </a:rPr>
              <a:t>5.0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58F38"/>
                </a:solidFill>
                <a:latin typeface="맑은 고딕"/>
              </a:rPr>
              <a:t>(+302.8%)</a:t>
            </a:r>
          </a:p>
        </p:txBody>
      </p:sp>
      <p:sp>
        <p:nvSpPr>
          <p:cNvPr id="16" name="DL__common_flavor__NV_XC17__202502"/>
          <p:cNvSpPr txBox="1"/>
          <p:nvPr/>
        </p:nvSpPr>
        <p:spPr>
          <a:xfrm>
            <a:off x="19833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58F38"/>
                </a:solidFill>
                <a:latin typeface="맑은 고딕"/>
              </a:rPr>
              <a:t>4.0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58F38"/>
                </a:solidFill>
                <a:latin typeface="맑은 고딕"/>
              </a:rPr>
              <a:t>(+262.1%)</a:t>
            </a:r>
          </a:p>
        </p:txBody>
      </p:sp>
      <p:sp>
        <p:nvSpPr>
          <p:cNvPr id="17" name="DL__common_flavor__NV_XC17__202503"/>
          <p:cNvSpPr txBox="1"/>
          <p:nvPr/>
        </p:nvSpPr>
        <p:spPr>
          <a:xfrm>
            <a:off x="24405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58F38"/>
                </a:solidFill>
                <a:latin typeface="맑은 고딕"/>
              </a:rPr>
              <a:t>9.5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58F38"/>
                </a:solidFill>
                <a:latin typeface="맑은 고딕"/>
              </a:rPr>
              <a:t>(+810.6%)</a:t>
            </a:r>
          </a:p>
        </p:txBody>
      </p:sp>
      <p:sp>
        <p:nvSpPr>
          <p:cNvPr id="18" name="DL__common_flavor__NV_XC17__202504"/>
          <p:cNvSpPr txBox="1"/>
          <p:nvPr/>
        </p:nvSpPr>
        <p:spPr>
          <a:xfrm>
            <a:off x="28977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58F38"/>
                </a:solidFill>
                <a:latin typeface="맑은 고딕"/>
              </a:rPr>
              <a:t>16.2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58F38"/>
                </a:solidFill>
                <a:latin typeface="맑은 고딕"/>
              </a:rPr>
              <a:t>(+1567.9%)</a:t>
            </a:r>
          </a:p>
        </p:txBody>
      </p:sp>
      <p:sp>
        <p:nvSpPr>
          <p:cNvPr id="19" name="DL__common_flavor__NV_XC17__202505"/>
          <p:cNvSpPr txBox="1"/>
          <p:nvPr/>
        </p:nvSpPr>
        <p:spPr>
          <a:xfrm>
            <a:off x="33549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58F38"/>
                </a:solidFill>
                <a:latin typeface="맑은 고딕"/>
              </a:rPr>
              <a:t>30.2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58F38"/>
                </a:solidFill>
                <a:latin typeface="맑은 고딕"/>
              </a:rPr>
              <a:t>(+3016.2%)</a:t>
            </a:r>
          </a:p>
        </p:txBody>
      </p:sp>
      <p:sp>
        <p:nvSpPr>
          <p:cNvPr id="20" name="DL__common_flavor__NV_XC17__202506"/>
          <p:cNvSpPr txBox="1"/>
          <p:nvPr/>
        </p:nvSpPr>
        <p:spPr>
          <a:xfrm>
            <a:off x="38121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58F38"/>
                </a:solidFill>
                <a:latin typeface="맑은 고딕"/>
              </a:rPr>
              <a:t>29.7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58F38"/>
                </a:solidFill>
                <a:latin typeface="맑은 고딕"/>
              </a:rPr>
              <a:t>(+2491.8%)</a:t>
            </a:r>
          </a:p>
        </p:txBody>
      </p:sp>
      <p:sp>
        <p:nvSpPr>
          <p:cNvPr id="21" name="DL__common_flavor__NV_XC17__202507"/>
          <p:cNvSpPr txBox="1"/>
          <p:nvPr/>
        </p:nvSpPr>
        <p:spPr>
          <a:xfrm>
            <a:off x="42693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58F38"/>
                </a:solidFill>
                <a:latin typeface="맑은 고딕"/>
              </a:rPr>
              <a:t>21.4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58F38"/>
                </a:solidFill>
                <a:latin typeface="맑은 고딕"/>
              </a:rPr>
              <a:t>(+1756.6%)</a:t>
            </a:r>
          </a:p>
        </p:txBody>
      </p:sp>
      <p:sp>
        <p:nvSpPr>
          <p:cNvPr id="22" name="DL__common_flavor__NV_XC17__202508"/>
          <p:cNvSpPr txBox="1"/>
          <p:nvPr/>
        </p:nvSpPr>
        <p:spPr>
          <a:xfrm>
            <a:off x="47265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58F38"/>
                </a:solidFill>
                <a:latin typeface="맑은 고딕"/>
              </a:rPr>
              <a:t>14.6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58F38"/>
                </a:solidFill>
                <a:latin typeface="맑은 고딕"/>
              </a:rPr>
              <a:t>(+1433.6%)</a:t>
            </a:r>
          </a:p>
        </p:txBody>
      </p:sp>
      <p:sp>
        <p:nvSpPr>
          <p:cNvPr id="23" name="DL__common_flavor__NV_XC17__202509"/>
          <p:cNvSpPr txBox="1"/>
          <p:nvPr/>
        </p:nvSpPr>
        <p:spPr>
          <a:xfrm>
            <a:off x="51837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58F38"/>
                </a:solidFill>
                <a:latin typeface="맑은 고딕"/>
              </a:rPr>
              <a:t>6.9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58F38"/>
                </a:solidFill>
                <a:latin typeface="맑은 고딕"/>
              </a:rPr>
              <a:t>(+864.1%)</a:t>
            </a:r>
          </a:p>
        </p:txBody>
      </p:sp>
      <p:sp>
        <p:nvSpPr>
          <p:cNvPr id="24" name="DL__common_flavor__NV_XC17__202510"/>
          <p:cNvSpPr txBox="1"/>
          <p:nvPr/>
        </p:nvSpPr>
        <p:spPr>
          <a:xfrm>
            <a:off x="56409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58F38"/>
                </a:solidFill>
                <a:latin typeface="맑은 고딕"/>
              </a:rPr>
              <a:t>6.3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58F38"/>
                </a:solidFill>
                <a:latin typeface="맑은 고딕"/>
              </a:rPr>
              <a:t>(-28.7%)</a:t>
            </a:r>
          </a:p>
        </p:txBody>
      </p:sp>
      <p:sp>
        <p:nvSpPr>
          <p:cNvPr id="25" name="DL__common_flavor__NV_XC17__202511"/>
          <p:cNvSpPr txBox="1"/>
          <p:nvPr/>
        </p:nvSpPr>
        <p:spPr>
          <a:xfrm>
            <a:off x="60981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58F38"/>
                </a:solidFill>
                <a:latin typeface="맑은 고딕"/>
              </a:rPr>
              <a:t>5.3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58F38"/>
                </a:solidFill>
                <a:latin typeface="맑은 고딕"/>
              </a:rPr>
              <a:t>(-71.8%)</a:t>
            </a:r>
          </a:p>
        </p:txBody>
      </p:sp>
      <p:sp>
        <p:nvSpPr>
          <p:cNvPr id="26" name="DL__common_flavor__NV_XC17__202512"/>
          <p:cNvSpPr txBox="1"/>
          <p:nvPr/>
        </p:nvSpPr>
        <p:spPr>
          <a:xfrm>
            <a:off x="65553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58F38"/>
                </a:solidFill>
                <a:latin typeface="맑은 고딕"/>
              </a:rPr>
              <a:t>4.5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58F38"/>
                </a:solidFill>
                <a:latin typeface="맑은 고딕"/>
              </a:rPr>
              <a:t>(-62.8%)</a:t>
            </a:r>
          </a:p>
        </p:txBody>
      </p:sp>
      <p:sp>
        <p:nvSpPr>
          <p:cNvPr id="27" name="DL__common_flavor__NV_XC17__202601"/>
          <p:cNvSpPr txBox="1"/>
          <p:nvPr/>
        </p:nvSpPr>
        <p:spPr>
          <a:xfrm>
            <a:off x="70125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58F38"/>
                </a:solidFill>
                <a:latin typeface="맑은 고딕"/>
              </a:rPr>
              <a:t>3.8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58F38"/>
                </a:solidFill>
                <a:latin typeface="맑은 고딕"/>
              </a:rPr>
              <a:t>(-24.5%)</a:t>
            </a:r>
          </a:p>
        </p:txBody>
      </p:sp>
      <p:sp>
        <p:nvSpPr>
          <p:cNvPr id="28" name="DL__common_flavor__NV_XC17__202602"/>
          <p:cNvSpPr txBox="1"/>
          <p:nvPr/>
        </p:nvSpPr>
        <p:spPr>
          <a:xfrm>
            <a:off x="74697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58F38"/>
                </a:solidFill>
                <a:latin typeface="맑은 고딕"/>
              </a:rPr>
              <a:t>3.4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58F38"/>
                </a:solidFill>
                <a:latin typeface="맑은 고딕"/>
              </a:rPr>
              <a:t>(-13.4%)</a:t>
            </a:r>
          </a:p>
        </p:txBody>
      </p:sp>
      <p:sp>
        <p:nvSpPr>
          <p:cNvPr id="29" name="DL__common_flavor__NV_XC17__202603"/>
          <p:cNvSpPr txBox="1"/>
          <p:nvPr/>
        </p:nvSpPr>
        <p:spPr>
          <a:xfrm>
            <a:off x="79269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58F38"/>
                </a:solidFill>
                <a:latin typeface="맑은 고딕"/>
              </a:rPr>
              <a:t>3.1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58F38"/>
                </a:solidFill>
                <a:latin typeface="맑은 고딕"/>
              </a:rPr>
              <a:t>(-67.0%)</a:t>
            </a:r>
          </a:p>
        </p:txBody>
      </p:sp>
      <p:sp>
        <p:nvSpPr>
          <p:cNvPr id="30" name="DL__common_flavor__NV_XC17__202604"/>
          <p:cNvSpPr txBox="1"/>
          <p:nvPr/>
        </p:nvSpPr>
        <p:spPr>
          <a:xfrm>
            <a:off x="83841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58F38"/>
                </a:solidFill>
                <a:latin typeface="맑은 고딕"/>
              </a:rPr>
              <a:t>2.4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58F38"/>
                </a:solidFill>
                <a:latin typeface="맑은 고딕"/>
              </a:rPr>
              <a:t>(-85.1%)</a:t>
            </a:r>
          </a:p>
        </p:txBody>
      </p:sp>
      <p:sp>
        <p:nvSpPr>
          <p:cNvPr id="31" name="DL__common_flavor__NV_XC17__202605"/>
          <p:cNvSpPr txBox="1"/>
          <p:nvPr/>
        </p:nvSpPr>
        <p:spPr>
          <a:xfrm>
            <a:off x="88413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58F38"/>
                </a:solidFill>
                <a:latin typeface="맑은 고딕"/>
              </a:rPr>
              <a:t>2.2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58F38"/>
                </a:solidFill>
                <a:latin typeface="맑은 고딕"/>
              </a:rPr>
              <a:t>(-92.9%)</a:t>
            </a:r>
          </a:p>
        </p:txBody>
      </p:sp>
      <p:sp>
        <p:nvSpPr>
          <p:cNvPr id="32" name="DL__common_flavor__NV_XC17__202606"/>
          <p:cNvSpPr txBox="1"/>
          <p:nvPr/>
        </p:nvSpPr>
        <p:spPr>
          <a:xfrm>
            <a:off x="92985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58F38"/>
                </a:solidFill>
                <a:latin typeface="맑은 고딕"/>
              </a:rPr>
              <a:t>2.2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58F38"/>
                </a:solidFill>
                <a:latin typeface="맑은 고딕"/>
              </a:rPr>
              <a:t>(-92.6%)</a:t>
            </a:r>
          </a:p>
        </p:txBody>
      </p:sp>
      <p:sp>
        <p:nvSpPr>
          <p:cNvPr id="33" name="DL__common_flavor__NV_XC17__202607"/>
          <p:cNvSpPr txBox="1"/>
          <p:nvPr/>
        </p:nvSpPr>
        <p:spPr>
          <a:xfrm>
            <a:off x="97557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58F38"/>
                </a:solidFill>
                <a:latin typeface="맑은 고딕"/>
              </a:rPr>
              <a:t>1.9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58F38"/>
                </a:solidFill>
                <a:latin typeface="맑은 고딕"/>
              </a:rPr>
              <a:t>(-91.1%)</a:t>
            </a:r>
          </a:p>
        </p:txBody>
      </p:sp>
      <p:sp>
        <p:nvSpPr>
          <p:cNvPr id="34" name="DL__common_flavor__NV_XC17__202608"/>
          <p:cNvSpPr txBox="1"/>
          <p:nvPr/>
        </p:nvSpPr>
        <p:spPr>
          <a:xfrm>
            <a:off x="102129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58F38"/>
                </a:solidFill>
                <a:latin typeface="맑은 고딕"/>
              </a:rPr>
              <a:t>2.0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58F38"/>
                </a:solidFill>
                <a:latin typeface="맑은 고딕"/>
              </a:rPr>
              <a:t>(-86.6%)</a:t>
            </a:r>
          </a:p>
        </p:txBody>
      </p:sp>
      <p:sp>
        <p:nvSpPr>
          <p:cNvPr id="35" name="DL__common_flavor__NV_XC17__202609"/>
          <p:cNvSpPr txBox="1"/>
          <p:nvPr/>
        </p:nvSpPr>
        <p:spPr>
          <a:xfrm>
            <a:off x="106701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58F38"/>
                </a:solidFill>
                <a:latin typeface="맑은 고딕"/>
              </a:rPr>
              <a:t>2.6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58F38"/>
                </a:solidFill>
                <a:latin typeface="맑은 고딕"/>
              </a:rPr>
              <a:t>(-62.2%)</a:t>
            </a:r>
          </a:p>
        </p:txBody>
      </p:sp>
      <p:sp>
        <p:nvSpPr>
          <p:cNvPr id="36" name="DL__common_flavor__NV_XC17__202610"/>
          <p:cNvSpPr txBox="1"/>
          <p:nvPr/>
        </p:nvSpPr>
        <p:spPr>
          <a:xfrm>
            <a:off x="111273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58F38"/>
                </a:solidFill>
                <a:latin typeface="맑은 고딕"/>
              </a:rPr>
              <a:t>4.3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58F38"/>
                </a:solidFill>
                <a:latin typeface="맑은 고딕"/>
              </a:rPr>
              <a:t>(-37.8%)</a:t>
            </a:r>
          </a:p>
        </p:txBody>
      </p:sp>
      <p:sp>
        <p:nvSpPr>
          <p:cNvPr id="37" name="SWATCH_common_flavor_NV_XB01"/>
          <p:cNvSpPr/>
          <p:nvPr/>
        </p:nvSpPr>
        <p:spPr>
          <a:xfrm>
            <a:off x="603504" y="5337352"/>
            <a:ext cx="91440" cy="32004"/>
          </a:xfrm>
          <a:prstGeom prst="rect">
            <a:avLst/>
          </a:prstGeom>
          <a:solidFill>
            <a:srgbClr val="7D6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ERIES_common_flavor_NV_XB01"/>
          <p:cNvSpPr txBox="1"/>
          <p:nvPr/>
        </p:nvSpPr>
        <p:spPr>
          <a:xfrm>
            <a:off x="749808" y="5278831"/>
            <a:ext cx="923544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>
                <a:solidFill>
                  <a:srgbClr val="7D6A2F"/>
                </a:solidFill>
                <a:latin typeface="맑은 고딕"/>
              </a:rPr>
              <a:t>버거 치즈</a:t>
            </a:r>
          </a:p>
        </p:txBody>
      </p:sp>
      <p:sp>
        <p:nvSpPr>
          <p:cNvPr id="39" name="DL__common_flavor__NV_XB01__202501"/>
          <p:cNvSpPr txBox="1"/>
          <p:nvPr/>
        </p:nvSpPr>
        <p:spPr>
          <a:xfrm>
            <a:off x="15261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27.0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(+16.8%)</a:t>
            </a:r>
          </a:p>
        </p:txBody>
      </p:sp>
      <p:sp>
        <p:nvSpPr>
          <p:cNvPr id="40" name="DL__common_flavor__NV_XB01__202502"/>
          <p:cNvSpPr txBox="1"/>
          <p:nvPr/>
        </p:nvSpPr>
        <p:spPr>
          <a:xfrm>
            <a:off x="19833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30.0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(+20.8%)</a:t>
            </a:r>
          </a:p>
        </p:txBody>
      </p:sp>
      <p:sp>
        <p:nvSpPr>
          <p:cNvPr id="41" name="DL__common_flavor__NV_XB01__202503"/>
          <p:cNvSpPr txBox="1"/>
          <p:nvPr/>
        </p:nvSpPr>
        <p:spPr>
          <a:xfrm>
            <a:off x="24405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23.9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(-1.9%)</a:t>
            </a:r>
          </a:p>
        </p:txBody>
      </p:sp>
      <p:sp>
        <p:nvSpPr>
          <p:cNvPr id="42" name="DL__common_flavor__NV_XB01__202504"/>
          <p:cNvSpPr txBox="1"/>
          <p:nvPr/>
        </p:nvSpPr>
        <p:spPr>
          <a:xfrm>
            <a:off x="28977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23.6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(-10.2%)</a:t>
            </a:r>
          </a:p>
        </p:txBody>
      </p:sp>
      <p:sp>
        <p:nvSpPr>
          <p:cNvPr id="43" name="DL__common_flavor__NV_XB01__202505"/>
          <p:cNvSpPr txBox="1"/>
          <p:nvPr/>
        </p:nvSpPr>
        <p:spPr>
          <a:xfrm>
            <a:off x="33549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23.7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(+1.1%)</a:t>
            </a:r>
          </a:p>
        </p:txBody>
      </p:sp>
      <p:sp>
        <p:nvSpPr>
          <p:cNvPr id="44" name="DL__common_flavor__NV_XB01__202506"/>
          <p:cNvSpPr txBox="1"/>
          <p:nvPr/>
        </p:nvSpPr>
        <p:spPr>
          <a:xfrm>
            <a:off x="38121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26.0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(+7.9%)</a:t>
            </a:r>
          </a:p>
        </p:txBody>
      </p:sp>
      <p:sp>
        <p:nvSpPr>
          <p:cNvPr id="45" name="DL__common_flavor__NV_XB01__202507"/>
          <p:cNvSpPr txBox="1"/>
          <p:nvPr/>
        </p:nvSpPr>
        <p:spPr>
          <a:xfrm>
            <a:off x="42693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30.8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(+19.0%)</a:t>
            </a:r>
          </a:p>
        </p:txBody>
      </p:sp>
      <p:sp>
        <p:nvSpPr>
          <p:cNvPr id="46" name="DL__common_flavor__NV_XB01__202508"/>
          <p:cNvSpPr txBox="1"/>
          <p:nvPr/>
        </p:nvSpPr>
        <p:spPr>
          <a:xfrm>
            <a:off x="47265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35.9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(+41.0%)</a:t>
            </a:r>
          </a:p>
        </p:txBody>
      </p:sp>
      <p:sp>
        <p:nvSpPr>
          <p:cNvPr id="47" name="DL__common_flavor__NV_XB01__202509"/>
          <p:cNvSpPr txBox="1"/>
          <p:nvPr/>
        </p:nvSpPr>
        <p:spPr>
          <a:xfrm>
            <a:off x="51837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28.3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(+19.1%)</a:t>
            </a:r>
          </a:p>
        </p:txBody>
      </p:sp>
      <p:sp>
        <p:nvSpPr>
          <p:cNvPr id="48" name="DL__common_flavor__NV_XB01__202510"/>
          <p:cNvSpPr txBox="1"/>
          <p:nvPr/>
        </p:nvSpPr>
        <p:spPr>
          <a:xfrm>
            <a:off x="56409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34.1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(+40.2%)</a:t>
            </a:r>
          </a:p>
        </p:txBody>
      </p:sp>
      <p:sp>
        <p:nvSpPr>
          <p:cNvPr id="49" name="DL__common_flavor__NV_XB01__202511"/>
          <p:cNvSpPr txBox="1"/>
          <p:nvPr/>
        </p:nvSpPr>
        <p:spPr>
          <a:xfrm>
            <a:off x="60981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24.9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(+7.4%)</a:t>
            </a:r>
          </a:p>
        </p:txBody>
      </p:sp>
      <p:sp>
        <p:nvSpPr>
          <p:cNvPr id="50" name="DL__common_flavor__NV_XB01__202512"/>
          <p:cNvSpPr txBox="1"/>
          <p:nvPr/>
        </p:nvSpPr>
        <p:spPr>
          <a:xfrm>
            <a:off x="65553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26.8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(+4.5%)</a:t>
            </a:r>
          </a:p>
        </p:txBody>
      </p:sp>
      <p:sp>
        <p:nvSpPr>
          <p:cNvPr id="51" name="DL__common_flavor__NV_XB01__202601"/>
          <p:cNvSpPr txBox="1"/>
          <p:nvPr/>
        </p:nvSpPr>
        <p:spPr>
          <a:xfrm>
            <a:off x="70125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21.9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(-19.1%)</a:t>
            </a:r>
          </a:p>
        </p:txBody>
      </p:sp>
      <p:sp>
        <p:nvSpPr>
          <p:cNvPr id="52" name="DL__common_flavor__NV_XB01__202602"/>
          <p:cNvSpPr txBox="1"/>
          <p:nvPr/>
        </p:nvSpPr>
        <p:spPr>
          <a:xfrm>
            <a:off x="74697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16.6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(-44.6%)</a:t>
            </a:r>
          </a:p>
        </p:txBody>
      </p:sp>
      <p:sp>
        <p:nvSpPr>
          <p:cNvPr id="53" name="DL__common_flavor__NV_XB01__202603"/>
          <p:cNvSpPr txBox="1"/>
          <p:nvPr/>
        </p:nvSpPr>
        <p:spPr>
          <a:xfrm>
            <a:off x="79269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17.8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(-25.7%)</a:t>
            </a:r>
          </a:p>
        </p:txBody>
      </p:sp>
      <p:sp>
        <p:nvSpPr>
          <p:cNvPr id="54" name="DL__common_flavor__NV_XB01__202604"/>
          <p:cNvSpPr txBox="1"/>
          <p:nvPr/>
        </p:nvSpPr>
        <p:spPr>
          <a:xfrm>
            <a:off x="83841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15.9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(-32.7%)</a:t>
            </a:r>
          </a:p>
        </p:txBody>
      </p:sp>
      <p:sp>
        <p:nvSpPr>
          <p:cNvPr id="55" name="DL__common_flavor__NV_XB01__202605"/>
          <p:cNvSpPr txBox="1"/>
          <p:nvPr/>
        </p:nvSpPr>
        <p:spPr>
          <a:xfrm>
            <a:off x="88413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15.8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(-33.4%)</a:t>
            </a:r>
          </a:p>
        </p:txBody>
      </p:sp>
      <p:sp>
        <p:nvSpPr>
          <p:cNvPr id="56" name="DL__common_flavor__NV_XB01__202606"/>
          <p:cNvSpPr txBox="1"/>
          <p:nvPr/>
        </p:nvSpPr>
        <p:spPr>
          <a:xfrm>
            <a:off x="92985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17.5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(-32.7%)</a:t>
            </a:r>
          </a:p>
        </p:txBody>
      </p:sp>
      <p:sp>
        <p:nvSpPr>
          <p:cNvPr id="57" name="DL__common_flavor__NV_XB01__202607"/>
          <p:cNvSpPr txBox="1"/>
          <p:nvPr/>
        </p:nvSpPr>
        <p:spPr>
          <a:xfrm>
            <a:off x="97557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15.5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(-49.7%)</a:t>
            </a:r>
          </a:p>
        </p:txBody>
      </p:sp>
      <p:sp>
        <p:nvSpPr>
          <p:cNvPr id="58" name="DL__common_flavor__NV_XB01__202608"/>
          <p:cNvSpPr txBox="1"/>
          <p:nvPr/>
        </p:nvSpPr>
        <p:spPr>
          <a:xfrm>
            <a:off x="102129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16.0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(-55.4%)</a:t>
            </a:r>
          </a:p>
        </p:txBody>
      </p:sp>
      <p:sp>
        <p:nvSpPr>
          <p:cNvPr id="59" name="DL__common_flavor__NV_XB01__202609"/>
          <p:cNvSpPr txBox="1"/>
          <p:nvPr/>
        </p:nvSpPr>
        <p:spPr>
          <a:xfrm>
            <a:off x="106701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13.8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(-51.1%)</a:t>
            </a:r>
          </a:p>
        </p:txBody>
      </p:sp>
      <p:sp>
        <p:nvSpPr>
          <p:cNvPr id="60" name="DL__common_flavor__NV_XB01__202610"/>
          <p:cNvSpPr txBox="1"/>
          <p:nvPr/>
        </p:nvSpPr>
        <p:spPr>
          <a:xfrm>
            <a:off x="111273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14.6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(-59.6%)</a:t>
            </a:r>
          </a:p>
        </p:txBody>
      </p:sp>
      <p:sp>
        <p:nvSpPr>
          <p:cNvPr id="61" name="SWATCH_common_flavor_NV_XC14"/>
          <p:cNvSpPr/>
          <p:nvPr/>
        </p:nvSpPr>
        <p:spPr>
          <a:xfrm>
            <a:off x="603504" y="5533948"/>
            <a:ext cx="91440" cy="32004"/>
          </a:xfrm>
          <a:prstGeom prst="rect">
            <a:avLst/>
          </a:prstGeom>
          <a:solidFill>
            <a:srgbClr val="B65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SERIES_common_flavor_NV_XC14"/>
          <p:cNvSpPr txBox="1"/>
          <p:nvPr/>
        </p:nvSpPr>
        <p:spPr>
          <a:xfrm>
            <a:off x="749808" y="5475427"/>
            <a:ext cx="923544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>
                <a:solidFill>
                  <a:srgbClr val="B65346"/>
                </a:solidFill>
                <a:latin typeface="맑은 고딕"/>
              </a:rPr>
              <a:t>치킨 매운맛</a:t>
            </a:r>
          </a:p>
        </p:txBody>
      </p:sp>
      <p:sp>
        <p:nvSpPr>
          <p:cNvPr id="63" name="DL__common_flavor__NV_XC14__202501"/>
          <p:cNvSpPr txBox="1"/>
          <p:nvPr/>
        </p:nvSpPr>
        <p:spPr>
          <a:xfrm>
            <a:off x="15261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8.4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(-3.7%)</a:t>
            </a:r>
          </a:p>
        </p:txBody>
      </p:sp>
      <p:sp>
        <p:nvSpPr>
          <p:cNvPr id="64" name="DL__common_flavor__NV_XC14__202502"/>
          <p:cNvSpPr txBox="1"/>
          <p:nvPr/>
        </p:nvSpPr>
        <p:spPr>
          <a:xfrm>
            <a:off x="19833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7.9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(-10.0%)</a:t>
            </a:r>
          </a:p>
        </p:txBody>
      </p:sp>
      <p:sp>
        <p:nvSpPr>
          <p:cNvPr id="65" name="DL__common_flavor__NV_XC14__202503"/>
          <p:cNvSpPr txBox="1"/>
          <p:nvPr/>
        </p:nvSpPr>
        <p:spPr>
          <a:xfrm>
            <a:off x="24405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8.1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(-1.0%)</a:t>
            </a:r>
          </a:p>
        </p:txBody>
      </p:sp>
      <p:sp>
        <p:nvSpPr>
          <p:cNvPr id="66" name="DL__common_flavor__NV_XC14__202504"/>
          <p:cNvSpPr txBox="1"/>
          <p:nvPr/>
        </p:nvSpPr>
        <p:spPr>
          <a:xfrm>
            <a:off x="28977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6.9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(-8.4%)</a:t>
            </a:r>
          </a:p>
        </p:txBody>
      </p:sp>
      <p:sp>
        <p:nvSpPr>
          <p:cNvPr id="67" name="DL__common_flavor__NV_XC14__202505"/>
          <p:cNvSpPr txBox="1"/>
          <p:nvPr/>
        </p:nvSpPr>
        <p:spPr>
          <a:xfrm>
            <a:off x="33549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6.5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(-11.5%)</a:t>
            </a:r>
          </a:p>
        </p:txBody>
      </p:sp>
      <p:sp>
        <p:nvSpPr>
          <p:cNvPr id="68" name="DL__common_flavor__NV_XC14__202506"/>
          <p:cNvSpPr txBox="1"/>
          <p:nvPr/>
        </p:nvSpPr>
        <p:spPr>
          <a:xfrm>
            <a:off x="38121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6.3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(-27.0%)</a:t>
            </a:r>
          </a:p>
        </p:txBody>
      </p:sp>
      <p:sp>
        <p:nvSpPr>
          <p:cNvPr id="69" name="DL__common_flavor__NV_XC14__202507"/>
          <p:cNvSpPr txBox="1"/>
          <p:nvPr/>
        </p:nvSpPr>
        <p:spPr>
          <a:xfrm>
            <a:off x="42693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6.6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(-35.4%)</a:t>
            </a:r>
          </a:p>
        </p:txBody>
      </p:sp>
      <p:sp>
        <p:nvSpPr>
          <p:cNvPr id="70" name="DL__common_flavor__NV_XC14__202508"/>
          <p:cNvSpPr txBox="1"/>
          <p:nvPr/>
        </p:nvSpPr>
        <p:spPr>
          <a:xfrm>
            <a:off x="47265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6.8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(-27.4%)</a:t>
            </a:r>
          </a:p>
        </p:txBody>
      </p:sp>
      <p:sp>
        <p:nvSpPr>
          <p:cNvPr id="71" name="DL__common_flavor__NV_XC14__202509"/>
          <p:cNvSpPr txBox="1"/>
          <p:nvPr/>
        </p:nvSpPr>
        <p:spPr>
          <a:xfrm>
            <a:off x="51837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6.1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(-27.3%)</a:t>
            </a:r>
          </a:p>
        </p:txBody>
      </p:sp>
      <p:sp>
        <p:nvSpPr>
          <p:cNvPr id="72" name="DL__common_flavor__NV_XC14__202510"/>
          <p:cNvSpPr txBox="1"/>
          <p:nvPr/>
        </p:nvSpPr>
        <p:spPr>
          <a:xfrm>
            <a:off x="56409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6.4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(-13.9%)</a:t>
            </a:r>
          </a:p>
        </p:txBody>
      </p:sp>
      <p:sp>
        <p:nvSpPr>
          <p:cNvPr id="73" name="DL__common_flavor__NV_XC14__202511"/>
          <p:cNvSpPr txBox="1"/>
          <p:nvPr/>
        </p:nvSpPr>
        <p:spPr>
          <a:xfrm>
            <a:off x="60981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5.5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(-28.1%)</a:t>
            </a:r>
          </a:p>
        </p:txBody>
      </p:sp>
      <p:sp>
        <p:nvSpPr>
          <p:cNvPr id="74" name="DL__common_flavor__NV_XC14__202512"/>
          <p:cNvSpPr txBox="1"/>
          <p:nvPr/>
        </p:nvSpPr>
        <p:spPr>
          <a:xfrm>
            <a:off x="65553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5.7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(-27.1%)</a:t>
            </a:r>
          </a:p>
        </p:txBody>
      </p:sp>
      <p:sp>
        <p:nvSpPr>
          <p:cNvPr id="75" name="DL__common_flavor__NV_XC14__202601"/>
          <p:cNvSpPr txBox="1"/>
          <p:nvPr/>
        </p:nvSpPr>
        <p:spPr>
          <a:xfrm>
            <a:off x="70125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5.2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(-38.1%)</a:t>
            </a:r>
          </a:p>
        </p:txBody>
      </p:sp>
      <p:sp>
        <p:nvSpPr>
          <p:cNvPr id="76" name="DL__common_flavor__NV_XC14__202602"/>
          <p:cNvSpPr txBox="1"/>
          <p:nvPr/>
        </p:nvSpPr>
        <p:spPr>
          <a:xfrm>
            <a:off x="74697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35.2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(+346.1%)</a:t>
            </a:r>
          </a:p>
        </p:txBody>
      </p:sp>
      <p:sp>
        <p:nvSpPr>
          <p:cNvPr id="77" name="DL__common_flavor__NV_XC14__202603"/>
          <p:cNvSpPr txBox="1"/>
          <p:nvPr/>
        </p:nvSpPr>
        <p:spPr>
          <a:xfrm>
            <a:off x="79269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12.5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(+55.2%)</a:t>
            </a:r>
          </a:p>
        </p:txBody>
      </p:sp>
      <p:sp>
        <p:nvSpPr>
          <p:cNvPr id="78" name="DL__common_flavor__NV_XC14__202604"/>
          <p:cNvSpPr txBox="1"/>
          <p:nvPr/>
        </p:nvSpPr>
        <p:spPr>
          <a:xfrm>
            <a:off x="83841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7.8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(+13.3%)</a:t>
            </a:r>
          </a:p>
        </p:txBody>
      </p:sp>
      <p:sp>
        <p:nvSpPr>
          <p:cNvPr id="79" name="DL__common_flavor__NV_XC14__202605"/>
          <p:cNvSpPr txBox="1"/>
          <p:nvPr/>
        </p:nvSpPr>
        <p:spPr>
          <a:xfrm>
            <a:off x="88413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6.1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(-6.5%)</a:t>
            </a:r>
          </a:p>
        </p:txBody>
      </p:sp>
      <p:sp>
        <p:nvSpPr>
          <p:cNvPr id="80" name="DL__common_flavor__NV_XC14__202606"/>
          <p:cNvSpPr txBox="1"/>
          <p:nvPr/>
        </p:nvSpPr>
        <p:spPr>
          <a:xfrm>
            <a:off x="92985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5.3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(-16.5%)</a:t>
            </a:r>
          </a:p>
        </p:txBody>
      </p:sp>
      <p:sp>
        <p:nvSpPr>
          <p:cNvPr id="81" name="DL__common_flavor__NV_XC14__202607"/>
          <p:cNvSpPr txBox="1"/>
          <p:nvPr/>
        </p:nvSpPr>
        <p:spPr>
          <a:xfrm>
            <a:off x="97557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5.0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(-24.5%)</a:t>
            </a:r>
          </a:p>
        </p:txBody>
      </p:sp>
      <p:sp>
        <p:nvSpPr>
          <p:cNvPr id="82" name="DL__common_flavor__NV_XC14__202608"/>
          <p:cNvSpPr txBox="1"/>
          <p:nvPr/>
        </p:nvSpPr>
        <p:spPr>
          <a:xfrm>
            <a:off x="102129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4.5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(-32.9%)</a:t>
            </a:r>
          </a:p>
        </p:txBody>
      </p:sp>
      <p:sp>
        <p:nvSpPr>
          <p:cNvPr id="83" name="DL__common_flavor__NV_XC14__202609"/>
          <p:cNvSpPr txBox="1"/>
          <p:nvPr/>
        </p:nvSpPr>
        <p:spPr>
          <a:xfrm>
            <a:off x="106701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4.0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(-34.7%)</a:t>
            </a:r>
          </a:p>
        </p:txBody>
      </p:sp>
      <p:sp>
        <p:nvSpPr>
          <p:cNvPr id="84" name="DL__common_flavor__NV_XC14__202610"/>
          <p:cNvSpPr txBox="1"/>
          <p:nvPr/>
        </p:nvSpPr>
        <p:spPr>
          <a:xfrm>
            <a:off x="111273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3.9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(-41.8%)</a:t>
            </a:r>
          </a:p>
        </p:txBody>
      </p:sp>
      <p:sp>
        <p:nvSpPr>
          <p:cNvPr id="85" name="SWATCH_common_flavor_NV_XB03"/>
          <p:cNvSpPr/>
          <p:nvPr/>
        </p:nvSpPr>
        <p:spPr>
          <a:xfrm>
            <a:off x="603504" y="5730544"/>
            <a:ext cx="91440" cy="32004"/>
          </a:xfrm>
          <a:prstGeom prst="rect">
            <a:avLst/>
          </a:prstGeom>
          <a:solidFill>
            <a:srgbClr val="7B4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SERIES_common_flavor_NV_XB03"/>
          <p:cNvSpPr txBox="1"/>
          <p:nvPr/>
        </p:nvSpPr>
        <p:spPr>
          <a:xfrm>
            <a:off x="749808" y="5672023"/>
            <a:ext cx="923544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>
                <a:solidFill>
                  <a:srgbClr val="7B4147"/>
                </a:solidFill>
                <a:latin typeface="맑은 고딕"/>
              </a:rPr>
              <a:t>버거 매운·고추</a:t>
            </a:r>
          </a:p>
        </p:txBody>
      </p:sp>
      <p:sp>
        <p:nvSpPr>
          <p:cNvPr id="87" name="DL__common_flavor__NV_XB03__202501"/>
          <p:cNvSpPr txBox="1"/>
          <p:nvPr/>
        </p:nvSpPr>
        <p:spPr>
          <a:xfrm>
            <a:off x="15261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33.9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(+2.9%)</a:t>
            </a:r>
          </a:p>
        </p:txBody>
      </p:sp>
      <p:sp>
        <p:nvSpPr>
          <p:cNvPr id="88" name="DL__common_flavor__NV_XB03__202502"/>
          <p:cNvSpPr txBox="1"/>
          <p:nvPr/>
        </p:nvSpPr>
        <p:spPr>
          <a:xfrm>
            <a:off x="19833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37.4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(+6.4%)</a:t>
            </a:r>
          </a:p>
        </p:txBody>
      </p:sp>
      <p:sp>
        <p:nvSpPr>
          <p:cNvPr id="89" name="DL__common_flavor__NV_XB03__202503"/>
          <p:cNvSpPr txBox="1"/>
          <p:nvPr/>
        </p:nvSpPr>
        <p:spPr>
          <a:xfrm>
            <a:off x="24405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28.6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(-17.2%)</a:t>
            </a:r>
          </a:p>
        </p:txBody>
      </p:sp>
      <p:sp>
        <p:nvSpPr>
          <p:cNvPr id="90" name="DL__common_flavor__NV_XB03__202504"/>
          <p:cNvSpPr txBox="1"/>
          <p:nvPr/>
        </p:nvSpPr>
        <p:spPr>
          <a:xfrm>
            <a:off x="28977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28.4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(-22.4%)</a:t>
            </a:r>
          </a:p>
        </p:txBody>
      </p:sp>
      <p:sp>
        <p:nvSpPr>
          <p:cNvPr id="91" name="DL__common_flavor__NV_XB03__202505"/>
          <p:cNvSpPr txBox="1"/>
          <p:nvPr/>
        </p:nvSpPr>
        <p:spPr>
          <a:xfrm>
            <a:off x="33549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29.1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(-13.4%)</a:t>
            </a:r>
          </a:p>
        </p:txBody>
      </p:sp>
      <p:sp>
        <p:nvSpPr>
          <p:cNvPr id="92" name="DL__common_flavor__NV_XB03__202506"/>
          <p:cNvSpPr txBox="1"/>
          <p:nvPr/>
        </p:nvSpPr>
        <p:spPr>
          <a:xfrm>
            <a:off x="38121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42.1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(+24.7%)</a:t>
            </a:r>
          </a:p>
        </p:txBody>
      </p:sp>
      <p:sp>
        <p:nvSpPr>
          <p:cNvPr id="93" name="DL__common_flavor__NV_XB03__202507"/>
          <p:cNvSpPr txBox="1"/>
          <p:nvPr/>
        </p:nvSpPr>
        <p:spPr>
          <a:xfrm>
            <a:off x="42693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31.7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(-21.5%)</a:t>
            </a:r>
          </a:p>
        </p:txBody>
      </p:sp>
      <p:sp>
        <p:nvSpPr>
          <p:cNvPr id="94" name="DL__common_flavor__NV_XB03__202508"/>
          <p:cNvSpPr txBox="1"/>
          <p:nvPr/>
        </p:nvSpPr>
        <p:spPr>
          <a:xfrm>
            <a:off x="47265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30.7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(-12.5%)</a:t>
            </a:r>
          </a:p>
        </p:txBody>
      </p:sp>
      <p:sp>
        <p:nvSpPr>
          <p:cNvPr id="95" name="DL__common_flavor__NV_XB03__202509"/>
          <p:cNvSpPr txBox="1"/>
          <p:nvPr/>
        </p:nvSpPr>
        <p:spPr>
          <a:xfrm>
            <a:off x="51837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30.2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(-17.3%)</a:t>
            </a:r>
          </a:p>
        </p:txBody>
      </p:sp>
      <p:sp>
        <p:nvSpPr>
          <p:cNvPr id="96" name="DL__common_flavor__NV_XB03__202510"/>
          <p:cNvSpPr txBox="1"/>
          <p:nvPr/>
        </p:nvSpPr>
        <p:spPr>
          <a:xfrm>
            <a:off x="56409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30.2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(-11.4%)</a:t>
            </a:r>
          </a:p>
        </p:txBody>
      </p:sp>
      <p:sp>
        <p:nvSpPr>
          <p:cNvPr id="97" name="DL__common_flavor__NV_XB03__202511"/>
          <p:cNvSpPr txBox="1"/>
          <p:nvPr/>
        </p:nvSpPr>
        <p:spPr>
          <a:xfrm>
            <a:off x="60981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26.6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(-20.4%)</a:t>
            </a:r>
          </a:p>
        </p:txBody>
      </p:sp>
      <p:sp>
        <p:nvSpPr>
          <p:cNvPr id="98" name="DL__common_flavor__NV_XB03__202512"/>
          <p:cNvSpPr txBox="1"/>
          <p:nvPr/>
        </p:nvSpPr>
        <p:spPr>
          <a:xfrm>
            <a:off x="65553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26.8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(-26.4%)</a:t>
            </a:r>
          </a:p>
        </p:txBody>
      </p:sp>
      <p:sp>
        <p:nvSpPr>
          <p:cNvPr id="99" name="DL__common_flavor__NV_XB03__202601"/>
          <p:cNvSpPr txBox="1"/>
          <p:nvPr/>
        </p:nvSpPr>
        <p:spPr>
          <a:xfrm>
            <a:off x="70125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23.8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(-29.8%)</a:t>
            </a:r>
          </a:p>
        </p:txBody>
      </p:sp>
      <p:sp>
        <p:nvSpPr>
          <p:cNvPr id="100" name="DL__common_flavor__NV_XB03__202602"/>
          <p:cNvSpPr txBox="1"/>
          <p:nvPr/>
        </p:nvSpPr>
        <p:spPr>
          <a:xfrm>
            <a:off x="74697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20.6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(-44.9%)</a:t>
            </a:r>
          </a:p>
        </p:txBody>
      </p:sp>
      <p:sp>
        <p:nvSpPr>
          <p:cNvPr id="101" name="DL__common_flavor__NV_XB03__202603"/>
          <p:cNvSpPr txBox="1"/>
          <p:nvPr/>
        </p:nvSpPr>
        <p:spPr>
          <a:xfrm>
            <a:off x="79269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24.3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(-15.3%)</a:t>
            </a:r>
          </a:p>
        </p:txBody>
      </p:sp>
      <p:sp>
        <p:nvSpPr>
          <p:cNvPr id="102" name="DL__common_flavor__NV_XB03__202604"/>
          <p:cNvSpPr txBox="1"/>
          <p:nvPr/>
        </p:nvSpPr>
        <p:spPr>
          <a:xfrm>
            <a:off x="83841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21.6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(-24.0%)</a:t>
            </a:r>
          </a:p>
        </p:txBody>
      </p:sp>
      <p:sp>
        <p:nvSpPr>
          <p:cNvPr id="103" name="DL__common_flavor__NV_XB03__202605"/>
          <p:cNvSpPr txBox="1"/>
          <p:nvPr/>
        </p:nvSpPr>
        <p:spPr>
          <a:xfrm>
            <a:off x="88413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21.7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(-25.6%)</a:t>
            </a:r>
          </a:p>
        </p:txBody>
      </p:sp>
      <p:sp>
        <p:nvSpPr>
          <p:cNvPr id="104" name="DL__common_flavor__NV_XB03__202606"/>
          <p:cNvSpPr txBox="1"/>
          <p:nvPr/>
        </p:nvSpPr>
        <p:spPr>
          <a:xfrm>
            <a:off x="92985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24.0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(-42.8%)</a:t>
            </a:r>
          </a:p>
        </p:txBody>
      </p:sp>
      <p:sp>
        <p:nvSpPr>
          <p:cNvPr id="105" name="DL__common_flavor__NV_XB03__202607"/>
          <p:cNvSpPr txBox="1"/>
          <p:nvPr/>
        </p:nvSpPr>
        <p:spPr>
          <a:xfrm>
            <a:off x="97557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24.7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(-22.2%)</a:t>
            </a:r>
          </a:p>
        </p:txBody>
      </p:sp>
      <p:sp>
        <p:nvSpPr>
          <p:cNvPr id="106" name="DL__common_flavor__NV_XB03__202608"/>
          <p:cNvSpPr txBox="1"/>
          <p:nvPr/>
        </p:nvSpPr>
        <p:spPr>
          <a:xfrm>
            <a:off x="102129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23.2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(-24.5%)</a:t>
            </a:r>
          </a:p>
        </p:txBody>
      </p:sp>
      <p:sp>
        <p:nvSpPr>
          <p:cNvPr id="107" name="DL__common_flavor__NV_XB03__202609"/>
          <p:cNvSpPr txBox="1"/>
          <p:nvPr/>
        </p:nvSpPr>
        <p:spPr>
          <a:xfrm>
            <a:off x="106701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47.2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(+56.3%)</a:t>
            </a:r>
          </a:p>
        </p:txBody>
      </p:sp>
      <p:sp>
        <p:nvSpPr>
          <p:cNvPr id="108" name="DL__common_flavor__NV_XB03__202610"/>
          <p:cNvSpPr txBox="1"/>
          <p:nvPr/>
        </p:nvSpPr>
        <p:spPr>
          <a:xfrm>
            <a:off x="111273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64.9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(+133.6%)</a:t>
            </a:r>
          </a:p>
        </p:txBody>
      </p:sp>
      <p:sp>
        <p:nvSpPr>
          <p:cNvPr id="109" name="INSIGHT"/>
          <p:cNvSpPr txBox="1"/>
          <p:nvPr/>
        </p:nvSpPr>
        <p:spPr>
          <a:xfrm>
            <a:off x="704088" y="1188720"/>
            <a:ext cx="10908792" cy="5212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50"/>
              </a:lnSpc>
              <a:spcBef>
                <a:spcPts val="0"/>
              </a:spcBef>
              <a:spcAft>
                <a:spcPts val="0"/>
              </a:spcAft>
            </a:pPr>
            <a:r>
              <a:rPr sz="1750">
                <a:solidFill>
                  <a:srgbClr val="3A4147"/>
                </a:solidFill>
                <a:latin typeface="맑은 고딕"/>
              </a:rPr>
              <a:t>2026.10.1~19 전년비, 버거 매운·고추 +133.6%·치킨 매운맛 −41.8%,</a:t>
            </a:r>
          </a:p>
          <a:p>
            <a:pPr>
              <a:lnSpc>
                <a:spcPts val="1850"/>
              </a:lnSpc>
              <a:spcBef>
                <a:spcPts val="0"/>
              </a:spcBef>
              <a:spcAft>
                <a:spcPts val="0"/>
              </a:spcAft>
            </a:pPr>
            <a:r>
              <a:rPr sz="1750">
                <a:solidFill>
                  <a:srgbClr val="3A4147"/>
                </a:solidFill>
                <a:latin typeface="맑은 고딕"/>
              </a:rPr>
              <a:t>치즈 검색지수는 버거 −59.6%·치킨 −37.8%로 모두 하락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CCENT"/>
          <p:cNvSpPr/>
          <p:nvPr/>
        </p:nvSpPr>
        <p:spPr>
          <a:xfrm>
            <a:off x="530352" y="731520"/>
            <a:ext cx="50292" cy="969264"/>
          </a:xfrm>
          <a:prstGeom prst="rect">
            <a:avLst/>
          </a:prstGeom>
          <a:solidFill>
            <a:srgbClr val="B65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ECTION"/>
          <p:cNvSpPr txBox="1"/>
          <p:nvPr/>
        </p:nvSpPr>
        <p:spPr>
          <a:xfrm>
            <a:off x="594360" y="274320"/>
            <a:ext cx="1097280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2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363B3D"/>
                </a:solidFill>
                <a:latin typeface="맑은 고딕"/>
              </a:rPr>
              <a:t>2026.10.22 시장·자사 분석 | 버거 · 08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704088" y="722376"/>
            <a:ext cx="10908792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292D32"/>
                </a:solidFill>
                <a:latin typeface="맑은 고딕"/>
              </a:rPr>
              <a:t>버거 브랜드별 온라인 언급</a:t>
            </a:r>
          </a:p>
        </p:txBody>
      </p:sp>
      <p:sp>
        <p:nvSpPr>
          <p:cNvPr id="6" name="FOOT_LINE"/>
          <p:cNvSpPr/>
          <p:nvPr/>
        </p:nvSpPr>
        <p:spPr>
          <a:xfrm>
            <a:off x="594360" y="6272784"/>
            <a:ext cx="11018520" cy="5486"/>
          </a:xfrm>
          <a:prstGeom prst="rect">
            <a:avLst/>
          </a:prstGeom>
          <a:solidFill>
            <a:srgbClr val="E4E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AGE"/>
          <p:cNvSpPr txBox="1"/>
          <p:nvPr/>
        </p:nvSpPr>
        <p:spPr>
          <a:xfrm>
            <a:off x="11173968" y="6391656"/>
            <a:ext cx="4114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63B3D"/>
                </a:solidFill>
                <a:latin typeface="맑은 고딕"/>
              </a:rPr>
              <a:t>08</a:t>
            </a:r>
          </a:p>
        </p:txBody>
      </p:sp>
      <p:sp>
        <p:nvSpPr>
          <p:cNvPr id="8" name="UNIT"/>
          <p:cNvSpPr txBox="1"/>
          <p:nvPr/>
        </p:nvSpPr>
        <p:spPr>
          <a:xfrm>
            <a:off x="594360" y="1810512"/>
            <a:ext cx="11018520" cy="265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86E73"/>
                </a:solidFill>
                <a:latin typeface="맑은 고딕"/>
              </a:rPr>
              <a:t>2026.01~09(완전월) · 월별 일평균 언급 문서(건/일) = 각 월 원건수 ÷ 실제 달력일수</a:t>
            </a:r>
          </a:p>
        </p:txBody>
      </p:sp>
      <p:sp>
        <p:nvSpPr>
          <p:cNvPr id="9" name="QUERY_SCOPE"/>
          <p:cNvSpPr txBox="1"/>
          <p:nvPr/>
        </p:nvSpPr>
        <p:spPr>
          <a:xfrm>
            <a:off x="594360" y="2130552"/>
            <a:ext cx="11018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86E73"/>
                </a:solidFill>
                <a:latin typeface="맑은 고딕"/>
              </a:rPr>
              <a:t>실제 검색어 | 맘스터치 · 롯데리아 · 맥도날드 · 버거킹 · kfc · 노브랜드버거</a:t>
            </a:r>
          </a:p>
        </p:txBody>
      </p:sp>
      <p:sp>
        <p:nvSpPr>
          <p:cNvPr id="10" name="CAPTION"/>
          <p:cNvSpPr txBox="1"/>
          <p:nvPr/>
        </p:nvSpPr>
        <p:spPr>
          <a:xfrm>
            <a:off x="621792" y="5779008"/>
            <a:ext cx="10963656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86E73"/>
                </a:solidFill>
                <a:latin typeface="맑은 고딕"/>
              </a:rPr>
              <a:t>썸트렌드(바이브컴퍼니)의 브랜드명 포함 게시물·기사 수이며 매출·구매자·긍정평가가 아닙니다.</a:t>
            </a:r>
          </a:p>
          <a:p>
            <a:pPr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86E73"/>
                </a:solidFill>
                <a:latin typeface="맑은 고딕"/>
              </a:rPr>
              <a:t>인스타그램·블로그·뉴스/커뮤니티 제외·보정OFF. 9월 귀칼·청사초롱 행사와 언급증가의 인과는 확정하지 않습니다.</a:t>
            </a:r>
          </a:p>
          <a:p>
            <a:pPr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86E73"/>
                </a:solidFill>
                <a:latin typeface="맑은 고딕"/>
              </a:rPr>
              <a:t>1~9월 완전월 시계열이며 10/22 후덕죽2차 출시 이후 반응은 포함하지 않습니다.</a:t>
            </a:r>
          </a:p>
        </p:txBody>
      </p:sp>
      <p:sp>
        <p:nvSpPr>
          <p:cNvPr id="11" name="SOURCES"/>
          <p:cNvSpPr txBox="1"/>
          <p:nvPr/>
        </p:nvSpPr>
        <p:spPr>
          <a:xfrm>
            <a:off x="603504" y="6391656"/>
            <a:ext cx="1040587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686E73"/>
                </a:solidFill>
                <a:latin typeface="맑은 고딕"/>
              </a:rPr>
              <a:t>자료:썸트렌드 월별 공개 툴팁 | 2026.01~09 완전월 | 원건수·채널별 검산:근거Excel(SOME)</a:t>
            </a:r>
            <a:r>
              <a:rPr sz="900">
                <a:solidFill>
                  <a:srgbClr val="686E73"/>
                </a:solidFill>
                <a:latin typeface="맑은 고딕"/>
                <a:hlinkClick r:id="rId2"/>
              </a:rPr>
              <a:t> · 원본1</a:t>
            </a:r>
            <a:r>
              <a:rPr sz="900">
                <a:solidFill>
                  <a:srgbClr val="686E73"/>
                </a:solidFill>
                <a:latin typeface="맑은 고딕"/>
                <a:hlinkClick r:id="rId3"/>
              </a:rPr>
              <a:t> · 원본2</a:t>
            </a:r>
            <a:r>
              <a:rPr sz="900">
                <a:solidFill>
                  <a:srgbClr val="686E73"/>
                </a:solidFill>
                <a:latin typeface="맑은 고딕"/>
                <a:hlinkClick r:id="rId4"/>
              </a:rPr>
              <a:t> · 원본3</a:t>
            </a:r>
            <a:r>
              <a:rPr sz="900">
                <a:solidFill>
                  <a:srgbClr val="686E73"/>
                </a:solidFill>
                <a:latin typeface="맑은 고딕"/>
                <a:hlinkClick r:id="rId5"/>
              </a:rPr>
              <a:t> · 원본4</a:t>
            </a:r>
            <a:r>
              <a:rPr sz="900">
                <a:solidFill>
                  <a:srgbClr val="686E73"/>
                </a:solidFill>
                <a:latin typeface="맑은 고딕"/>
                <a:hlinkClick r:id="rId6"/>
              </a:rPr>
              <a:t> · 원본5</a:t>
            </a:r>
            <a:r>
              <a:rPr sz="900">
                <a:solidFill>
                  <a:srgbClr val="686E73"/>
                </a:solidFill>
                <a:latin typeface="맑은 고딕"/>
                <a:hlinkClick r:id="rId7"/>
              </a:rPr>
              <a:t> · 원본6</a:t>
            </a:r>
          </a:p>
        </p:txBody>
      </p:sp>
      <p:graphicFrame>
        <p:nvGraphicFramePr>
          <p:cNvPr id="12" name="DAILY_burger_brand"/>
          <p:cNvGraphicFramePr>
            <a:graphicFrameLocks noGrp="1"/>
          </p:cNvGraphicFramePr>
          <p:nvPr/>
        </p:nvGraphicFramePr>
        <p:xfrm>
          <a:off x="548640" y="2505456"/>
          <a:ext cx="11064240" cy="1892807"/>
        </p:xfrm>
        <a:graphic>
          <a:graphicData uri="http://schemas.openxmlformats.org/drawingml/2006/chart">
            <c:chart xmlns:c="http://schemas.openxmlformats.org/drawingml/2006/chart" r:id="rId9"/>
          </a:graphicData>
        </a:graphic>
      </p:graphicFrame>
      <p:sp>
        <p:nvSpPr>
          <p:cNvPr id="13" name="SWATCH_burger_brand_SOME_1"/>
          <p:cNvSpPr/>
          <p:nvPr/>
        </p:nvSpPr>
        <p:spPr>
          <a:xfrm>
            <a:off x="603504" y="4619548"/>
            <a:ext cx="91440" cy="32004"/>
          </a:xfrm>
          <a:prstGeom prst="rect">
            <a:avLst/>
          </a:prstGeom>
          <a:solidFill>
            <a:srgbClr val="B65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ERIES_burger_brand_SOME_1"/>
          <p:cNvSpPr txBox="1"/>
          <p:nvPr/>
        </p:nvSpPr>
        <p:spPr>
          <a:xfrm>
            <a:off x="749808" y="4561027"/>
            <a:ext cx="923544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B65346"/>
                </a:solidFill>
                <a:latin typeface="맑은 고딕"/>
              </a:rPr>
              <a:t>맘스터치</a:t>
            </a:r>
          </a:p>
        </p:txBody>
      </p:sp>
      <p:sp>
        <p:nvSpPr>
          <p:cNvPr id="15" name="DL__burger_brand__SOME_1__202601"/>
          <p:cNvSpPr txBox="1"/>
          <p:nvPr/>
        </p:nvSpPr>
        <p:spPr>
          <a:xfrm>
            <a:off x="1526134" y="4544568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B65346"/>
                </a:solidFill>
                <a:latin typeface="맑은 고딕"/>
              </a:rPr>
              <a:t>205.1</a:t>
            </a:r>
          </a:p>
        </p:txBody>
      </p:sp>
      <p:sp>
        <p:nvSpPr>
          <p:cNvPr id="16" name="DL__burger_brand__SOME_1__202602"/>
          <p:cNvSpPr txBox="1"/>
          <p:nvPr/>
        </p:nvSpPr>
        <p:spPr>
          <a:xfrm>
            <a:off x="2726284" y="4544568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B65346"/>
                </a:solidFill>
                <a:latin typeface="맑은 고딕"/>
              </a:rPr>
              <a:t>187.4</a:t>
            </a:r>
          </a:p>
        </p:txBody>
      </p:sp>
      <p:sp>
        <p:nvSpPr>
          <p:cNvPr id="17" name="DL__burger_brand__SOME_1__202603"/>
          <p:cNvSpPr txBox="1"/>
          <p:nvPr/>
        </p:nvSpPr>
        <p:spPr>
          <a:xfrm>
            <a:off x="3926434" y="4544568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B65346"/>
                </a:solidFill>
                <a:latin typeface="맑은 고딕"/>
              </a:rPr>
              <a:t>291.8</a:t>
            </a:r>
          </a:p>
        </p:txBody>
      </p:sp>
      <p:sp>
        <p:nvSpPr>
          <p:cNvPr id="18" name="DL__burger_brand__SOME_1__202604"/>
          <p:cNvSpPr txBox="1"/>
          <p:nvPr/>
        </p:nvSpPr>
        <p:spPr>
          <a:xfrm>
            <a:off x="5126584" y="4544568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B65346"/>
                </a:solidFill>
                <a:latin typeface="맑은 고딕"/>
              </a:rPr>
              <a:t>338.5</a:t>
            </a:r>
          </a:p>
        </p:txBody>
      </p:sp>
      <p:sp>
        <p:nvSpPr>
          <p:cNvPr id="19" name="DL__burger_brand__SOME_1__202605"/>
          <p:cNvSpPr txBox="1"/>
          <p:nvPr/>
        </p:nvSpPr>
        <p:spPr>
          <a:xfrm>
            <a:off x="6326734" y="4544568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B65346"/>
                </a:solidFill>
                <a:latin typeface="맑은 고딕"/>
              </a:rPr>
              <a:t>260.1</a:t>
            </a:r>
          </a:p>
        </p:txBody>
      </p:sp>
      <p:sp>
        <p:nvSpPr>
          <p:cNvPr id="20" name="DL__burger_brand__SOME_1__202606"/>
          <p:cNvSpPr txBox="1"/>
          <p:nvPr/>
        </p:nvSpPr>
        <p:spPr>
          <a:xfrm>
            <a:off x="7526884" y="4544568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B65346"/>
                </a:solidFill>
                <a:latin typeface="맑은 고딕"/>
              </a:rPr>
              <a:t>338.6</a:t>
            </a:r>
          </a:p>
        </p:txBody>
      </p:sp>
      <p:sp>
        <p:nvSpPr>
          <p:cNvPr id="21" name="DL__burger_brand__SOME_1__202607"/>
          <p:cNvSpPr txBox="1"/>
          <p:nvPr/>
        </p:nvSpPr>
        <p:spPr>
          <a:xfrm>
            <a:off x="8727034" y="4544568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B65346"/>
                </a:solidFill>
                <a:latin typeface="맑은 고딕"/>
              </a:rPr>
              <a:t>256.4</a:t>
            </a:r>
          </a:p>
        </p:txBody>
      </p:sp>
      <p:sp>
        <p:nvSpPr>
          <p:cNvPr id="22" name="DL__burger_brand__SOME_1__202608"/>
          <p:cNvSpPr txBox="1"/>
          <p:nvPr/>
        </p:nvSpPr>
        <p:spPr>
          <a:xfrm>
            <a:off x="9927184" y="4544568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B65346"/>
                </a:solidFill>
                <a:latin typeface="맑은 고딕"/>
              </a:rPr>
              <a:t>246.0</a:t>
            </a:r>
          </a:p>
        </p:txBody>
      </p:sp>
      <p:sp>
        <p:nvSpPr>
          <p:cNvPr id="23" name="DL__burger_brand__SOME_1__202609"/>
          <p:cNvSpPr txBox="1"/>
          <p:nvPr/>
        </p:nvSpPr>
        <p:spPr>
          <a:xfrm>
            <a:off x="11127334" y="4544568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B65346"/>
                </a:solidFill>
                <a:latin typeface="맑은 고딕"/>
              </a:rPr>
              <a:t>399.4</a:t>
            </a:r>
          </a:p>
        </p:txBody>
      </p:sp>
      <p:sp>
        <p:nvSpPr>
          <p:cNvPr id="25" name="SWATCH_burger_brand_SOME_2"/>
          <p:cNvSpPr/>
          <p:nvPr/>
        </p:nvSpPr>
        <p:spPr>
          <a:xfrm>
            <a:off x="603504" y="4807000"/>
            <a:ext cx="91440" cy="32004"/>
          </a:xfrm>
          <a:prstGeom prst="rect">
            <a:avLst/>
          </a:prstGeom>
          <a:solidFill>
            <a:srgbClr val="A68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SERIES_burger_brand_SOME_2"/>
          <p:cNvSpPr txBox="1"/>
          <p:nvPr/>
        </p:nvSpPr>
        <p:spPr>
          <a:xfrm>
            <a:off x="749808" y="4748479"/>
            <a:ext cx="923544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A68B46"/>
                </a:solidFill>
                <a:latin typeface="맑은 고딕"/>
              </a:rPr>
              <a:t>롯데리아</a:t>
            </a:r>
          </a:p>
        </p:txBody>
      </p:sp>
      <p:sp>
        <p:nvSpPr>
          <p:cNvPr id="27" name="DL__burger_brand__SOME_2__202601"/>
          <p:cNvSpPr txBox="1"/>
          <p:nvPr/>
        </p:nvSpPr>
        <p:spPr>
          <a:xfrm>
            <a:off x="1526134" y="4732020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A68B46"/>
                </a:solidFill>
                <a:latin typeface="맑은 고딕"/>
              </a:rPr>
              <a:t>457.3</a:t>
            </a:r>
          </a:p>
        </p:txBody>
      </p:sp>
      <p:sp>
        <p:nvSpPr>
          <p:cNvPr id="28" name="DL__burger_brand__SOME_2__202602"/>
          <p:cNvSpPr txBox="1"/>
          <p:nvPr/>
        </p:nvSpPr>
        <p:spPr>
          <a:xfrm>
            <a:off x="2726284" y="4732020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A68B46"/>
                </a:solidFill>
                <a:latin typeface="맑은 고딕"/>
              </a:rPr>
              <a:t>415.5</a:t>
            </a:r>
          </a:p>
        </p:txBody>
      </p:sp>
      <p:sp>
        <p:nvSpPr>
          <p:cNvPr id="29" name="DL__burger_brand__SOME_2__202603"/>
          <p:cNvSpPr txBox="1"/>
          <p:nvPr/>
        </p:nvSpPr>
        <p:spPr>
          <a:xfrm>
            <a:off x="3926434" y="4732020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A68B46"/>
                </a:solidFill>
                <a:latin typeface="맑은 고딕"/>
              </a:rPr>
              <a:t>536.1</a:t>
            </a:r>
          </a:p>
        </p:txBody>
      </p:sp>
      <p:sp>
        <p:nvSpPr>
          <p:cNvPr id="30" name="DL__burger_brand__SOME_2__202604"/>
          <p:cNvSpPr txBox="1"/>
          <p:nvPr/>
        </p:nvSpPr>
        <p:spPr>
          <a:xfrm>
            <a:off x="5126584" y="4732020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A68B46"/>
                </a:solidFill>
                <a:latin typeface="맑은 고딕"/>
              </a:rPr>
              <a:t>549.5</a:t>
            </a:r>
          </a:p>
        </p:txBody>
      </p:sp>
      <p:sp>
        <p:nvSpPr>
          <p:cNvPr id="31" name="DL__burger_brand__SOME_2__202605"/>
          <p:cNvSpPr txBox="1"/>
          <p:nvPr/>
        </p:nvSpPr>
        <p:spPr>
          <a:xfrm>
            <a:off x="6326734" y="4732020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A68B46"/>
                </a:solidFill>
                <a:latin typeface="맑은 고딕"/>
              </a:rPr>
              <a:t>475.5</a:t>
            </a:r>
          </a:p>
        </p:txBody>
      </p:sp>
      <p:sp>
        <p:nvSpPr>
          <p:cNvPr id="32" name="DL__burger_brand__SOME_2__202606"/>
          <p:cNvSpPr txBox="1"/>
          <p:nvPr/>
        </p:nvSpPr>
        <p:spPr>
          <a:xfrm>
            <a:off x="7526884" y="4732020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A68B46"/>
                </a:solidFill>
                <a:latin typeface="맑은 고딕"/>
              </a:rPr>
              <a:t>457.2</a:t>
            </a:r>
          </a:p>
        </p:txBody>
      </p:sp>
      <p:sp>
        <p:nvSpPr>
          <p:cNvPr id="33" name="DL__burger_brand__SOME_2__202607"/>
          <p:cNvSpPr txBox="1"/>
          <p:nvPr/>
        </p:nvSpPr>
        <p:spPr>
          <a:xfrm>
            <a:off x="8727034" y="4732020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A68B46"/>
                </a:solidFill>
                <a:latin typeface="맑은 고딕"/>
              </a:rPr>
              <a:t>515.9</a:t>
            </a:r>
          </a:p>
        </p:txBody>
      </p:sp>
      <p:sp>
        <p:nvSpPr>
          <p:cNvPr id="34" name="DL__burger_brand__SOME_2__202608"/>
          <p:cNvSpPr txBox="1"/>
          <p:nvPr/>
        </p:nvSpPr>
        <p:spPr>
          <a:xfrm>
            <a:off x="9927184" y="4732020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A68B46"/>
                </a:solidFill>
                <a:latin typeface="맑은 고딕"/>
              </a:rPr>
              <a:t>504.8</a:t>
            </a:r>
          </a:p>
        </p:txBody>
      </p:sp>
      <p:sp>
        <p:nvSpPr>
          <p:cNvPr id="35" name="DL__burger_brand__SOME_2__202609"/>
          <p:cNvSpPr txBox="1"/>
          <p:nvPr/>
        </p:nvSpPr>
        <p:spPr>
          <a:xfrm>
            <a:off x="11127334" y="4732020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A68B46"/>
                </a:solidFill>
                <a:latin typeface="맑은 고딕"/>
              </a:rPr>
              <a:t>472.4</a:t>
            </a:r>
          </a:p>
        </p:txBody>
      </p:sp>
      <p:sp>
        <p:nvSpPr>
          <p:cNvPr id="37" name="SWATCH_burger_brand_SOME_3"/>
          <p:cNvSpPr/>
          <p:nvPr/>
        </p:nvSpPr>
        <p:spPr>
          <a:xfrm>
            <a:off x="603504" y="4994452"/>
            <a:ext cx="91440" cy="32004"/>
          </a:xfrm>
          <a:prstGeom prst="rect">
            <a:avLst/>
          </a:prstGeom>
          <a:solidFill>
            <a:srgbClr val="7C6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ERIES_burger_brand_SOME_3"/>
          <p:cNvSpPr txBox="1"/>
          <p:nvPr/>
        </p:nvSpPr>
        <p:spPr>
          <a:xfrm>
            <a:off x="749808" y="4935931"/>
            <a:ext cx="923544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7C6C91"/>
                </a:solidFill>
                <a:latin typeface="맑은 고딕"/>
              </a:rPr>
              <a:t>맥도날드</a:t>
            </a:r>
          </a:p>
        </p:txBody>
      </p:sp>
      <p:sp>
        <p:nvSpPr>
          <p:cNvPr id="39" name="DL__burger_brand__SOME_3__202601"/>
          <p:cNvSpPr txBox="1"/>
          <p:nvPr/>
        </p:nvSpPr>
        <p:spPr>
          <a:xfrm>
            <a:off x="1526134" y="4919472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7C6C91"/>
                </a:solidFill>
                <a:latin typeface="맑은 고딕"/>
              </a:rPr>
              <a:t>746.3</a:t>
            </a:r>
          </a:p>
        </p:txBody>
      </p:sp>
      <p:sp>
        <p:nvSpPr>
          <p:cNvPr id="40" name="DL__burger_brand__SOME_3__202602"/>
          <p:cNvSpPr txBox="1"/>
          <p:nvPr/>
        </p:nvSpPr>
        <p:spPr>
          <a:xfrm>
            <a:off x="2726284" y="4919472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7C6C91"/>
                </a:solidFill>
                <a:latin typeface="맑은 고딕"/>
              </a:rPr>
              <a:t>728.6</a:t>
            </a:r>
          </a:p>
        </p:txBody>
      </p:sp>
      <p:sp>
        <p:nvSpPr>
          <p:cNvPr id="41" name="DL__burger_brand__SOME_3__202603"/>
          <p:cNvSpPr txBox="1"/>
          <p:nvPr/>
        </p:nvSpPr>
        <p:spPr>
          <a:xfrm>
            <a:off x="3926434" y="4919472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7C6C91"/>
                </a:solidFill>
                <a:latin typeface="맑은 고딕"/>
              </a:rPr>
              <a:t>779.3</a:t>
            </a:r>
          </a:p>
        </p:txBody>
      </p:sp>
      <p:sp>
        <p:nvSpPr>
          <p:cNvPr id="42" name="DL__burger_brand__SOME_3__202604"/>
          <p:cNvSpPr txBox="1"/>
          <p:nvPr/>
        </p:nvSpPr>
        <p:spPr>
          <a:xfrm>
            <a:off x="5126584" y="4919472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7C6C91"/>
                </a:solidFill>
                <a:latin typeface="맑은 고딕"/>
              </a:rPr>
              <a:t>731.3</a:t>
            </a:r>
          </a:p>
        </p:txBody>
      </p:sp>
      <p:sp>
        <p:nvSpPr>
          <p:cNvPr id="43" name="DL__burger_brand__SOME_3__202605"/>
          <p:cNvSpPr txBox="1"/>
          <p:nvPr/>
        </p:nvSpPr>
        <p:spPr>
          <a:xfrm>
            <a:off x="6326734" y="4919472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7C6C91"/>
                </a:solidFill>
                <a:latin typeface="맑은 고딕"/>
              </a:rPr>
              <a:t>693.1</a:t>
            </a:r>
          </a:p>
        </p:txBody>
      </p:sp>
      <p:sp>
        <p:nvSpPr>
          <p:cNvPr id="44" name="DL__burger_brand__SOME_3__202606"/>
          <p:cNvSpPr txBox="1"/>
          <p:nvPr/>
        </p:nvSpPr>
        <p:spPr>
          <a:xfrm>
            <a:off x="7526884" y="4919472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7C6C91"/>
                </a:solidFill>
                <a:latin typeface="맑은 고딕"/>
              </a:rPr>
              <a:t>716.3</a:t>
            </a:r>
          </a:p>
        </p:txBody>
      </p:sp>
      <p:sp>
        <p:nvSpPr>
          <p:cNvPr id="45" name="DL__burger_brand__SOME_3__202607"/>
          <p:cNvSpPr txBox="1"/>
          <p:nvPr/>
        </p:nvSpPr>
        <p:spPr>
          <a:xfrm>
            <a:off x="8727034" y="4919472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7C6C91"/>
                </a:solidFill>
                <a:latin typeface="맑은 고딕"/>
              </a:rPr>
              <a:t>809.5</a:t>
            </a:r>
          </a:p>
        </p:txBody>
      </p:sp>
      <p:sp>
        <p:nvSpPr>
          <p:cNvPr id="46" name="DL__burger_brand__SOME_3__202608"/>
          <p:cNvSpPr txBox="1"/>
          <p:nvPr/>
        </p:nvSpPr>
        <p:spPr>
          <a:xfrm>
            <a:off x="9927184" y="4919472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7C6C91"/>
                </a:solidFill>
                <a:latin typeface="맑은 고딕"/>
              </a:rPr>
              <a:t>847.2</a:t>
            </a:r>
          </a:p>
        </p:txBody>
      </p:sp>
      <p:sp>
        <p:nvSpPr>
          <p:cNvPr id="47" name="DL__burger_brand__SOME_3__202609"/>
          <p:cNvSpPr txBox="1"/>
          <p:nvPr/>
        </p:nvSpPr>
        <p:spPr>
          <a:xfrm>
            <a:off x="11127334" y="4919472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7C6C91"/>
                </a:solidFill>
                <a:latin typeface="맑은 고딕"/>
              </a:rPr>
              <a:t>976.1</a:t>
            </a:r>
          </a:p>
        </p:txBody>
      </p:sp>
      <p:sp>
        <p:nvSpPr>
          <p:cNvPr id="49" name="SWATCH_burger_brand_SOME_4"/>
          <p:cNvSpPr/>
          <p:nvPr/>
        </p:nvSpPr>
        <p:spPr>
          <a:xfrm>
            <a:off x="603504" y="5181904"/>
            <a:ext cx="91440" cy="32004"/>
          </a:xfrm>
          <a:prstGeom prst="rect">
            <a:avLst/>
          </a:prstGeom>
          <a:solidFill>
            <a:srgbClr val="637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SERIES_burger_brand_SOME_4"/>
          <p:cNvSpPr txBox="1"/>
          <p:nvPr/>
        </p:nvSpPr>
        <p:spPr>
          <a:xfrm>
            <a:off x="749808" y="5123383"/>
            <a:ext cx="923544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637E64"/>
                </a:solidFill>
                <a:latin typeface="맑은 고딕"/>
              </a:rPr>
              <a:t>버거킹</a:t>
            </a:r>
          </a:p>
        </p:txBody>
      </p:sp>
      <p:sp>
        <p:nvSpPr>
          <p:cNvPr id="51" name="DL__burger_brand__SOME_4__202601"/>
          <p:cNvSpPr txBox="1"/>
          <p:nvPr/>
        </p:nvSpPr>
        <p:spPr>
          <a:xfrm>
            <a:off x="1526134" y="5106924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637E64"/>
                </a:solidFill>
                <a:latin typeface="맑은 고딕"/>
              </a:rPr>
              <a:t>376.1</a:t>
            </a:r>
          </a:p>
        </p:txBody>
      </p:sp>
      <p:sp>
        <p:nvSpPr>
          <p:cNvPr id="52" name="DL__burger_brand__SOME_4__202602"/>
          <p:cNvSpPr txBox="1"/>
          <p:nvPr/>
        </p:nvSpPr>
        <p:spPr>
          <a:xfrm>
            <a:off x="2726284" y="5106924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637E64"/>
                </a:solidFill>
                <a:latin typeface="맑은 고딕"/>
              </a:rPr>
              <a:t>362.4</a:t>
            </a:r>
          </a:p>
        </p:txBody>
      </p:sp>
      <p:sp>
        <p:nvSpPr>
          <p:cNvPr id="53" name="DL__burger_brand__SOME_4__202603"/>
          <p:cNvSpPr txBox="1"/>
          <p:nvPr/>
        </p:nvSpPr>
        <p:spPr>
          <a:xfrm>
            <a:off x="3926434" y="5106924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637E64"/>
                </a:solidFill>
                <a:latin typeface="맑은 고딕"/>
              </a:rPr>
              <a:t>421.7</a:t>
            </a:r>
          </a:p>
        </p:txBody>
      </p:sp>
      <p:sp>
        <p:nvSpPr>
          <p:cNvPr id="54" name="DL__burger_brand__SOME_4__202604"/>
          <p:cNvSpPr txBox="1"/>
          <p:nvPr/>
        </p:nvSpPr>
        <p:spPr>
          <a:xfrm>
            <a:off x="5126584" y="5106924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637E64"/>
                </a:solidFill>
                <a:latin typeface="맑은 고딕"/>
              </a:rPr>
              <a:t>427.8</a:t>
            </a:r>
          </a:p>
        </p:txBody>
      </p:sp>
      <p:sp>
        <p:nvSpPr>
          <p:cNvPr id="55" name="DL__burger_brand__SOME_4__202605"/>
          <p:cNvSpPr txBox="1"/>
          <p:nvPr/>
        </p:nvSpPr>
        <p:spPr>
          <a:xfrm>
            <a:off x="6326734" y="5106924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637E64"/>
                </a:solidFill>
                <a:latin typeface="맑은 고딕"/>
              </a:rPr>
              <a:t>346.0</a:t>
            </a:r>
          </a:p>
        </p:txBody>
      </p:sp>
      <p:sp>
        <p:nvSpPr>
          <p:cNvPr id="56" name="DL__burger_brand__SOME_4__202606"/>
          <p:cNvSpPr txBox="1"/>
          <p:nvPr/>
        </p:nvSpPr>
        <p:spPr>
          <a:xfrm>
            <a:off x="7526884" y="5106924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637E64"/>
                </a:solidFill>
                <a:latin typeface="맑은 고딕"/>
              </a:rPr>
              <a:t>428.2</a:t>
            </a:r>
          </a:p>
        </p:txBody>
      </p:sp>
      <p:sp>
        <p:nvSpPr>
          <p:cNvPr id="57" name="DL__burger_brand__SOME_4__202607"/>
          <p:cNvSpPr txBox="1"/>
          <p:nvPr/>
        </p:nvSpPr>
        <p:spPr>
          <a:xfrm>
            <a:off x="8727034" y="5106924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637E64"/>
                </a:solidFill>
                <a:latin typeface="맑은 고딕"/>
              </a:rPr>
              <a:t>433.4</a:t>
            </a:r>
          </a:p>
        </p:txBody>
      </p:sp>
      <p:sp>
        <p:nvSpPr>
          <p:cNvPr id="58" name="DL__burger_brand__SOME_4__202608"/>
          <p:cNvSpPr txBox="1"/>
          <p:nvPr/>
        </p:nvSpPr>
        <p:spPr>
          <a:xfrm>
            <a:off x="9927184" y="5106924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637E64"/>
                </a:solidFill>
                <a:latin typeface="맑은 고딕"/>
              </a:rPr>
              <a:t>504.4</a:t>
            </a:r>
          </a:p>
        </p:txBody>
      </p:sp>
      <p:sp>
        <p:nvSpPr>
          <p:cNvPr id="59" name="DL__burger_brand__SOME_4__202609"/>
          <p:cNvSpPr txBox="1"/>
          <p:nvPr/>
        </p:nvSpPr>
        <p:spPr>
          <a:xfrm>
            <a:off x="11127334" y="5106924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637E64"/>
                </a:solidFill>
                <a:latin typeface="맑은 고딕"/>
              </a:rPr>
              <a:t>485.5</a:t>
            </a:r>
          </a:p>
        </p:txBody>
      </p:sp>
      <p:sp>
        <p:nvSpPr>
          <p:cNvPr id="61" name="SWATCH_burger_brand_SOME_5"/>
          <p:cNvSpPr/>
          <p:nvPr/>
        </p:nvSpPr>
        <p:spPr>
          <a:xfrm>
            <a:off x="603504" y="5369356"/>
            <a:ext cx="91440" cy="32004"/>
          </a:xfrm>
          <a:prstGeom prst="rect">
            <a:avLst/>
          </a:prstGeom>
          <a:solidFill>
            <a:srgbClr val="AC7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SERIES_burger_brand_SOME_5"/>
          <p:cNvSpPr txBox="1"/>
          <p:nvPr/>
        </p:nvSpPr>
        <p:spPr>
          <a:xfrm>
            <a:off x="749808" y="5310835"/>
            <a:ext cx="923544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AC7858"/>
                </a:solidFill>
                <a:latin typeface="맑은 고딕"/>
              </a:rPr>
              <a:t>KFC</a:t>
            </a:r>
          </a:p>
        </p:txBody>
      </p:sp>
      <p:sp>
        <p:nvSpPr>
          <p:cNvPr id="63" name="DL__burger_brand__SOME_5__202601"/>
          <p:cNvSpPr txBox="1"/>
          <p:nvPr/>
        </p:nvSpPr>
        <p:spPr>
          <a:xfrm>
            <a:off x="1526134" y="5294376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AC7858"/>
                </a:solidFill>
                <a:latin typeface="맑은 고딕"/>
              </a:rPr>
              <a:t>254.1</a:t>
            </a:r>
          </a:p>
        </p:txBody>
      </p:sp>
      <p:sp>
        <p:nvSpPr>
          <p:cNvPr id="64" name="DL__burger_brand__SOME_5__202602"/>
          <p:cNvSpPr txBox="1"/>
          <p:nvPr/>
        </p:nvSpPr>
        <p:spPr>
          <a:xfrm>
            <a:off x="2726284" y="5294376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AC7858"/>
                </a:solidFill>
                <a:latin typeface="맑은 고딕"/>
              </a:rPr>
              <a:t>257.2</a:t>
            </a:r>
          </a:p>
        </p:txBody>
      </p:sp>
      <p:sp>
        <p:nvSpPr>
          <p:cNvPr id="65" name="DL__burger_brand__SOME_5__202603"/>
          <p:cNvSpPr txBox="1"/>
          <p:nvPr/>
        </p:nvSpPr>
        <p:spPr>
          <a:xfrm>
            <a:off x="3926434" y="5294376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AC7858"/>
                </a:solidFill>
                <a:latin typeface="맑은 고딕"/>
              </a:rPr>
              <a:t>278.5</a:t>
            </a:r>
          </a:p>
        </p:txBody>
      </p:sp>
      <p:sp>
        <p:nvSpPr>
          <p:cNvPr id="66" name="DL__burger_brand__SOME_5__202604"/>
          <p:cNvSpPr txBox="1"/>
          <p:nvPr/>
        </p:nvSpPr>
        <p:spPr>
          <a:xfrm>
            <a:off x="5126584" y="5294376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AC7858"/>
                </a:solidFill>
                <a:latin typeface="맑은 고딕"/>
              </a:rPr>
              <a:t>266.6</a:t>
            </a:r>
          </a:p>
        </p:txBody>
      </p:sp>
      <p:sp>
        <p:nvSpPr>
          <p:cNvPr id="67" name="DL__burger_brand__SOME_5__202605"/>
          <p:cNvSpPr txBox="1"/>
          <p:nvPr/>
        </p:nvSpPr>
        <p:spPr>
          <a:xfrm>
            <a:off x="6326734" y="5294376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AC7858"/>
                </a:solidFill>
                <a:latin typeface="맑은 고딕"/>
              </a:rPr>
              <a:t>233.1</a:t>
            </a:r>
          </a:p>
        </p:txBody>
      </p:sp>
      <p:sp>
        <p:nvSpPr>
          <p:cNvPr id="68" name="DL__burger_brand__SOME_5__202606"/>
          <p:cNvSpPr txBox="1"/>
          <p:nvPr/>
        </p:nvSpPr>
        <p:spPr>
          <a:xfrm>
            <a:off x="7526884" y="5294376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AC7858"/>
                </a:solidFill>
                <a:latin typeface="맑은 고딕"/>
              </a:rPr>
              <a:t>247.1</a:t>
            </a:r>
          </a:p>
        </p:txBody>
      </p:sp>
      <p:sp>
        <p:nvSpPr>
          <p:cNvPr id="69" name="DL__burger_brand__SOME_5__202607"/>
          <p:cNvSpPr txBox="1"/>
          <p:nvPr/>
        </p:nvSpPr>
        <p:spPr>
          <a:xfrm>
            <a:off x="8727034" y="5294376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AC7858"/>
                </a:solidFill>
                <a:latin typeface="맑은 고딕"/>
              </a:rPr>
              <a:t>253.5</a:t>
            </a:r>
          </a:p>
        </p:txBody>
      </p:sp>
      <p:sp>
        <p:nvSpPr>
          <p:cNvPr id="70" name="DL__burger_brand__SOME_5__202608"/>
          <p:cNvSpPr txBox="1"/>
          <p:nvPr/>
        </p:nvSpPr>
        <p:spPr>
          <a:xfrm>
            <a:off x="9927184" y="5294376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AC7858"/>
                </a:solidFill>
                <a:latin typeface="맑은 고딕"/>
              </a:rPr>
              <a:t>259.9</a:t>
            </a:r>
          </a:p>
        </p:txBody>
      </p:sp>
      <p:sp>
        <p:nvSpPr>
          <p:cNvPr id="71" name="DL__burger_brand__SOME_5__202609"/>
          <p:cNvSpPr txBox="1"/>
          <p:nvPr/>
        </p:nvSpPr>
        <p:spPr>
          <a:xfrm>
            <a:off x="11127334" y="5294376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AC7858"/>
                </a:solidFill>
                <a:latin typeface="맑은 고딕"/>
              </a:rPr>
              <a:t>257.8</a:t>
            </a:r>
          </a:p>
        </p:txBody>
      </p:sp>
      <p:sp>
        <p:nvSpPr>
          <p:cNvPr id="73" name="SWATCH_burger_brand_SOME_6"/>
          <p:cNvSpPr/>
          <p:nvPr/>
        </p:nvSpPr>
        <p:spPr>
          <a:xfrm>
            <a:off x="603504" y="5556808"/>
            <a:ext cx="91440" cy="32004"/>
          </a:xfrm>
          <a:prstGeom prst="rect">
            <a:avLst/>
          </a:prstGeom>
          <a:solidFill>
            <a:srgbClr val="587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SERIES_burger_brand_SOME_6"/>
          <p:cNvSpPr txBox="1"/>
          <p:nvPr/>
        </p:nvSpPr>
        <p:spPr>
          <a:xfrm>
            <a:off x="749808" y="5498287"/>
            <a:ext cx="923544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58718C"/>
                </a:solidFill>
                <a:latin typeface="맑은 고딕"/>
              </a:rPr>
              <a:t>노브랜드버거</a:t>
            </a:r>
          </a:p>
        </p:txBody>
      </p:sp>
      <p:sp>
        <p:nvSpPr>
          <p:cNvPr id="75" name="DL__burger_brand__SOME_6__202601"/>
          <p:cNvSpPr txBox="1"/>
          <p:nvPr/>
        </p:nvSpPr>
        <p:spPr>
          <a:xfrm>
            <a:off x="1526134" y="5481828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58718C"/>
                </a:solidFill>
                <a:latin typeface="맑은 고딕"/>
              </a:rPr>
              <a:t>34.6</a:t>
            </a:r>
          </a:p>
        </p:txBody>
      </p:sp>
      <p:sp>
        <p:nvSpPr>
          <p:cNvPr id="76" name="DL__burger_brand__SOME_6__202602"/>
          <p:cNvSpPr txBox="1"/>
          <p:nvPr/>
        </p:nvSpPr>
        <p:spPr>
          <a:xfrm>
            <a:off x="2726284" y="5481828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58718C"/>
                </a:solidFill>
                <a:latin typeface="맑은 고딕"/>
              </a:rPr>
              <a:t>37.0</a:t>
            </a:r>
          </a:p>
        </p:txBody>
      </p:sp>
      <p:sp>
        <p:nvSpPr>
          <p:cNvPr id="77" name="DL__burger_brand__SOME_6__202603"/>
          <p:cNvSpPr txBox="1"/>
          <p:nvPr/>
        </p:nvSpPr>
        <p:spPr>
          <a:xfrm>
            <a:off x="3926434" y="5481828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58718C"/>
                </a:solidFill>
                <a:latin typeface="맑은 고딕"/>
              </a:rPr>
              <a:t>45.6</a:t>
            </a:r>
          </a:p>
        </p:txBody>
      </p:sp>
      <p:sp>
        <p:nvSpPr>
          <p:cNvPr id="78" name="DL__burger_brand__SOME_6__202604"/>
          <p:cNvSpPr txBox="1"/>
          <p:nvPr/>
        </p:nvSpPr>
        <p:spPr>
          <a:xfrm>
            <a:off x="5126584" y="5481828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58718C"/>
                </a:solidFill>
                <a:latin typeface="맑은 고딕"/>
              </a:rPr>
              <a:t>40.7</a:t>
            </a:r>
          </a:p>
        </p:txBody>
      </p:sp>
      <p:sp>
        <p:nvSpPr>
          <p:cNvPr id="79" name="DL__burger_brand__SOME_6__202605"/>
          <p:cNvSpPr txBox="1"/>
          <p:nvPr/>
        </p:nvSpPr>
        <p:spPr>
          <a:xfrm>
            <a:off x="6326734" y="5481828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58718C"/>
                </a:solidFill>
                <a:latin typeface="맑은 고딕"/>
              </a:rPr>
              <a:t>40.8</a:t>
            </a:r>
          </a:p>
        </p:txBody>
      </p:sp>
      <p:sp>
        <p:nvSpPr>
          <p:cNvPr id="80" name="DL__burger_brand__SOME_6__202606"/>
          <p:cNvSpPr txBox="1"/>
          <p:nvPr/>
        </p:nvSpPr>
        <p:spPr>
          <a:xfrm>
            <a:off x="7526884" y="5481828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58718C"/>
                </a:solidFill>
                <a:latin typeface="맑은 고딕"/>
              </a:rPr>
              <a:t>42.3</a:t>
            </a:r>
          </a:p>
        </p:txBody>
      </p:sp>
      <p:sp>
        <p:nvSpPr>
          <p:cNvPr id="81" name="DL__burger_brand__SOME_6__202607"/>
          <p:cNvSpPr txBox="1"/>
          <p:nvPr/>
        </p:nvSpPr>
        <p:spPr>
          <a:xfrm>
            <a:off x="8727034" y="5481828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58718C"/>
                </a:solidFill>
                <a:latin typeface="맑은 고딕"/>
              </a:rPr>
              <a:t>41.8</a:t>
            </a:r>
          </a:p>
        </p:txBody>
      </p:sp>
      <p:sp>
        <p:nvSpPr>
          <p:cNvPr id="82" name="DL__burger_brand__SOME_6__202608"/>
          <p:cNvSpPr txBox="1"/>
          <p:nvPr/>
        </p:nvSpPr>
        <p:spPr>
          <a:xfrm>
            <a:off x="9927184" y="5481828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58718C"/>
                </a:solidFill>
                <a:latin typeface="맑은 고딕"/>
              </a:rPr>
              <a:t>46.9</a:t>
            </a:r>
          </a:p>
        </p:txBody>
      </p:sp>
      <p:sp>
        <p:nvSpPr>
          <p:cNvPr id="83" name="DL__burger_brand__SOME_6__202609"/>
          <p:cNvSpPr txBox="1"/>
          <p:nvPr/>
        </p:nvSpPr>
        <p:spPr>
          <a:xfrm>
            <a:off x="11127334" y="5481828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58718C"/>
                </a:solidFill>
                <a:latin typeface="맑은 고딕"/>
              </a:rPr>
              <a:t>40.3</a:t>
            </a:r>
          </a:p>
        </p:txBody>
      </p:sp>
      <p:sp>
        <p:nvSpPr>
          <p:cNvPr id="85" name="INSIGHT"/>
          <p:cNvSpPr txBox="1"/>
          <p:nvPr/>
        </p:nvSpPr>
        <p:spPr>
          <a:xfrm>
            <a:off x="704088" y="1188720"/>
            <a:ext cx="10908792" cy="5212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50"/>
              </a:lnSpc>
              <a:spcBef>
                <a:spcPts val="0"/>
              </a:spcBef>
              <a:spcAft>
                <a:spcPts val="0"/>
              </a:spcAft>
            </a:pPr>
            <a:r>
              <a:rPr sz="1750">
                <a:solidFill>
                  <a:srgbClr val="3A4147"/>
                </a:solidFill>
                <a:latin typeface="맑은 고딕"/>
              </a:rPr>
              <a:t>2026.9 일평균, 맘스터치 399.4건·버거킹 485.5건,</a:t>
            </a:r>
          </a:p>
          <a:p>
            <a:pPr>
              <a:lnSpc>
                <a:spcPts val="1850"/>
              </a:lnSpc>
              <a:spcBef>
                <a:spcPts val="0"/>
              </a:spcBef>
              <a:spcAft>
                <a:spcPts val="0"/>
              </a:spcAft>
            </a:pPr>
            <a:r>
              <a:rPr sz="1750">
                <a:solidFill>
                  <a:srgbClr val="3A4147"/>
                </a:solidFill>
                <a:latin typeface="맑은 고딕"/>
              </a:rPr>
              <a:t>맘스터치는 8월 대비 +62.3% 상승·행사시점의 언급 증가는 인과와 구분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CCENT"/>
          <p:cNvSpPr/>
          <p:nvPr/>
        </p:nvSpPr>
        <p:spPr>
          <a:xfrm>
            <a:off x="530352" y="731520"/>
            <a:ext cx="50292" cy="969264"/>
          </a:xfrm>
          <a:prstGeom prst="rect">
            <a:avLst/>
          </a:prstGeom>
          <a:solidFill>
            <a:srgbClr val="B65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ECTION"/>
          <p:cNvSpPr txBox="1"/>
          <p:nvPr/>
        </p:nvSpPr>
        <p:spPr>
          <a:xfrm>
            <a:off x="594360" y="274320"/>
            <a:ext cx="1097280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2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363B3D"/>
                </a:solidFill>
                <a:latin typeface="맑은 고딕"/>
              </a:rPr>
              <a:t>2026.10.22 시장·자사 분석 | 버거 · 09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704088" y="722376"/>
            <a:ext cx="10908792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292D32"/>
                </a:solidFill>
                <a:latin typeface="맑은 고딕"/>
              </a:rPr>
              <a:t>버거 유형별 검색관심</a:t>
            </a:r>
          </a:p>
        </p:txBody>
      </p:sp>
      <p:sp>
        <p:nvSpPr>
          <p:cNvPr id="6" name="FOOT_LINE"/>
          <p:cNvSpPr/>
          <p:nvPr/>
        </p:nvSpPr>
        <p:spPr>
          <a:xfrm>
            <a:off x="594360" y="6272784"/>
            <a:ext cx="11018520" cy="5486"/>
          </a:xfrm>
          <a:prstGeom prst="rect">
            <a:avLst/>
          </a:prstGeom>
          <a:solidFill>
            <a:srgbClr val="E4E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AGE"/>
          <p:cNvSpPr txBox="1"/>
          <p:nvPr/>
        </p:nvSpPr>
        <p:spPr>
          <a:xfrm>
            <a:off x="11173968" y="6391656"/>
            <a:ext cx="4114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63B3D"/>
                </a:solidFill>
                <a:latin typeface="맑은 고딕"/>
              </a:rPr>
              <a:t>09</a:t>
            </a:r>
          </a:p>
        </p:txBody>
      </p:sp>
      <p:sp>
        <p:nvSpPr>
          <p:cNvPr id="8" name="UNIT"/>
          <p:cNvSpPr txBox="1"/>
          <p:nvPr/>
        </p:nvSpPr>
        <p:spPr>
          <a:xfrm>
            <a:off x="594360" y="1810512"/>
            <a:ext cx="11018520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686E73"/>
                </a:solidFill>
                <a:latin typeface="맑은 고딕"/>
              </a:rPr>
              <a:t>월별 일평균 검색관심 | 25.01~26.10.19 · 24.01~26.10.19 각 묶음 최고일=100 · 레이블:값/(전년비)</a:t>
            </a:r>
          </a:p>
        </p:txBody>
      </p:sp>
      <p:sp>
        <p:nvSpPr>
          <p:cNvPr id="9" name="QUERY_SCOPE"/>
          <p:cNvSpPr txBox="1"/>
          <p:nvPr/>
        </p:nvSpPr>
        <p:spPr>
          <a:xfrm>
            <a:off x="594360" y="2103120"/>
            <a:ext cx="1101852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686E73"/>
                </a:solidFill>
                <a:latin typeface="맑은 고딕"/>
              </a:rPr>
              <a:t>검색어 예시 | 치킨버거:치킨버거·chicken burger / 비프버거:비프버거·beef burger / 가슴살버거:가슴살버거·닭가슴살버거</a:t>
            </a:r>
          </a:p>
        </p:txBody>
      </p:sp>
      <p:sp>
        <p:nvSpPr>
          <p:cNvPr id="10" name="CAPTION"/>
          <p:cNvSpPr txBox="1"/>
          <p:nvPr/>
        </p:nvSpPr>
        <p:spPr>
          <a:xfrm>
            <a:off x="621792" y="5925312"/>
            <a:ext cx="10963656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86E73"/>
                </a:solidFill>
                <a:latin typeface="맑은 고딕"/>
              </a:rPr>
              <a:t>각 선의 최고 검색일=100이므로 선 높이로 검색규모·판매량을 비교하지 않습니다.26.10 전년비는 양쪽 모두10.1~19일입니다.</a:t>
            </a:r>
          </a:p>
          <a:p>
            <a:pPr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86E73"/>
                </a:solidFill>
                <a:latin typeface="맑은 고딕"/>
              </a:rPr>
              <a:t>(전년0)=비교 지수0으로 증감률 계산 불가.0은 검색이 없었다는 뜻으로 단정하지 않습니다.묶음은 중복될 수 있습니다.</a:t>
            </a:r>
          </a:p>
        </p:txBody>
      </p:sp>
      <p:sp>
        <p:nvSpPr>
          <p:cNvPr id="11" name="SOURCES"/>
          <p:cNvSpPr txBox="1"/>
          <p:nvPr/>
        </p:nvSpPr>
        <p:spPr>
          <a:xfrm>
            <a:off x="603504" y="6391656"/>
            <a:ext cx="1040587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686E73"/>
                </a:solidFill>
                <a:latin typeface="맑은 고딕"/>
              </a:rPr>
              <a:t>자료:네이버 데이터랩 | 일간·PC+모바일·성별/연령 전체 | 검색식·원값:근거Excel(Naver)</a:t>
            </a:r>
            <a:r>
              <a:rPr sz="900">
                <a:solidFill>
                  <a:srgbClr val="686E73"/>
                </a:solidFill>
                <a:latin typeface="맑은 고딕"/>
                <a:hlinkClick r:id="rId2"/>
              </a:rPr>
              <a:t> · 원본1</a:t>
            </a:r>
            <a:r>
              <a:rPr sz="900">
                <a:solidFill>
                  <a:srgbClr val="686E73"/>
                </a:solidFill>
                <a:latin typeface="맑은 고딕"/>
                <a:hlinkClick r:id="rId3"/>
              </a:rPr>
              <a:t> · 원본2</a:t>
            </a:r>
          </a:p>
        </p:txBody>
      </p:sp>
      <p:graphicFrame>
        <p:nvGraphicFramePr>
          <p:cNvPr id="12" name="DAILY_burger_patty"/>
          <p:cNvGraphicFramePr>
            <a:graphicFrameLocks noGrp="1"/>
          </p:cNvGraphicFramePr>
          <p:nvPr/>
        </p:nvGraphicFramePr>
        <p:xfrm>
          <a:off x="548640" y="2505456"/>
          <a:ext cx="11064240" cy="2610612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3" name="SWATCH_burger_patty_NV_BG_CHICKEN"/>
          <p:cNvSpPr/>
          <p:nvPr/>
        </p:nvSpPr>
        <p:spPr>
          <a:xfrm>
            <a:off x="603504" y="5337352"/>
            <a:ext cx="91440" cy="32004"/>
          </a:xfrm>
          <a:prstGeom prst="rect">
            <a:avLst/>
          </a:prstGeom>
          <a:solidFill>
            <a:srgbClr val="7D8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ERIES_burger_patty_NV_BG_CHICKEN"/>
          <p:cNvSpPr txBox="1"/>
          <p:nvPr/>
        </p:nvSpPr>
        <p:spPr>
          <a:xfrm>
            <a:off x="749808" y="5278831"/>
            <a:ext cx="923544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>
                <a:solidFill>
                  <a:srgbClr val="7D8F51"/>
                </a:solidFill>
                <a:latin typeface="맑은 고딕"/>
              </a:rPr>
              <a:t>치킨버거</a:t>
            </a:r>
          </a:p>
        </p:txBody>
      </p:sp>
      <p:sp>
        <p:nvSpPr>
          <p:cNvPr id="15" name="DL__burger_patty__NV_BG_CHICKEN__202501"/>
          <p:cNvSpPr txBox="1"/>
          <p:nvPr/>
        </p:nvSpPr>
        <p:spPr>
          <a:xfrm>
            <a:off x="15261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15.6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(-6.1%)</a:t>
            </a:r>
          </a:p>
        </p:txBody>
      </p:sp>
      <p:sp>
        <p:nvSpPr>
          <p:cNvPr id="16" name="DL__burger_patty__NV_BG_CHICKEN__202502"/>
          <p:cNvSpPr txBox="1"/>
          <p:nvPr/>
        </p:nvSpPr>
        <p:spPr>
          <a:xfrm>
            <a:off x="19833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16.7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(+14.5%)</a:t>
            </a:r>
          </a:p>
        </p:txBody>
      </p:sp>
      <p:sp>
        <p:nvSpPr>
          <p:cNvPr id="17" name="DL__burger_patty__NV_BG_CHICKEN__202503"/>
          <p:cNvSpPr txBox="1"/>
          <p:nvPr/>
        </p:nvSpPr>
        <p:spPr>
          <a:xfrm>
            <a:off x="24405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15.9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(-2.3%)</a:t>
            </a:r>
          </a:p>
        </p:txBody>
      </p:sp>
      <p:sp>
        <p:nvSpPr>
          <p:cNvPr id="18" name="DL__burger_patty__NV_BG_CHICKEN__202504"/>
          <p:cNvSpPr txBox="1"/>
          <p:nvPr/>
        </p:nvSpPr>
        <p:spPr>
          <a:xfrm>
            <a:off x="28977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14.5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(-32.4%)</a:t>
            </a:r>
          </a:p>
        </p:txBody>
      </p:sp>
      <p:sp>
        <p:nvSpPr>
          <p:cNvPr id="19" name="DL__burger_patty__NV_BG_CHICKEN__202505"/>
          <p:cNvSpPr txBox="1"/>
          <p:nvPr/>
        </p:nvSpPr>
        <p:spPr>
          <a:xfrm>
            <a:off x="33549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14.8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(-20.6%)</a:t>
            </a:r>
          </a:p>
        </p:txBody>
      </p:sp>
      <p:sp>
        <p:nvSpPr>
          <p:cNvPr id="20" name="DL__burger_patty__NV_BG_CHICKEN__202506"/>
          <p:cNvSpPr txBox="1"/>
          <p:nvPr/>
        </p:nvSpPr>
        <p:spPr>
          <a:xfrm>
            <a:off x="38121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15.0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(-11.9%)</a:t>
            </a:r>
          </a:p>
        </p:txBody>
      </p:sp>
      <p:sp>
        <p:nvSpPr>
          <p:cNvPr id="21" name="DL__burger_patty__NV_BG_CHICKEN__202507"/>
          <p:cNvSpPr txBox="1"/>
          <p:nvPr/>
        </p:nvSpPr>
        <p:spPr>
          <a:xfrm>
            <a:off x="42693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15.4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(-11.9%)</a:t>
            </a:r>
          </a:p>
        </p:txBody>
      </p:sp>
      <p:sp>
        <p:nvSpPr>
          <p:cNvPr id="22" name="DL__burger_patty__NV_BG_CHICKEN__202508"/>
          <p:cNvSpPr txBox="1"/>
          <p:nvPr/>
        </p:nvSpPr>
        <p:spPr>
          <a:xfrm>
            <a:off x="47265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14.2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(-12.4%)</a:t>
            </a:r>
          </a:p>
        </p:txBody>
      </p:sp>
      <p:sp>
        <p:nvSpPr>
          <p:cNvPr id="23" name="DL__burger_patty__NV_BG_CHICKEN__202509"/>
          <p:cNvSpPr txBox="1"/>
          <p:nvPr/>
        </p:nvSpPr>
        <p:spPr>
          <a:xfrm>
            <a:off x="51837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13.7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(-32.7%)</a:t>
            </a:r>
          </a:p>
        </p:txBody>
      </p:sp>
      <p:sp>
        <p:nvSpPr>
          <p:cNvPr id="24" name="DL__burger_patty__NV_BG_CHICKEN__202510"/>
          <p:cNvSpPr txBox="1"/>
          <p:nvPr/>
        </p:nvSpPr>
        <p:spPr>
          <a:xfrm>
            <a:off x="56409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13.4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(-40.7%)</a:t>
            </a:r>
          </a:p>
        </p:txBody>
      </p:sp>
      <p:sp>
        <p:nvSpPr>
          <p:cNvPr id="25" name="DL__burger_patty__NV_BG_CHICKEN__202511"/>
          <p:cNvSpPr txBox="1"/>
          <p:nvPr/>
        </p:nvSpPr>
        <p:spPr>
          <a:xfrm>
            <a:off x="60981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13.6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(-17.3%)</a:t>
            </a:r>
          </a:p>
        </p:txBody>
      </p:sp>
      <p:sp>
        <p:nvSpPr>
          <p:cNvPr id="26" name="DL__burger_patty__NV_BG_CHICKEN__202512"/>
          <p:cNvSpPr txBox="1"/>
          <p:nvPr/>
        </p:nvSpPr>
        <p:spPr>
          <a:xfrm>
            <a:off x="65553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13.6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(-16.4%)</a:t>
            </a:r>
          </a:p>
        </p:txBody>
      </p:sp>
      <p:sp>
        <p:nvSpPr>
          <p:cNvPr id="27" name="DL__burger_patty__NV_BG_CHICKEN__202601"/>
          <p:cNvSpPr txBox="1"/>
          <p:nvPr/>
        </p:nvSpPr>
        <p:spPr>
          <a:xfrm>
            <a:off x="70125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15.2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(-2.3%)</a:t>
            </a:r>
          </a:p>
        </p:txBody>
      </p:sp>
      <p:sp>
        <p:nvSpPr>
          <p:cNvPr id="28" name="DL__burger_patty__NV_BG_CHICKEN__202602"/>
          <p:cNvSpPr txBox="1"/>
          <p:nvPr/>
        </p:nvSpPr>
        <p:spPr>
          <a:xfrm>
            <a:off x="74697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14.5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(-13.4%)</a:t>
            </a:r>
          </a:p>
        </p:txBody>
      </p:sp>
      <p:sp>
        <p:nvSpPr>
          <p:cNvPr id="29" name="DL__burger_patty__NV_BG_CHICKEN__202603"/>
          <p:cNvSpPr txBox="1"/>
          <p:nvPr/>
        </p:nvSpPr>
        <p:spPr>
          <a:xfrm>
            <a:off x="79269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15.2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(-4.0%)</a:t>
            </a:r>
          </a:p>
        </p:txBody>
      </p:sp>
      <p:sp>
        <p:nvSpPr>
          <p:cNvPr id="30" name="DL__burger_patty__NV_BG_CHICKEN__202604"/>
          <p:cNvSpPr txBox="1"/>
          <p:nvPr/>
        </p:nvSpPr>
        <p:spPr>
          <a:xfrm>
            <a:off x="83841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18.7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(+28.7%)</a:t>
            </a:r>
          </a:p>
        </p:txBody>
      </p:sp>
      <p:sp>
        <p:nvSpPr>
          <p:cNvPr id="31" name="DL__burger_patty__NV_BG_CHICKEN__202605"/>
          <p:cNvSpPr txBox="1"/>
          <p:nvPr/>
        </p:nvSpPr>
        <p:spPr>
          <a:xfrm>
            <a:off x="88413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33.7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(+127.5%)</a:t>
            </a:r>
          </a:p>
        </p:txBody>
      </p:sp>
      <p:sp>
        <p:nvSpPr>
          <p:cNvPr id="32" name="DL__burger_patty__NV_BG_CHICKEN__202606"/>
          <p:cNvSpPr txBox="1"/>
          <p:nvPr/>
        </p:nvSpPr>
        <p:spPr>
          <a:xfrm>
            <a:off x="92985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18.8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(+25.5%)</a:t>
            </a:r>
          </a:p>
        </p:txBody>
      </p:sp>
      <p:sp>
        <p:nvSpPr>
          <p:cNvPr id="33" name="DL__burger_patty__NV_BG_CHICKEN__202607"/>
          <p:cNvSpPr txBox="1"/>
          <p:nvPr/>
        </p:nvSpPr>
        <p:spPr>
          <a:xfrm>
            <a:off x="97557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15.8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(+2.9%)</a:t>
            </a:r>
          </a:p>
        </p:txBody>
      </p:sp>
      <p:sp>
        <p:nvSpPr>
          <p:cNvPr id="34" name="DL__burger_patty__NV_BG_CHICKEN__202608"/>
          <p:cNvSpPr txBox="1"/>
          <p:nvPr/>
        </p:nvSpPr>
        <p:spPr>
          <a:xfrm>
            <a:off x="102129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15.0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(+5.6%)</a:t>
            </a:r>
          </a:p>
        </p:txBody>
      </p:sp>
      <p:sp>
        <p:nvSpPr>
          <p:cNvPr id="35" name="DL__burger_patty__NV_BG_CHICKEN__202609"/>
          <p:cNvSpPr txBox="1"/>
          <p:nvPr/>
        </p:nvSpPr>
        <p:spPr>
          <a:xfrm>
            <a:off x="106701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12.7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(-7.5%)</a:t>
            </a:r>
          </a:p>
        </p:txBody>
      </p:sp>
      <p:sp>
        <p:nvSpPr>
          <p:cNvPr id="36" name="DL__burger_patty__NV_BG_CHICKEN__202610"/>
          <p:cNvSpPr txBox="1"/>
          <p:nvPr/>
        </p:nvSpPr>
        <p:spPr>
          <a:xfrm>
            <a:off x="111273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15.4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(+17.6%)</a:t>
            </a:r>
          </a:p>
        </p:txBody>
      </p:sp>
      <p:sp>
        <p:nvSpPr>
          <p:cNvPr id="37" name="SWATCH_burger_patty_NV_BG_BEEF"/>
          <p:cNvSpPr/>
          <p:nvPr/>
        </p:nvSpPr>
        <p:spPr>
          <a:xfrm>
            <a:off x="603504" y="5533948"/>
            <a:ext cx="91440" cy="32004"/>
          </a:xfrm>
          <a:prstGeom prst="rect">
            <a:avLst/>
          </a:prstGeom>
          <a:solidFill>
            <a:srgbClr val="778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ERIES_burger_patty_NV_BG_BEEF"/>
          <p:cNvSpPr txBox="1"/>
          <p:nvPr/>
        </p:nvSpPr>
        <p:spPr>
          <a:xfrm>
            <a:off x="749808" y="5475427"/>
            <a:ext cx="923544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>
                <a:solidFill>
                  <a:srgbClr val="778189"/>
                </a:solidFill>
                <a:latin typeface="맑은 고딕"/>
              </a:rPr>
              <a:t>비프버거</a:t>
            </a:r>
          </a:p>
        </p:txBody>
      </p:sp>
      <p:sp>
        <p:nvSpPr>
          <p:cNvPr id="39" name="DL__burger_patty__NV_BG_BEEF__202501"/>
          <p:cNvSpPr txBox="1"/>
          <p:nvPr/>
        </p:nvSpPr>
        <p:spPr>
          <a:xfrm>
            <a:off x="15261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16.9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(+7.9%)</a:t>
            </a:r>
          </a:p>
        </p:txBody>
      </p:sp>
      <p:sp>
        <p:nvSpPr>
          <p:cNvPr id="40" name="DL__burger_patty__NV_BG_BEEF__202502"/>
          <p:cNvSpPr txBox="1"/>
          <p:nvPr/>
        </p:nvSpPr>
        <p:spPr>
          <a:xfrm>
            <a:off x="19833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30.8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(-8.1%)</a:t>
            </a:r>
          </a:p>
        </p:txBody>
      </p:sp>
      <p:sp>
        <p:nvSpPr>
          <p:cNvPr id="41" name="DL__burger_patty__NV_BG_BEEF__202503"/>
          <p:cNvSpPr txBox="1"/>
          <p:nvPr/>
        </p:nvSpPr>
        <p:spPr>
          <a:xfrm>
            <a:off x="24405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16.3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(+30.5%)</a:t>
            </a:r>
          </a:p>
        </p:txBody>
      </p:sp>
      <p:sp>
        <p:nvSpPr>
          <p:cNvPr id="42" name="DL__burger_patty__NV_BG_BEEF__202504"/>
          <p:cNvSpPr txBox="1"/>
          <p:nvPr/>
        </p:nvSpPr>
        <p:spPr>
          <a:xfrm>
            <a:off x="28977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12.1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(-28.4%)</a:t>
            </a:r>
          </a:p>
        </p:txBody>
      </p:sp>
      <p:sp>
        <p:nvSpPr>
          <p:cNvPr id="43" name="DL__burger_patty__NV_BG_BEEF__202505"/>
          <p:cNvSpPr txBox="1"/>
          <p:nvPr/>
        </p:nvSpPr>
        <p:spPr>
          <a:xfrm>
            <a:off x="33549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8.4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(-58.1%)</a:t>
            </a:r>
          </a:p>
        </p:txBody>
      </p:sp>
      <p:sp>
        <p:nvSpPr>
          <p:cNvPr id="44" name="DL__burger_patty__NV_BG_BEEF__202506"/>
          <p:cNvSpPr txBox="1"/>
          <p:nvPr/>
        </p:nvSpPr>
        <p:spPr>
          <a:xfrm>
            <a:off x="38121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7.6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(-73.3%)</a:t>
            </a:r>
          </a:p>
        </p:txBody>
      </p:sp>
      <p:sp>
        <p:nvSpPr>
          <p:cNvPr id="45" name="DL__burger_patty__NV_BG_BEEF__202507"/>
          <p:cNvSpPr txBox="1"/>
          <p:nvPr/>
        </p:nvSpPr>
        <p:spPr>
          <a:xfrm>
            <a:off x="42693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7.4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(-78.6%)</a:t>
            </a:r>
          </a:p>
        </p:txBody>
      </p:sp>
      <p:sp>
        <p:nvSpPr>
          <p:cNvPr id="46" name="DL__burger_patty__NV_BG_BEEF__202508"/>
          <p:cNvSpPr txBox="1"/>
          <p:nvPr/>
        </p:nvSpPr>
        <p:spPr>
          <a:xfrm>
            <a:off x="47265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8.0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(-63.3%)</a:t>
            </a:r>
          </a:p>
        </p:txBody>
      </p:sp>
      <p:sp>
        <p:nvSpPr>
          <p:cNvPr id="47" name="DL__burger_patty__NV_BG_BEEF__202509"/>
          <p:cNvSpPr txBox="1"/>
          <p:nvPr/>
        </p:nvSpPr>
        <p:spPr>
          <a:xfrm>
            <a:off x="51837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7.4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(-60.3%)</a:t>
            </a:r>
          </a:p>
        </p:txBody>
      </p:sp>
      <p:sp>
        <p:nvSpPr>
          <p:cNvPr id="48" name="DL__burger_patty__NV_BG_BEEF__202510"/>
          <p:cNvSpPr txBox="1"/>
          <p:nvPr/>
        </p:nvSpPr>
        <p:spPr>
          <a:xfrm>
            <a:off x="56409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14.4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(-16.9%)</a:t>
            </a:r>
          </a:p>
        </p:txBody>
      </p:sp>
      <p:sp>
        <p:nvSpPr>
          <p:cNvPr id="49" name="DL__burger_patty__NV_BG_BEEF__202511"/>
          <p:cNvSpPr txBox="1"/>
          <p:nvPr/>
        </p:nvSpPr>
        <p:spPr>
          <a:xfrm>
            <a:off x="60981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5.4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(-21.2%)</a:t>
            </a:r>
          </a:p>
        </p:txBody>
      </p:sp>
      <p:sp>
        <p:nvSpPr>
          <p:cNvPr id="50" name="DL__burger_patty__NV_BG_BEEF__202512"/>
          <p:cNvSpPr txBox="1"/>
          <p:nvPr/>
        </p:nvSpPr>
        <p:spPr>
          <a:xfrm>
            <a:off x="65553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7.4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(-25.9%)</a:t>
            </a:r>
          </a:p>
        </p:txBody>
      </p:sp>
      <p:sp>
        <p:nvSpPr>
          <p:cNvPr id="51" name="DL__burger_patty__NV_BG_BEEF__202601"/>
          <p:cNvSpPr txBox="1"/>
          <p:nvPr/>
        </p:nvSpPr>
        <p:spPr>
          <a:xfrm>
            <a:off x="70125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3.2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(-81.3%)</a:t>
            </a:r>
          </a:p>
        </p:txBody>
      </p:sp>
      <p:sp>
        <p:nvSpPr>
          <p:cNvPr id="52" name="DL__burger_patty__NV_BG_BEEF__202602"/>
          <p:cNvSpPr txBox="1"/>
          <p:nvPr/>
        </p:nvSpPr>
        <p:spPr>
          <a:xfrm>
            <a:off x="74697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3.9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(-87.3%)</a:t>
            </a:r>
          </a:p>
        </p:txBody>
      </p:sp>
      <p:sp>
        <p:nvSpPr>
          <p:cNvPr id="53" name="DL__burger_patty__NV_BG_BEEF__202603"/>
          <p:cNvSpPr txBox="1"/>
          <p:nvPr/>
        </p:nvSpPr>
        <p:spPr>
          <a:xfrm>
            <a:off x="79269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4.5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(-72.7%)</a:t>
            </a:r>
          </a:p>
        </p:txBody>
      </p:sp>
      <p:sp>
        <p:nvSpPr>
          <p:cNvPr id="54" name="DL__burger_patty__NV_BG_BEEF__202604"/>
          <p:cNvSpPr txBox="1"/>
          <p:nvPr/>
        </p:nvSpPr>
        <p:spPr>
          <a:xfrm>
            <a:off x="83841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11.2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(-7.5%)</a:t>
            </a:r>
          </a:p>
        </p:txBody>
      </p:sp>
      <p:sp>
        <p:nvSpPr>
          <p:cNvPr id="55" name="DL__burger_patty__NV_BG_BEEF__202605"/>
          <p:cNvSpPr txBox="1"/>
          <p:nvPr/>
        </p:nvSpPr>
        <p:spPr>
          <a:xfrm>
            <a:off x="88413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7.2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(-14.0%)</a:t>
            </a:r>
          </a:p>
        </p:txBody>
      </p:sp>
      <p:sp>
        <p:nvSpPr>
          <p:cNvPr id="56" name="DL__burger_patty__NV_BG_BEEF__202606"/>
          <p:cNvSpPr txBox="1"/>
          <p:nvPr/>
        </p:nvSpPr>
        <p:spPr>
          <a:xfrm>
            <a:off x="92985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9.4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(+24.0%)</a:t>
            </a:r>
          </a:p>
        </p:txBody>
      </p:sp>
      <p:sp>
        <p:nvSpPr>
          <p:cNvPr id="57" name="DL__burger_patty__NV_BG_BEEF__202607"/>
          <p:cNvSpPr txBox="1"/>
          <p:nvPr/>
        </p:nvSpPr>
        <p:spPr>
          <a:xfrm>
            <a:off x="97557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3.8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(-48.4%)</a:t>
            </a:r>
          </a:p>
        </p:txBody>
      </p:sp>
      <p:sp>
        <p:nvSpPr>
          <p:cNvPr id="58" name="DL__burger_patty__NV_BG_BEEF__202608"/>
          <p:cNvSpPr txBox="1"/>
          <p:nvPr/>
        </p:nvSpPr>
        <p:spPr>
          <a:xfrm>
            <a:off x="102129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3.1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(-61.0%)</a:t>
            </a:r>
          </a:p>
        </p:txBody>
      </p:sp>
      <p:sp>
        <p:nvSpPr>
          <p:cNvPr id="59" name="DL__burger_patty__NV_BG_BEEF__202609"/>
          <p:cNvSpPr txBox="1"/>
          <p:nvPr/>
        </p:nvSpPr>
        <p:spPr>
          <a:xfrm>
            <a:off x="106701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6.8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(-8.2%)</a:t>
            </a:r>
          </a:p>
        </p:txBody>
      </p:sp>
      <p:sp>
        <p:nvSpPr>
          <p:cNvPr id="60" name="DL__burger_patty__NV_BG_BEEF__202610"/>
          <p:cNvSpPr txBox="1"/>
          <p:nvPr/>
        </p:nvSpPr>
        <p:spPr>
          <a:xfrm>
            <a:off x="111273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3.3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(-71.7%)</a:t>
            </a:r>
          </a:p>
        </p:txBody>
      </p:sp>
      <p:sp>
        <p:nvSpPr>
          <p:cNvPr id="61" name="SWATCH_burger_patty_NV_BG_BREAST"/>
          <p:cNvSpPr/>
          <p:nvPr/>
        </p:nvSpPr>
        <p:spPr>
          <a:xfrm>
            <a:off x="603504" y="5730544"/>
            <a:ext cx="91440" cy="32004"/>
          </a:xfrm>
          <a:prstGeom prst="rect">
            <a:avLst/>
          </a:prstGeom>
          <a:solidFill>
            <a:srgbClr val="B65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SERIES_burger_patty_NV_BG_BREAST"/>
          <p:cNvSpPr txBox="1"/>
          <p:nvPr/>
        </p:nvSpPr>
        <p:spPr>
          <a:xfrm>
            <a:off x="749808" y="5672023"/>
            <a:ext cx="923544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>
                <a:solidFill>
                  <a:srgbClr val="B65346"/>
                </a:solidFill>
                <a:latin typeface="맑은 고딕"/>
              </a:rPr>
              <a:t>가슴살버거</a:t>
            </a:r>
          </a:p>
        </p:txBody>
      </p:sp>
      <p:sp>
        <p:nvSpPr>
          <p:cNvPr id="63" name="DL__burger_patty__NV_BG_BREAST__202501"/>
          <p:cNvSpPr txBox="1"/>
          <p:nvPr/>
        </p:nvSpPr>
        <p:spPr>
          <a:xfrm>
            <a:off x="15261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10.2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(-41.2%)</a:t>
            </a:r>
          </a:p>
        </p:txBody>
      </p:sp>
      <p:sp>
        <p:nvSpPr>
          <p:cNvPr id="64" name="DL__burger_patty__NV_BG_BREAST__202502"/>
          <p:cNvSpPr txBox="1"/>
          <p:nvPr/>
        </p:nvSpPr>
        <p:spPr>
          <a:xfrm>
            <a:off x="19833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11.7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(-42.4%)</a:t>
            </a:r>
          </a:p>
        </p:txBody>
      </p:sp>
      <p:sp>
        <p:nvSpPr>
          <p:cNvPr id="65" name="DL__burger_patty__NV_BG_BREAST__202503"/>
          <p:cNvSpPr txBox="1"/>
          <p:nvPr/>
        </p:nvSpPr>
        <p:spPr>
          <a:xfrm>
            <a:off x="24405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12.7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(-37.9%)</a:t>
            </a:r>
          </a:p>
        </p:txBody>
      </p:sp>
      <p:sp>
        <p:nvSpPr>
          <p:cNvPr id="66" name="DL__burger_patty__NV_BG_BREAST__202504"/>
          <p:cNvSpPr txBox="1"/>
          <p:nvPr/>
        </p:nvSpPr>
        <p:spPr>
          <a:xfrm>
            <a:off x="28977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11.9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(-25.1%)</a:t>
            </a:r>
          </a:p>
        </p:txBody>
      </p:sp>
      <p:sp>
        <p:nvSpPr>
          <p:cNvPr id="67" name="DL__burger_patty__NV_BG_BREAST__202505"/>
          <p:cNvSpPr txBox="1"/>
          <p:nvPr/>
        </p:nvSpPr>
        <p:spPr>
          <a:xfrm>
            <a:off x="33549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9.5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(-43.7%)</a:t>
            </a:r>
          </a:p>
        </p:txBody>
      </p:sp>
      <p:sp>
        <p:nvSpPr>
          <p:cNvPr id="68" name="DL__burger_patty__NV_BG_BREAST__202506"/>
          <p:cNvSpPr txBox="1"/>
          <p:nvPr/>
        </p:nvSpPr>
        <p:spPr>
          <a:xfrm>
            <a:off x="38121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8.6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(-59.8%)</a:t>
            </a:r>
          </a:p>
        </p:txBody>
      </p:sp>
      <p:sp>
        <p:nvSpPr>
          <p:cNvPr id="69" name="DL__burger_patty__NV_BG_BREAST__202507"/>
          <p:cNvSpPr txBox="1"/>
          <p:nvPr/>
        </p:nvSpPr>
        <p:spPr>
          <a:xfrm>
            <a:off x="42693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9.8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(-55.2%)</a:t>
            </a:r>
          </a:p>
        </p:txBody>
      </p:sp>
      <p:sp>
        <p:nvSpPr>
          <p:cNvPr id="70" name="DL__burger_patty__NV_BG_BREAST__202508"/>
          <p:cNvSpPr txBox="1"/>
          <p:nvPr/>
        </p:nvSpPr>
        <p:spPr>
          <a:xfrm>
            <a:off x="47265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6.7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(-61.5%)</a:t>
            </a:r>
          </a:p>
        </p:txBody>
      </p:sp>
      <p:sp>
        <p:nvSpPr>
          <p:cNvPr id="71" name="DL__burger_patty__NV_BG_BREAST__202509"/>
          <p:cNvSpPr txBox="1"/>
          <p:nvPr/>
        </p:nvSpPr>
        <p:spPr>
          <a:xfrm>
            <a:off x="51837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3.6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(-70.5%)</a:t>
            </a:r>
          </a:p>
        </p:txBody>
      </p:sp>
      <p:sp>
        <p:nvSpPr>
          <p:cNvPr id="72" name="DL__burger_patty__NV_BG_BREAST__202510"/>
          <p:cNvSpPr txBox="1"/>
          <p:nvPr/>
        </p:nvSpPr>
        <p:spPr>
          <a:xfrm>
            <a:off x="56409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2.6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(-76.3%)</a:t>
            </a:r>
          </a:p>
        </p:txBody>
      </p:sp>
      <p:sp>
        <p:nvSpPr>
          <p:cNvPr id="73" name="DL__burger_patty__NV_BG_BREAST__202511"/>
          <p:cNvSpPr txBox="1"/>
          <p:nvPr/>
        </p:nvSpPr>
        <p:spPr>
          <a:xfrm>
            <a:off x="60981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1.3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(-86.2%)</a:t>
            </a:r>
          </a:p>
        </p:txBody>
      </p:sp>
      <p:sp>
        <p:nvSpPr>
          <p:cNvPr id="74" name="DL__burger_patty__NV_BG_BREAST__202512"/>
          <p:cNvSpPr txBox="1"/>
          <p:nvPr/>
        </p:nvSpPr>
        <p:spPr>
          <a:xfrm>
            <a:off x="65553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1.3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(-66.0%)</a:t>
            </a:r>
          </a:p>
        </p:txBody>
      </p:sp>
      <p:sp>
        <p:nvSpPr>
          <p:cNvPr id="75" name="DL__burger_patty__NV_BG_BREAST__202601"/>
          <p:cNvSpPr txBox="1"/>
          <p:nvPr/>
        </p:nvSpPr>
        <p:spPr>
          <a:xfrm>
            <a:off x="70125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2.6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(-74.6%)</a:t>
            </a:r>
          </a:p>
        </p:txBody>
      </p:sp>
      <p:sp>
        <p:nvSpPr>
          <p:cNvPr id="76" name="DL__burger_patty__NV_BG_BREAST__202602"/>
          <p:cNvSpPr txBox="1"/>
          <p:nvPr/>
        </p:nvSpPr>
        <p:spPr>
          <a:xfrm>
            <a:off x="74697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1.6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(-86.6%)</a:t>
            </a:r>
          </a:p>
        </p:txBody>
      </p:sp>
      <p:sp>
        <p:nvSpPr>
          <p:cNvPr id="77" name="DL__burger_patty__NV_BG_BREAST__202603"/>
          <p:cNvSpPr txBox="1"/>
          <p:nvPr/>
        </p:nvSpPr>
        <p:spPr>
          <a:xfrm>
            <a:off x="79269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1.3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(-89.5%)</a:t>
            </a:r>
          </a:p>
        </p:txBody>
      </p:sp>
      <p:sp>
        <p:nvSpPr>
          <p:cNvPr id="78" name="DL__burger_patty__NV_BG_BREAST__202604"/>
          <p:cNvSpPr txBox="1"/>
          <p:nvPr/>
        </p:nvSpPr>
        <p:spPr>
          <a:xfrm>
            <a:off x="83841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0.0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(-100.0%)</a:t>
            </a:r>
          </a:p>
        </p:txBody>
      </p:sp>
      <p:sp>
        <p:nvSpPr>
          <p:cNvPr id="79" name="DL__burger_patty__NV_BG_BREAST__202605"/>
          <p:cNvSpPr txBox="1"/>
          <p:nvPr/>
        </p:nvSpPr>
        <p:spPr>
          <a:xfrm>
            <a:off x="88413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0.9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(-90.9%)</a:t>
            </a:r>
          </a:p>
        </p:txBody>
      </p:sp>
      <p:sp>
        <p:nvSpPr>
          <p:cNvPr id="80" name="DL__burger_patty__NV_BG_BREAST__202606"/>
          <p:cNvSpPr txBox="1"/>
          <p:nvPr/>
        </p:nvSpPr>
        <p:spPr>
          <a:xfrm>
            <a:off x="92985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2.3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(-73.6%)</a:t>
            </a:r>
          </a:p>
        </p:txBody>
      </p:sp>
      <p:sp>
        <p:nvSpPr>
          <p:cNvPr id="81" name="DL__burger_patty__NV_BG_BREAST__202607"/>
          <p:cNvSpPr txBox="1"/>
          <p:nvPr/>
        </p:nvSpPr>
        <p:spPr>
          <a:xfrm>
            <a:off x="97557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1.3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(-87.2%)</a:t>
            </a:r>
          </a:p>
        </p:txBody>
      </p:sp>
      <p:sp>
        <p:nvSpPr>
          <p:cNvPr id="82" name="DL__burger_patty__NV_BG_BREAST__202608"/>
          <p:cNvSpPr txBox="1"/>
          <p:nvPr/>
        </p:nvSpPr>
        <p:spPr>
          <a:xfrm>
            <a:off x="102129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2.8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(-58.8%)</a:t>
            </a:r>
          </a:p>
        </p:txBody>
      </p:sp>
      <p:sp>
        <p:nvSpPr>
          <p:cNvPr id="83" name="DL__burger_patty__NV_BG_BREAST__202609"/>
          <p:cNvSpPr txBox="1"/>
          <p:nvPr/>
        </p:nvSpPr>
        <p:spPr>
          <a:xfrm>
            <a:off x="106701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0.5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(-86.4%)</a:t>
            </a:r>
          </a:p>
        </p:txBody>
      </p:sp>
      <p:sp>
        <p:nvSpPr>
          <p:cNvPr id="84" name="DL__burger_patty__NV_BG_BREAST__202610"/>
          <p:cNvSpPr txBox="1"/>
          <p:nvPr/>
        </p:nvSpPr>
        <p:spPr>
          <a:xfrm>
            <a:off x="111273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0.6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(-78.3%)</a:t>
            </a:r>
          </a:p>
        </p:txBody>
      </p:sp>
      <p:sp>
        <p:nvSpPr>
          <p:cNvPr id="85" name="INSIGHT"/>
          <p:cNvSpPr txBox="1"/>
          <p:nvPr/>
        </p:nvSpPr>
        <p:spPr>
          <a:xfrm>
            <a:off x="704088" y="1188720"/>
            <a:ext cx="10908792" cy="5212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50"/>
              </a:lnSpc>
              <a:spcBef>
                <a:spcPts val="0"/>
              </a:spcBef>
              <a:spcAft>
                <a:spcPts val="0"/>
              </a:spcAft>
            </a:pPr>
            <a:r>
              <a:rPr sz="1750">
                <a:solidFill>
                  <a:srgbClr val="3A4147"/>
                </a:solidFill>
                <a:latin typeface="맑은 고딕"/>
              </a:rPr>
              <a:t>2026.10.1~19 전년비, 치킨버거 13.1→15.4(+17.6%)로 상승,</a:t>
            </a:r>
          </a:p>
          <a:p>
            <a:pPr>
              <a:lnSpc>
                <a:spcPts val="1850"/>
              </a:lnSpc>
              <a:spcBef>
                <a:spcPts val="0"/>
              </a:spcBef>
              <a:spcAft>
                <a:spcPts val="0"/>
              </a:spcAft>
            </a:pPr>
            <a:r>
              <a:rPr sz="1750">
                <a:solidFill>
                  <a:srgbClr val="3A4147"/>
                </a:solidFill>
                <a:latin typeface="맑은 고딕"/>
              </a:rPr>
              <a:t>비프버거 −71.7%·가슴살버거 −78.3%로 하락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CCENT"/>
          <p:cNvSpPr/>
          <p:nvPr/>
        </p:nvSpPr>
        <p:spPr>
          <a:xfrm>
            <a:off x="530352" y="731520"/>
            <a:ext cx="50292" cy="969264"/>
          </a:xfrm>
          <a:prstGeom prst="rect">
            <a:avLst/>
          </a:prstGeom>
          <a:solidFill>
            <a:srgbClr val="B65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ECTION"/>
          <p:cNvSpPr txBox="1"/>
          <p:nvPr/>
        </p:nvSpPr>
        <p:spPr>
          <a:xfrm>
            <a:off x="594360" y="274320"/>
            <a:ext cx="1097280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2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363B3D"/>
                </a:solidFill>
                <a:latin typeface="맑은 고딕"/>
              </a:rPr>
              <a:t>2026.10.22 시장·자사 분석 | 버거 · 10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704088" y="722376"/>
            <a:ext cx="10908792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292D32"/>
                </a:solidFill>
                <a:latin typeface="맑은 고딕"/>
              </a:rPr>
              <a:t>버거 기본 맛별 검색관심</a:t>
            </a:r>
          </a:p>
        </p:txBody>
      </p:sp>
      <p:sp>
        <p:nvSpPr>
          <p:cNvPr id="6" name="FOOT_LINE"/>
          <p:cNvSpPr/>
          <p:nvPr/>
        </p:nvSpPr>
        <p:spPr>
          <a:xfrm>
            <a:off x="594360" y="6272784"/>
            <a:ext cx="11018520" cy="5486"/>
          </a:xfrm>
          <a:prstGeom prst="rect">
            <a:avLst/>
          </a:prstGeom>
          <a:solidFill>
            <a:srgbClr val="E4E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AGE"/>
          <p:cNvSpPr txBox="1"/>
          <p:nvPr/>
        </p:nvSpPr>
        <p:spPr>
          <a:xfrm>
            <a:off x="11173968" y="6391656"/>
            <a:ext cx="4114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63B3D"/>
                </a:solidFill>
                <a:latin typeface="맑은 고딕"/>
              </a:rPr>
              <a:t>10</a:t>
            </a:r>
          </a:p>
        </p:txBody>
      </p:sp>
      <p:sp>
        <p:nvSpPr>
          <p:cNvPr id="8" name="UNIT"/>
          <p:cNvSpPr txBox="1"/>
          <p:nvPr/>
        </p:nvSpPr>
        <p:spPr>
          <a:xfrm>
            <a:off x="594360" y="1810512"/>
            <a:ext cx="11018520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686E73"/>
                </a:solidFill>
                <a:latin typeface="맑은 고딕"/>
              </a:rPr>
              <a:t>월별 일평균 검색관심 | 25.01~26.10.19 · 24.01~26.10.19 각 묶음 최고일=100 · 레이블:값/(전년비)</a:t>
            </a:r>
          </a:p>
        </p:txBody>
      </p:sp>
      <p:sp>
        <p:nvSpPr>
          <p:cNvPr id="9" name="QUERY_SCOPE"/>
          <p:cNvSpPr txBox="1"/>
          <p:nvPr/>
        </p:nvSpPr>
        <p:spPr>
          <a:xfrm>
            <a:off x="594360" y="2103120"/>
            <a:ext cx="1101852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686E73"/>
                </a:solidFill>
                <a:latin typeface="맑은 고딕"/>
              </a:rPr>
              <a:t>검색어 예시 | 치즈:치즈버거·치킨 치즈 마요 버거 / 마늘·갈릭:마늘버거·화이트갈릭싸이버거 / 매운·고추:매운버거·맥크리스피 고추장 버터 / 불고기·간장:불고기버거·데리야킹 크리스퍼</a:t>
            </a:r>
          </a:p>
        </p:txBody>
      </p:sp>
      <p:sp>
        <p:nvSpPr>
          <p:cNvPr id="10" name="CAPTION"/>
          <p:cNvSpPr txBox="1"/>
          <p:nvPr/>
        </p:nvSpPr>
        <p:spPr>
          <a:xfrm>
            <a:off x="621792" y="5925312"/>
            <a:ext cx="10963656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86E73"/>
                </a:solidFill>
                <a:latin typeface="맑은 고딕"/>
              </a:rPr>
              <a:t>각 선의 최고 검색일=100이므로 선 높이로 검색규모·판매량을 비교하지 않습니다.26.10 전년비는 양쪽 모두10.1~19일입니다.</a:t>
            </a:r>
          </a:p>
          <a:p>
            <a:pPr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86E73"/>
                </a:solidFill>
                <a:latin typeface="맑은 고딕"/>
              </a:rPr>
              <a:t>메뉴명 포함 검색묶음은 중복될 수 있으며, 매운 버거 관심 상승이 한정 신제품의 판매·선호를 보장하지는 않습니다.</a:t>
            </a:r>
          </a:p>
        </p:txBody>
      </p:sp>
      <p:sp>
        <p:nvSpPr>
          <p:cNvPr id="11" name="SOURCES"/>
          <p:cNvSpPr txBox="1"/>
          <p:nvPr/>
        </p:nvSpPr>
        <p:spPr>
          <a:xfrm>
            <a:off x="603504" y="6391656"/>
            <a:ext cx="1040587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686E73"/>
                </a:solidFill>
                <a:latin typeface="맑은 고딕"/>
              </a:rPr>
              <a:t>자료:네이버 데이터랩 | 일간·PC+모바일·성별/연령 전체 | 검색식·원값:근거Excel(Naver)</a:t>
            </a:r>
            <a:r>
              <a:rPr sz="900">
                <a:solidFill>
                  <a:srgbClr val="686E73"/>
                </a:solidFill>
                <a:latin typeface="맑은 고딕"/>
                <a:hlinkClick r:id="rId2"/>
              </a:rPr>
              <a:t> · 원본1</a:t>
            </a:r>
          </a:p>
        </p:txBody>
      </p:sp>
      <p:graphicFrame>
        <p:nvGraphicFramePr>
          <p:cNvPr id="12" name="DAILY_burger_base"/>
          <p:cNvGraphicFramePr>
            <a:graphicFrameLocks noGrp="1"/>
          </p:cNvGraphicFramePr>
          <p:nvPr/>
        </p:nvGraphicFramePr>
        <p:xfrm>
          <a:off x="548640" y="2505456"/>
          <a:ext cx="11064240" cy="2414016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3" name="SWATCH_burger_base_NV_XB01"/>
          <p:cNvSpPr/>
          <p:nvPr/>
        </p:nvSpPr>
        <p:spPr>
          <a:xfrm>
            <a:off x="603504" y="5140756"/>
            <a:ext cx="91440" cy="32004"/>
          </a:xfrm>
          <a:prstGeom prst="rect">
            <a:avLst/>
          </a:prstGeom>
          <a:solidFill>
            <a:srgbClr val="7D6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ERIES_burger_base_NV_XB01"/>
          <p:cNvSpPr txBox="1"/>
          <p:nvPr/>
        </p:nvSpPr>
        <p:spPr>
          <a:xfrm>
            <a:off x="749808" y="5082235"/>
            <a:ext cx="923544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>
                <a:solidFill>
                  <a:srgbClr val="7D6A2F"/>
                </a:solidFill>
                <a:latin typeface="맑은 고딕"/>
              </a:rPr>
              <a:t>치즈</a:t>
            </a:r>
          </a:p>
        </p:txBody>
      </p:sp>
      <p:sp>
        <p:nvSpPr>
          <p:cNvPr id="15" name="DL__burger_base__NV_XB01__202501"/>
          <p:cNvSpPr txBox="1"/>
          <p:nvPr/>
        </p:nvSpPr>
        <p:spPr>
          <a:xfrm>
            <a:off x="15261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27.0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(+16.8%)</a:t>
            </a:r>
          </a:p>
        </p:txBody>
      </p:sp>
      <p:sp>
        <p:nvSpPr>
          <p:cNvPr id="16" name="DL__burger_base__NV_XB01__202502"/>
          <p:cNvSpPr txBox="1"/>
          <p:nvPr/>
        </p:nvSpPr>
        <p:spPr>
          <a:xfrm>
            <a:off x="19833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30.0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(+20.8%)</a:t>
            </a:r>
          </a:p>
        </p:txBody>
      </p:sp>
      <p:sp>
        <p:nvSpPr>
          <p:cNvPr id="17" name="DL__burger_base__NV_XB01__202503"/>
          <p:cNvSpPr txBox="1"/>
          <p:nvPr/>
        </p:nvSpPr>
        <p:spPr>
          <a:xfrm>
            <a:off x="24405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23.9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(-1.9%)</a:t>
            </a:r>
          </a:p>
        </p:txBody>
      </p:sp>
      <p:sp>
        <p:nvSpPr>
          <p:cNvPr id="18" name="DL__burger_base__NV_XB01__202504"/>
          <p:cNvSpPr txBox="1"/>
          <p:nvPr/>
        </p:nvSpPr>
        <p:spPr>
          <a:xfrm>
            <a:off x="28977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23.6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(-10.2%)</a:t>
            </a:r>
          </a:p>
        </p:txBody>
      </p:sp>
      <p:sp>
        <p:nvSpPr>
          <p:cNvPr id="19" name="DL__burger_base__NV_XB01__202505"/>
          <p:cNvSpPr txBox="1"/>
          <p:nvPr/>
        </p:nvSpPr>
        <p:spPr>
          <a:xfrm>
            <a:off x="33549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23.7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(+1.1%)</a:t>
            </a:r>
          </a:p>
        </p:txBody>
      </p:sp>
      <p:sp>
        <p:nvSpPr>
          <p:cNvPr id="20" name="DL__burger_base__NV_XB01__202506"/>
          <p:cNvSpPr txBox="1"/>
          <p:nvPr/>
        </p:nvSpPr>
        <p:spPr>
          <a:xfrm>
            <a:off x="38121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26.0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(+7.9%)</a:t>
            </a:r>
          </a:p>
        </p:txBody>
      </p:sp>
      <p:sp>
        <p:nvSpPr>
          <p:cNvPr id="21" name="DL__burger_base__NV_XB01__202507"/>
          <p:cNvSpPr txBox="1"/>
          <p:nvPr/>
        </p:nvSpPr>
        <p:spPr>
          <a:xfrm>
            <a:off x="42693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30.8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(+19.0%)</a:t>
            </a:r>
          </a:p>
        </p:txBody>
      </p:sp>
      <p:sp>
        <p:nvSpPr>
          <p:cNvPr id="22" name="DL__burger_base__NV_XB01__202508"/>
          <p:cNvSpPr txBox="1"/>
          <p:nvPr/>
        </p:nvSpPr>
        <p:spPr>
          <a:xfrm>
            <a:off x="47265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35.9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(+41.0%)</a:t>
            </a:r>
          </a:p>
        </p:txBody>
      </p:sp>
      <p:sp>
        <p:nvSpPr>
          <p:cNvPr id="23" name="DL__burger_base__NV_XB01__202509"/>
          <p:cNvSpPr txBox="1"/>
          <p:nvPr/>
        </p:nvSpPr>
        <p:spPr>
          <a:xfrm>
            <a:off x="51837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28.3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(+19.1%)</a:t>
            </a:r>
          </a:p>
        </p:txBody>
      </p:sp>
      <p:sp>
        <p:nvSpPr>
          <p:cNvPr id="24" name="DL__burger_base__NV_XB01__202510"/>
          <p:cNvSpPr txBox="1"/>
          <p:nvPr/>
        </p:nvSpPr>
        <p:spPr>
          <a:xfrm>
            <a:off x="56409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34.1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(+40.2%)</a:t>
            </a:r>
          </a:p>
        </p:txBody>
      </p:sp>
      <p:sp>
        <p:nvSpPr>
          <p:cNvPr id="25" name="DL__burger_base__NV_XB01__202511"/>
          <p:cNvSpPr txBox="1"/>
          <p:nvPr/>
        </p:nvSpPr>
        <p:spPr>
          <a:xfrm>
            <a:off x="60981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24.9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(+7.4%)</a:t>
            </a:r>
          </a:p>
        </p:txBody>
      </p:sp>
      <p:sp>
        <p:nvSpPr>
          <p:cNvPr id="26" name="DL__burger_base__NV_XB01__202512"/>
          <p:cNvSpPr txBox="1"/>
          <p:nvPr/>
        </p:nvSpPr>
        <p:spPr>
          <a:xfrm>
            <a:off x="65553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26.8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(+4.5%)</a:t>
            </a:r>
          </a:p>
        </p:txBody>
      </p:sp>
      <p:sp>
        <p:nvSpPr>
          <p:cNvPr id="27" name="DL__burger_base__NV_XB01__202601"/>
          <p:cNvSpPr txBox="1"/>
          <p:nvPr/>
        </p:nvSpPr>
        <p:spPr>
          <a:xfrm>
            <a:off x="70125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21.9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(-19.1%)</a:t>
            </a:r>
          </a:p>
        </p:txBody>
      </p:sp>
      <p:sp>
        <p:nvSpPr>
          <p:cNvPr id="28" name="DL__burger_base__NV_XB01__202602"/>
          <p:cNvSpPr txBox="1"/>
          <p:nvPr/>
        </p:nvSpPr>
        <p:spPr>
          <a:xfrm>
            <a:off x="74697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16.6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(-44.6%)</a:t>
            </a:r>
          </a:p>
        </p:txBody>
      </p:sp>
      <p:sp>
        <p:nvSpPr>
          <p:cNvPr id="29" name="DL__burger_base__NV_XB01__202603"/>
          <p:cNvSpPr txBox="1"/>
          <p:nvPr/>
        </p:nvSpPr>
        <p:spPr>
          <a:xfrm>
            <a:off x="79269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17.8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(-25.7%)</a:t>
            </a:r>
          </a:p>
        </p:txBody>
      </p:sp>
      <p:sp>
        <p:nvSpPr>
          <p:cNvPr id="30" name="DL__burger_base__NV_XB01__202604"/>
          <p:cNvSpPr txBox="1"/>
          <p:nvPr/>
        </p:nvSpPr>
        <p:spPr>
          <a:xfrm>
            <a:off x="83841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15.9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(-32.7%)</a:t>
            </a:r>
          </a:p>
        </p:txBody>
      </p:sp>
      <p:sp>
        <p:nvSpPr>
          <p:cNvPr id="31" name="DL__burger_base__NV_XB01__202605"/>
          <p:cNvSpPr txBox="1"/>
          <p:nvPr/>
        </p:nvSpPr>
        <p:spPr>
          <a:xfrm>
            <a:off x="88413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15.8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(-33.4%)</a:t>
            </a:r>
          </a:p>
        </p:txBody>
      </p:sp>
      <p:sp>
        <p:nvSpPr>
          <p:cNvPr id="32" name="DL__burger_base__NV_XB01__202606"/>
          <p:cNvSpPr txBox="1"/>
          <p:nvPr/>
        </p:nvSpPr>
        <p:spPr>
          <a:xfrm>
            <a:off x="92985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17.5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(-32.7%)</a:t>
            </a:r>
          </a:p>
        </p:txBody>
      </p:sp>
      <p:sp>
        <p:nvSpPr>
          <p:cNvPr id="33" name="DL__burger_base__NV_XB01__202607"/>
          <p:cNvSpPr txBox="1"/>
          <p:nvPr/>
        </p:nvSpPr>
        <p:spPr>
          <a:xfrm>
            <a:off x="97557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15.5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(-49.7%)</a:t>
            </a:r>
          </a:p>
        </p:txBody>
      </p:sp>
      <p:sp>
        <p:nvSpPr>
          <p:cNvPr id="34" name="DL__burger_base__NV_XB01__202608"/>
          <p:cNvSpPr txBox="1"/>
          <p:nvPr/>
        </p:nvSpPr>
        <p:spPr>
          <a:xfrm>
            <a:off x="102129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16.0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(-55.4%)</a:t>
            </a:r>
          </a:p>
        </p:txBody>
      </p:sp>
      <p:sp>
        <p:nvSpPr>
          <p:cNvPr id="35" name="DL__burger_base__NV_XB01__202609"/>
          <p:cNvSpPr txBox="1"/>
          <p:nvPr/>
        </p:nvSpPr>
        <p:spPr>
          <a:xfrm>
            <a:off x="106701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13.8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(-51.1%)</a:t>
            </a:r>
          </a:p>
        </p:txBody>
      </p:sp>
      <p:sp>
        <p:nvSpPr>
          <p:cNvPr id="36" name="DL__burger_base__NV_XB01__202610"/>
          <p:cNvSpPr txBox="1"/>
          <p:nvPr/>
        </p:nvSpPr>
        <p:spPr>
          <a:xfrm>
            <a:off x="111273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14.6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(-59.6%)</a:t>
            </a:r>
          </a:p>
        </p:txBody>
      </p:sp>
      <p:sp>
        <p:nvSpPr>
          <p:cNvPr id="37" name="SWATCH_burger_base_NV_XB02"/>
          <p:cNvSpPr/>
          <p:nvPr/>
        </p:nvSpPr>
        <p:spPr>
          <a:xfrm>
            <a:off x="603504" y="5337352"/>
            <a:ext cx="91440" cy="32004"/>
          </a:xfrm>
          <a:prstGeom prst="rect">
            <a:avLst/>
          </a:prstGeom>
          <a:solidFill>
            <a:srgbClr val="9B6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ERIES_burger_base_NV_XB02"/>
          <p:cNvSpPr txBox="1"/>
          <p:nvPr/>
        </p:nvSpPr>
        <p:spPr>
          <a:xfrm>
            <a:off x="749808" y="5278831"/>
            <a:ext cx="923544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>
                <a:solidFill>
                  <a:srgbClr val="9B696E"/>
                </a:solidFill>
                <a:latin typeface="맑은 고딕"/>
              </a:rPr>
              <a:t>마늘·갈릭</a:t>
            </a:r>
          </a:p>
        </p:txBody>
      </p:sp>
      <p:sp>
        <p:nvSpPr>
          <p:cNvPr id="39" name="DL__burger_base__NV_XB02__202501"/>
          <p:cNvSpPr txBox="1"/>
          <p:nvPr/>
        </p:nvSpPr>
        <p:spPr>
          <a:xfrm>
            <a:off x="15261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37.0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(-3.6%)</a:t>
            </a:r>
          </a:p>
        </p:txBody>
      </p:sp>
      <p:sp>
        <p:nvSpPr>
          <p:cNvPr id="40" name="DL__burger_base__NV_XB02__202502"/>
          <p:cNvSpPr txBox="1"/>
          <p:nvPr/>
        </p:nvSpPr>
        <p:spPr>
          <a:xfrm>
            <a:off x="19833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44.7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(+10.8%)</a:t>
            </a:r>
          </a:p>
        </p:txBody>
      </p:sp>
      <p:sp>
        <p:nvSpPr>
          <p:cNvPr id="41" name="DL__burger_base__NV_XB02__202503"/>
          <p:cNvSpPr txBox="1"/>
          <p:nvPr/>
        </p:nvSpPr>
        <p:spPr>
          <a:xfrm>
            <a:off x="24405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38.1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(-3.3%)</a:t>
            </a:r>
          </a:p>
        </p:txBody>
      </p:sp>
      <p:sp>
        <p:nvSpPr>
          <p:cNvPr id="42" name="DL__burger_base__NV_XB02__202504"/>
          <p:cNvSpPr txBox="1"/>
          <p:nvPr/>
        </p:nvSpPr>
        <p:spPr>
          <a:xfrm>
            <a:off x="28977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37.7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(-21.2%)</a:t>
            </a:r>
          </a:p>
        </p:txBody>
      </p:sp>
      <p:sp>
        <p:nvSpPr>
          <p:cNvPr id="43" name="DL__burger_base__NV_XB02__202505"/>
          <p:cNvSpPr txBox="1"/>
          <p:nvPr/>
        </p:nvSpPr>
        <p:spPr>
          <a:xfrm>
            <a:off x="33549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37.3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(-12.5%)</a:t>
            </a:r>
          </a:p>
        </p:txBody>
      </p:sp>
      <p:sp>
        <p:nvSpPr>
          <p:cNvPr id="44" name="DL__burger_base__NV_XB02__202506"/>
          <p:cNvSpPr txBox="1"/>
          <p:nvPr/>
        </p:nvSpPr>
        <p:spPr>
          <a:xfrm>
            <a:off x="38121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51.0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(+22.8%)</a:t>
            </a:r>
          </a:p>
        </p:txBody>
      </p:sp>
      <p:sp>
        <p:nvSpPr>
          <p:cNvPr id="45" name="DL__burger_base__NV_XB02__202507"/>
          <p:cNvSpPr txBox="1"/>
          <p:nvPr/>
        </p:nvSpPr>
        <p:spPr>
          <a:xfrm>
            <a:off x="42693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38.8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(-16.2%)</a:t>
            </a:r>
          </a:p>
        </p:txBody>
      </p:sp>
      <p:sp>
        <p:nvSpPr>
          <p:cNvPr id="46" name="DL__burger_base__NV_XB02__202508"/>
          <p:cNvSpPr txBox="1"/>
          <p:nvPr/>
        </p:nvSpPr>
        <p:spPr>
          <a:xfrm>
            <a:off x="47265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52.8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(+34.4%)</a:t>
            </a:r>
          </a:p>
        </p:txBody>
      </p:sp>
      <p:sp>
        <p:nvSpPr>
          <p:cNvPr id="47" name="DL__burger_base__NV_XB02__202509"/>
          <p:cNvSpPr txBox="1"/>
          <p:nvPr/>
        </p:nvSpPr>
        <p:spPr>
          <a:xfrm>
            <a:off x="51837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45.9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(+22.4%)</a:t>
            </a:r>
          </a:p>
        </p:txBody>
      </p:sp>
      <p:sp>
        <p:nvSpPr>
          <p:cNvPr id="48" name="DL__burger_base__NV_XB02__202510"/>
          <p:cNvSpPr txBox="1"/>
          <p:nvPr/>
        </p:nvSpPr>
        <p:spPr>
          <a:xfrm>
            <a:off x="56409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36.4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(-5.4%)</a:t>
            </a:r>
          </a:p>
        </p:txBody>
      </p:sp>
      <p:sp>
        <p:nvSpPr>
          <p:cNvPr id="49" name="DL__burger_base__NV_XB02__202511"/>
          <p:cNvSpPr txBox="1"/>
          <p:nvPr/>
        </p:nvSpPr>
        <p:spPr>
          <a:xfrm>
            <a:off x="60981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31.4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(-17.6%)</a:t>
            </a:r>
          </a:p>
        </p:txBody>
      </p:sp>
      <p:sp>
        <p:nvSpPr>
          <p:cNvPr id="50" name="DL__burger_base__NV_XB02__202512"/>
          <p:cNvSpPr txBox="1"/>
          <p:nvPr/>
        </p:nvSpPr>
        <p:spPr>
          <a:xfrm>
            <a:off x="65553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31.9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(-10.7%)</a:t>
            </a:r>
          </a:p>
        </p:txBody>
      </p:sp>
      <p:sp>
        <p:nvSpPr>
          <p:cNvPr id="51" name="DL__burger_base__NV_XB02__202601"/>
          <p:cNvSpPr txBox="1"/>
          <p:nvPr/>
        </p:nvSpPr>
        <p:spPr>
          <a:xfrm>
            <a:off x="70125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30.3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(-18.0%)</a:t>
            </a:r>
          </a:p>
        </p:txBody>
      </p:sp>
      <p:sp>
        <p:nvSpPr>
          <p:cNvPr id="52" name="DL__burger_base__NV_XB02__202602"/>
          <p:cNvSpPr txBox="1"/>
          <p:nvPr/>
        </p:nvSpPr>
        <p:spPr>
          <a:xfrm>
            <a:off x="74697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29.2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(-34.8%)</a:t>
            </a:r>
          </a:p>
        </p:txBody>
      </p:sp>
      <p:sp>
        <p:nvSpPr>
          <p:cNvPr id="53" name="DL__burger_base__NV_XB02__202603"/>
          <p:cNvSpPr txBox="1"/>
          <p:nvPr/>
        </p:nvSpPr>
        <p:spPr>
          <a:xfrm>
            <a:off x="79269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30.3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(-20.5%)</a:t>
            </a:r>
          </a:p>
        </p:txBody>
      </p:sp>
      <p:sp>
        <p:nvSpPr>
          <p:cNvPr id="54" name="DL__burger_base__NV_XB02__202604"/>
          <p:cNvSpPr txBox="1"/>
          <p:nvPr/>
        </p:nvSpPr>
        <p:spPr>
          <a:xfrm>
            <a:off x="83841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28.9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(-23.3%)</a:t>
            </a:r>
          </a:p>
        </p:txBody>
      </p:sp>
      <p:sp>
        <p:nvSpPr>
          <p:cNvPr id="55" name="DL__burger_base__NV_XB02__202605"/>
          <p:cNvSpPr txBox="1"/>
          <p:nvPr/>
        </p:nvSpPr>
        <p:spPr>
          <a:xfrm>
            <a:off x="88413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29.8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(-20.3%)</a:t>
            </a:r>
          </a:p>
        </p:txBody>
      </p:sp>
      <p:sp>
        <p:nvSpPr>
          <p:cNvPr id="56" name="DL__burger_base__NV_XB02__202606"/>
          <p:cNvSpPr txBox="1"/>
          <p:nvPr/>
        </p:nvSpPr>
        <p:spPr>
          <a:xfrm>
            <a:off x="92985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33.4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(-34.4%)</a:t>
            </a:r>
          </a:p>
        </p:txBody>
      </p:sp>
      <p:sp>
        <p:nvSpPr>
          <p:cNvPr id="57" name="DL__burger_base__NV_XB02__202607"/>
          <p:cNvSpPr txBox="1"/>
          <p:nvPr/>
        </p:nvSpPr>
        <p:spPr>
          <a:xfrm>
            <a:off x="97557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30.7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(-20.9%)</a:t>
            </a:r>
          </a:p>
        </p:txBody>
      </p:sp>
      <p:sp>
        <p:nvSpPr>
          <p:cNvPr id="58" name="DL__burger_base__NV_XB02__202608"/>
          <p:cNvSpPr txBox="1"/>
          <p:nvPr/>
        </p:nvSpPr>
        <p:spPr>
          <a:xfrm>
            <a:off x="102129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29.9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(-43.4%)</a:t>
            </a:r>
          </a:p>
        </p:txBody>
      </p:sp>
      <p:sp>
        <p:nvSpPr>
          <p:cNvPr id="59" name="DL__burger_base__NV_XB02__202609"/>
          <p:cNvSpPr txBox="1"/>
          <p:nvPr/>
        </p:nvSpPr>
        <p:spPr>
          <a:xfrm>
            <a:off x="106701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27.1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(-41.0%)</a:t>
            </a:r>
          </a:p>
        </p:txBody>
      </p:sp>
      <p:sp>
        <p:nvSpPr>
          <p:cNvPr id="60" name="DL__burger_base__NV_XB02__202610"/>
          <p:cNvSpPr txBox="1"/>
          <p:nvPr/>
        </p:nvSpPr>
        <p:spPr>
          <a:xfrm>
            <a:off x="111273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28.0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(-19.5%)</a:t>
            </a:r>
          </a:p>
        </p:txBody>
      </p:sp>
      <p:sp>
        <p:nvSpPr>
          <p:cNvPr id="61" name="SWATCH_burger_base_NV_XB03"/>
          <p:cNvSpPr/>
          <p:nvPr/>
        </p:nvSpPr>
        <p:spPr>
          <a:xfrm>
            <a:off x="603504" y="5533948"/>
            <a:ext cx="91440" cy="32004"/>
          </a:xfrm>
          <a:prstGeom prst="rect">
            <a:avLst/>
          </a:prstGeom>
          <a:solidFill>
            <a:srgbClr val="7B4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SERIES_burger_base_NV_XB03"/>
          <p:cNvSpPr txBox="1"/>
          <p:nvPr/>
        </p:nvSpPr>
        <p:spPr>
          <a:xfrm>
            <a:off x="749808" y="5475427"/>
            <a:ext cx="923544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>
                <a:solidFill>
                  <a:srgbClr val="7B4147"/>
                </a:solidFill>
                <a:latin typeface="맑은 고딕"/>
              </a:rPr>
              <a:t>매운·고추</a:t>
            </a:r>
          </a:p>
        </p:txBody>
      </p:sp>
      <p:sp>
        <p:nvSpPr>
          <p:cNvPr id="63" name="DL__burger_base__NV_XB03__202501"/>
          <p:cNvSpPr txBox="1"/>
          <p:nvPr/>
        </p:nvSpPr>
        <p:spPr>
          <a:xfrm>
            <a:off x="15261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33.9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(+2.9%)</a:t>
            </a:r>
          </a:p>
        </p:txBody>
      </p:sp>
      <p:sp>
        <p:nvSpPr>
          <p:cNvPr id="64" name="DL__burger_base__NV_XB03__202502"/>
          <p:cNvSpPr txBox="1"/>
          <p:nvPr/>
        </p:nvSpPr>
        <p:spPr>
          <a:xfrm>
            <a:off x="19833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37.4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(+6.4%)</a:t>
            </a:r>
          </a:p>
        </p:txBody>
      </p:sp>
      <p:sp>
        <p:nvSpPr>
          <p:cNvPr id="65" name="DL__burger_base__NV_XB03__202503"/>
          <p:cNvSpPr txBox="1"/>
          <p:nvPr/>
        </p:nvSpPr>
        <p:spPr>
          <a:xfrm>
            <a:off x="24405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28.6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(-17.2%)</a:t>
            </a:r>
          </a:p>
        </p:txBody>
      </p:sp>
      <p:sp>
        <p:nvSpPr>
          <p:cNvPr id="66" name="DL__burger_base__NV_XB03__202504"/>
          <p:cNvSpPr txBox="1"/>
          <p:nvPr/>
        </p:nvSpPr>
        <p:spPr>
          <a:xfrm>
            <a:off x="28977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28.4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(-22.4%)</a:t>
            </a:r>
          </a:p>
        </p:txBody>
      </p:sp>
      <p:sp>
        <p:nvSpPr>
          <p:cNvPr id="67" name="DL__burger_base__NV_XB03__202505"/>
          <p:cNvSpPr txBox="1"/>
          <p:nvPr/>
        </p:nvSpPr>
        <p:spPr>
          <a:xfrm>
            <a:off x="33549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29.1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(-13.4%)</a:t>
            </a:r>
          </a:p>
        </p:txBody>
      </p:sp>
      <p:sp>
        <p:nvSpPr>
          <p:cNvPr id="68" name="DL__burger_base__NV_XB03__202506"/>
          <p:cNvSpPr txBox="1"/>
          <p:nvPr/>
        </p:nvSpPr>
        <p:spPr>
          <a:xfrm>
            <a:off x="38121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42.1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(+24.7%)</a:t>
            </a:r>
          </a:p>
        </p:txBody>
      </p:sp>
      <p:sp>
        <p:nvSpPr>
          <p:cNvPr id="69" name="DL__burger_base__NV_XB03__202507"/>
          <p:cNvSpPr txBox="1"/>
          <p:nvPr/>
        </p:nvSpPr>
        <p:spPr>
          <a:xfrm>
            <a:off x="42693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31.7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(-21.5%)</a:t>
            </a:r>
          </a:p>
        </p:txBody>
      </p:sp>
      <p:sp>
        <p:nvSpPr>
          <p:cNvPr id="70" name="DL__burger_base__NV_XB03__202508"/>
          <p:cNvSpPr txBox="1"/>
          <p:nvPr/>
        </p:nvSpPr>
        <p:spPr>
          <a:xfrm>
            <a:off x="47265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30.7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(-12.5%)</a:t>
            </a:r>
          </a:p>
        </p:txBody>
      </p:sp>
      <p:sp>
        <p:nvSpPr>
          <p:cNvPr id="71" name="DL__burger_base__NV_XB03__202509"/>
          <p:cNvSpPr txBox="1"/>
          <p:nvPr/>
        </p:nvSpPr>
        <p:spPr>
          <a:xfrm>
            <a:off x="51837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30.2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(-17.3%)</a:t>
            </a:r>
          </a:p>
        </p:txBody>
      </p:sp>
      <p:sp>
        <p:nvSpPr>
          <p:cNvPr id="72" name="DL__burger_base__NV_XB03__202510"/>
          <p:cNvSpPr txBox="1"/>
          <p:nvPr/>
        </p:nvSpPr>
        <p:spPr>
          <a:xfrm>
            <a:off x="56409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30.2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(-11.4%)</a:t>
            </a:r>
          </a:p>
        </p:txBody>
      </p:sp>
      <p:sp>
        <p:nvSpPr>
          <p:cNvPr id="73" name="DL__burger_base__NV_XB03__202511"/>
          <p:cNvSpPr txBox="1"/>
          <p:nvPr/>
        </p:nvSpPr>
        <p:spPr>
          <a:xfrm>
            <a:off x="60981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26.6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(-20.4%)</a:t>
            </a:r>
          </a:p>
        </p:txBody>
      </p:sp>
      <p:sp>
        <p:nvSpPr>
          <p:cNvPr id="74" name="DL__burger_base__NV_XB03__202512"/>
          <p:cNvSpPr txBox="1"/>
          <p:nvPr/>
        </p:nvSpPr>
        <p:spPr>
          <a:xfrm>
            <a:off x="65553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26.8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(-26.4%)</a:t>
            </a:r>
          </a:p>
        </p:txBody>
      </p:sp>
      <p:sp>
        <p:nvSpPr>
          <p:cNvPr id="75" name="DL__burger_base__NV_XB03__202601"/>
          <p:cNvSpPr txBox="1"/>
          <p:nvPr/>
        </p:nvSpPr>
        <p:spPr>
          <a:xfrm>
            <a:off x="70125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23.8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(-29.8%)</a:t>
            </a:r>
          </a:p>
        </p:txBody>
      </p:sp>
      <p:sp>
        <p:nvSpPr>
          <p:cNvPr id="76" name="DL__burger_base__NV_XB03__202602"/>
          <p:cNvSpPr txBox="1"/>
          <p:nvPr/>
        </p:nvSpPr>
        <p:spPr>
          <a:xfrm>
            <a:off x="74697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20.6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(-44.9%)</a:t>
            </a:r>
          </a:p>
        </p:txBody>
      </p:sp>
      <p:sp>
        <p:nvSpPr>
          <p:cNvPr id="77" name="DL__burger_base__NV_XB03__202603"/>
          <p:cNvSpPr txBox="1"/>
          <p:nvPr/>
        </p:nvSpPr>
        <p:spPr>
          <a:xfrm>
            <a:off x="79269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24.3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(-15.3%)</a:t>
            </a:r>
          </a:p>
        </p:txBody>
      </p:sp>
      <p:sp>
        <p:nvSpPr>
          <p:cNvPr id="78" name="DL__burger_base__NV_XB03__202604"/>
          <p:cNvSpPr txBox="1"/>
          <p:nvPr/>
        </p:nvSpPr>
        <p:spPr>
          <a:xfrm>
            <a:off x="83841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21.6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(-24.0%)</a:t>
            </a:r>
          </a:p>
        </p:txBody>
      </p:sp>
      <p:sp>
        <p:nvSpPr>
          <p:cNvPr id="79" name="DL__burger_base__NV_XB03__202605"/>
          <p:cNvSpPr txBox="1"/>
          <p:nvPr/>
        </p:nvSpPr>
        <p:spPr>
          <a:xfrm>
            <a:off x="88413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21.7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(-25.6%)</a:t>
            </a:r>
          </a:p>
        </p:txBody>
      </p:sp>
      <p:sp>
        <p:nvSpPr>
          <p:cNvPr id="80" name="DL__burger_base__NV_XB03__202606"/>
          <p:cNvSpPr txBox="1"/>
          <p:nvPr/>
        </p:nvSpPr>
        <p:spPr>
          <a:xfrm>
            <a:off x="92985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24.0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(-42.8%)</a:t>
            </a:r>
          </a:p>
        </p:txBody>
      </p:sp>
      <p:sp>
        <p:nvSpPr>
          <p:cNvPr id="81" name="DL__burger_base__NV_XB03__202607"/>
          <p:cNvSpPr txBox="1"/>
          <p:nvPr/>
        </p:nvSpPr>
        <p:spPr>
          <a:xfrm>
            <a:off x="97557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24.7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(-22.2%)</a:t>
            </a:r>
          </a:p>
        </p:txBody>
      </p:sp>
      <p:sp>
        <p:nvSpPr>
          <p:cNvPr id="82" name="DL__burger_base__NV_XB03__202608"/>
          <p:cNvSpPr txBox="1"/>
          <p:nvPr/>
        </p:nvSpPr>
        <p:spPr>
          <a:xfrm>
            <a:off x="102129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23.2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(-24.5%)</a:t>
            </a:r>
          </a:p>
        </p:txBody>
      </p:sp>
      <p:sp>
        <p:nvSpPr>
          <p:cNvPr id="83" name="DL__burger_base__NV_XB03__202609"/>
          <p:cNvSpPr txBox="1"/>
          <p:nvPr/>
        </p:nvSpPr>
        <p:spPr>
          <a:xfrm>
            <a:off x="106701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47.2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(+56.3%)</a:t>
            </a:r>
          </a:p>
        </p:txBody>
      </p:sp>
      <p:sp>
        <p:nvSpPr>
          <p:cNvPr id="84" name="DL__burger_base__NV_XB03__202610"/>
          <p:cNvSpPr txBox="1"/>
          <p:nvPr/>
        </p:nvSpPr>
        <p:spPr>
          <a:xfrm>
            <a:off x="111273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64.9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(+133.6%)</a:t>
            </a:r>
          </a:p>
        </p:txBody>
      </p:sp>
      <p:sp>
        <p:nvSpPr>
          <p:cNvPr id="85" name="SWATCH_burger_base_NV_XB04"/>
          <p:cNvSpPr/>
          <p:nvPr/>
        </p:nvSpPr>
        <p:spPr>
          <a:xfrm>
            <a:off x="603504" y="5730544"/>
            <a:ext cx="91440" cy="32004"/>
          </a:xfrm>
          <a:prstGeom prst="rect">
            <a:avLst/>
          </a:prstGeom>
          <a:solidFill>
            <a:srgbClr val="778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SERIES_burger_base_NV_XB04"/>
          <p:cNvSpPr txBox="1"/>
          <p:nvPr/>
        </p:nvSpPr>
        <p:spPr>
          <a:xfrm>
            <a:off x="749808" y="5672023"/>
            <a:ext cx="923544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>
                <a:solidFill>
                  <a:srgbClr val="778189"/>
                </a:solidFill>
                <a:latin typeface="맑은 고딕"/>
              </a:rPr>
              <a:t>불고기·간장</a:t>
            </a:r>
          </a:p>
        </p:txBody>
      </p:sp>
      <p:sp>
        <p:nvSpPr>
          <p:cNvPr id="87" name="DL__burger_base__NV_XB04__202501"/>
          <p:cNvSpPr txBox="1"/>
          <p:nvPr/>
        </p:nvSpPr>
        <p:spPr>
          <a:xfrm>
            <a:off x="15261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12.4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(-13.6%)</a:t>
            </a:r>
          </a:p>
        </p:txBody>
      </p:sp>
      <p:sp>
        <p:nvSpPr>
          <p:cNvPr id="88" name="DL__burger_base__NV_XB04__202502"/>
          <p:cNvSpPr txBox="1"/>
          <p:nvPr/>
        </p:nvSpPr>
        <p:spPr>
          <a:xfrm>
            <a:off x="19833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12.8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(-10.4%)</a:t>
            </a:r>
          </a:p>
        </p:txBody>
      </p:sp>
      <p:sp>
        <p:nvSpPr>
          <p:cNvPr id="89" name="DL__burger_base__NV_XB04__202503"/>
          <p:cNvSpPr txBox="1"/>
          <p:nvPr/>
        </p:nvSpPr>
        <p:spPr>
          <a:xfrm>
            <a:off x="24405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12.8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(-9.5%)</a:t>
            </a:r>
          </a:p>
        </p:txBody>
      </p:sp>
      <p:sp>
        <p:nvSpPr>
          <p:cNvPr id="90" name="DL__burger_base__NV_XB04__202504"/>
          <p:cNvSpPr txBox="1"/>
          <p:nvPr/>
        </p:nvSpPr>
        <p:spPr>
          <a:xfrm>
            <a:off x="28977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13.5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(-12.2%)</a:t>
            </a:r>
          </a:p>
        </p:txBody>
      </p:sp>
      <p:sp>
        <p:nvSpPr>
          <p:cNvPr id="91" name="DL__burger_base__NV_XB04__202505"/>
          <p:cNvSpPr txBox="1"/>
          <p:nvPr/>
        </p:nvSpPr>
        <p:spPr>
          <a:xfrm>
            <a:off x="33549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13.1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(-8.2%)</a:t>
            </a:r>
          </a:p>
        </p:txBody>
      </p:sp>
      <p:sp>
        <p:nvSpPr>
          <p:cNvPr id="92" name="DL__burger_base__NV_XB04__202506"/>
          <p:cNvSpPr txBox="1"/>
          <p:nvPr/>
        </p:nvSpPr>
        <p:spPr>
          <a:xfrm>
            <a:off x="38121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13.3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(-10.5%)</a:t>
            </a:r>
          </a:p>
        </p:txBody>
      </p:sp>
      <p:sp>
        <p:nvSpPr>
          <p:cNvPr id="93" name="DL__burger_base__NV_XB04__202507"/>
          <p:cNvSpPr txBox="1"/>
          <p:nvPr/>
        </p:nvSpPr>
        <p:spPr>
          <a:xfrm>
            <a:off x="42693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13.2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(-13.9%)</a:t>
            </a:r>
          </a:p>
        </p:txBody>
      </p:sp>
      <p:sp>
        <p:nvSpPr>
          <p:cNvPr id="94" name="DL__burger_base__NV_XB04__202508"/>
          <p:cNvSpPr txBox="1"/>
          <p:nvPr/>
        </p:nvSpPr>
        <p:spPr>
          <a:xfrm>
            <a:off x="47265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15.4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(+3.2%)</a:t>
            </a:r>
          </a:p>
        </p:txBody>
      </p:sp>
      <p:sp>
        <p:nvSpPr>
          <p:cNvPr id="95" name="DL__burger_base__NV_XB04__202509"/>
          <p:cNvSpPr txBox="1"/>
          <p:nvPr/>
        </p:nvSpPr>
        <p:spPr>
          <a:xfrm>
            <a:off x="51837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11.5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(-18.4%)</a:t>
            </a:r>
          </a:p>
        </p:txBody>
      </p:sp>
      <p:sp>
        <p:nvSpPr>
          <p:cNvPr id="96" name="DL__burger_base__NV_XB04__202510"/>
          <p:cNvSpPr txBox="1"/>
          <p:nvPr/>
        </p:nvSpPr>
        <p:spPr>
          <a:xfrm>
            <a:off x="56409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10.9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(-26.4%)</a:t>
            </a:r>
          </a:p>
        </p:txBody>
      </p:sp>
      <p:sp>
        <p:nvSpPr>
          <p:cNvPr id="97" name="DL__burger_base__NV_XB04__202511"/>
          <p:cNvSpPr txBox="1"/>
          <p:nvPr/>
        </p:nvSpPr>
        <p:spPr>
          <a:xfrm>
            <a:off x="60981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10.9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(-8.1%)</a:t>
            </a:r>
          </a:p>
        </p:txBody>
      </p:sp>
      <p:sp>
        <p:nvSpPr>
          <p:cNvPr id="98" name="DL__burger_base__NV_XB04__202512"/>
          <p:cNvSpPr txBox="1"/>
          <p:nvPr/>
        </p:nvSpPr>
        <p:spPr>
          <a:xfrm>
            <a:off x="65553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10.7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(-4.4%)</a:t>
            </a:r>
          </a:p>
        </p:txBody>
      </p:sp>
      <p:sp>
        <p:nvSpPr>
          <p:cNvPr id="99" name="DL__burger_base__NV_XB04__202601"/>
          <p:cNvSpPr txBox="1"/>
          <p:nvPr/>
        </p:nvSpPr>
        <p:spPr>
          <a:xfrm>
            <a:off x="70125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9.7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(-22.3%)</a:t>
            </a:r>
          </a:p>
        </p:txBody>
      </p:sp>
      <p:sp>
        <p:nvSpPr>
          <p:cNvPr id="100" name="DL__burger_base__NV_XB04__202602"/>
          <p:cNvSpPr txBox="1"/>
          <p:nvPr/>
        </p:nvSpPr>
        <p:spPr>
          <a:xfrm>
            <a:off x="74697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7.5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(-41.9%)</a:t>
            </a:r>
          </a:p>
        </p:txBody>
      </p:sp>
      <p:sp>
        <p:nvSpPr>
          <p:cNvPr id="101" name="DL__burger_base__NV_XB04__202603"/>
          <p:cNvSpPr txBox="1"/>
          <p:nvPr/>
        </p:nvSpPr>
        <p:spPr>
          <a:xfrm>
            <a:off x="79269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7.7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(-39.9%)</a:t>
            </a:r>
          </a:p>
        </p:txBody>
      </p:sp>
      <p:sp>
        <p:nvSpPr>
          <p:cNvPr id="102" name="DL__burger_base__NV_XB04__202604"/>
          <p:cNvSpPr txBox="1"/>
          <p:nvPr/>
        </p:nvSpPr>
        <p:spPr>
          <a:xfrm>
            <a:off x="83841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7.0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(-47.8%)</a:t>
            </a:r>
          </a:p>
        </p:txBody>
      </p:sp>
      <p:sp>
        <p:nvSpPr>
          <p:cNvPr id="103" name="DL__burger_base__NV_XB04__202605"/>
          <p:cNvSpPr txBox="1"/>
          <p:nvPr/>
        </p:nvSpPr>
        <p:spPr>
          <a:xfrm>
            <a:off x="88413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6.6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(-49.7%)</a:t>
            </a:r>
          </a:p>
        </p:txBody>
      </p:sp>
      <p:sp>
        <p:nvSpPr>
          <p:cNvPr id="104" name="DL__burger_base__NV_XB04__202606"/>
          <p:cNvSpPr txBox="1"/>
          <p:nvPr/>
        </p:nvSpPr>
        <p:spPr>
          <a:xfrm>
            <a:off x="92985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6.6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(-50.5%)</a:t>
            </a:r>
          </a:p>
        </p:txBody>
      </p:sp>
      <p:sp>
        <p:nvSpPr>
          <p:cNvPr id="105" name="DL__burger_base__NV_XB04__202607"/>
          <p:cNvSpPr txBox="1"/>
          <p:nvPr/>
        </p:nvSpPr>
        <p:spPr>
          <a:xfrm>
            <a:off x="97557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6.4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(-51.7%)</a:t>
            </a:r>
          </a:p>
        </p:txBody>
      </p:sp>
      <p:sp>
        <p:nvSpPr>
          <p:cNvPr id="106" name="DL__burger_base__NV_XB04__202608"/>
          <p:cNvSpPr txBox="1"/>
          <p:nvPr/>
        </p:nvSpPr>
        <p:spPr>
          <a:xfrm>
            <a:off x="102129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23.2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(+50.7%)</a:t>
            </a:r>
          </a:p>
        </p:txBody>
      </p:sp>
      <p:sp>
        <p:nvSpPr>
          <p:cNvPr id="107" name="DL__burger_base__NV_XB04__202609"/>
          <p:cNvSpPr txBox="1"/>
          <p:nvPr/>
        </p:nvSpPr>
        <p:spPr>
          <a:xfrm>
            <a:off x="106701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16.0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(+39.8%)</a:t>
            </a:r>
          </a:p>
        </p:txBody>
      </p:sp>
      <p:sp>
        <p:nvSpPr>
          <p:cNvPr id="108" name="DL__burger_base__NV_XB04__202610"/>
          <p:cNvSpPr txBox="1"/>
          <p:nvPr/>
        </p:nvSpPr>
        <p:spPr>
          <a:xfrm>
            <a:off x="111273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10.5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(-1.7%)</a:t>
            </a:r>
          </a:p>
        </p:txBody>
      </p:sp>
      <p:sp>
        <p:nvSpPr>
          <p:cNvPr id="109" name="INSIGHT"/>
          <p:cNvSpPr txBox="1"/>
          <p:nvPr/>
        </p:nvSpPr>
        <p:spPr>
          <a:xfrm>
            <a:off x="704088" y="1188720"/>
            <a:ext cx="10908792" cy="5212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50"/>
              </a:lnSpc>
              <a:spcBef>
                <a:spcPts val="0"/>
              </a:spcBef>
              <a:spcAft>
                <a:spcPts val="0"/>
              </a:spcAft>
            </a:pPr>
            <a:r>
              <a:rPr sz="1750">
                <a:solidFill>
                  <a:srgbClr val="3A4147"/>
                </a:solidFill>
                <a:latin typeface="맑은 고딕"/>
              </a:rPr>
              <a:t>2026.10.1~19 전년비, 매운·고추 27.8→64.9(+133.6%)로 상승,</a:t>
            </a:r>
          </a:p>
          <a:p>
            <a:pPr>
              <a:lnSpc>
                <a:spcPts val="1850"/>
              </a:lnSpc>
              <a:spcBef>
                <a:spcPts val="0"/>
              </a:spcBef>
              <a:spcAft>
                <a:spcPts val="0"/>
              </a:spcAft>
            </a:pPr>
            <a:r>
              <a:rPr sz="1750">
                <a:solidFill>
                  <a:srgbClr val="3A4147"/>
                </a:solidFill>
                <a:latin typeface="맑은 고딕"/>
              </a:rPr>
              <a:t>치즈 −59.6%·마늘/갈릭 −19.5%·불고기/간장 −1.7%로 하락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CCENT"/>
          <p:cNvSpPr/>
          <p:nvPr/>
        </p:nvSpPr>
        <p:spPr>
          <a:xfrm>
            <a:off x="530352" y="731520"/>
            <a:ext cx="50292" cy="969264"/>
          </a:xfrm>
          <a:prstGeom prst="rect">
            <a:avLst/>
          </a:prstGeom>
          <a:solidFill>
            <a:srgbClr val="B65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ECTION"/>
          <p:cNvSpPr txBox="1"/>
          <p:nvPr/>
        </p:nvSpPr>
        <p:spPr>
          <a:xfrm>
            <a:off x="594360" y="274320"/>
            <a:ext cx="1097280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2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363B3D"/>
                </a:solidFill>
                <a:latin typeface="맑은 고딕"/>
              </a:rPr>
              <a:t>2026.10.22 시장·자사 분석 | 버거 · 11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704088" y="722376"/>
            <a:ext cx="10908792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292D32"/>
                </a:solidFill>
                <a:latin typeface="맑은 고딕"/>
              </a:rPr>
              <a:t>버거 확장 맛별 검색관심</a:t>
            </a:r>
          </a:p>
        </p:txBody>
      </p:sp>
      <p:sp>
        <p:nvSpPr>
          <p:cNvPr id="6" name="FOOT_LINE"/>
          <p:cNvSpPr/>
          <p:nvPr/>
        </p:nvSpPr>
        <p:spPr>
          <a:xfrm>
            <a:off x="594360" y="6272784"/>
            <a:ext cx="11018520" cy="5486"/>
          </a:xfrm>
          <a:prstGeom prst="rect">
            <a:avLst/>
          </a:prstGeom>
          <a:solidFill>
            <a:srgbClr val="E4E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AGE"/>
          <p:cNvSpPr txBox="1"/>
          <p:nvPr/>
        </p:nvSpPr>
        <p:spPr>
          <a:xfrm>
            <a:off x="11173968" y="6391656"/>
            <a:ext cx="4114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63B3D"/>
                </a:solidFill>
                <a:latin typeface="맑은 고딕"/>
              </a:rPr>
              <a:t>11</a:t>
            </a:r>
          </a:p>
        </p:txBody>
      </p:sp>
      <p:sp>
        <p:nvSpPr>
          <p:cNvPr id="8" name="UNIT"/>
          <p:cNvSpPr txBox="1"/>
          <p:nvPr/>
        </p:nvSpPr>
        <p:spPr>
          <a:xfrm>
            <a:off x="594360" y="1810512"/>
            <a:ext cx="11018520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686E73"/>
                </a:solidFill>
                <a:latin typeface="맑은 고딕"/>
              </a:rPr>
              <a:t>월별 일평균 검색관심 | 25.01~26.10.19 · 24.01~26.10.19 각 묶음 최고일=100 · 레이블:값/(전년비)</a:t>
            </a:r>
          </a:p>
        </p:txBody>
      </p:sp>
      <p:sp>
        <p:nvSpPr>
          <p:cNvPr id="9" name="QUERY_SCOPE"/>
          <p:cNvSpPr txBox="1"/>
          <p:nvPr/>
        </p:nvSpPr>
        <p:spPr>
          <a:xfrm>
            <a:off x="594360" y="2103120"/>
            <a:ext cx="1101852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686E73"/>
                </a:solidFill>
                <a:latin typeface="맑은 고딕"/>
              </a:rPr>
              <a:t>검색어 예시 | 치즈:치즈버거·치킨 치즈 마요 버거 / 마늘·갈릭:마늘버거·화이트갈릭싸이버거 / 매운·고추:매운버거·맥크리스피 고추장 버터 / 불고기·간장:불고기버거·데리야킹 크리스퍼 / 스모키·BBQ:스모키 버거·스모키스매쉬버거 / 크림·마요:크림 버거·치킨 치즈 마요 버거 / 허니·스위트:허니 버거·데리야킹 크리스퍼 / 이국향:치폴레 버거·아라비아따치즈버거 / 트러플·머쉬룸:트러플버거·트러플 머쉬룸 와퍼 / 양파·어니언:양파버거·1955 버거</a:t>
            </a:r>
          </a:p>
        </p:txBody>
      </p:sp>
      <p:sp>
        <p:nvSpPr>
          <p:cNvPr id="10" name="CAPTION"/>
          <p:cNvSpPr txBox="1"/>
          <p:nvPr/>
        </p:nvSpPr>
        <p:spPr>
          <a:xfrm>
            <a:off x="621792" y="5925312"/>
            <a:ext cx="10963656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86E73"/>
                </a:solidFill>
                <a:latin typeface="맑은 고딕"/>
              </a:rPr>
              <a:t>각 선의 최고 검색일=100이므로 선 높이로 검색규모·판매량을 비교하지 않습니다.26.10 전년비는 양쪽 모두10.1~19일입니다.</a:t>
            </a:r>
          </a:p>
          <a:p>
            <a:pPr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86E73"/>
                </a:solidFill>
                <a:latin typeface="맑은 고딕"/>
              </a:rPr>
              <a:t>(전년0)=비교 지수0으로 증감률 계산 불가.0은 검색이 없었다는 뜻으로 단정하지 않습니다.묶음은 중복될 수 있습니다.</a:t>
            </a:r>
          </a:p>
        </p:txBody>
      </p:sp>
      <p:sp>
        <p:nvSpPr>
          <p:cNvPr id="11" name="SOURCES"/>
          <p:cNvSpPr txBox="1"/>
          <p:nvPr/>
        </p:nvSpPr>
        <p:spPr>
          <a:xfrm>
            <a:off x="603504" y="6391656"/>
            <a:ext cx="1040587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686E73"/>
                </a:solidFill>
                <a:latin typeface="맑은 고딕"/>
              </a:rPr>
              <a:t>자료:네이버 데이터랩 | 일간·PC+모바일·성별/연령 전체 | 검색식·원값:근거Excel(Naver)</a:t>
            </a:r>
            <a:r>
              <a:rPr sz="900">
                <a:solidFill>
                  <a:srgbClr val="686E73"/>
                </a:solidFill>
                <a:latin typeface="맑은 고딕"/>
                <a:hlinkClick r:id="rId2"/>
              </a:rPr>
              <a:t> · 원본1</a:t>
            </a:r>
            <a:r>
              <a:rPr sz="900">
                <a:solidFill>
                  <a:srgbClr val="686E73"/>
                </a:solidFill>
                <a:latin typeface="맑은 고딕"/>
                <a:hlinkClick r:id="rId3"/>
              </a:rPr>
              <a:t> · 원본2</a:t>
            </a:r>
            <a:r>
              <a:rPr sz="900">
                <a:solidFill>
                  <a:srgbClr val="686E73"/>
                </a:solidFill>
                <a:latin typeface="맑은 고딕"/>
                <a:hlinkClick r:id="rId4"/>
              </a:rPr>
              <a:t> · 원본3</a:t>
            </a:r>
          </a:p>
        </p:txBody>
      </p:sp>
      <p:graphicFrame>
        <p:nvGraphicFramePr>
          <p:cNvPr id="12" name="DAILY_burger_expand"/>
          <p:cNvGraphicFramePr>
            <a:graphicFrameLocks noGrp="1"/>
          </p:cNvGraphicFramePr>
          <p:nvPr/>
        </p:nvGraphicFramePr>
        <p:xfrm>
          <a:off x="548640" y="2505456"/>
          <a:ext cx="11064240" cy="123444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3" name="SWATCH_burger_expand_NV_XB01"/>
          <p:cNvSpPr/>
          <p:nvPr/>
        </p:nvSpPr>
        <p:spPr>
          <a:xfrm>
            <a:off x="603504" y="3961180"/>
            <a:ext cx="91440" cy="32004"/>
          </a:xfrm>
          <a:prstGeom prst="rect">
            <a:avLst/>
          </a:prstGeom>
          <a:solidFill>
            <a:srgbClr val="7D6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ERIES_burger_expand_NV_XB01"/>
          <p:cNvSpPr txBox="1"/>
          <p:nvPr/>
        </p:nvSpPr>
        <p:spPr>
          <a:xfrm>
            <a:off x="749808" y="3902659"/>
            <a:ext cx="923544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>
                <a:solidFill>
                  <a:srgbClr val="7D6A2F"/>
                </a:solidFill>
                <a:latin typeface="맑은 고딕"/>
              </a:rPr>
              <a:t>치즈</a:t>
            </a:r>
          </a:p>
        </p:txBody>
      </p:sp>
      <p:sp>
        <p:nvSpPr>
          <p:cNvPr id="15" name="DL__burger_expand__NV_XB01__202501"/>
          <p:cNvSpPr txBox="1"/>
          <p:nvPr/>
        </p:nvSpPr>
        <p:spPr>
          <a:xfrm>
            <a:off x="1526133" y="388620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27.0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(+16.8%)</a:t>
            </a:r>
          </a:p>
        </p:txBody>
      </p:sp>
      <p:sp>
        <p:nvSpPr>
          <p:cNvPr id="16" name="DL__burger_expand__NV_XB01__202502"/>
          <p:cNvSpPr txBox="1"/>
          <p:nvPr/>
        </p:nvSpPr>
        <p:spPr>
          <a:xfrm>
            <a:off x="1983333" y="388620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30.0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(+20.8%)</a:t>
            </a:r>
          </a:p>
        </p:txBody>
      </p:sp>
      <p:sp>
        <p:nvSpPr>
          <p:cNvPr id="17" name="DL__burger_expand__NV_XB01__202503"/>
          <p:cNvSpPr txBox="1"/>
          <p:nvPr/>
        </p:nvSpPr>
        <p:spPr>
          <a:xfrm>
            <a:off x="2440533" y="388620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23.9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(-1.9%)</a:t>
            </a:r>
          </a:p>
        </p:txBody>
      </p:sp>
      <p:sp>
        <p:nvSpPr>
          <p:cNvPr id="18" name="DL__burger_expand__NV_XB01__202504"/>
          <p:cNvSpPr txBox="1"/>
          <p:nvPr/>
        </p:nvSpPr>
        <p:spPr>
          <a:xfrm>
            <a:off x="2897733" y="388620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23.6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(-10.2%)</a:t>
            </a:r>
          </a:p>
        </p:txBody>
      </p:sp>
      <p:sp>
        <p:nvSpPr>
          <p:cNvPr id="19" name="DL__burger_expand__NV_XB01__202505"/>
          <p:cNvSpPr txBox="1"/>
          <p:nvPr/>
        </p:nvSpPr>
        <p:spPr>
          <a:xfrm>
            <a:off x="3354933" y="388620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23.7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(+1.1%)</a:t>
            </a:r>
          </a:p>
        </p:txBody>
      </p:sp>
      <p:sp>
        <p:nvSpPr>
          <p:cNvPr id="20" name="DL__burger_expand__NV_XB01__202506"/>
          <p:cNvSpPr txBox="1"/>
          <p:nvPr/>
        </p:nvSpPr>
        <p:spPr>
          <a:xfrm>
            <a:off x="3812133" y="388620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26.0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(+7.9%)</a:t>
            </a:r>
          </a:p>
        </p:txBody>
      </p:sp>
      <p:sp>
        <p:nvSpPr>
          <p:cNvPr id="21" name="DL__burger_expand__NV_XB01__202507"/>
          <p:cNvSpPr txBox="1"/>
          <p:nvPr/>
        </p:nvSpPr>
        <p:spPr>
          <a:xfrm>
            <a:off x="4269333" y="388620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30.8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(+19.0%)</a:t>
            </a:r>
          </a:p>
        </p:txBody>
      </p:sp>
      <p:sp>
        <p:nvSpPr>
          <p:cNvPr id="22" name="DL__burger_expand__NV_XB01__202508"/>
          <p:cNvSpPr txBox="1"/>
          <p:nvPr/>
        </p:nvSpPr>
        <p:spPr>
          <a:xfrm>
            <a:off x="4726533" y="388620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35.9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(+41.0%)</a:t>
            </a:r>
          </a:p>
        </p:txBody>
      </p:sp>
      <p:sp>
        <p:nvSpPr>
          <p:cNvPr id="23" name="DL__burger_expand__NV_XB01__202509"/>
          <p:cNvSpPr txBox="1"/>
          <p:nvPr/>
        </p:nvSpPr>
        <p:spPr>
          <a:xfrm>
            <a:off x="5183733" y="388620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28.3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(+19.1%)</a:t>
            </a:r>
          </a:p>
        </p:txBody>
      </p:sp>
      <p:sp>
        <p:nvSpPr>
          <p:cNvPr id="24" name="DL__burger_expand__NV_XB01__202510"/>
          <p:cNvSpPr txBox="1"/>
          <p:nvPr/>
        </p:nvSpPr>
        <p:spPr>
          <a:xfrm>
            <a:off x="5640933" y="388620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34.1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(+40.2%)</a:t>
            </a:r>
          </a:p>
        </p:txBody>
      </p:sp>
      <p:sp>
        <p:nvSpPr>
          <p:cNvPr id="25" name="DL__burger_expand__NV_XB01__202511"/>
          <p:cNvSpPr txBox="1"/>
          <p:nvPr/>
        </p:nvSpPr>
        <p:spPr>
          <a:xfrm>
            <a:off x="6098133" y="388620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24.9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(+7.4%)</a:t>
            </a:r>
          </a:p>
        </p:txBody>
      </p:sp>
      <p:sp>
        <p:nvSpPr>
          <p:cNvPr id="26" name="DL__burger_expand__NV_XB01__202512"/>
          <p:cNvSpPr txBox="1"/>
          <p:nvPr/>
        </p:nvSpPr>
        <p:spPr>
          <a:xfrm>
            <a:off x="6555333" y="388620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26.8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(+4.5%)</a:t>
            </a:r>
          </a:p>
        </p:txBody>
      </p:sp>
      <p:sp>
        <p:nvSpPr>
          <p:cNvPr id="27" name="DL__burger_expand__NV_XB01__202601"/>
          <p:cNvSpPr txBox="1"/>
          <p:nvPr/>
        </p:nvSpPr>
        <p:spPr>
          <a:xfrm>
            <a:off x="7012533" y="388620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21.9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(-19.1%)</a:t>
            </a:r>
          </a:p>
        </p:txBody>
      </p:sp>
      <p:sp>
        <p:nvSpPr>
          <p:cNvPr id="28" name="DL__burger_expand__NV_XB01__202602"/>
          <p:cNvSpPr txBox="1"/>
          <p:nvPr/>
        </p:nvSpPr>
        <p:spPr>
          <a:xfrm>
            <a:off x="7469733" y="388620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16.6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(-44.6%)</a:t>
            </a:r>
          </a:p>
        </p:txBody>
      </p:sp>
      <p:sp>
        <p:nvSpPr>
          <p:cNvPr id="29" name="DL__burger_expand__NV_XB01__202603"/>
          <p:cNvSpPr txBox="1"/>
          <p:nvPr/>
        </p:nvSpPr>
        <p:spPr>
          <a:xfrm>
            <a:off x="7926933" y="388620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17.8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(-25.7%)</a:t>
            </a:r>
          </a:p>
        </p:txBody>
      </p:sp>
      <p:sp>
        <p:nvSpPr>
          <p:cNvPr id="30" name="DL__burger_expand__NV_XB01__202604"/>
          <p:cNvSpPr txBox="1"/>
          <p:nvPr/>
        </p:nvSpPr>
        <p:spPr>
          <a:xfrm>
            <a:off x="8384133" y="388620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15.9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(-32.7%)</a:t>
            </a:r>
          </a:p>
        </p:txBody>
      </p:sp>
      <p:sp>
        <p:nvSpPr>
          <p:cNvPr id="31" name="DL__burger_expand__NV_XB01__202605"/>
          <p:cNvSpPr txBox="1"/>
          <p:nvPr/>
        </p:nvSpPr>
        <p:spPr>
          <a:xfrm>
            <a:off x="8841333" y="388620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15.8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(-33.4%)</a:t>
            </a:r>
          </a:p>
        </p:txBody>
      </p:sp>
      <p:sp>
        <p:nvSpPr>
          <p:cNvPr id="32" name="DL__burger_expand__NV_XB01__202606"/>
          <p:cNvSpPr txBox="1"/>
          <p:nvPr/>
        </p:nvSpPr>
        <p:spPr>
          <a:xfrm>
            <a:off x="9298533" y="388620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17.5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(-32.7%)</a:t>
            </a:r>
          </a:p>
        </p:txBody>
      </p:sp>
      <p:sp>
        <p:nvSpPr>
          <p:cNvPr id="33" name="DL__burger_expand__NV_XB01__202607"/>
          <p:cNvSpPr txBox="1"/>
          <p:nvPr/>
        </p:nvSpPr>
        <p:spPr>
          <a:xfrm>
            <a:off x="9755733" y="388620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15.5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(-49.7%)</a:t>
            </a:r>
          </a:p>
        </p:txBody>
      </p:sp>
      <p:sp>
        <p:nvSpPr>
          <p:cNvPr id="34" name="DL__burger_expand__NV_XB01__202608"/>
          <p:cNvSpPr txBox="1"/>
          <p:nvPr/>
        </p:nvSpPr>
        <p:spPr>
          <a:xfrm>
            <a:off x="10212933" y="388620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16.0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(-55.4%)</a:t>
            </a:r>
          </a:p>
        </p:txBody>
      </p:sp>
      <p:sp>
        <p:nvSpPr>
          <p:cNvPr id="35" name="DL__burger_expand__NV_XB01__202609"/>
          <p:cNvSpPr txBox="1"/>
          <p:nvPr/>
        </p:nvSpPr>
        <p:spPr>
          <a:xfrm>
            <a:off x="10670133" y="388620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13.8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(-51.1%)</a:t>
            </a:r>
          </a:p>
        </p:txBody>
      </p:sp>
      <p:sp>
        <p:nvSpPr>
          <p:cNvPr id="36" name="DL__burger_expand__NV_XB01__202610"/>
          <p:cNvSpPr txBox="1"/>
          <p:nvPr/>
        </p:nvSpPr>
        <p:spPr>
          <a:xfrm>
            <a:off x="11127333" y="388620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14.6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6A2F"/>
                </a:solidFill>
                <a:latin typeface="맑은 고딕"/>
              </a:rPr>
              <a:t>(-59.6%)</a:t>
            </a:r>
          </a:p>
        </p:txBody>
      </p:sp>
      <p:sp>
        <p:nvSpPr>
          <p:cNvPr id="37" name="SWATCH_burger_expand_NV_XB02"/>
          <p:cNvSpPr/>
          <p:nvPr/>
        </p:nvSpPr>
        <p:spPr>
          <a:xfrm>
            <a:off x="603504" y="4157776"/>
            <a:ext cx="91440" cy="32004"/>
          </a:xfrm>
          <a:prstGeom prst="rect">
            <a:avLst/>
          </a:prstGeom>
          <a:solidFill>
            <a:srgbClr val="9B6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ERIES_burger_expand_NV_XB02"/>
          <p:cNvSpPr txBox="1"/>
          <p:nvPr/>
        </p:nvSpPr>
        <p:spPr>
          <a:xfrm>
            <a:off x="749808" y="4099255"/>
            <a:ext cx="923544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>
                <a:solidFill>
                  <a:srgbClr val="9B696E"/>
                </a:solidFill>
                <a:latin typeface="맑은 고딕"/>
              </a:rPr>
              <a:t>마늘·갈릭</a:t>
            </a:r>
          </a:p>
        </p:txBody>
      </p:sp>
      <p:sp>
        <p:nvSpPr>
          <p:cNvPr id="39" name="DL__burger_expand__NV_XB02__202501"/>
          <p:cNvSpPr txBox="1"/>
          <p:nvPr/>
        </p:nvSpPr>
        <p:spPr>
          <a:xfrm>
            <a:off x="1526133" y="408279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37.0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(-3.6%)</a:t>
            </a:r>
          </a:p>
        </p:txBody>
      </p:sp>
      <p:sp>
        <p:nvSpPr>
          <p:cNvPr id="40" name="DL__burger_expand__NV_XB02__202502"/>
          <p:cNvSpPr txBox="1"/>
          <p:nvPr/>
        </p:nvSpPr>
        <p:spPr>
          <a:xfrm>
            <a:off x="1983333" y="408279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44.7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(+10.8%)</a:t>
            </a:r>
          </a:p>
        </p:txBody>
      </p:sp>
      <p:sp>
        <p:nvSpPr>
          <p:cNvPr id="41" name="DL__burger_expand__NV_XB02__202503"/>
          <p:cNvSpPr txBox="1"/>
          <p:nvPr/>
        </p:nvSpPr>
        <p:spPr>
          <a:xfrm>
            <a:off x="2440533" y="408279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38.1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(-3.3%)</a:t>
            </a:r>
          </a:p>
        </p:txBody>
      </p:sp>
      <p:sp>
        <p:nvSpPr>
          <p:cNvPr id="42" name="DL__burger_expand__NV_XB02__202504"/>
          <p:cNvSpPr txBox="1"/>
          <p:nvPr/>
        </p:nvSpPr>
        <p:spPr>
          <a:xfrm>
            <a:off x="2897733" y="408279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37.7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(-21.2%)</a:t>
            </a:r>
          </a:p>
        </p:txBody>
      </p:sp>
      <p:sp>
        <p:nvSpPr>
          <p:cNvPr id="43" name="DL__burger_expand__NV_XB02__202505"/>
          <p:cNvSpPr txBox="1"/>
          <p:nvPr/>
        </p:nvSpPr>
        <p:spPr>
          <a:xfrm>
            <a:off x="3354933" y="408279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37.3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(-12.5%)</a:t>
            </a:r>
          </a:p>
        </p:txBody>
      </p:sp>
      <p:sp>
        <p:nvSpPr>
          <p:cNvPr id="44" name="DL__burger_expand__NV_XB02__202506"/>
          <p:cNvSpPr txBox="1"/>
          <p:nvPr/>
        </p:nvSpPr>
        <p:spPr>
          <a:xfrm>
            <a:off x="3812133" y="408279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51.0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(+22.8%)</a:t>
            </a:r>
          </a:p>
        </p:txBody>
      </p:sp>
      <p:sp>
        <p:nvSpPr>
          <p:cNvPr id="45" name="DL__burger_expand__NV_XB02__202507"/>
          <p:cNvSpPr txBox="1"/>
          <p:nvPr/>
        </p:nvSpPr>
        <p:spPr>
          <a:xfrm>
            <a:off x="4269333" y="408279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38.8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(-16.2%)</a:t>
            </a:r>
          </a:p>
        </p:txBody>
      </p:sp>
      <p:sp>
        <p:nvSpPr>
          <p:cNvPr id="46" name="DL__burger_expand__NV_XB02__202508"/>
          <p:cNvSpPr txBox="1"/>
          <p:nvPr/>
        </p:nvSpPr>
        <p:spPr>
          <a:xfrm>
            <a:off x="4726533" y="408279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52.8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(+34.4%)</a:t>
            </a:r>
          </a:p>
        </p:txBody>
      </p:sp>
      <p:sp>
        <p:nvSpPr>
          <p:cNvPr id="47" name="DL__burger_expand__NV_XB02__202509"/>
          <p:cNvSpPr txBox="1"/>
          <p:nvPr/>
        </p:nvSpPr>
        <p:spPr>
          <a:xfrm>
            <a:off x="5183733" y="408279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45.9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(+22.4%)</a:t>
            </a:r>
          </a:p>
        </p:txBody>
      </p:sp>
      <p:sp>
        <p:nvSpPr>
          <p:cNvPr id="48" name="DL__burger_expand__NV_XB02__202510"/>
          <p:cNvSpPr txBox="1"/>
          <p:nvPr/>
        </p:nvSpPr>
        <p:spPr>
          <a:xfrm>
            <a:off x="5640933" y="408279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36.4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(-5.4%)</a:t>
            </a:r>
          </a:p>
        </p:txBody>
      </p:sp>
      <p:sp>
        <p:nvSpPr>
          <p:cNvPr id="49" name="DL__burger_expand__NV_XB02__202511"/>
          <p:cNvSpPr txBox="1"/>
          <p:nvPr/>
        </p:nvSpPr>
        <p:spPr>
          <a:xfrm>
            <a:off x="6098133" y="408279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31.4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(-17.6%)</a:t>
            </a:r>
          </a:p>
        </p:txBody>
      </p:sp>
      <p:sp>
        <p:nvSpPr>
          <p:cNvPr id="50" name="DL__burger_expand__NV_XB02__202512"/>
          <p:cNvSpPr txBox="1"/>
          <p:nvPr/>
        </p:nvSpPr>
        <p:spPr>
          <a:xfrm>
            <a:off x="6555333" y="408279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31.9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(-10.7%)</a:t>
            </a:r>
          </a:p>
        </p:txBody>
      </p:sp>
      <p:sp>
        <p:nvSpPr>
          <p:cNvPr id="51" name="DL__burger_expand__NV_XB02__202601"/>
          <p:cNvSpPr txBox="1"/>
          <p:nvPr/>
        </p:nvSpPr>
        <p:spPr>
          <a:xfrm>
            <a:off x="7012533" y="408279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30.3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(-18.0%)</a:t>
            </a:r>
          </a:p>
        </p:txBody>
      </p:sp>
      <p:sp>
        <p:nvSpPr>
          <p:cNvPr id="52" name="DL__burger_expand__NV_XB02__202602"/>
          <p:cNvSpPr txBox="1"/>
          <p:nvPr/>
        </p:nvSpPr>
        <p:spPr>
          <a:xfrm>
            <a:off x="7469733" y="408279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29.2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(-34.8%)</a:t>
            </a:r>
          </a:p>
        </p:txBody>
      </p:sp>
      <p:sp>
        <p:nvSpPr>
          <p:cNvPr id="53" name="DL__burger_expand__NV_XB02__202603"/>
          <p:cNvSpPr txBox="1"/>
          <p:nvPr/>
        </p:nvSpPr>
        <p:spPr>
          <a:xfrm>
            <a:off x="7926933" y="408279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30.3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(-20.5%)</a:t>
            </a:r>
          </a:p>
        </p:txBody>
      </p:sp>
      <p:sp>
        <p:nvSpPr>
          <p:cNvPr id="54" name="DL__burger_expand__NV_XB02__202604"/>
          <p:cNvSpPr txBox="1"/>
          <p:nvPr/>
        </p:nvSpPr>
        <p:spPr>
          <a:xfrm>
            <a:off x="8384133" y="408279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28.9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(-23.3%)</a:t>
            </a:r>
          </a:p>
        </p:txBody>
      </p:sp>
      <p:sp>
        <p:nvSpPr>
          <p:cNvPr id="55" name="DL__burger_expand__NV_XB02__202605"/>
          <p:cNvSpPr txBox="1"/>
          <p:nvPr/>
        </p:nvSpPr>
        <p:spPr>
          <a:xfrm>
            <a:off x="8841333" y="408279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29.8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(-20.3%)</a:t>
            </a:r>
          </a:p>
        </p:txBody>
      </p:sp>
      <p:sp>
        <p:nvSpPr>
          <p:cNvPr id="56" name="DL__burger_expand__NV_XB02__202606"/>
          <p:cNvSpPr txBox="1"/>
          <p:nvPr/>
        </p:nvSpPr>
        <p:spPr>
          <a:xfrm>
            <a:off x="9298533" y="408279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33.4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(-34.4%)</a:t>
            </a:r>
          </a:p>
        </p:txBody>
      </p:sp>
      <p:sp>
        <p:nvSpPr>
          <p:cNvPr id="57" name="DL__burger_expand__NV_XB02__202607"/>
          <p:cNvSpPr txBox="1"/>
          <p:nvPr/>
        </p:nvSpPr>
        <p:spPr>
          <a:xfrm>
            <a:off x="9755733" y="408279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30.7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(-20.9%)</a:t>
            </a:r>
          </a:p>
        </p:txBody>
      </p:sp>
      <p:sp>
        <p:nvSpPr>
          <p:cNvPr id="58" name="DL__burger_expand__NV_XB02__202608"/>
          <p:cNvSpPr txBox="1"/>
          <p:nvPr/>
        </p:nvSpPr>
        <p:spPr>
          <a:xfrm>
            <a:off x="10212933" y="408279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29.9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(-43.4%)</a:t>
            </a:r>
          </a:p>
        </p:txBody>
      </p:sp>
      <p:sp>
        <p:nvSpPr>
          <p:cNvPr id="59" name="DL__burger_expand__NV_XB02__202609"/>
          <p:cNvSpPr txBox="1"/>
          <p:nvPr/>
        </p:nvSpPr>
        <p:spPr>
          <a:xfrm>
            <a:off x="10670133" y="408279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27.1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(-41.0%)</a:t>
            </a:r>
          </a:p>
        </p:txBody>
      </p:sp>
      <p:sp>
        <p:nvSpPr>
          <p:cNvPr id="60" name="DL__burger_expand__NV_XB02__202610"/>
          <p:cNvSpPr txBox="1"/>
          <p:nvPr/>
        </p:nvSpPr>
        <p:spPr>
          <a:xfrm>
            <a:off x="11127333" y="408279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28.0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(-19.5%)</a:t>
            </a:r>
          </a:p>
        </p:txBody>
      </p:sp>
      <p:sp>
        <p:nvSpPr>
          <p:cNvPr id="61" name="SWATCH_burger_expand_NV_XB03"/>
          <p:cNvSpPr/>
          <p:nvPr/>
        </p:nvSpPr>
        <p:spPr>
          <a:xfrm>
            <a:off x="603504" y="4354372"/>
            <a:ext cx="91440" cy="32004"/>
          </a:xfrm>
          <a:prstGeom prst="rect">
            <a:avLst/>
          </a:prstGeom>
          <a:solidFill>
            <a:srgbClr val="7B4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SERIES_burger_expand_NV_XB03"/>
          <p:cNvSpPr txBox="1"/>
          <p:nvPr/>
        </p:nvSpPr>
        <p:spPr>
          <a:xfrm>
            <a:off x="749808" y="4295851"/>
            <a:ext cx="923544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>
                <a:solidFill>
                  <a:srgbClr val="7B4147"/>
                </a:solidFill>
                <a:latin typeface="맑은 고딕"/>
              </a:rPr>
              <a:t>매운·고추</a:t>
            </a:r>
          </a:p>
        </p:txBody>
      </p:sp>
      <p:sp>
        <p:nvSpPr>
          <p:cNvPr id="63" name="DL__burger_expand__NV_XB03__202501"/>
          <p:cNvSpPr txBox="1"/>
          <p:nvPr/>
        </p:nvSpPr>
        <p:spPr>
          <a:xfrm>
            <a:off x="1526133" y="427939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33.9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(+2.9%)</a:t>
            </a:r>
          </a:p>
        </p:txBody>
      </p:sp>
      <p:sp>
        <p:nvSpPr>
          <p:cNvPr id="64" name="DL__burger_expand__NV_XB03__202502"/>
          <p:cNvSpPr txBox="1"/>
          <p:nvPr/>
        </p:nvSpPr>
        <p:spPr>
          <a:xfrm>
            <a:off x="1983333" y="427939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37.4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(+6.4%)</a:t>
            </a:r>
          </a:p>
        </p:txBody>
      </p:sp>
      <p:sp>
        <p:nvSpPr>
          <p:cNvPr id="65" name="DL__burger_expand__NV_XB03__202503"/>
          <p:cNvSpPr txBox="1"/>
          <p:nvPr/>
        </p:nvSpPr>
        <p:spPr>
          <a:xfrm>
            <a:off x="2440533" y="427939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28.6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(-17.2%)</a:t>
            </a:r>
          </a:p>
        </p:txBody>
      </p:sp>
      <p:sp>
        <p:nvSpPr>
          <p:cNvPr id="66" name="DL__burger_expand__NV_XB03__202504"/>
          <p:cNvSpPr txBox="1"/>
          <p:nvPr/>
        </p:nvSpPr>
        <p:spPr>
          <a:xfrm>
            <a:off x="2897733" y="427939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28.4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(-22.4%)</a:t>
            </a:r>
          </a:p>
        </p:txBody>
      </p:sp>
      <p:sp>
        <p:nvSpPr>
          <p:cNvPr id="67" name="DL__burger_expand__NV_XB03__202505"/>
          <p:cNvSpPr txBox="1"/>
          <p:nvPr/>
        </p:nvSpPr>
        <p:spPr>
          <a:xfrm>
            <a:off x="3354933" y="427939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29.1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(-13.4%)</a:t>
            </a:r>
          </a:p>
        </p:txBody>
      </p:sp>
      <p:sp>
        <p:nvSpPr>
          <p:cNvPr id="68" name="DL__burger_expand__NV_XB03__202506"/>
          <p:cNvSpPr txBox="1"/>
          <p:nvPr/>
        </p:nvSpPr>
        <p:spPr>
          <a:xfrm>
            <a:off x="3812133" y="427939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42.1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(+24.7%)</a:t>
            </a:r>
          </a:p>
        </p:txBody>
      </p:sp>
      <p:sp>
        <p:nvSpPr>
          <p:cNvPr id="69" name="DL__burger_expand__NV_XB03__202507"/>
          <p:cNvSpPr txBox="1"/>
          <p:nvPr/>
        </p:nvSpPr>
        <p:spPr>
          <a:xfrm>
            <a:off x="4269333" y="427939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31.7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(-21.5%)</a:t>
            </a:r>
          </a:p>
        </p:txBody>
      </p:sp>
      <p:sp>
        <p:nvSpPr>
          <p:cNvPr id="70" name="DL__burger_expand__NV_XB03__202508"/>
          <p:cNvSpPr txBox="1"/>
          <p:nvPr/>
        </p:nvSpPr>
        <p:spPr>
          <a:xfrm>
            <a:off x="4726533" y="427939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30.7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(-12.5%)</a:t>
            </a:r>
          </a:p>
        </p:txBody>
      </p:sp>
      <p:sp>
        <p:nvSpPr>
          <p:cNvPr id="71" name="DL__burger_expand__NV_XB03__202509"/>
          <p:cNvSpPr txBox="1"/>
          <p:nvPr/>
        </p:nvSpPr>
        <p:spPr>
          <a:xfrm>
            <a:off x="5183733" y="427939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30.2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(-17.3%)</a:t>
            </a:r>
          </a:p>
        </p:txBody>
      </p:sp>
      <p:sp>
        <p:nvSpPr>
          <p:cNvPr id="72" name="DL__burger_expand__NV_XB03__202510"/>
          <p:cNvSpPr txBox="1"/>
          <p:nvPr/>
        </p:nvSpPr>
        <p:spPr>
          <a:xfrm>
            <a:off x="5640933" y="427939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30.2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(-11.4%)</a:t>
            </a:r>
          </a:p>
        </p:txBody>
      </p:sp>
      <p:sp>
        <p:nvSpPr>
          <p:cNvPr id="73" name="DL__burger_expand__NV_XB03__202511"/>
          <p:cNvSpPr txBox="1"/>
          <p:nvPr/>
        </p:nvSpPr>
        <p:spPr>
          <a:xfrm>
            <a:off x="6098133" y="427939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26.6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(-20.4%)</a:t>
            </a:r>
          </a:p>
        </p:txBody>
      </p:sp>
      <p:sp>
        <p:nvSpPr>
          <p:cNvPr id="74" name="DL__burger_expand__NV_XB03__202512"/>
          <p:cNvSpPr txBox="1"/>
          <p:nvPr/>
        </p:nvSpPr>
        <p:spPr>
          <a:xfrm>
            <a:off x="6555333" y="427939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26.8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(-26.4%)</a:t>
            </a:r>
          </a:p>
        </p:txBody>
      </p:sp>
      <p:sp>
        <p:nvSpPr>
          <p:cNvPr id="75" name="DL__burger_expand__NV_XB03__202601"/>
          <p:cNvSpPr txBox="1"/>
          <p:nvPr/>
        </p:nvSpPr>
        <p:spPr>
          <a:xfrm>
            <a:off x="7012533" y="427939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23.8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(-29.8%)</a:t>
            </a:r>
          </a:p>
        </p:txBody>
      </p:sp>
      <p:sp>
        <p:nvSpPr>
          <p:cNvPr id="76" name="DL__burger_expand__NV_XB03__202602"/>
          <p:cNvSpPr txBox="1"/>
          <p:nvPr/>
        </p:nvSpPr>
        <p:spPr>
          <a:xfrm>
            <a:off x="7469733" y="427939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20.6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(-44.9%)</a:t>
            </a:r>
          </a:p>
        </p:txBody>
      </p:sp>
      <p:sp>
        <p:nvSpPr>
          <p:cNvPr id="77" name="DL__burger_expand__NV_XB03__202603"/>
          <p:cNvSpPr txBox="1"/>
          <p:nvPr/>
        </p:nvSpPr>
        <p:spPr>
          <a:xfrm>
            <a:off x="7926933" y="427939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24.3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(-15.3%)</a:t>
            </a:r>
          </a:p>
        </p:txBody>
      </p:sp>
      <p:sp>
        <p:nvSpPr>
          <p:cNvPr id="78" name="DL__burger_expand__NV_XB03__202604"/>
          <p:cNvSpPr txBox="1"/>
          <p:nvPr/>
        </p:nvSpPr>
        <p:spPr>
          <a:xfrm>
            <a:off x="8384133" y="427939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21.6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(-24.0%)</a:t>
            </a:r>
          </a:p>
        </p:txBody>
      </p:sp>
      <p:sp>
        <p:nvSpPr>
          <p:cNvPr id="79" name="DL__burger_expand__NV_XB03__202605"/>
          <p:cNvSpPr txBox="1"/>
          <p:nvPr/>
        </p:nvSpPr>
        <p:spPr>
          <a:xfrm>
            <a:off x="8841333" y="427939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21.7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(-25.6%)</a:t>
            </a:r>
          </a:p>
        </p:txBody>
      </p:sp>
      <p:sp>
        <p:nvSpPr>
          <p:cNvPr id="80" name="DL__burger_expand__NV_XB03__202606"/>
          <p:cNvSpPr txBox="1"/>
          <p:nvPr/>
        </p:nvSpPr>
        <p:spPr>
          <a:xfrm>
            <a:off x="9298533" y="427939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24.0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(-42.8%)</a:t>
            </a:r>
          </a:p>
        </p:txBody>
      </p:sp>
      <p:sp>
        <p:nvSpPr>
          <p:cNvPr id="81" name="DL__burger_expand__NV_XB03__202607"/>
          <p:cNvSpPr txBox="1"/>
          <p:nvPr/>
        </p:nvSpPr>
        <p:spPr>
          <a:xfrm>
            <a:off x="9755733" y="427939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24.7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(-22.2%)</a:t>
            </a:r>
          </a:p>
        </p:txBody>
      </p:sp>
      <p:sp>
        <p:nvSpPr>
          <p:cNvPr id="82" name="DL__burger_expand__NV_XB03__202608"/>
          <p:cNvSpPr txBox="1"/>
          <p:nvPr/>
        </p:nvSpPr>
        <p:spPr>
          <a:xfrm>
            <a:off x="10212933" y="427939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23.2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(-24.5%)</a:t>
            </a:r>
          </a:p>
        </p:txBody>
      </p:sp>
      <p:sp>
        <p:nvSpPr>
          <p:cNvPr id="83" name="DL__burger_expand__NV_XB03__202609"/>
          <p:cNvSpPr txBox="1"/>
          <p:nvPr/>
        </p:nvSpPr>
        <p:spPr>
          <a:xfrm>
            <a:off x="10670133" y="427939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47.2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(+56.3%)</a:t>
            </a:r>
          </a:p>
        </p:txBody>
      </p:sp>
      <p:sp>
        <p:nvSpPr>
          <p:cNvPr id="84" name="DL__burger_expand__NV_XB03__202610"/>
          <p:cNvSpPr txBox="1"/>
          <p:nvPr/>
        </p:nvSpPr>
        <p:spPr>
          <a:xfrm>
            <a:off x="11127333" y="427939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64.9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B4147"/>
                </a:solidFill>
                <a:latin typeface="맑은 고딕"/>
              </a:rPr>
              <a:t>(+133.6%)</a:t>
            </a:r>
          </a:p>
        </p:txBody>
      </p:sp>
      <p:sp>
        <p:nvSpPr>
          <p:cNvPr id="85" name="SWATCH_burger_expand_NV_XB04"/>
          <p:cNvSpPr/>
          <p:nvPr/>
        </p:nvSpPr>
        <p:spPr>
          <a:xfrm>
            <a:off x="603504" y="4550968"/>
            <a:ext cx="91440" cy="32004"/>
          </a:xfrm>
          <a:prstGeom prst="rect">
            <a:avLst/>
          </a:prstGeom>
          <a:solidFill>
            <a:srgbClr val="778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SERIES_burger_expand_NV_XB04"/>
          <p:cNvSpPr txBox="1"/>
          <p:nvPr/>
        </p:nvSpPr>
        <p:spPr>
          <a:xfrm>
            <a:off x="749808" y="4492447"/>
            <a:ext cx="923544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>
                <a:solidFill>
                  <a:srgbClr val="778189"/>
                </a:solidFill>
                <a:latin typeface="맑은 고딕"/>
              </a:rPr>
              <a:t>불고기·간장</a:t>
            </a:r>
          </a:p>
        </p:txBody>
      </p:sp>
      <p:sp>
        <p:nvSpPr>
          <p:cNvPr id="87" name="DL__burger_expand__NV_XB04__202501"/>
          <p:cNvSpPr txBox="1"/>
          <p:nvPr/>
        </p:nvSpPr>
        <p:spPr>
          <a:xfrm>
            <a:off x="1526133" y="447598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12.4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(-13.6%)</a:t>
            </a:r>
          </a:p>
        </p:txBody>
      </p:sp>
      <p:sp>
        <p:nvSpPr>
          <p:cNvPr id="88" name="DL__burger_expand__NV_XB04__202502"/>
          <p:cNvSpPr txBox="1"/>
          <p:nvPr/>
        </p:nvSpPr>
        <p:spPr>
          <a:xfrm>
            <a:off x="1983333" y="447598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12.8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(-10.4%)</a:t>
            </a:r>
          </a:p>
        </p:txBody>
      </p:sp>
      <p:sp>
        <p:nvSpPr>
          <p:cNvPr id="89" name="DL__burger_expand__NV_XB04__202503"/>
          <p:cNvSpPr txBox="1"/>
          <p:nvPr/>
        </p:nvSpPr>
        <p:spPr>
          <a:xfrm>
            <a:off x="2440533" y="447598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12.8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(-9.5%)</a:t>
            </a:r>
          </a:p>
        </p:txBody>
      </p:sp>
      <p:sp>
        <p:nvSpPr>
          <p:cNvPr id="90" name="DL__burger_expand__NV_XB04__202504"/>
          <p:cNvSpPr txBox="1"/>
          <p:nvPr/>
        </p:nvSpPr>
        <p:spPr>
          <a:xfrm>
            <a:off x="2897733" y="447598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13.5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(-12.2%)</a:t>
            </a:r>
          </a:p>
        </p:txBody>
      </p:sp>
      <p:sp>
        <p:nvSpPr>
          <p:cNvPr id="91" name="DL__burger_expand__NV_XB04__202505"/>
          <p:cNvSpPr txBox="1"/>
          <p:nvPr/>
        </p:nvSpPr>
        <p:spPr>
          <a:xfrm>
            <a:off x="3354933" y="447598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13.1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(-8.2%)</a:t>
            </a:r>
          </a:p>
        </p:txBody>
      </p:sp>
      <p:sp>
        <p:nvSpPr>
          <p:cNvPr id="92" name="DL__burger_expand__NV_XB04__202506"/>
          <p:cNvSpPr txBox="1"/>
          <p:nvPr/>
        </p:nvSpPr>
        <p:spPr>
          <a:xfrm>
            <a:off x="3812133" y="447598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13.3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(-10.5%)</a:t>
            </a:r>
          </a:p>
        </p:txBody>
      </p:sp>
      <p:sp>
        <p:nvSpPr>
          <p:cNvPr id="93" name="DL__burger_expand__NV_XB04__202507"/>
          <p:cNvSpPr txBox="1"/>
          <p:nvPr/>
        </p:nvSpPr>
        <p:spPr>
          <a:xfrm>
            <a:off x="4269333" y="447598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13.2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(-13.9%)</a:t>
            </a:r>
          </a:p>
        </p:txBody>
      </p:sp>
      <p:sp>
        <p:nvSpPr>
          <p:cNvPr id="94" name="DL__burger_expand__NV_XB04__202508"/>
          <p:cNvSpPr txBox="1"/>
          <p:nvPr/>
        </p:nvSpPr>
        <p:spPr>
          <a:xfrm>
            <a:off x="4726533" y="447598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15.4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(+3.2%)</a:t>
            </a:r>
          </a:p>
        </p:txBody>
      </p:sp>
      <p:sp>
        <p:nvSpPr>
          <p:cNvPr id="95" name="DL__burger_expand__NV_XB04__202509"/>
          <p:cNvSpPr txBox="1"/>
          <p:nvPr/>
        </p:nvSpPr>
        <p:spPr>
          <a:xfrm>
            <a:off x="5183733" y="447598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11.5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(-18.4%)</a:t>
            </a:r>
          </a:p>
        </p:txBody>
      </p:sp>
      <p:sp>
        <p:nvSpPr>
          <p:cNvPr id="96" name="DL__burger_expand__NV_XB04__202510"/>
          <p:cNvSpPr txBox="1"/>
          <p:nvPr/>
        </p:nvSpPr>
        <p:spPr>
          <a:xfrm>
            <a:off x="5640933" y="447598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10.9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(-26.4%)</a:t>
            </a:r>
          </a:p>
        </p:txBody>
      </p:sp>
      <p:sp>
        <p:nvSpPr>
          <p:cNvPr id="97" name="DL__burger_expand__NV_XB04__202511"/>
          <p:cNvSpPr txBox="1"/>
          <p:nvPr/>
        </p:nvSpPr>
        <p:spPr>
          <a:xfrm>
            <a:off x="6098133" y="447598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10.9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(-8.1%)</a:t>
            </a:r>
          </a:p>
        </p:txBody>
      </p:sp>
      <p:sp>
        <p:nvSpPr>
          <p:cNvPr id="98" name="DL__burger_expand__NV_XB04__202512"/>
          <p:cNvSpPr txBox="1"/>
          <p:nvPr/>
        </p:nvSpPr>
        <p:spPr>
          <a:xfrm>
            <a:off x="6555333" y="447598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10.7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(-4.4%)</a:t>
            </a:r>
          </a:p>
        </p:txBody>
      </p:sp>
      <p:sp>
        <p:nvSpPr>
          <p:cNvPr id="99" name="DL__burger_expand__NV_XB04__202601"/>
          <p:cNvSpPr txBox="1"/>
          <p:nvPr/>
        </p:nvSpPr>
        <p:spPr>
          <a:xfrm>
            <a:off x="7012533" y="447598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9.7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(-22.3%)</a:t>
            </a:r>
          </a:p>
        </p:txBody>
      </p:sp>
      <p:sp>
        <p:nvSpPr>
          <p:cNvPr id="100" name="DL__burger_expand__NV_XB04__202602"/>
          <p:cNvSpPr txBox="1"/>
          <p:nvPr/>
        </p:nvSpPr>
        <p:spPr>
          <a:xfrm>
            <a:off x="7469733" y="447598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7.5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(-41.9%)</a:t>
            </a:r>
          </a:p>
        </p:txBody>
      </p:sp>
      <p:sp>
        <p:nvSpPr>
          <p:cNvPr id="101" name="DL__burger_expand__NV_XB04__202603"/>
          <p:cNvSpPr txBox="1"/>
          <p:nvPr/>
        </p:nvSpPr>
        <p:spPr>
          <a:xfrm>
            <a:off x="7926933" y="447598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7.7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(-39.9%)</a:t>
            </a:r>
          </a:p>
        </p:txBody>
      </p:sp>
      <p:sp>
        <p:nvSpPr>
          <p:cNvPr id="102" name="DL__burger_expand__NV_XB04__202604"/>
          <p:cNvSpPr txBox="1"/>
          <p:nvPr/>
        </p:nvSpPr>
        <p:spPr>
          <a:xfrm>
            <a:off x="8384133" y="447598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7.0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(-47.8%)</a:t>
            </a:r>
          </a:p>
        </p:txBody>
      </p:sp>
      <p:sp>
        <p:nvSpPr>
          <p:cNvPr id="103" name="DL__burger_expand__NV_XB04__202605"/>
          <p:cNvSpPr txBox="1"/>
          <p:nvPr/>
        </p:nvSpPr>
        <p:spPr>
          <a:xfrm>
            <a:off x="8841333" y="447598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6.6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(-49.7%)</a:t>
            </a:r>
          </a:p>
        </p:txBody>
      </p:sp>
      <p:sp>
        <p:nvSpPr>
          <p:cNvPr id="104" name="DL__burger_expand__NV_XB04__202606"/>
          <p:cNvSpPr txBox="1"/>
          <p:nvPr/>
        </p:nvSpPr>
        <p:spPr>
          <a:xfrm>
            <a:off x="9298533" y="447598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6.6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(-50.5%)</a:t>
            </a:r>
          </a:p>
        </p:txBody>
      </p:sp>
      <p:sp>
        <p:nvSpPr>
          <p:cNvPr id="105" name="DL__burger_expand__NV_XB04__202607"/>
          <p:cNvSpPr txBox="1"/>
          <p:nvPr/>
        </p:nvSpPr>
        <p:spPr>
          <a:xfrm>
            <a:off x="9755733" y="447598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6.4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(-51.7%)</a:t>
            </a:r>
          </a:p>
        </p:txBody>
      </p:sp>
      <p:sp>
        <p:nvSpPr>
          <p:cNvPr id="106" name="DL__burger_expand__NV_XB04__202608"/>
          <p:cNvSpPr txBox="1"/>
          <p:nvPr/>
        </p:nvSpPr>
        <p:spPr>
          <a:xfrm>
            <a:off x="10212933" y="447598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23.2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(+50.7%)</a:t>
            </a:r>
          </a:p>
        </p:txBody>
      </p:sp>
      <p:sp>
        <p:nvSpPr>
          <p:cNvPr id="107" name="DL__burger_expand__NV_XB04__202609"/>
          <p:cNvSpPr txBox="1"/>
          <p:nvPr/>
        </p:nvSpPr>
        <p:spPr>
          <a:xfrm>
            <a:off x="10670133" y="447598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16.0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(+39.8%)</a:t>
            </a:r>
          </a:p>
        </p:txBody>
      </p:sp>
      <p:sp>
        <p:nvSpPr>
          <p:cNvPr id="108" name="DL__burger_expand__NV_XB04__202610"/>
          <p:cNvSpPr txBox="1"/>
          <p:nvPr/>
        </p:nvSpPr>
        <p:spPr>
          <a:xfrm>
            <a:off x="11127333" y="447598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10.5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(-1.7%)</a:t>
            </a:r>
          </a:p>
        </p:txBody>
      </p:sp>
      <p:sp>
        <p:nvSpPr>
          <p:cNvPr id="109" name="SWATCH_burger_expand_NV_XB05"/>
          <p:cNvSpPr/>
          <p:nvPr/>
        </p:nvSpPr>
        <p:spPr>
          <a:xfrm>
            <a:off x="603504" y="4747564"/>
            <a:ext cx="91440" cy="32004"/>
          </a:xfrm>
          <a:prstGeom prst="rect">
            <a:avLst/>
          </a:prstGeom>
          <a:solidFill>
            <a:srgbClr val="B65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SERIES_burger_expand_NV_XB05"/>
          <p:cNvSpPr txBox="1"/>
          <p:nvPr/>
        </p:nvSpPr>
        <p:spPr>
          <a:xfrm>
            <a:off x="749808" y="4689043"/>
            <a:ext cx="923544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>
                <a:solidFill>
                  <a:srgbClr val="B65346"/>
                </a:solidFill>
                <a:latin typeface="맑은 고딕"/>
              </a:rPr>
              <a:t>스모키·BBQ</a:t>
            </a:r>
          </a:p>
        </p:txBody>
      </p:sp>
      <p:sp>
        <p:nvSpPr>
          <p:cNvPr id="111" name="DL__burger_expand__NV_XB05__202501"/>
          <p:cNvSpPr txBox="1"/>
          <p:nvPr/>
        </p:nvSpPr>
        <p:spPr>
          <a:xfrm>
            <a:off x="1526133" y="467258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0.1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(-95.8%)</a:t>
            </a:r>
          </a:p>
        </p:txBody>
      </p:sp>
      <p:sp>
        <p:nvSpPr>
          <p:cNvPr id="112" name="DL__burger_expand__NV_XB05__202502"/>
          <p:cNvSpPr txBox="1"/>
          <p:nvPr/>
        </p:nvSpPr>
        <p:spPr>
          <a:xfrm>
            <a:off x="1983333" y="467258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0.1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(-95.9%)</a:t>
            </a:r>
          </a:p>
        </p:txBody>
      </p:sp>
      <p:sp>
        <p:nvSpPr>
          <p:cNvPr id="113" name="DL__burger_expand__NV_XB05__202503"/>
          <p:cNvSpPr txBox="1"/>
          <p:nvPr/>
        </p:nvSpPr>
        <p:spPr>
          <a:xfrm>
            <a:off x="2440533" y="467258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0.1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(-94.8%)</a:t>
            </a:r>
          </a:p>
        </p:txBody>
      </p:sp>
      <p:sp>
        <p:nvSpPr>
          <p:cNvPr id="114" name="DL__burger_expand__NV_XB05__202504"/>
          <p:cNvSpPr txBox="1"/>
          <p:nvPr/>
        </p:nvSpPr>
        <p:spPr>
          <a:xfrm>
            <a:off x="2897733" y="467258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0.0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(-100.0%)</a:t>
            </a:r>
          </a:p>
        </p:txBody>
      </p:sp>
      <p:sp>
        <p:nvSpPr>
          <p:cNvPr id="115" name="DL__burger_expand__NV_XB05__202505"/>
          <p:cNvSpPr txBox="1"/>
          <p:nvPr/>
        </p:nvSpPr>
        <p:spPr>
          <a:xfrm>
            <a:off x="3354933" y="467258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0.0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(-100.0%)</a:t>
            </a:r>
          </a:p>
        </p:txBody>
      </p:sp>
      <p:sp>
        <p:nvSpPr>
          <p:cNvPr id="116" name="DL__burger_expand__NV_XB05__202506"/>
          <p:cNvSpPr txBox="1"/>
          <p:nvPr/>
        </p:nvSpPr>
        <p:spPr>
          <a:xfrm>
            <a:off x="3812133" y="467258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0.0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(-100.0%)</a:t>
            </a:r>
          </a:p>
        </p:txBody>
      </p:sp>
      <p:sp>
        <p:nvSpPr>
          <p:cNvPr id="117" name="DL__burger_expand__NV_XB05__202507"/>
          <p:cNvSpPr txBox="1"/>
          <p:nvPr/>
        </p:nvSpPr>
        <p:spPr>
          <a:xfrm>
            <a:off x="4269333" y="467258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0.4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(+60.4%)</a:t>
            </a:r>
          </a:p>
        </p:txBody>
      </p:sp>
      <p:sp>
        <p:nvSpPr>
          <p:cNvPr id="118" name="DL__burger_expand__NV_XB05__202508"/>
          <p:cNvSpPr txBox="1"/>
          <p:nvPr/>
        </p:nvSpPr>
        <p:spPr>
          <a:xfrm>
            <a:off x="4726533" y="467258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0.2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(-3.5%)</a:t>
            </a:r>
          </a:p>
        </p:txBody>
      </p:sp>
      <p:sp>
        <p:nvSpPr>
          <p:cNvPr id="119" name="DL__burger_expand__NV_XB05__202509"/>
          <p:cNvSpPr txBox="1"/>
          <p:nvPr/>
        </p:nvSpPr>
        <p:spPr>
          <a:xfrm>
            <a:off x="5183733" y="467258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0.4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(+175.0%)</a:t>
            </a:r>
          </a:p>
        </p:txBody>
      </p:sp>
      <p:sp>
        <p:nvSpPr>
          <p:cNvPr id="120" name="DL__burger_expand__NV_XB05__202510"/>
          <p:cNvSpPr txBox="1"/>
          <p:nvPr/>
        </p:nvSpPr>
        <p:spPr>
          <a:xfrm>
            <a:off x="5640933" y="467258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0.9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(+2980.1%)</a:t>
            </a:r>
          </a:p>
        </p:txBody>
      </p:sp>
      <p:sp>
        <p:nvSpPr>
          <p:cNvPr id="121" name="DL__burger_expand__NV_XB05__202511"/>
          <p:cNvSpPr txBox="1"/>
          <p:nvPr/>
        </p:nvSpPr>
        <p:spPr>
          <a:xfrm>
            <a:off x="6098133" y="467258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0.5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(+1480.0%)</a:t>
            </a:r>
          </a:p>
        </p:txBody>
      </p:sp>
      <p:sp>
        <p:nvSpPr>
          <p:cNvPr id="122" name="DL__burger_expand__NV_XB05__202512"/>
          <p:cNvSpPr txBox="1"/>
          <p:nvPr/>
        </p:nvSpPr>
        <p:spPr>
          <a:xfrm>
            <a:off x="6555333" y="467258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0.4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(전년0)</a:t>
            </a:r>
          </a:p>
        </p:txBody>
      </p:sp>
      <p:sp>
        <p:nvSpPr>
          <p:cNvPr id="123" name="DL__burger_expand__NV_XB05__202601"/>
          <p:cNvSpPr txBox="1"/>
          <p:nvPr/>
        </p:nvSpPr>
        <p:spPr>
          <a:xfrm>
            <a:off x="7012533" y="467258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0.2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(+240.0%)</a:t>
            </a:r>
          </a:p>
        </p:txBody>
      </p:sp>
      <p:sp>
        <p:nvSpPr>
          <p:cNvPr id="124" name="DL__burger_expand__NV_XB05__202602"/>
          <p:cNvSpPr txBox="1"/>
          <p:nvPr/>
        </p:nvSpPr>
        <p:spPr>
          <a:xfrm>
            <a:off x="7469733" y="467258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0.3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(+175.0%)</a:t>
            </a:r>
          </a:p>
        </p:txBody>
      </p:sp>
      <p:sp>
        <p:nvSpPr>
          <p:cNvPr id="125" name="DL__burger_expand__NV_XB05__202603"/>
          <p:cNvSpPr txBox="1"/>
          <p:nvPr/>
        </p:nvSpPr>
        <p:spPr>
          <a:xfrm>
            <a:off x="7926933" y="467258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0.2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(+260.0%)</a:t>
            </a:r>
          </a:p>
        </p:txBody>
      </p:sp>
      <p:sp>
        <p:nvSpPr>
          <p:cNvPr id="126" name="DL__burger_expand__NV_XB05__202604"/>
          <p:cNvSpPr txBox="1"/>
          <p:nvPr/>
        </p:nvSpPr>
        <p:spPr>
          <a:xfrm>
            <a:off x="8384133" y="467258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0.8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(전년0)</a:t>
            </a:r>
          </a:p>
        </p:txBody>
      </p:sp>
      <p:sp>
        <p:nvSpPr>
          <p:cNvPr id="127" name="DL__burger_expand__NV_XB05__202605"/>
          <p:cNvSpPr txBox="1"/>
          <p:nvPr/>
        </p:nvSpPr>
        <p:spPr>
          <a:xfrm>
            <a:off x="8841333" y="467258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0.9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(전년0)</a:t>
            </a:r>
          </a:p>
        </p:txBody>
      </p:sp>
      <p:sp>
        <p:nvSpPr>
          <p:cNvPr id="128" name="DL__burger_expand__NV_XB05__202606"/>
          <p:cNvSpPr txBox="1"/>
          <p:nvPr/>
        </p:nvSpPr>
        <p:spPr>
          <a:xfrm>
            <a:off x="9298533" y="467258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0.3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(전년0)</a:t>
            </a:r>
          </a:p>
        </p:txBody>
      </p:sp>
      <p:sp>
        <p:nvSpPr>
          <p:cNvPr id="129" name="DL__burger_expand__NV_XB05__202607"/>
          <p:cNvSpPr txBox="1"/>
          <p:nvPr/>
        </p:nvSpPr>
        <p:spPr>
          <a:xfrm>
            <a:off x="9755733" y="467258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0.3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(-19.5%)</a:t>
            </a:r>
          </a:p>
        </p:txBody>
      </p:sp>
      <p:sp>
        <p:nvSpPr>
          <p:cNvPr id="130" name="DL__burger_expand__NV_XB05__202608"/>
          <p:cNvSpPr txBox="1"/>
          <p:nvPr/>
        </p:nvSpPr>
        <p:spPr>
          <a:xfrm>
            <a:off x="10212933" y="467258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0.2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(+50.0%)</a:t>
            </a:r>
          </a:p>
        </p:txBody>
      </p:sp>
      <p:sp>
        <p:nvSpPr>
          <p:cNvPr id="131" name="DL__burger_expand__NV_XB05__202609"/>
          <p:cNvSpPr txBox="1"/>
          <p:nvPr/>
        </p:nvSpPr>
        <p:spPr>
          <a:xfrm>
            <a:off x="10670133" y="467258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32.3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(+7217.1%)</a:t>
            </a:r>
          </a:p>
        </p:txBody>
      </p:sp>
      <p:sp>
        <p:nvSpPr>
          <p:cNvPr id="132" name="DL__burger_expand__NV_XB05__202610"/>
          <p:cNvSpPr txBox="1"/>
          <p:nvPr/>
        </p:nvSpPr>
        <p:spPr>
          <a:xfrm>
            <a:off x="11127333" y="467258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26.5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(+2590.0%)</a:t>
            </a:r>
          </a:p>
        </p:txBody>
      </p:sp>
      <p:sp>
        <p:nvSpPr>
          <p:cNvPr id="133" name="SWATCH_burger_expand_NV_XB06"/>
          <p:cNvSpPr/>
          <p:nvPr/>
        </p:nvSpPr>
        <p:spPr>
          <a:xfrm>
            <a:off x="603504" y="4944160"/>
            <a:ext cx="91440" cy="32004"/>
          </a:xfrm>
          <a:prstGeom prst="rect">
            <a:avLst/>
          </a:prstGeom>
          <a:solidFill>
            <a:srgbClr val="3E8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SERIES_burger_expand_NV_XB06"/>
          <p:cNvSpPr txBox="1"/>
          <p:nvPr/>
        </p:nvSpPr>
        <p:spPr>
          <a:xfrm>
            <a:off x="749808" y="4885639"/>
            <a:ext cx="923544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>
                <a:solidFill>
                  <a:srgbClr val="3E8490"/>
                </a:solidFill>
                <a:latin typeface="맑은 고딕"/>
              </a:rPr>
              <a:t>크림·마요</a:t>
            </a:r>
          </a:p>
        </p:txBody>
      </p:sp>
      <p:sp>
        <p:nvSpPr>
          <p:cNvPr id="135" name="DL__burger_expand__NV_XB06__202501"/>
          <p:cNvSpPr txBox="1"/>
          <p:nvPr/>
        </p:nvSpPr>
        <p:spPr>
          <a:xfrm>
            <a:off x="15261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4.4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(-5.6%)</a:t>
            </a:r>
          </a:p>
        </p:txBody>
      </p:sp>
      <p:sp>
        <p:nvSpPr>
          <p:cNvPr id="136" name="DL__burger_expand__NV_XB06__202502"/>
          <p:cNvSpPr txBox="1"/>
          <p:nvPr/>
        </p:nvSpPr>
        <p:spPr>
          <a:xfrm>
            <a:off x="19833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5.0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(-1.5%)</a:t>
            </a:r>
          </a:p>
        </p:txBody>
      </p:sp>
      <p:sp>
        <p:nvSpPr>
          <p:cNvPr id="137" name="DL__burger_expand__NV_XB06__202503"/>
          <p:cNvSpPr txBox="1"/>
          <p:nvPr/>
        </p:nvSpPr>
        <p:spPr>
          <a:xfrm>
            <a:off x="24405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4.4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(-15.1%)</a:t>
            </a:r>
          </a:p>
        </p:txBody>
      </p:sp>
      <p:sp>
        <p:nvSpPr>
          <p:cNvPr id="138" name="DL__burger_expand__NV_XB06__202504"/>
          <p:cNvSpPr txBox="1"/>
          <p:nvPr/>
        </p:nvSpPr>
        <p:spPr>
          <a:xfrm>
            <a:off x="28977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4.8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(-18.1%)</a:t>
            </a:r>
          </a:p>
        </p:txBody>
      </p:sp>
      <p:sp>
        <p:nvSpPr>
          <p:cNvPr id="139" name="DL__burger_expand__NV_XB06__202505"/>
          <p:cNvSpPr txBox="1"/>
          <p:nvPr/>
        </p:nvSpPr>
        <p:spPr>
          <a:xfrm>
            <a:off x="33549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5.1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(-10.5%)</a:t>
            </a:r>
          </a:p>
        </p:txBody>
      </p:sp>
      <p:sp>
        <p:nvSpPr>
          <p:cNvPr id="140" name="DL__burger_expand__NV_XB06__202506"/>
          <p:cNvSpPr txBox="1"/>
          <p:nvPr/>
        </p:nvSpPr>
        <p:spPr>
          <a:xfrm>
            <a:off x="38121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15.0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(+174.3%)</a:t>
            </a:r>
          </a:p>
        </p:txBody>
      </p:sp>
      <p:sp>
        <p:nvSpPr>
          <p:cNvPr id="141" name="DL__burger_expand__NV_XB06__202507"/>
          <p:cNvSpPr txBox="1"/>
          <p:nvPr/>
        </p:nvSpPr>
        <p:spPr>
          <a:xfrm>
            <a:off x="42693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13.2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(+149.2%)</a:t>
            </a:r>
          </a:p>
        </p:txBody>
      </p:sp>
      <p:sp>
        <p:nvSpPr>
          <p:cNvPr id="142" name="DL__burger_expand__NV_XB06__202508"/>
          <p:cNvSpPr txBox="1"/>
          <p:nvPr/>
        </p:nvSpPr>
        <p:spPr>
          <a:xfrm>
            <a:off x="47265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19.4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(+263.8%)</a:t>
            </a:r>
          </a:p>
        </p:txBody>
      </p:sp>
      <p:sp>
        <p:nvSpPr>
          <p:cNvPr id="143" name="DL__burger_expand__NV_XB06__202509"/>
          <p:cNvSpPr txBox="1"/>
          <p:nvPr/>
        </p:nvSpPr>
        <p:spPr>
          <a:xfrm>
            <a:off x="51837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13.8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(+153.9%)</a:t>
            </a:r>
          </a:p>
        </p:txBody>
      </p:sp>
      <p:sp>
        <p:nvSpPr>
          <p:cNvPr id="144" name="DL__burger_expand__NV_XB06__202510"/>
          <p:cNvSpPr txBox="1"/>
          <p:nvPr/>
        </p:nvSpPr>
        <p:spPr>
          <a:xfrm>
            <a:off x="56409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19.9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(+273.8%)</a:t>
            </a:r>
          </a:p>
        </p:txBody>
      </p:sp>
      <p:sp>
        <p:nvSpPr>
          <p:cNvPr id="145" name="DL__burger_expand__NV_XB06__202511"/>
          <p:cNvSpPr txBox="1"/>
          <p:nvPr/>
        </p:nvSpPr>
        <p:spPr>
          <a:xfrm>
            <a:off x="60981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11.1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(+115.3%)</a:t>
            </a:r>
          </a:p>
        </p:txBody>
      </p:sp>
      <p:sp>
        <p:nvSpPr>
          <p:cNvPr id="146" name="DL__burger_expand__NV_XB06__202512"/>
          <p:cNvSpPr txBox="1"/>
          <p:nvPr/>
        </p:nvSpPr>
        <p:spPr>
          <a:xfrm>
            <a:off x="65553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12.1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(+142.1%)</a:t>
            </a:r>
          </a:p>
        </p:txBody>
      </p:sp>
      <p:sp>
        <p:nvSpPr>
          <p:cNvPr id="147" name="DL__burger_expand__NV_XB06__202601"/>
          <p:cNvSpPr txBox="1"/>
          <p:nvPr/>
        </p:nvSpPr>
        <p:spPr>
          <a:xfrm>
            <a:off x="70125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10.3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(+132.0%)</a:t>
            </a:r>
          </a:p>
        </p:txBody>
      </p:sp>
      <p:sp>
        <p:nvSpPr>
          <p:cNvPr id="148" name="DL__burger_expand__NV_XB06__202602"/>
          <p:cNvSpPr txBox="1"/>
          <p:nvPr/>
        </p:nvSpPr>
        <p:spPr>
          <a:xfrm>
            <a:off x="74697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6.6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(+32.2%)</a:t>
            </a:r>
          </a:p>
        </p:txBody>
      </p:sp>
      <p:sp>
        <p:nvSpPr>
          <p:cNvPr id="149" name="DL__burger_expand__NV_XB06__202603"/>
          <p:cNvSpPr txBox="1"/>
          <p:nvPr/>
        </p:nvSpPr>
        <p:spPr>
          <a:xfrm>
            <a:off x="79269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28.8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(+557.3%)</a:t>
            </a:r>
          </a:p>
        </p:txBody>
      </p:sp>
      <p:sp>
        <p:nvSpPr>
          <p:cNvPr id="150" name="DL__burger_expand__NV_XB06__202604"/>
          <p:cNvSpPr txBox="1"/>
          <p:nvPr/>
        </p:nvSpPr>
        <p:spPr>
          <a:xfrm>
            <a:off x="83841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22.8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(+374.8%)</a:t>
            </a:r>
          </a:p>
        </p:txBody>
      </p:sp>
      <p:sp>
        <p:nvSpPr>
          <p:cNvPr id="151" name="DL__burger_expand__NV_XB06__202605"/>
          <p:cNvSpPr txBox="1"/>
          <p:nvPr/>
        </p:nvSpPr>
        <p:spPr>
          <a:xfrm>
            <a:off x="88413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16.0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(+217.5%)</a:t>
            </a:r>
          </a:p>
        </p:txBody>
      </p:sp>
      <p:sp>
        <p:nvSpPr>
          <p:cNvPr id="152" name="DL__burger_expand__NV_XB06__202606"/>
          <p:cNvSpPr txBox="1"/>
          <p:nvPr/>
        </p:nvSpPr>
        <p:spPr>
          <a:xfrm>
            <a:off x="92985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15.6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(+3.7%)</a:t>
            </a:r>
          </a:p>
        </p:txBody>
      </p:sp>
      <p:sp>
        <p:nvSpPr>
          <p:cNvPr id="153" name="DL__burger_expand__NV_XB06__202607"/>
          <p:cNvSpPr txBox="1"/>
          <p:nvPr/>
        </p:nvSpPr>
        <p:spPr>
          <a:xfrm>
            <a:off x="97557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15.6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(+18.4%)</a:t>
            </a:r>
          </a:p>
        </p:txBody>
      </p:sp>
      <p:sp>
        <p:nvSpPr>
          <p:cNvPr id="154" name="DL__burger_expand__NV_XB06__202608"/>
          <p:cNvSpPr txBox="1"/>
          <p:nvPr/>
        </p:nvSpPr>
        <p:spPr>
          <a:xfrm>
            <a:off x="102129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12.4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(-36.0%)</a:t>
            </a:r>
          </a:p>
        </p:txBody>
      </p:sp>
      <p:sp>
        <p:nvSpPr>
          <p:cNvPr id="155" name="DL__burger_expand__NV_XB06__202609"/>
          <p:cNvSpPr txBox="1"/>
          <p:nvPr/>
        </p:nvSpPr>
        <p:spPr>
          <a:xfrm>
            <a:off x="106701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12.1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(-12.2%)</a:t>
            </a:r>
          </a:p>
        </p:txBody>
      </p:sp>
      <p:sp>
        <p:nvSpPr>
          <p:cNvPr id="156" name="DL__burger_expand__NV_XB06__202610"/>
          <p:cNvSpPr txBox="1"/>
          <p:nvPr/>
        </p:nvSpPr>
        <p:spPr>
          <a:xfrm>
            <a:off x="111273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12.1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(-50.5%)</a:t>
            </a:r>
          </a:p>
        </p:txBody>
      </p:sp>
      <p:sp>
        <p:nvSpPr>
          <p:cNvPr id="157" name="SWATCH_burger_expand_NV_XB07"/>
          <p:cNvSpPr/>
          <p:nvPr/>
        </p:nvSpPr>
        <p:spPr>
          <a:xfrm>
            <a:off x="603504" y="5140756"/>
            <a:ext cx="91440" cy="32004"/>
          </a:xfrm>
          <a:prstGeom prst="rect">
            <a:avLst/>
          </a:prstGeom>
          <a:solidFill>
            <a:srgbClr val="A68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SERIES_burger_expand_NV_XB07"/>
          <p:cNvSpPr txBox="1"/>
          <p:nvPr/>
        </p:nvSpPr>
        <p:spPr>
          <a:xfrm>
            <a:off x="749808" y="5082235"/>
            <a:ext cx="923544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>
                <a:solidFill>
                  <a:srgbClr val="A68B46"/>
                </a:solidFill>
                <a:latin typeface="맑은 고딕"/>
              </a:rPr>
              <a:t>허니·스위트</a:t>
            </a:r>
          </a:p>
        </p:txBody>
      </p:sp>
      <p:sp>
        <p:nvSpPr>
          <p:cNvPr id="159" name="DL__burger_expand__NV_XB07__202501"/>
          <p:cNvSpPr txBox="1"/>
          <p:nvPr/>
        </p:nvSpPr>
        <p:spPr>
          <a:xfrm>
            <a:off x="15261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0.0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(전년0)</a:t>
            </a:r>
          </a:p>
        </p:txBody>
      </p:sp>
      <p:sp>
        <p:nvSpPr>
          <p:cNvPr id="160" name="DL__burger_expand__NV_XB07__202502"/>
          <p:cNvSpPr txBox="1"/>
          <p:nvPr/>
        </p:nvSpPr>
        <p:spPr>
          <a:xfrm>
            <a:off x="19833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0.0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(전년0)</a:t>
            </a:r>
          </a:p>
        </p:txBody>
      </p:sp>
      <p:sp>
        <p:nvSpPr>
          <p:cNvPr id="161" name="DL__burger_expand__NV_XB07__202503"/>
          <p:cNvSpPr txBox="1"/>
          <p:nvPr/>
        </p:nvSpPr>
        <p:spPr>
          <a:xfrm>
            <a:off x="24405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0.0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(-100.0%)</a:t>
            </a:r>
          </a:p>
        </p:txBody>
      </p:sp>
      <p:sp>
        <p:nvSpPr>
          <p:cNvPr id="162" name="DL__burger_expand__NV_XB07__202504"/>
          <p:cNvSpPr txBox="1"/>
          <p:nvPr/>
        </p:nvSpPr>
        <p:spPr>
          <a:xfrm>
            <a:off x="28977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0.0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(전년0)</a:t>
            </a:r>
          </a:p>
        </p:txBody>
      </p:sp>
      <p:sp>
        <p:nvSpPr>
          <p:cNvPr id="163" name="DL__burger_expand__NV_XB07__202505"/>
          <p:cNvSpPr txBox="1"/>
          <p:nvPr/>
        </p:nvSpPr>
        <p:spPr>
          <a:xfrm>
            <a:off x="33549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0.0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(전년0)</a:t>
            </a:r>
          </a:p>
        </p:txBody>
      </p:sp>
      <p:sp>
        <p:nvSpPr>
          <p:cNvPr id="164" name="DL__burger_expand__NV_XB07__202506"/>
          <p:cNvSpPr txBox="1"/>
          <p:nvPr/>
        </p:nvSpPr>
        <p:spPr>
          <a:xfrm>
            <a:off x="38121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0.0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(전년0)</a:t>
            </a:r>
          </a:p>
        </p:txBody>
      </p:sp>
      <p:sp>
        <p:nvSpPr>
          <p:cNvPr id="165" name="DL__burger_expand__NV_XB07__202507"/>
          <p:cNvSpPr txBox="1"/>
          <p:nvPr/>
        </p:nvSpPr>
        <p:spPr>
          <a:xfrm>
            <a:off x="42693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0.0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(전년0)</a:t>
            </a:r>
          </a:p>
        </p:txBody>
      </p:sp>
      <p:sp>
        <p:nvSpPr>
          <p:cNvPr id="166" name="DL__burger_expand__NV_XB07__202508"/>
          <p:cNvSpPr txBox="1"/>
          <p:nvPr/>
        </p:nvSpPr>
        <p:spPr>
          <a:xfrm>
            <a:off x="47265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0.0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(전년0)</a:t>
            </a:r>
          </a:p>
        </p:txBody>
      </p:sp>
      <p:sp>
        <p:nvSpPr>
          <p:cNvPr id="167" name="DL__burger_expand__NV_XB07__202509"/>
          <p:cNvSpPr txBox="1"/>
          <p:nvPr/>
        </p:nvSpPr>
        <p:spPr>
          <a:xfrm>
            <a:off x="51837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0.0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(전년0)</a:t>
            </a:r>
          </a:p>
        </p:txBody>
      </p:sp>
      <p:sp>
        <p:nvSpPr>
          <p:cNvPr id="168" name="DL__burger_expand__NV_XB07__202510"/>
          <p:cNvSpPr txBox="1"/>
          <p:nvPr/>
        </p:nvSpPr>
        <p:spPr>
          <a:xfrm>
            <a:off x="56409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0.0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(전년0)</a:t>
            </a:r>
          </a:p>
        </p:txBody>
      </p:sp>
      <p:sp>
        <p:nvSpPr>
          <p:cNvPr id="169" name="DL__burger_expand__NV_XB07__202511"/>
          <p:cNvSpPr txBox="1"/>
          <p:nvPr/>
        </p:nvSpPr>
        <p:spPr>
          <a:xfrm>
            <a:off x="60981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0.0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(전년0)</a:t>
            </a:r>
          </a:p>
        </p:txBody>
      </p:sp>
      <p:sp>
        <p:nvSpPr>
          <p:cNvPr id="170" name="DL__burger_expand__NV_XB07__202512"/>
          <p:cNvSpPr txBox="1"/>
          <p:nvPr/>
        </p:nvSpPr>
        <p:spPr>
          <a:xfrm>
            <a:off x="65553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0.0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(전년0)</a:t>
            </a:r>
          </a:p>
        </p:txBody>
      </p:sp>
      <p:sp>
        <p:nvSpPr>
          <p:cNvPr id="171" name="DL__burger_expand__NV_XB07__202601"/>
          <p:cNvSpPr txBox="1"/>
          <p:nvPr/>
        </p:nvSpPr>
        <p:spPr>
          <a:xfrm>
            <a:off x="70125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0.0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(전년0)</a:t>
            </a:r>
          </a:p>
        </p:txBody>
      </p:sp>
      <p:sp>
        <p:nvSpPr>
          <p:cNvPr id="172" name="DL__burger_expand__NV_XB07__202602"/>
          <p:cNvSpPr txBox="1"/>
          <p:nvPr/>
        </p:nvSpPr>
        <p:spPr>
          <a:xfrm>
            <a:off x="74697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0.0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(전년0)</a:t>
            </a:r>
          </a:p>
        </p:txBody>
      </p:sp>
      <p:sp>
        <p:nvSpPr>
          <p:cNvPr id="173" name="DL__burger_expand__NV_XB07__202603"/>
          <p:cNvSpPr txBox="1"/>
          <p:nvPr/>
        </p:nvSpPr>
        <p:spPr>
          <a:xfrm>
            <a:off x="79269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40.6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(전년0)</a:t>
            </a:r>
          </a:p>
        </p:txBody>
      </p:sp>
      <p:sp>
        <p:nvSpPr>
          <p:cNvPr id="174" name="DL__burger_expand__NV_XB07__202604"/>
          <p:cNvSpPr txBox="1"/>
          <p:nvPr/>
        </p:nvSpPr>
        <p:spPr>
          <a:xfrm>
            <a:off x="83841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33.0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(전년0)</a:t>
            </a:r>
          </a:p>
        </p:txBody>
      </p:sp>
      <p:sp>
        <p:nvSpPr>
          <p:cNvPr id="175" name="DL__burger_expand__NV_XB07__202605"/>
          <p:cNvSpPr txBox="1"/>
          <p:nvPr/>
        </p:nvSpPr>
        <p:spPr>
          <a:xfrm>
            <a:off x="88413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21.2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(전년0)</a:t>
            </a:r>
          </a:p>
        </p:txBody>
      </p:sp>
      <p:sp>
        <p:nvSpPr>
          <p:cNvPr id="176" name="DL__burger_expand__NV_XB07__202606"/>
          <p:cNvSpPr txBox="1"/>
          <p:nvPr/>
        </p:nvSpPr>
        <p:spPr>
          <a:xfrm>
            <a:off x="92985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13.5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(전년0)</a:t>
            </a:r>
          </a:p>
        </p:txBody>
      </p:sp>
      <p:sp>
        <p:nvSpPr>
          <p:cNvPr id="177" name="DL__burger_expand__NV_XB07__202607"/>
          <p:cNvSpPr txBox="1"/>
          <p:nvPr/>
        </p:nvSpPr>
        <p:spPr>
          <a:xfrm>
            <a:off x="97557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12.0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(전년0)</a:t>
            </a:r>
          </a:p>
        </p:txBody>
      </p:sp>
      <p:sp>
        <p:nvSpPr>
          <p:cNvPr id="178" name="DL__burger_expand__NV_XB07__202608"/>
          <p:cNvSpPr txBox="1"/>
          <p:nvPr/>
        </p:nvSpPr>
        <p:spPr>
          <a:xfrm>
            <a:off x="102129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18.3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(전년0)</a:t>
            </a:r>
          </a:p>
        </p:txBody>
      </p:sp>
      <p:sp>
        <p:nvSpPr>
          <p:cNvPr id="179" name="DL__burger_expand__NV_XB07__202609"/>
          <p:cNvSpPr txBox="1"/>
          <p:nvPr/>
        </p:nvSpPr>
        <p:spPr>
          <a:xfrm>
            <a:off x="106701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14.1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(전년0)</a:t>
            </a:r>
          </a:p>
        </p:txBody>
      </p:sp>
      <p:sp>
        <p:nvSpPr>
          <p:cNvPr id="180" name="DL__burger_expand__NV_XB07__202610"/>
          <p:cNvSpPr txBox="1"/>
          <p:nvPr/>
        </p:nvSpPr>
        <p:spPr>
          <a:xfrm>
            <a:off x="111273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10.9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(전년0)</a:t>
            </a:r>
          </a:p>
        </p:txBody>
      </p:sp>
      <p:sp>
        <p:nvSpPr>
          <p:cNvPr id="181" name="SWATCH_burger_expand_NV_XB08"/>
          <p:cNvSpPr/>
          <p:nvPr/>
        </p:nvSpPr>
        <p:spPr>
          <a:xfrm>
            <a:off x="603504" y="5337352"/>
            <a:ext cx="91440" cy="32004"/>
          </a:xfrm>
          <a:prstGeom prst="rect">
            <a:avLst/>
          </a:prstGeom>
          <a:solidFill>
            <a:srgbClr val="7C6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SERIES_burger_expand_NV_XB08"/>
          <p:cNvSpPr txBox="1"/>
          <p:nvPr/>
        </p:nvSpPr>
        <p:spPr>
          <a:xfrm>
            <a:off x="749808" y="5278831"/>
            <a:ext cx="923544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>
                <a:solidFill>
                  <a:srgbClr val="7C6C91"/>
                </a:solidFill>
                <a:latin typeface="맑은 고딕"/>
              </a:rPr>
              <a:t>이국향</a:t>
            </a:r>
          </a:p>
        </p:txBody>
      </p:sp>
      <p:sp>
        <p:nvSpPr>
          <p:cNvPr id="183" name="DL__burger_expand__NV_XB08__202501"/>
          <p:cNvSpPr txBox="1"/>
          <p:nvPr/>
        </p:nvSpPr>
        <p:spPr>
          <a:xfrm>
            <a:off x="15261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7.7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(+18.5%)</a:t>
            </a:r>
          </a:p>
        </p:txBody>
      </p:sp>
      <p:sp>
        <p:nvSpPr>
          <p:cNvPr id="184" name="DL__burger_expand__NV_XB08__202502"/>
          <p:cNvSpPr txBox="1"/>
          <p:nvPr/>
        </p:nvSpPr>
        <p:spPr>
          <a:xfrm>
            <a:off x="19833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8.5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(+16.4%)</a:t>
            </a:r>
          </a:p>
        </p:txBody>
      </p:sp>
      <p:sp>
        <p:nvSpPr>
          <p:cNvPr id="185" name="DL__burger_expand__NV_XB08__202503"/>
          <p:cNvSpPr txBox="1"/>
          <p:nvPr/>
        </p:nvSpPr>
        <p:spPr>
          <a:xfrm>
            <a:off x="24405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6.3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(-12.6%)</a:t>
            </a:r>
          </a:p>
        </p:txBody>
      </p:sp>
      <p:sp>
        <p:nvSpPr>
          <p:cNvPr id="186" name="DL__burger_expand__NV_XB08__202504"/>
          <p:cNvSpPr txBox="1"/>
          <p:nvPr/>
        </p:nvSpPr>
        <p:spPr>
          <a:xfrm>
            <a:off x="28977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6.3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(-15.9%)</a:t>
            </a:r>
          </a:p>
        </p:txBody>
      </p:sp>
      <p:sp>
        <p:nvSpPr>
          <p:cNvPr id="187" name="DL__burger_expand__NV_XB08__202505"/>
          <p:cNvSpPr txBox="1"/>
          <p:nvPr/>
        </p:nvSpPr>
        <p:spPr>
          <a:xfrm>
            <a:off x="33549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6.3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(-9.5%)</a:t>
            </a:r>
          </a:p>
        </p:txBody>
      </p:sp>
      <p:sp>
        <p:nvSpPr>
          <p:cNvPr id="188" name="DL__burger_expand__NV_XB08__202506"/>
          <p:cNvSpPr txBox="1"/>
          <p:nvPr/>
        </p:nvSpPr>
        <p:spPr>
          <a:xfrm>
            <a:off x="38121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10.5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(+48.8%)</a:t>
            </a:r>
          </a:p>
        </p:txBody>
      </p:sp>
      <p:sp>
        <p:nvSpPr>
          <p:cNvPr id="189" name="DL__burger_expand__NV_XB08__202507"/>
          <p:cNvSpPr txBox="1"/>
          <p:nvPr/>
        </p:nvSpPr>
        <p:spPr>
          <a:xfrm>
            <a:off x="42693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7.4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(+9.2%)</a:t>
            </a:r>
          </a:p>
        </p:txBody>
      </p:sp>
      <p:sp>
        <p:nvSpPr>
          <p:cNvPr id="190" name="DL__burger_expand__NV_XB08__202508"/>
          <p:cNvSpPr txBox="1"/>
          <p:nvPr/>
        </p:nvSpPr>
        <p:spPr>
          <a:xfrm>
            <a:off x="47265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7.1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(+1.1%)</a:t>
            </a:r>
          </a:p>
        </p:txBody>
      </p:sp>
      <p:sp>
        <p:nvSpPr>
          <p:cNvPr id="191" name="DL__burger_expand__NV_XB08__202509"/>
          <p:cNvSpPr txBox="1"/>
          <p:nvPr/>
        </p:nvSpPr>
        <p:spPr>
          <a:xfrm>
            <a:off x="51837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6.9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(-16.8%)</a:t>
            </a:r>
          </a:p>
        </p:txBody>
      </p:sp>
      <p:sp>
        <p:nvSpPr>
          <p:cNvPr id="192" name="DL__burger_expand__NV_XB08__202510"/>
          <p:cNvSpPr txBox="1"/>
          <p:nvPr/>
        </p:nvSpPr>
        <p:spPr>
          <a:xfrm>
            <a:off x="56409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6.8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(-11.0%)</a:t>
            </a:r>
          </a:p>
        </p:txBody>
      </p:sp>
      <p:sp>
        <p:nvSpPr>
          <p:cNvPr id="193" name="DL__burger_expand__NV_XB08__202511"/>
          <p:cNvSpPr txBox="1"/>
          <p:nvPr/>
        </p:nvSpPr>
        <p:spPr>
          <a:xfrm>
            <a:off x="60981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5.9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(-20.8%)</a:t>
            </a:r>
          </a:p>
        </p:txBody>
      </p:sp>
      <p:sp>
        <p:nvSpPr>
          <p:cNvPr id="194" name="DL__burger_expand__NV_XB08__202512"/>
          <p:cNvSpPr txBox="1"/>
          <p:nvPr/>
        </p:nvSpPr>
        <p:spPr>
          <a:xfrm>
            <a:off x="65553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6.1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(-28.3%)</a:t>
            </a:r>
          </a:p>
        </p:txBody>
      </p:sp>
      <p:sp>
        <p:nvSpPr>
          <p:cNvPr id="195" name="DL__burger_expand__NV_XB08__202601"/>
          <p:cNvSpPr txBox="1"/>
          <p:nvPr/>
        </p:nvSpPr>
        <p:spPr>
          <a:xfrm>
            <a:off x="70125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5.1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(-33.7%)</a:t>
            </a:r>
          </a:p>
        </p:txBody>
      </p:sp>
      <p:sp>
        <p:nvSpPr>
          <p:cNvPr id="196" name="DL__burger_expand__NV_XB08__202602"/>
          <p:cNvSpPr txBox="1"/>
          <p:nvPr/>
        </p:nvSpPr>
        <p:spPr>
          <a:xfrm>
            <a:off x="74697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4.4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(-47.8%)</a:t>
            </a:r>
          </a:p>
        </p:txBody>
      </p:sp>
      <p:sp>
        <p:nvSpPr>
          <p:cNvPr id="197" name="DL__burger_expand__NV_XB08__202603"/>
          <p:cNvSpPr txBox="1"/>
          <p:nvPr/>
        </p:nvSpPr>
        <p:spPr>
          <a:xfrm>
            <a:off x="79269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41.5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(+560.4%)</a:t>
            </a:r>
          </a:p>
        </p:txBody>
      </p:sp>
      <p:sp>
        <p:nvSpPr>
          <p:cNvPr id="198" name="DL__burger_expand__NV_XB08__202604"/>
          <p:cNvSpPr txBox="1"/>
          <p:nvPr/>
        </p:nvSpPr>
        <p:spPr>
          <a:xfrm>
            <a:off x="83841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33.4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(+432.6%)</a:t>
            </a:r>
          </a:p>
        </p:txBody>
      </p:sp>
      <p:sp>
        <p:nvSpPr>
          <p:cNvPr id="199" name="DL__burger_expand__NV_XB08__202605"/>
          <p:cNvSpPr txBox="1"/>
          <p:nvPr/>
        </p:nvSpPr>
        <p:spPr>
          <a:xfrm>
            <a:off x="88413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23.0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(+263.8%)</a:t>
            </a:r>
          </a:p>
        </p:txBody>
      </p:sp>
      <p:sp>
        <p:nvSpPr>
          <p:cNvPr id="200" name="DL__burger_expand__NV_XB08__202606"/>
          <p:cNvSpPr txBox="1"/>
          <p:nvPr/>
        </p:nvSpPr>
        <p:spPr>
          <a:xfrm>
            <a:off x="92985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18.5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(+76.4%)</a:t>
            </a:r>
          </a:p>
        </p:txBody>
      </p:sp>
      <p:sp>
        <p:nvSpPr>
          <p:cNvPr id="201" name="DL__burger_expand__NV_XB08__202607"/>
          <p:cNvSpPr txBox="1"/>
          <p:nvPr/>
        </p:nvSpPr>
        <p:spPr>
          <a:xfrm>
            <a:off x="97557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17.4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(+136.5%)</a:t>
            </a:r>
          </a:p>
        </p:txBody>
      </p:sp>
      <p:sp>
        <p:nvSpPr>
          <p:cNvPr id="202" name="DL__burger_expand__NV_XB08__202608"/>
          <p:cNvSpPr txBox="1"/>
          <p:nvPr/>
        </p:nvSpPr>
        <p:spPr>
          <a:xfrm>
            <a:off x="102129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14.5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(+102.9%)</a:t>
            </a:r>
          </a:p>
        </p:txBody>
      </p:sp>
      <p:sp>
        <p:nvSpPr>
          <p:cNvPr id="203" name="DL__burger_expand__NV_XB08__202609"/>
          <p:cNvSpPr txBox="1"/>
          <p:nvPr/>
        </p:nvSpPr>
        <p:spPr>
          <a:xfrm>
            <a:off x="106701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13.8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(+100.4%)</a:t>
            </a:r>
          </a:p>
        </p:txBody>
      </p:sp>
      <p:sp>
        <p:nvSpPr>
          <p:cNvPr id="204" name="DL__burger_expand__NV_XB08__202610"/>
          <p:cNvSpPr txBox="1"/>
          <p:nvPr/>
        </p:nvSpPr>
        <p:spPr>
          <a:xfrm>
            <a:off x="111273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15.2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(+144.9%)</a:t>
            </a:r>
          </a:p>
        </p:txBody>
      </p:sp>
      <p:sp>
        <p:nvSpPr>
          <p:cNvPr id="205" name="SWATCH_burger_expand_NV_XB09"/>
          <p:cNvSpPr/>
          <p:nvPr/>
        </p:nvSpPr>
        <p:spPr>
          <a:xfrm>
            <a:off x="603504" y="5533948"/>
            <a:ext cx="91440" cy="32004"/>
          </a:xfrm>
          <a:prstGeom prst="rect">
            <a:avLst/>
          </a:prstGeom>
          <a:solidFill>
            <a:srgbClr val="637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SERIES_burger_expand_NV_XB09"/>
          <p:cNvSpPr txBox="1"/>
          <p:nvPr/>
        </p:nvSpPr>
        <p:spPr>
          <a:xfrm>
            <a:off x="749808" y="5475427"/>
            <a:ext cx="923544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>
                <a:solidFill>
                  <a:srgbClr val="637E64"/>
                </a:solidFill>
                <a:latin typeface="맑은 고딕"/>
              </a:rPr>
              <a:t>트러플·머쉬룸</a:t>
            </a:r>
          </a:p>
        </p:txBody>
      </p:sp>
      <p:sp>
        <p:nvSpPr>
          <p:cNvPr id="207" name="DL__burger_expand__NV_XB09__202501"/>
          <p:cNvSpPr txBox="1"/>
          <p:nvPr/>
        </p:nvSpPr>
        <p:spPr>
          <a:xfrm>
            <a:off x="15261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2.4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(+32.5%)</a:t>
            </a:r>
          </a:p>
        </p:txBody>
      </p:sp>
      <p:sp>
        <p:nvSpPr>
          <p:cNvPr id="208" name="DL__burger_expand__NV_XB09__202502"/>
          <p:cNvSpPr txBox="1"/>
          <p:nvPr/>
        </p:nvSpPr>
        <p:spPr>
          <a:xfrm>
            <a:off x="19833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1.4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(+19.3%)</a:t>
            </a:r>
          </a:p>
        </p:txBody>
      </p:sp>
      <p:sp>
        <p:nvSpPr>
          <p:cNvPr id="209" name="DL__burger_expand__NV_XB09__202503"/>
          <p:cNvSpPr txBox="1"/>
          <p:nvPr/>
        </p:nvSpPr>
        <p:spPr>
          <a:xfrm>
            <a:off x="24405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1.0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(-0.0%)</a:t>
            </a:r>
          </a:p>
        </p:txBody>
      </p:sp>
      <p:sp>
        <p:nvSpPr>
          <p:cNvPr id="210" name="DL__burger_expand__NV_XB09__202504"/>
          <p:cNvSpPr txBox="1"/>
          <p:nvPr/>
        </p:nvSpPr>
        <p:spPr>
          <a:xfrm>
            <a:off x="28977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1.0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(-16.9%)</a:t>
            </a:r>
          </a:p>
        </p:txBody>
      </p:sp>
      <p:sp>
        <p:nvSpPr>
          <p:cNvPr id="211" name="DL__burger_expand__NV_XB09__202505"/>
          <p:cNvSpPr txBox="1"/>
          <p:nvPr/>
        </p:nvSpPr>
        <p:spPr>
          <a:xfrm>
            <a:off x="33549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0.8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(+9.2%)</a:t>
            </a:r>
          </a:p>
        </p:txBody>
      </p:sp>
      <p:sp>
        <p:nvSpPr>
          <p:cNvPr id="212" name="DL__burger_expand__NV_XB09__202506"/>
          <p:cNvSpPr txBox="1"/>
          <p:nvPr/>
        </p:nvSpPr>
        <p:spPr>
          <a:xfrm>
            <a:off x="38121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0.7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(+7.0%)</a:t>
            </a:r>
          </a:p>
        </p:txBody>
      </p:sp>
      <p:sp>
        <p:nvSpPr>
          <p:cNvPr id="213" name="DL__burger_expand__NV_XB09__202507"/>
          <p:cNvSpPr txBox="1"/>
          <p:nvPr/>
        </p:nvSpPr>
        <p:spPr>
          <a:xfrm>
            <a:off x="42693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0.6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(-13.3%)</a:t>
            </a:r>
          </a:p>
        </p:txBody>
      </p:sp>
      <p:sp>
        <p:nvSpPr>
          <p:cNvPr id="214" name="DL__burger_expand__NV_XB09__202508"/>
          <p:cNvSpPr txBox="1"/>
          <p:nvPr/>
        </p:nvSpPr>
        <p:spPr>
          <a:xfrm>
            <a:off x="47265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0.9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(+9.8%)</a:t>
            </a:r>
          </a:p>
        </p:txBody>
      </p:sp>
      <p:sp>
        <p:nvSpPr>
          <p:cNvPr id="215" name="DL__burger_expand__NV_XB09__202509"/>
          <p:cNvSpPr txBox="1"/>
          <p:nvPr/>
        </p:nvSpPr>
        <p:spPr>
          <a:xfrm>
            <a:off x="51837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22.3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(+22.3%)</a:t>
            </a:r>
          </a:p>
        </p:txBody>
      </p:sp>
      <p:sp>
        <p:nvSpPr>
          <p:cNvPr id="216" name="DL__burger_expand__NV_XB09__202510"/>
          <p:cNvSpPr txBox="1"/>
          <p:nvPr/>
        </p:nvSpPr>
        <p:spPr>
          <a:xfrm>
            <a:off x="56409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16.4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(-50.5%)</a:t>
            </a:r>
          </a:p>
        </p:txBody>
      </p:sp>
      <p:sp>
        <p:nvSpPr>
          <p:cNvPr id="217" name="DL__burger_expand__NV_XB09__202511"/>
          <p:cNvSpPr txBox="1"/>
          <p:nvPr/>
        </p:nvSpPr>
        <p:spPr>
          <a:xfrm>
            <a:off x="60981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8.5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(-48.5%)</a:t>
            </a:r>
          </a:p>
        </p:txBody>
      </p:sp>
      <p:sp>
        <p:nvSpPr>
          <p:cNvPr id="218" name="DL__burger_expand__NV_XB09__202512"/>
          <p:cNvSpPr txBox="1"/>
          <p:nvPr/>
        </p:nvSpPr>
        <p:spPr>
          <a:xfrm>
            <a:off x="65553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6.3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(-23.1%)</a:t>
            </a:r>
          </a:p>
        </p:txBody>
      </p:sp>
      <p:sp>
        <p:nvSpPr>
          <p:cNvPr id="219" name="DL__burger_expand__NV_XB09__202601"/>
          <p:cNvSpPr txBox="1"/>
          <p:nvPr/>
        </p:nvSpPr>
        <p:spPr>
          <a:xfrm>
            <a:off x="70125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2.7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(+8.5%)</a:t>
            </a:r>
          </a:p>
        </p:txBody>
      </p:sp>
      <p:sp>
        <p:nvSpPr>
          <p:cNvPr id="220" name="DL__burger_expand__NV_XB09__202602"/>
          <p:cNvSpPr txBox="1"/>
          <p:nvPr/>
        </p:nvSpPr>
        <p:spPr>
          <a:xfrm>
            <a:off x="74697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0.6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(-60.1%)</a:t>
            </a:r>
          </a:p>
        </p:txBody>
      </p:sp>
      <p:sp>
        <p:nvSpPr>
          <p:cNvPr id="221" name="DL__burger_expand__NV_XB09__202603"/>
          <p:cNvSpPr txBox="1"/>
          <p:nvPr/>
        </p:nvSpPr>
        <p:spPr>
          <a:xfrm>
            <a:off x="79269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0.3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(-65.6%)</a:t>
            </a:r>
          </a:p>
        </p:txBody>
      </p:sp>
      <p:sp>
        <p:nvSpPr>
          <p:cNvPr id="222" name="DL__burger_expand__NV_XB09__202604"/>
          <p:cNvSpPr txBox="1"/>
          <p:nvPr/>
        </p:nvSpPr>
        <p:spPr>
          <a:xfrm>
            <a:off x="83841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0.3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(-65.5%)</a:t>
            </a:r>
          </a:p>
        </p:txBody>
      </p:sp>
      <p:sp>
        <p:nvSpPr>
          <p:cNvPr id="223" name="DL__burger_expand__NV_XB09__202605"/>
          <p:cNvSpPr txBox="1"/>
          <p:nvPr/>
        </p:nvSpPr>
        <p:spPr>
          <a:xfrm>
            <a:off x="88413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0.4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(-44.9%)</a:t>
            </a:r>
          </a:p>
        </p:txBody>
      </p:sp>
      <p:sp>
        <p:nvSpPr>
          <p:cNvPr id="224" name="DL__burger_expand__NV_XB09__202606"/>
          <p:cNvSpPr txBox="1"/>
          <p:nvPr/>
        </p:nvSpPr>
        <p:spPr>
          <a:xfrm>
            <a:off x="92985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0.3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(-53.0%)</a:t>
            </a:r>
          </a:p>
        </p:txBody>
      </p:sp>
      <p:sp>
        <p:nvSpPr>
          <p:cNvPr id="225" name="DL__burger_expand__NV_XB09__202607"/>
          <p:cNvSpPr txBox="1"/>
          <p:nvPr/>
        </p:nvSpPr>
        <p:spPr>
          <a:xfrm>
            <a:off x="97557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0.3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(-60.9%)</a:t>
            </a:r>
          </a:p>
        </p:txBody>
      </p:sp>
      <p:sp>
        <p:nvSpPr>
          <p:cNvPr id="226" name="DL__burger_expand__NV_XB09__202608"/>
          <p:cNvSpPr txBox="1"/>
          <p:nvPr/>
        </p:nvSpPr>
        <p:spPr>
          <a:xfrm>
            <a:off x="102129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0.4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(-50.1%)</a:t>
            </a:r>
          </a:p>
        </p:txBody>
      </p:sp>
      <p:sp>
        <p:nvSpPr>
          <p:cNvPr id="227" name="DL__burger_expand__NV_XB09__202609"/>
          <p:cNvSpPr txBox="1"/>
          <p:nvPr/>
        </p:nvSpPr>
        <p:spPr>
          <a:xfrm>
            <a:off x="106701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8.8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(-60.6%)</a:t>
            </a:r>
          </a:p>
        </p:txBody>
      </p:sp>
      <p:sp>
        <p:nvSpPr>
          <p:cNvPr id="228" name="DL__burger_expand__NV_XB09__202610"/>
          <p:cNvSpPr txBox="1"/>
          <p:nvPr/>
        </p:nvSpPr>
        <p:spPr>
          <a:xfrm>
            <a:off x="111273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6.2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(-67.4%)</a:t>
            </a:r>
          </a:p>
        </p:txBody>
      </p:sp>
      <p:sp>
        <p:nvSpPr>
          <p:cNvPr id="229" name="SWATCH_burger_expand_NV_XB10"/>
          <p:cNvSpPr/>
          <p:nvPr/>
        </p:nvSpPr>
        <p:spPr>
          <a:xfrm>
            <a:off x="603504" y="5730544"/>
            <a:ext cx="91440" cy="32004"/>
          </a:xfrm>
          <a:prstGeom prst="rect">
            <a:avLst/>
          </a:prstGeom>
          <a:solidFill>
            <a:srgbClr val="AC7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SERIES_burger_expand_NV_XB10"/>
          <p:cNvSpPr txBox="1"/>
          <p:nvPr/>
        </p:nvSpPr>
        <p:spPr>
          <a:xfrm>
            <a:off x="749808" y="5672023"/>
            <a:ext cx="923544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>
                <a:solidFill>
                  <a:srgbClr val="AC7858"/>
                </a:solidFill>
                <a:latin typeface="맑은 고딕"/>
              </a:rPr>
              <a:t>양파·어니언</a:t>
            </a:r>
          </a:p>
        </p:txBody>
      </p:sp>
      <p:sp>
        <p:nvSpPr>
          <p:cNvPr id="231" name="DL__burger_expand__NV_XB10__202501"/>
          <p:cNvSpPr txBox="1"/>
          <p:nvPr/>
        </p:nvSpPr>
        <p:spPr>
          <a:xfrm>
            <a:off x="15261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42.7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(-2.8%)</a:t>
            </a:r>
          </a:p>
        </p:txBody>
      </p:sp>
      <p:sp>
        <p:nvSpPr>
          <p:cNvPr id="232" name="DL__burger_expand__NV_XB10__202502"/>
          <p:cNvSpPr txBox="1"/>
          <p:nvPr/>
        </p:nvSpPr>
        <p:spPr>
          <a:xfrm>
            <a:off x="19833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34.3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(-28.2%)</a:t>
            </a:r>
          </a:p>
        </p:txBody>
      </p:sp>
      <p:sp>
        <p:nvSpPr>
          <p:cNvPr id="233" name="DL__burger_expand__NV_XB10__202503"/>
          <p:cNvSpPr txBox="1"/>
          <p:nvPr/>
        </p:nvSpPr>
        <p:spPr>
          <a:xfrm>
            <a:off x="24405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30.5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(-15.3%)</a:t>
            </a:r>
          </a:p>
        </p:txBody>
      </p:sp>
      <p:sp>
        <p:nvSpPr>
          <p:cNvPr id="234" name="DL__burger_expand__NV_XB10__202504"/>
          <p:cNvSpPr txBox="1"/>
          <p:nvPr/>
        </p:nvSpPr>
        <p:spPr>
          <a:xfrm>
            <a:off x="28977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44.6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(+2.2%)</a:t>
            </a:r>
          </a:p>
        </p:txBody>
      </p:sp>
      <p:sp>
        <p:nvSpPr>
          <p:cNvPr id="235" name="DL__burger_expand__NV_XB10__202505"/>
          <p:cNvSpPr txBox="1"/>
          <p:nvPr/>
        </p:nvSpPr>
        <p:spPr>
          <a:xfrm>
            <a:off x="33549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37.9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(-9.6%)</a:t>
            </a:r>
          </a:p>
        </p:txBody>
      </p:sp>
      <p:sp>
        <p:nvSpPr>
          <p:cNvPr id="236" name="DL__burger_expand__NV_XB10__202506"/>
          <p:cNvSpPr txBox="1"/>
          <p:nvPr/>
        </p:nvSpPr>
        <p:spPr>
          <a:xfrm>
            <a:off x="38121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41.8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(+17.2%)</a:t>
            </a:r>
          </a:p>
        </p:txBody>
      </p:sp>
      <p:sp>
        <p:nvSpPr>
          <p:cNvPr id="237" name="DL__burger_expand__NV_XB10__202507"/>
          <p:cNvSpPr txBox="1"/>
          <p:nvPr/>
        </p:nvSpPr>
        <p:spPr>
          <a:xfrm>
            <a:off x="42693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34.0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(-6.3%)</a:t>
            </a:r>
          </a:p>
        </p:txBody>
      </p:sp>
      <p:sp>
        <p:nvSpPr>
          <p:cNvPr id="238" name="DL__burger_expand__NV_XB10__202508"/>
          <p:cNvSpPr txBox="1"/>
          <p:nvPr/>
        </p:nvSpPr>
        <p:spPr>
          <a:xfrm>
            <a:off x="47265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31.3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(-15.4%)</a:t>
            </a:r>
          </a:p>
        </p:txBody>
      </p:sp>
      <p:sp>
        <p:nvSpPr>
          <p:cNvPr id="239" name="DL__burger_expand__NV_XB10__202509"/>
          <p:cNvSpPr txBox="1"/>
          <p:nvPr/>
        </p:nvSpPr>
        <p:spPr>
          <a:xfrm>
            <a:off x="51837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29.9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(-19.0%)</a:t>
            </a:r>
          </a:p>
        </p:txBody>
      </p:sp>
      <p:sp>
        <p:nvSpPr>
          <p:cNvPr id="240" name="DL__burger_expand__NV_XB10__202510"/>
          <p:cNvSpPr txBox="1"/>
          <p:nvPr/>
        </p:nvSpPr>
        <p:spPr>
          <a:xfrm>
            <a:off x="56409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28.0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(-22.6%)</a:t>
            </a:r>
          </a:p>
        </p:txBody>
      </p:sp>
      <p:sp>
        <p:nvSpPr>
          <p:cNvPr id="241" name="DL__burger_expand__NV_XB10__202511"/>
          <p:cNvSpPr txBox="1"/>
          <p:nvPr/>
        </p:nvSpPr>
        <p:spPr>
          <a:xfrm>
            <a:off x="60981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30.3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(-25.4%)</a:t>
            </a:r>
          </a:p>
        </p:txBody>
      </p:sp>
      <p:sp>
        <p:nvSpPr>
          <p:cNvPr id="242" name="DL__burger_expand__NV_XB10__202512"/>
          <p:cNvSpPr txBox="1"/>
          <p:nvPr/>
        </p:nvSpPr>
        <p:spPr>
          <a:xfrm>
            <a:off x="65553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34.2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(-14.6%)</a:t>
            </a:r>
          </a:p>
        </p:txBody>
      </p:sp>
      <p:sp>
        <p:nvSpPr>
          <p:cNvPr id="243" name="DL__burger_expand__NV_XB10__202601"/>
          <p:cNvSpPr txBox="1"/>
          <p:nvPr/>
        </p:nvSpPr>
        <p:spPr>
          <a:xfrm>
            <a:off x="70125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37.1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(-12.9%)</a:t>
            </a:r>
          </a:p>
        </p:txBody>
      </p:sp>
      <p:sp>
        <p:nvSpPr>
          <p:cNvPr id="244" name="DL__burger_expand__NV_XB10__202602"/>
          <p:cNvSpPr txBox="1"/>
          <p:nvPr/>
        </p:nvSpPr>
        <p:spPr>
          <a:xfrm>
            <a:off x="74697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31.1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(-9.5%)</a:t>
            </a:r>
          </a:p>
        </p:txBody>
      </p:sp>
      <p:sp>
        <p:nvSpPr>
          <p:cNvPr id="245" name="DL__burger_expand__NV_XB10__202603"/>
          <p:cNvSpPr txBox="1"/>
          <p:nvPr/>
        </p:nvSpPr>
        <p:spPr>
          <a:xfrm>
            <a:off x="79269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23.7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(-22.3%)</a:t>
            </a:r>
          </a:p>
        </p:txBody>
      </p:sp>
      <p:sp>
        <p:nvSpPr>
          <p:cNvPr id="246" name="DL__burger_expand__NV_XB10__202604"/>
          <p:cNvSpPr txBox="1"/>
          <p:nvPr/>
        </p:nvSpPr>
        <p:spPr>
          <a:xfrm>
            <a:off x="83841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25.2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(-43.5%)</a:t>
            </a:r>
          </a:p>
        </p:txBody>
      </p:sp>
      <p:sp>
        <p:nvSpPr>
          <p:cNvPr id="247" name="DL__burger_expand__NV_XB10__202605"/>
          <p:cNvSpPr txBox="1"/>
          <p:nvPr/>
        </p:nvSpPr>
        <p:spPr>
          <a:xfrm>
            <a:off x="88413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23.1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(-39.0%)</a:t>
            </a:r>
          </a:p>
        </p:txBody>
      </p:sp>
      <p:sp>
        <p:nvSpPr>
          <p:cNvPr id="248" name="DL__burger_expand__NV_XB10__202606"/>
          <p:cNvSpPr txBox="1"/>
          <p:nvPr/>
        </p:nvSpPr>
        <p:spPr>
          <a:xfrm>
            <a:off x="92985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26.4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(-36.9%)</a:t>
            </a:r>
          </a:p>
        </p:txBody>
      </p:sp>
      <p:sp>
        <p:nvSpPr>
          <p:cNvPr id="249" name="DL__burger_expand__NV_XB10__202607"/>
          <p:cNvSpPr txBox="1"/>
          <p:nvPr/>
        </p:nvSpPr>
        <p:spPr>
          <a:xfrm>
            <a:off x="97557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23.5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(-30.8%)</a:t>
            </a:r>
          </a:p>
        </p:txBody>
      </p:sp>
      <p:sp>
        <p:nvSpPr>
          <p:cNvPr id="250" name="DL__burger_expand__NV_XB10__202608"/>
          <p:cNvSpPr txBox="1"/>
          <p:nvPr/>
        </p:nvSpPr>
        <p:spPr>
          <a:xfrm>
            <a:off x="102129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24.4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(-22.0%)</a:t>
            </a:r>
          </a:p>
        </p:txBody>
      </p:sp>
      <p:sp>
        <p:nvSpPr>
          <p:cNvPr id="251" name="DL__burger_expand__NV_XB10__202609"/>
          <p:cNvSpPr txBox="1"/>
          <p:nvPr/>
        </p:nvSpPr>
        <p:spPr>
          <a:xfrm>
            <a:off x="106701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26.9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(-9.9%)</a:t>
            </a:r>
          </a:p>
        </p:txBody>
      </p:sp>
      <p:sp>
        <p:nvSpPr>
          <p:cNvPr id="252" name="DL__burger_expand__NV_XB10__202610"/>
          <p:cNvSpPr txBox="1"/>
          <p:nvPr/>
        </p:nvSpPr>
        <p:spPr>
          <a:xfrm>
            <a:off x="111273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23.5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(-19.5%)</a:t>
            </a:r>
          </a:p>
        </p:txBody>
      </p:sp>
      <p:sp>
        <p:nvSpPr>
          <p:cNvPr id="253" name="INSIGHT"/>
          <p:cNvSpPr txBox="1"/>
          <p:nvPr/>
        </p:nvSpPr>
        <p:spPr>
          <a:xfrm>
            <a:off x="704088" y="1188720"/>
            <a:ext cx="10908792" cy="5212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50"/>
              </a:lnSpc>
              <a:spcBef>
                <a:spcPts val="0"/>
              </a:spcBef>
              <a:spcAft>
                <a:spcPts val="0"/>
              </a:spcAft>
            </a:pPr>
            <a:r>
              <a:rPr sz="1750">
                <a:solidFill>
                  <a:srgbClr val="3A4147"/>
                </a:solidFill>
                <a:latin typeface="맑은 고딕"/>
              </a:rPr>
              <a:t>2026.10.1~19 전년비, 스모키·BBQ 1.0→26.5(+2,590.0%),</a:t>
            </a:r>
          </a:p>
          <a:p>
            <a:pPr>
              <a:lnSpc>
                <a:spcPts val="1850"/>
              </a:lnSpc>
              <a:spcBef>
                <a:spcPts val="0"/>
              </a:spcBef>
              <a:spcAft>
                <a:spcPts val="0"/>
              </a:spcAft>
            </a:pPr>
            <a:r>
              <a:rPr sz="1750">
                <a:solidFill>
                  <a:srgbClr val="3A4147"/>
                </a:solidFill>
                <a:latin typeface="맑은 고딕"/>
              </a:rPr>
              <a:t>낮은 전년지수 기준의 상승·트러플/머쉬룸은 −67.4%로 하락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CCENT"/>
          <p:cNvSpPr/>
          <p:nvPr/>
        </p:nvSpPr>
        <p:spPr>
          <a:xfrm>
            <a:off x="530352" y="731520"/>
            <a:ext cx="50292" cy="969264"/>
          </a:xfrm>
          <a:prstGeom prst="rect">
            <a:avLst/>
          </a:prstGeom>
          <a:solidFill>
            <a:srgbClr val="B65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ECTION"/>
          <p:cNvSpPr txBox="1"/>
          <p:nvPr/>
        </p:nvSpPr>
        <p:spPr>
          <a:xfrm>
            <a:off x="594360" y="274320"/>
            <a:ext cx="1097280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2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363B3D"/>
                </a:solidFill>
                <a:latin typeface="맑은 고딕"/>
              </a:rPr>
              <a:t>2026.10.22 시장·자사 분석 | 치킨 · 12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704088" y="722376"/>
            <a:ext cx="10908792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292D32"/>
                </a:solidFill>
                <a:latin typeface="맑은 고딕"/>
              </a:rPr>
              <a:t>치킨 브랜드별 온라인 언급</a:t>
            </a:r>
          </a:p>
        </p:txBody>
      </p:sp>
      <p:sp>
        <p:nvSpPr>
          <p:cNvPr id="6" name="FOOT_LINE"/>
          <p:cNvSpPr/>
          <p:nvPr/>
        </p:nvSpPr>
        <p:spPr>
          <a:xfrm>
            <a:off x="594360" y="6272784"/>
            <a:ext cx="11018520" cy="5486"/>
          </a:xfrm>
          <a:prstGeom prst="rect">
            <a:avLst/>
          </a:prstGeom>
          <a:solidFill>
            <a:srgbClr val="E4E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AGE"/>
          <p:cNvSpPr txBox="1"/>
          <p:nvPr/>
        </p:nvSpPr>
        <p:spPr>
          <a:xfrm>
            <a:off x="11173968" y="6391656"/>
            <a:ext cx="4114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63B3D"/>
                </a:solidFill>
                <a:latin typeface="맑은 고딕"/>
              </a:rPr>
              <a:t>12</a:t>
            </a:r>
          </a:p>
        </p:txBody>
      </p:sp>
      <p:sp>
        <p:nvSpPr>
          <p:cNvPr id="8" name="UNIT"/>
          <p:cNvSpPr txBox="1"/>
          <p:nvPr/>
        </p:nvSpPr>
        <p:spPr>
          <a:xfrm>
            <a:off x="594360" y="1810512"/>
            <a:ext cx="11018520" cy="265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86E73"/>
                </a:solidFill>
                <a:latin typeface="맑은 고딕"/>
              </a:rPr>
              <a:t>2026.01~09(완전월) · 월별 일평균 언급 문서(건/일) = 각 월 원건수 ÷ 실제 달력일수</a:t>
            </a:r>
          </a:p>
        </p:txBody>
      </p:sp>
      <p:sp>
        <p:nvSpPr>
          <p:cNvPr id="9" name="QUERY_SCOPE"/>
          <p:cNvSpPr txBox="1"/>
          <p:nvPr/>
        </p:nvSpPr>
        <p:spPr>
          <a:xfrm>
            <a:off x="594360" y="2130552"/>
            <a:ext cx="11018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86E73"/>
                </a:solidFill>
                <a:latin typeface="맑은 고딕"/>
              </a:rPr>
              <a:t>실제 검색어 | 맘스터치 · bhc · 비비큐 · 교촌치킨 · 굽네치킨 · 푸라닭</a:t>
            </a:r>
          </a:p>
        </p:txBody>
      </p:sp>
      <p:sp>
        <p:nvSpPr>
          <p:cNvPr id="10" name="CAPTION"/>
          <p:cNvSpPr txBox="1"/>
          <p:nvPr/>
        </p:nvSpPr>
        <p:spPr>
          <a:xfrm>
            <a:off x="621792" y="5779008"/>
            <a:ext cx="10963656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86E73"/>
                </a:solidFill>
                <a:latin typeface="맑은 고딕"/>
              </a:rPr>
              <a:t>썸트렌드(바이브컴퍼니)의 브랜드명 포함 게시물·기사 수이며 매출·구매자·긍정평가가 아닙니다.</a:t>
            </a:r>
          </a:p>
          <a:p>
            <a:pPr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86E73"/>
                </a:solidFill>
                <a:latin typeface="맑은 고딕"/>
              </a:rPr>
              <a:t>3채널/커뮤니티 제외·보정OFF. BBQ는비비큐검색으로다른문맥혼입가능. 9월 귀칼·청사초롱 행사와 언급증가의 인과는 확정하지 않습니다.</a:t>
            </a:r>
          </a:p>
          <a:p>
            <a:pPr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86E73"/>
                </a:solidFill>
                <a:latin typeface="맑은 고딕"/>
              </a:rPr>
              <a:t>1~9월 완전월 시계열이며 10/22 후덕죽2차 출시 이후 반응은 포함하지 않습니다.</a:t>
            </a:r>
          </a:p>
        </p:txBody>
      </p:sp>
      <p:sp>
        <p:nvSpPr>
          <p:cNvPr id="11" name="SOURCES"/>
          <p:cNvSpPr txBox="1"/>
          <p:nvPr/>
        </p:nvSpPr>
        <p:spPr>
          <a:xfrm>
            <a:off x="603504" y="6391656"/>
            <a:ext cx="1040587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686E73"/>
                </a:solidFill>
                <a:latin typeface="맑은 고딕"/>
              </a:rPr>
              <a:t>자료:썸트렌드 월별 공개 툴팁 | 2026.01~09 완전월 | 원건수·채널별 검산:근거Excel(SOME)</a:t>
            </a:r>
            <a:r>
              <a:rPr sz="900">
                <a:solidFill>
                  <a:srgbClr val="686E73"/>
                </a:solidFill>
                <a:latin typeface="맑은 고딕"/>
                <a:hlinkClick r:id="rId2"/>
              </a:rPr>
              <a:t> · 원본1</a:t>
            </a:r>
            <a:r>
              <a:rPr sz="900">
                <a:solidFill>
                  <a:srgbClr val="686E73"/>
                </a:solidFill>
                <a:latin typeface="맑은 고딕"/>
                <a:hlinkClick r:id="rId3"/>
              </a:rPr>
              <a:t> · 원본2</a:t>
            </a:r>
            <a:r>
              <a:rPr sz="900">
                <a:solidFill>
                  <a:srgbClr val="686E73"/>
                </a:solidFill>
                <a:latin typeface="맑은 고딕"/>
                <a:hlinkClick r:id="rId4"/>
              </a:rPr>
              <a:t> · 원본3</a:t>
            </a:r>
            <a:r>
              <a:rPr sz="900">
                <a:solidFill>
                  <a:srgbClr val="686E73"/>
                </a:solidFill>
                <a:latin typeface="맑은 고딕"/>
                <a:hlinkClick r:id="rId5"/>
              </a:rPr>
              <a:t> · 원본4</a:t>
            </a:r>
            <a:r>
              <a:rPr sz="900">
                <a:solidFill>
                  <a:srgbClr val="686E73"/>
                </a:solidFill>
                <a:latin typeface="맑은 고딕"/>
                <a:hlinkClick r:id="rId6"/>
              </a:rPr>
              <a:t> · 원본5</a:t>
            </a:r>
            <a:r>
              <a:rPr sz="900">
                <a:solidFill>
                  <a:srgbClr val="686E73"/>
                </a:solidFill>
                <a:latin typeface="맑은 고딕"/>
                <a:hlinkClick r:id="rId7"/>
              </a:rPr>
              <a:t> · 원본6</a:t>
            </a:r>
          </a:p>
        </p:txBody>
      </p:sp>
      <p:graphicFrame>
        <p:nvGraphicFramePr>
          <p:cNvPr id="12" name="DAILY_chicken_brand"/>
          <p:cNvGraphicFramePr>
            <a:graphicFrameLocks noGrp="1"/>
          </p:cNvGraphicFramePr>
          <p:nvPr/>
        </p:nvGraphicFramePr>
        <p:xfrm>
          <a:off x="548640" y="2505456"/>
          <a:ext cx="11064240" cy="1892807"/>
        </p:xfrm>
        <a:graphic>
          <a:graphicData uri="http://schemas.openxmlformats.org/drawingml/2006/chart">
            <c:chart xmlns:c="http://schemas.openxmlformats.org/drawingml/2006/chart" r:id="rId9"/>
          </a:graphicData>
        </a:graphic>
      </p:graphicFrame>
      <p:sp>
        <p:nvSpPr>
          <p:cNvPr id="13" name="SWATCH_chicken_brand_SOME_1"/>
          <p:cNvSpPr/>
          <p:nvPr/>
        </p:nvSpPr>
        <p:spPr>
          <a:xfrm>
            <a:off x="603504" y="4619548"/>
            <a:ext cx="91440" cy="32004"/>
          </a:xfrm>
          <a:prstGeom prst="rect">
            <a:avLst/>
          </a:prstGeom>
          <a:solidFill>
            <a:srgbClr val="B65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ERIES_chicken_brand_SOME_1"/>
          <p:cNvSpPr txBox="1"/>
          <p:nvPr/>
        </p:nvSpPr>
        <p:spPr>
          <a:xfrm>
            <a:off x="749808" y="4561027"/>
            <a:ext cx="923544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B65346"/>
                </a:solidFill>
                <a:latin typeface="맑은 고딕"/>
              </a:rPr>
              <a:t>맘스터치</a:t>
            </a:r>
          </a:p>
        </p:txBody>
      </p:sp>
      <p:sp>
        <p:nvSpPr>
          <p:cNvPr id="15" name="DL__chicken_brand__SOME_1__202601"/>
          <p:cNvSpPr txBox="1"/>
          <p:nvPr/>
        </p:nvSpPr>
        <p:spPr>
          <a:xfrm>
            <a:off x="1526134" y="4544568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B65346"/>
                </a:solidFill>
                <a:latin typeface="맑은 고딕"/>
              </a:rPr>
              <a:t>205.1</a:t>
            </a:r>
          </a:p>
        </p:txBody>
      </p:sp>
      <p:sp>
        <p:nvSpPr>
          <p:cNvPr id="16" name="DL__chicken_brand__SOME_1__202602"/>
          <p:cNvSpPr txBox="1"/>
          <p:nvPr/>
        </p:nvSpPr>
        <p:spPr>
          <a:xfrm>
            <a:off x="2726284" y="4544568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B65346"/>
                </a:solidFill>
                <a:latin typeface="맑은 고딕"/>
              </a:rPr>
              <a:t>187.4</a:t>
            </a:r>
          </a:p>
        </p:txBody>
      </p:sp>
      <p:sp>
        <p:nvSpPr>
          <p:cNvPr id="17" name="DL__chicken_brand__SOME_1__202603"/>
          <p:cNvSpPr txBox="1"/>
          <p:nvPr/>
        </p:nvSpPr>
        <p:spPr>
          <a:xfrm>
            <a:off x="3926434" y="4544568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B65346"/>
                </a:solidFill>
                <a:latin typeface="맑은 고딕"/>
              </a:rPr>
              <a:t>291.8</a:t>
            </a:r>
          </a:p>
        </p:txBody>
      </p:sp>
      <p:sp>
        <p:nvSpPr>
          <p:cNvPr id="18" name="DL__chicken_brand__SOME_1__202604"/>
          <p:cNvSpPr txBox="1"/>
          <p:nvPr/>
        </p:nvSpPr>
        <p:spPr>
          <a:xfrm>
            <a:off x="5126584" y="4544568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B65346"/>
                </a:solidFill>
                <a:latin typeface="맑은 고딕"/>
              </a:rPr>
              <a:t>338.5</a:t>
            </a:r>
          </a:p>
        </p:txBody>
      </p:sp>
      <p:sp>
        <p:nvSpPr>
          <p:cNvPr id="19" name="DL__chicken_brand__SOME_1__202605"/>
          <p:cNvSpPr txBox="1"/>
          <p:nvPr/>
        </p:nvSpPr>
        <p:spPr>
          <a:xfrm>
            <a:off x="6326734" y="4544568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B65346"/>
                </a:solidFill>
                <a:latin typeface="맑은 고딕"/>
              </a:rPr>
              <a:t>260.1</a:t>
            </a:r>
          </a:p>
        </p:txBody>
      </p:sp>
      <p:sp>
        <p:nvSpPr>
          <p:cNvPr id="20" name="DL__chicken_brand__SOME_1__202606"/>
          <p:cNvSpPr txBox="1"/>
          <p:nvPr/>
        </p:nvSpPr>
        <p:spPr>
          <a:xfrm>
            <a:off x="7526884" y="4544568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B65346"/>
                </a:solidFill>
                <a:latin typeface="맑은 고딕"/>
              </a:rPr>
              <a:t>338.6</a:t>
            </a:r>
          </a:p>
        </p:txBody>
      </p:sp>
      <p:sp>
        <p:nvSpPr>
          <p:cNvPr id="21" name="DL__chicken_brand__SOME_1__202607"/>
          <p:cNvSpPr txBox="1"/>
          <p:nvPr/>
        </p:nvSpPr>
        <p:spPr>
          <a:xfrm>
            <a:off x="8727034" y="4544568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B65346"/>
                </a:solidFill>
                <a:latin typeface="맑은 고딕"/>
              </a:rPr>
              <a:t>256.4</a:t>
            </a:r>
          </a:p>
        </p:txBody>
      </p:sp>
      <p:sp>
        <p:nvSpPr>
          <p:cNvPr id="22" name="DL__chicken_brand__SOME_1__202608"/>
          <p:cNvSpPr txBox="1"/>
          <p:nvPr/>
        </p:nvSpPr>
        <p:spPr>
          <a:xfrm>
            <a:off x="9927184" y="4544568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B65346"/>
                </a:solidFill>
                <a:latin typeface="맑은 고딕"/>
              </a:rPr>
              <a:t>246.0</a:t>
            </a:r>
          </a:p>
        </p:txBody>
      </p:sp>
      <p:sp>
        <p:nvSpPr>
          <p:cNvPr id="23" name="DL__chicken_brand__SOME_1__202609"/>
          <p:cNvSpPr txBox="1"/>
          <p:nvPr/>
        </p:nvSpPr>
        <p:spPr>
          <a:xfrm>
            <a:off x="11127334" y="4544568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B65346"/>
                </a:solidFill>
                <a:latin typeface="맑은 고딕"/>
              </a:rPr>
              <a:t>399.4</a:t>
            </a:r>
          </a:p>
        </p:txBody>
      </p:sp>
      <p:sp>
        <p:nvSpPr>
          <p:cNvPr id="25" name="SWATCH_chicken_brand_SOME_7"/>
          <p:cNvSpPr/>
          <p:nvPr/>
        </p:nvSpPr>
        <p:spPr>
          <a:xfrm>
            <a:off x="603504" y="4807000"/>
            <a:ext cx="91440" cy="32004"/>
          </a:xfrm>
          <a:prstGeom prst="rect">
            <a:avLst/>
          </a:prstGeom>
          <a:solidFill>
            <a:srgbClr val="A68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SERIES_chicken_brand_SOME_7"/>
          <p:cNvSpPr txBox="1"/>
          <p:nvPr/>
        </p:nvSpPr>
        <p:spPr>
          <a:xfrm>
            <a:off x="749808" y="4748479"/>
            <a:ext cx="923544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A68B46"/>
                </a:solidFill>
                <a:latin typeface="맑은 고딕"/>
              </a:rPr>
              <a:t>bhc</a:t>
            </a:r>
          </a:p>
        </p:txBody>
      </p:sp>
      <p:sp>
        <p:nvSpPr>
          <p:cNvPr id="27" name="DL__chicken_brand__SOME_7__202601"/>
          <p:cNvSpPr txBox="1"/>
          <p:nvPr/>
        </p:nvSpPr>
        <p:spPr>
          <a:xfrm>
            <a:off x="1526134" y="4732020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A68B46"/>
                </a:solidFill>
                <a:latin typeface="맑은 고딕"/>
              </a:rPr>
              <a:t>174.0</a:t>
            </a:r>
          </a:p>
        </p:txBody>
      </p:sp>
      <p:sp>
        <p:nvSpPr>
          <p:cNvPr id="28" name="DL__chicken_brand__SOME_7__202602"/>
          <p:cNvSpPr txBox="1"/>
          <p:nvPr/>
        </p:nvSpPr>
        <p:spPr>
          <a:xfrm>
            <a:off x="2726284" y="4732020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A68B46"/>
                </a:solidFill>
                <a:latin typeface="맑은 고딕"/>
              </a:rPr>
              <a:t>170.9</a:t>
            </a:r>
          </a:p>
        </p:txBody>
      </p:sp>
      <p:sp>
        <p:nvSpPr>
          <p:cNvPr id="29" name="DL__chicken_brand__SOME_7__202603"/>
          <p:cNvSpPr txBox="1"/>
          <p:nvPr/>
        </p:nvSpPr>
        <p:spPr>
          <a:xfrm>
            <a:off x="3926434" y="4732020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A68B46"/>
                </a:solidFill>
                <a:latin typeface="맑은 고딕"/>
              </a:rPr>
              <a:t>195.4</a:t>
            </a:r>
          </a:p>
        </p:txBody>
      </p:sp>
      <p:sp>
        <p:nvSpPr>
          <p:cNvPr id="30" name="DL__chicken_brand__SOME_7__202604"/>
          <p:cNvSpPr txBox="1"/>
          <p:nvPr/>
        </p:nvSpPr>
        <p:spPr>
          <a:xfrm>
            <a:off x="5126584" y="4732020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A68B46"/>
                </a:solidFill>
                <a:latin typeface="맑은 고딕"/>
              </a:rPr>
              <a:t>185.3</a:t>
            </a:r>
          </a:p>
        </p:txBody>
      </p:sp>
      <p:sp>
        <p:nvSpPr>
          <p:cNvPr id="31" name="DL__chicken_brand__SOME_7__202605"/>
          <p:cNvSpPr txBox="1"/>
          <p:nvPr/>
        </p:nvSpPr>
        <p:spPr>
          <a:xfrm>
            <a:off x="6326734" y="4732020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A68B46"/>
                </a:solidFill>
                <a:latin typeface="맑은 고딕"/>
              </a:rPr>
              <a:t>180.7</a:t>
            </a:r>
          </a:p>
        </p:txBody>
      </p:sp>
      <p:sp>
        <p:nvSpPr>
          <p:cNvPr id="32" name="DL__chicken_brand__SOME_7__202606"/>
          <p:cNvSpPr txBox="1"/>
          <p:nvPr/>
        </p:nvSpPr>
        <p:spPr>
          <a:xfrm>
            <a:off x="7526884" y="4732020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A68B46"/>
                </a:solidFill>
                <a:latin typeface="맑은 고딕"/>
              </a:rPr>
              <a:t>179.4</a:t>
            </a:r>
          </a:p>
        </p:txBody>
      </p:sp>
      <p:sp>
        <p:nvSpPr>
          <p:cNvPr id="33" name="DL__chicken_brand__SOME_7__202607"/>
          <p:cNvSpPr txBox="1"/>
          <p:nvPr/>
        </p:nvSpPr>
        <p:spPr>
          <a:xfrm>
            <a:off x="8727034" y="4732020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A68B46"/>
                </a:solidFill>
                <a:latin typeface="맑은 고딕"/>
              </a:rPr>
              <a:t>238.6</a:t>
            </a:r>
          </a:p>
        </p:txBody>
      </p:sp>
      <p:sp>
        <p:nvSpPr>
          <p:cNvPr id="34" name="DL__chicken_brand__SOME_7__202608"/>
          <p:cNvSpPr txBox="1"/>
          <p:nvPr/>
        </p:nvSpPr>
        <p:spPr>
          <a:xfrm>
            <a:off x="9927184" y="4732020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A68B46"/>
                </a:solidFill>
                <a:latin typeface="맑은 고딕"/>
              </a:rPr>
              <a:t>249.7</a:t>
            </a:r>
          </a:p>
        </p:txBody>
      </p:sp>
      <p:sp>
        <p:nvSpPr>
          <p:cNvPr id="35" name="DL__chicken_brand__SOME_7__202609"/>
          <p:cNvSpPr txBox="1"/>
          <p:nvPr/>
        </p:nvSpPr>
        <p:spPr>
          <a:xfrm>
            <a:off x="11127334" y="4732020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A68B46"/>
                </a:solidFill>
                <a:latin typeface="맑은 고딕"/>
              </a:rPr>
              <a:t>229.2</a:t>
            </a:r>
          </a:p>
        </p:txBody>
      </p:sp>
      <p:sp>
        <p:nvSpPr>
          <p:cNvPr id="37" name="SWATCH_chicken_brand_SOME_10"/>
          <p:cNvSpPr/>
          <p:nvPr/>
        </p:nvSpPr>
        <p:spPr>
          <a:xfrm>
            <a:off x="603504" y="4994452"/>
            <a:ext cx="91440" cy="32004"/>
          </a:xfrm>
          <a:prstGeom prst="rect">
            <a:avLst/>
          </a:prstGeom>
          <a:solidFill>
            <a:srgbClr val="7C6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ERIES_chicken_brand_SOME_10"/>
          <p:cNvSpPr txBox="1"/>
          <p:nvPr/>
        </p:nvSpPr>
        <p:spPr>
          <a:xfrm>
            <a:off x="749808" y="4935931"/>
            <a:ext cx="923544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7C6C91"/>
                </a:solidFill>
                <a:latin typeface="맑은 고딕"/>
              </a:rPr>
              <a:t>BBQ(비비큐)</a:t>
            </a:r>
          </a:p>
        </p:txBody>
      </p:sp>
      <p:sp>
        <p:nvSpPr>
          <p:cNvPr id="39" name="DL__chicken_brand__SOME_10__202601"/>
          <p:cNvSpPr txBox="1"/>
          <p:nvPr/>
        </p:nvSpPr>
        <p:spPr>
          <a:xfrm>
            <a:off x="1526134" y="4919472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7C6C91"/>
                </a:solidFill>
                <a:latin typeface="맑은 고딕"/>
              </a:rPr>
              <a:t>101.1</a:t>
            </a:r>
          </a:p>
        </p:txBody>
      </p:sp>
      <p:sp>
        <p:nvSpPr>
          <p:cNvPr id="40" name="DL__chicken_brand__SOME_10__202602"/>
          <p:cNvSpPr txBox="1"/>
          <p:nvPr/>
        </p:nvSpPr>
        <p:spPr>
          <a:xfrm>
            <a:off x="2726284" y="4919472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7C6C91"/>
                </a:solidFill>
                <a:latin typeface="맑은 고딕"/>
              </a:rPr>
              <a:t>97.7</a:t>
            </a:r>
          </a:p>
        </p:txBody>
      </p:sp>
      <p:sp>
        <p:nvSpPr>
          <p:cNvPr id="41" name="DL__chicken_brand__SOME_10__202603"/>
          <p:cNvSpPr txBox="1"/>
          <p:nvPr/>
        </p:nvSpPr>
        <p:spPr>
          <a:xfrm>
            <a:off x="3926434" y="4919472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7C6C91"/>
                </a:solidFill>
                <a:latin typeface="맑은 고딕"/>
              </a:rPr>
              <a:t>101.5</a:t>
            </a:r>
          </a:p>
        </p:txBody>
      </p:sp>
      <p:sp>
        <p:nvSpPr>
          <p:cNvPr id="42" name="DL__chicken_brand__SOME_10__202604"/>
          <p:cNvSpPr txBox="1"/>
          <p:nvPr/>
        </p:nvSpPr>
        <p:spPr>
          <a:xfrm>
            <a:off x="5126584" y="4919472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7C6C91"/>
                </a:solidFill>
                <a:latin typeface="맑은 고딕"/>
              </a:rPr>
              <a:t>96.2</a:t>
            </a:r>
          </a:p>
        </p:txBody>
      </p:sp>
      <p:sp>
        <p:nvSpPr>
          <p:cNvPr id="43" name="DL__chicken_brand__SOME_10__202605"/>
          <p:cNvSpPr txBox="1"/>
          <p:nvPr/>
        </p:nvSpPr>
        <p:spPr>
          <a:xfrm>
            <a:off x="6326734" y="4919472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7C6C91"/>
                </a:solidFill>
                <a:latin typeface="맑은 고딕"/>
              </a:rPr>
              <a:t>92.1</a:t>
            </a:r>
          </a:p>
        </p:txBody>
      </p:sp>
      <p:sp>
        <p:nvSpPr>
          <p:cNvPr id="44" name="DL__chicken_brand__SOME_10__202606"/>
          <p:cNvSpPr txBox="1"/>
          <p:nvPr/>
        </p:nvSpPr>
        <p:spPr>
          <a:xfrm>
            <a:off x="7526884" y="4919472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7C6C91"/>
                </a:solidFill>
                <a:latin typeface="맑은 고딕"/>
              </a:rPr>
              <a:t>95.5</a:t>
            </a:r>
          </a:p>
        </p:txBody>
      </p:sp>
      <p:sp>
        <p:nvSpPr>
          <p:cNvPr id="45" name="DL__chicken_brand__SOME_10__202607"/>
          <p:cNvSpPr txBox="1"/>
          <p:nvPr/>
        </p:nvSpPr>
        <p:spPr>
          <a:xfrm>
            <a:off x="8727034" y="4919472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7C6C91"/>
                </a:solidFill>
                <a:latin typeface="맑은 고딕"/>
              </a:rPr>
              <a:t>115.2</a:t>
            </a:r>
          </a:p>
        </p:txBody>
      </p:sp>
      <p:sp>
        <p:nvSpPr>
          <p:cNvPr id="46" name="DL__chicken_brand__SOME_10__202608"/>
          <p:cNvSpPr txBox="1"/>
          <p:nvPr/>
        </p:nvSpPr>
        <p:spPr>
          <a:xfrm>
            <a:off x="9927184" y="4919472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7C6C91"/>
                </a:solidFill>
                <a:latin typeface="맑은 고딕"/>
              </a:rPr>
              <a:t>116.7</a:t>
            </a:r>
          </a:p>
        </p:txBody>
      </p:sp>
      <p:sp>
        <p:nvSpPr>
          <p:cNvPr id="47" name="DL__chicken_brand__SOME_10__202609"/>
          <p:cNvSpPr txBox="1"/>
          <p:nvPr/>
        </p:nvSpPr>
        <p:spPr>
          <a:xfrm>
            <a:off x="11127334" y="4919472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7C6C91"/>
                </a:solidFill>
                <a:latin typeface="맑은 고딕"/>
              </a:rPr>
              <a:t>97.8</a:t>
            </a:r>
          </a:p>
        </p:txBody>
      </p:sp>
      <p:sp>
        <p:nvSpPr>
          <p:cNvPr id="49" name="SWATCH_chicken_brand_SOME_8"/>
          <p:cNvSpPr/>
          <p:nvPr/>
        </p:nvSpPr>
        <p:spPr>
          <a:xfrm>
            <a:off x="603504" y="5181904"/>
            <a:ext cx="91440" cy="32004"/>
          </a:xfrm>
          <a:prstGeom prst="rect">
            <a:avLst/>
          </a:prstGeom>
          <a:solidFill>
            <a:srgbClr val="637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SERIES_chicken_brand_SOME_8"/>
          <p:cNvSpPr txBox="1"/>
          <p:nvPr/>
        </p:nvSpPr>
        <p:spPr>
          <a:xfrm>
            <a:off x="749808" y="5123383"/>
            <a:ext cx="923544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637E64"/>
                </a:solidFill>
                <a:latin typeface="맑은 고딕"/>
              </a:rPr>
              <a:t>교촌치킨</a:t>
            </a:r>
          </a:p>
        </p:txBody>
      </p:sp>
      <p:sp>
        <p:nvSpPr>
          <p:cNvPr id="51" name="DL__chicken_brand__SOME_8__202601"/>
          <p:cNvSpPr txBox="1"/>
          <p:nvPr/>
        </p:nvSpPr>
        <p:spPr>
          <a:xfrm>
            <a:off x="1526134" y="5106924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637E64"/>
                </a:solidFill>
                <a:latin typeface="맑은 고딕"/>
              </a:rPr>
              <a:t>155.8</a:t>
            </a:r>
          </a:p>
        </p:txBody>
      </p:sp>
      <p:sp>
        <p:nvSpPr>
          <p:cNvPr id="52" name="DL__chicken_brand__SOME_8__202602"/>
          <p:cNvSpPr txBox="1"/>
          <p:nvPr/>
        </p:nvSpPr>
        <p:spPr>
          <a:xfrm>
            <a:off x="2726284" y="5106924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637E64"/>
                </a:solidFill>
                <a:latin typeface="맑은 고딕"/>
              </a:rPr>
              <a:t>141.4</a:t>
            </a:r>
          </a:p>
        </p:txBody>
      </p:sp>
      <p:sp>
        <p:nvSpPr>
          <p:cNvPr id="53" name="DL__chicken_brand__SOME_8__202603"/>
          <p:cNvSpPr txBox="1"/>
          <p:nvPr/>
        </p:nvSpPr>
        <p:spPr>
          <a:xfrm>
            <a:off x="3926434" y="5106924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637E64"/>
                </a:solidFill>
                <a:latin typeface="맑은 고딕"/>
              </a:rPr>
              <a:t>149.2</a:t>
            </a:r>
          </a:p>
        </p:txBody>
      </p:sp>
      <p:sp>
        <p:nvSpPr>
          <p:cNvPr id="54" name="DL__chicken_brand__SOME_8__202604"/>
          <p:cNvSpPr txBox="1"/>
          <p:nvPr/>
        </p:nvSpPr>
        <p:spPr>
          <a:xfrm>
            <a:off x="5126584" y="5106924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637E64"/>
                </a:solidFill>
                <a:latin typeface="맑은 고딕"/>
              </a:rPr>
              <a:t>139.7</a:t>
            </a:r>
          </a:p>
        </p:txBody>
      </p:sp>
      <p:sp>
        <p:nvSpPr>
          <p:cNvPr id="55" name="DL__chicken_brand__SOME_8__202605"/>
          <p:cNvSpPr txBox="1"/>
          <p:nvPr/>
        </p:nvSpPr>
        <p:spPr>
          <a:xfrm>
            <a:off x="6326734" y="5106924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637E64"/>
                </a:solidFill>
                <a:latin typeface="맑은 고딕"/>
              </a:rPr>
              <a:t>130.9</a:t>
            </a:r>
          </a:p>
        </p:txBody>
      </p:sp>
      <p:sp>
        <p:nvSpPr>
          <p:cNvPr id="56" name="DL__chicken_brand__SOME_8__202606"/>
          <p:cNvSpPr txBox="1"/>
          <p:nvPr/>
        </p:nvSpPr>
        <p:spPr>
          <a:xfrm>
            <a:off x="7526884" y="5106924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637E64"/>
                </a:solidFill>
                <a:latin typeface="맑은 고딕"/>
              </a:rPr>
              <a:t>142.0</a:t>
            </a:r>
          </a:p>
        </p:txBody>
      </p:sp>
      <p:sp>
        <p:nvSpPr>
          <p:cNvPr id="57" name="DL__chicken_brand__SOME_8__202607"/>
          <p:cNvSpPr txBox="1"/>
          <p:nvPr/>
        </p:nvSpPr>
        <p:spPr>
          <a:xfrm>
            <a:off x="8727034" y="5106924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637E64"/>
                </a:solidFill>
                <a:latin typeface="맑은 고딕"/>
              </a:rPr>
              <a:t>154.7</a:t>
            </a:r>
          </a:p>
        </p:txBody>
      </p:sp>
      <p:sp>
        <p:nvSpPr>
          <p:cNvPr id="58" name="DL__chicken_brand__SOME_8__202608"/>
          <p:cNvSpPr txBox="1"/>
          <p:nvPr/>
        </p:nvSpPr>
        <p:spPr>
          <a:xfrm>
            <a:off x="9927184" y="5106924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637E64"/>
                </a:solidFill>
                <a:latin typeface="맑은 고딕"/>
              </a:rPr>
              <a:t>149.2</a:t>
            </a:r>
          </a:p>
        </p:txBody>
      </p:sp>
      <p:sp>
        <p:nvSpPr>
          <p:cNvPr id="59" name="DL__chicken_brand__SOME_8__202609"/>
          <p:cNvSpPr txBox="1"/>
          <p:nvPr/>
        </p:nvSpPr>
        <p:spPr>
          <a:xfrm>
            <a:off x="11127334" y="5106924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637E64"/>
                </a:solidFill>
                <a:latin typeface="맑은 고딕"/>
              </a:rPr>
              <a:t>164.0</a:t>
            </a:r>
          </a:p>
        </p:txBody>
      </p:sp>
      <p:sp>
        <p:nvSpPr>
          <p:cNvPr id="61" name="SWATCH_chicken_brand_SOME_9"/>
          <p:cNvSpPr/>
          <p:nvPr/>
        </p:nvSpPr>
        <p:spPr>
          <a:xfrm>
            <a:off x="603504" y="5369356"/>
            <a:ext cx="91440" cy="32004"/>
          </a:xfrm>
          <a:prstGeom prst="rect">
            <a:avLst/>
          </a:prstGeom>
          <a:solidFill>
            <a:srgbClr val="AC7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SERIES_chicken_brand_SOME_9"/>
          <p:cNvSpPr txBox="1"/>
          <p:nvPr/>
        </p:nvSpPr>
        <p:spPr>
          <a:xfrm>
            <a:off x="749808" y="5310835"/>
            <a:ext cx="923544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AC7858"/>
                </a:solidFill>
                <a:latin typeface="맑은 고딕"/>
              </a:rPr>
              <a:t>굽네치킨</a:t>
            </a:r>
          </a:p>
        </p:txBody>
      </p:sp>
      <p:sp>
        <p:nvSpPr>
          <p:cNvPr id="63" name="DL__chicken_brand__SOME_9__202601"/>
          <p:cNvSpPr txBox="1"/>
          <p:nvPr/>
        </p:nvSpPr>
        <p:spPr>
          <a:xfrm>
            <a:off x="1526134" y="5294376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AC7858"/>
                </a:solidFill>
                <a:latin typeface="맑은 고딕"/>
              </a:rPr>
              <a:t>61.2</a:t>
            </a:r>
          </a:p>
        </p:txBody>
      </p:sp>
      <p:sp>
        <p:nvSpPr>
          <p:cNvPr id="64" name="DL__chicken_brand__SOME_9__202602"/>
          <p:cNvSpPr txBox="1"/>
          <p:nvPr/>
        </p:nvSpPr>
        <p:spPr>
          <a:xfrm>
            <a:off x="2726284" y="5294376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AC7858"/>
                </a:solidFill>
                <a:latin typeface="맑은 고딕"/>
              </a:rPr>
              <a:t>48.0</a:t>
            </a:r>
          </a:p>
        </p:txBody>
      </p:sp>
      <p:sp>
        <p:nvSpPr>
          <p:cNvPr id="65" name="DL__chicken_brand__SOME_9__202603"/>
          <p:cNvSpPr txBox="1"/>
          <p:nvPr/>
        </p:nvSpPr>
        <p:spPr>
          <a:xfrm>
            <a:off x="3926434" y="5294376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AC7858"/>
                </a:solidFill>
                <a:latin typeface="맑은 고딕"/>
              </a:rPr>
              <a:t>68.8</a:t>
            </a:r>
          </a:p>
        </p:txBody>
      </p:sp>
      <p:sp>
        <p:nvSpPr>
          <p:cNvPr id="66" name="DL__chicken_brand__SOME_9__202604"/>
          <p:cNvSpPr txBox="1"/>
          <p:nvPr/>
        </p:nvSpPr>
        <p:spPr>
          <a:xfrm>
            <a:off x="5126584" y="5294376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AC7858"/>
                </a:solidFill>
                <a:latin typeface="맑은 고딕"/>
              </a:rPr>
              <a:t>57.3</a:t>
            </a:r>
          </a:p>
        </p:txBody>
      </p:sp>
      <p:sp>
        <p:nvSpPr>
          <p:cNvPr id="67" name="DL__chicken_brand__SOME_9__202605"/>
          <p:cNvSpPr txBox="1"/>
          <p:nvPr/>
        </p:nvSpPr>
        <p:spPr>
          <a:xfrm>
            <a:off x="6326734" y="5294376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AC7858"/>
                </a:solidFill>
                <a:latin typeface="맑은 고딕"/>
              </a:rPr>
              <a:t>59.9</a:t>
            </a:r>
          </a:p>
        </p:txBody>
      </p:sp>
      <p:sp>
        <p:nvSpPr>
          <p:cNvPr id="68" name="DL__chicken_brand__SOME_9__202606"/>
          <p:cNvSpPr txBox="1"/>
          <p:nvPr/>
        </p:nvSpPr>
        <p:spPr>
          <a:xfrm>
            <a:off x="7526884" y="5294376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AC7858"/>
                </a:solidFill>
                <a:latin typeface="맑은 고딕"/>
              </a:rPr>
              <a:t>73.6</a:t>
            </a:r>
          </a:p>
        </p:txBody>
      </p:sp>
      <p:sp>
        <p:nvSpPr>
          <p:cNvPr id="69" name="DL__chicken_brand__SOME_9__202607"/>
          <p:cNvSpPr txBox="1"/>
          <p:nvPr/>
        </p:nvSpPr>
        <p:spPr>
          <a:xfrm>
            <a:off x="8727034" y="5294376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AC7858"/>
                </a:solidFill>
                <a:latin typeface="맑은 고딕"/>
              </a:rPr>
              <a:t>67.0</a:t>
            </a:r>
          </a:p>
        </p:txBody>
      </p:sp>
      <p:sp>
        <p:nvSpPr>
          <p:cNvPr id="70" name="DL__chicken_brand__SOME_9__202608"/>
          <p:cNvSpPr txBox="1"/>
          <p:nvPr/>
        </p:nvSpPr>
        <p:spPr>
          <a:xfrm>
            <a:off x="9927184" y="5294376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AC7858"/>
                </a:solidFill>
                <a:latin typeface="맑은 고딕"/>
              </a:rPr>
              <a:t>58.7</a:t>
            </a:r>
          </a:p>
        </p:txBody>
      </p:sp>
      <p:sp>
        <p:nvSpPr>
          <p:cNvPr id="71" name="DL__chicken_brand__SOME_9__202609"/>
          <p:cNvSpPr txBox="1"/>
          <p:nvPr/>
        </p:nvSpPr>
        <p:spPr>
          <a:xfrm>
            <a:off x="11127334" y="5294376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AC7858"/>
                </a:solidFill>
                <a:latin typeface="맑은 고딕"/>
              </a:rPr>
              <a:t>90.6</a:t>
            </a:r>
          </a:p>
        </p:txBody>
      </p:sp>
      <p:sp>
        <p:nvSpPr>
          <p:cNvPr id="73" name="SWATCH_chicken_brand_SOME_11"/>
          <p:cNvSpPr/>
          <p:nvPr/>
        </p:nvSpPr>
        <p:spPr>
          <a:xfrm>
            <a:off x="603504" y="5556808"/>
            <a:ext cx="91440" cy="32004"/>
          </a:xfrm>
          <a:prstGeom prst="rect">
            <a:avLst/>
          </a:prstGeom>
          <a:solidFill>
            <a:srgbClr val="587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SERIES_chicken_brand_SOME_11"/>
          <p:cNvSpPr txBox="1"/>
          <p:nvPr/>
        </p:nvSpPr>
        <p:spPr>
          <a:xfrm>
            <a:off x="749808" y="5498287"/>
            <a:ext cx="923544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58718C"/>
                </a:solidFill>
                <a:latin typeface="맑은 고딕"/>
              </a:rPr>
              <a:t>푸라닭</a:t>
            </a:r>
          </a:p>
        </p:txBody>
      </p:sp>
      <p:sp>
        <p:nvSpPr>
          <p:cNvPr id="75" name="DL__chicken_brand__SOME_11__202601"/>
          <p:cNvSpPr txBox="1"/>
          <p:nvPr/>
        </p:nvSpPr>
        <p:spPr>
          <a:xfrm>
            <a:off x="1526134" y="5481828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58718C"/>
                </a:solidFill>
                <a:latin typeface="맑은 고딕"/>
              </a:rPr>
              <a:t>60.6</a:t>
            </a:r>
          </a:p>
        </p:txBody>
      </p:sp>
      <p:sp>
        <p:nvSpPr>
          <p:cNvPr id="76" name="DL__chicken_brand__SOME_11__202602"/>
          <p:cNvSpPr txBox="1"/>
          <p:nvPr/>
        </p:nvSpPr>
        <p:spPr>
          <a:xfrm>
            <a:off x="2726284" y="5481828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58718C"/>
                </a:solidFill>
                <a:latin typeface="맑은 고딕"/>
              </a:rPr>
              <a:t>95.1</a:t>
            </a:r>
          </a:p>
        </p:txBody>
      </p:sp>
      <p:sp>
        <p:nvSpPr>
          <p:cNvPr id="77" name="DL__chicken_brand__SOME_11__202603"/>
          <p:cNvSpPr txBox="1"/>
          <p:nvPr/>
        </p:nvSpPr>
        <p:spPr>
          <a:xfrm>
            <a:off x="3926434" y="5481828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58718C"/>
                </a:solidFill>
                <a:latin typeface="맑은 고딕"/>
              </a:rPr>
              <a:t>72.5</a:t>
            </a:r>
          </a:p>
        </p:txBody>
      </p:sp>
      <p:sp>
        <p:nvSpPr>
          <p:cNvPr id="78" name="DL__chicken_brand__SOME_11__202604"/>
          <p:cNvSpPr txBox="1"/>
          <p:nvPr/>
        </p:nvSpPr>
        <p:spPr>
          <a:xfrm>
            <a:off x="5126584" y="5481828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58718C"/>
                </a:solidFill>
                <a:latin typeface="맑은 고딕"/>
              </a:rPr>
              <a:t>67.4</a:t>
            </a:r>
          </a:p>
        </p:txBody>
      </p:sp>
      <p:sp>
        <p:nvSpPr>
          <p:cNvPr id="79" name="DL__chicken_brand__SOME_11__202605"/>
          <p:cNvSpPr txBox="1"/>
          <p:nvPr/>
        </p:nvSpPr>
        <p:spPr>
          <a:xfrm>
            <a:off x="6326734" y="5481828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58718C"/>
                </a:solidFill>
                <a:latin typeface="맑은 고딕"/>
              </a:rPr>
              <a:t>57.2</a:t>
            </a:r>
          </a:p>
        </p:txBody>
      </p:sp>
      <p:sp>
        <p:nvSpPr>
          <p:cNvPr id="80" name="DL__chicken_brand__SOME_11__202606"/>
          <p:cNvSpPr txBox="1"/>
          <p:nvPr/>
        </p:nvSpPr>
        <p:spPr>
          <a:xfrm>
            <a:off x="7526884" y="5481828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58718C"/>
                </a:solidFill>
                <a:latin typeface="맑은 고딕"/>
              </a:rPr>
              <a:t>60.5</a:t>
            </a:r>
          </a:p>
        </p:txBody>
      </p:sp>
      <p:sp>
        <p:nvSpPr>
          <p:cNvPr id="81" name="DL__chicken_brand__SOME_11__202607"/>
          <p:cNvSpPr txBox="1"/>
          <p:nvPr/>
        </p:nvSpPr>
        <p:spPr>
          <a:xfrm>
            <a:off x="8727034" y="5481828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58718C"/>
                </a:solidFill>
                <a:latin typeface="맑은 고딕"/>
              </a:rPr>
              <a:t>81.8</a:t>
            </a:r>
          </a:p>
        </p:txBody>
      </p:sp>
      <p:sp>
        <p:nvSpPr>
          <p:cNvPr id="82" name="DL__chicken_brand__SOME_11__202608"/>
          <p:cNvSpPr txBox="1"/>
          <p:nvPr/>
        </p:nvSpPr>
        <p:spPr>
          <a:xfrm>
            <a:off x="9927184" y="5481828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58718C"/>
                </a:solidFill>
                <a:latin typeface="맑은 고딕"/>
              </a:rPr>
              <a:t>73.3</a:t>
            </a:r>
          </a:p>
        </p:txBody>
      </p:sp>
      <p:sp>
        <p:nvSpPr>
          <p:cNvPr id="83" name="DL__chicken_brand__SOME_11__202609"/>
          <p:cNvSpPr txBox="1"/>
          <p:nvPr/>
        </p:nvSpPr>
        <p:spPr>
          <a:xfrm>
            <a:off x="11127334" y="5481828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58718C"/>
                </a:solidFill>
                <a:latin typeface="맑은 고딕"/>
              </a:rPr>
              <a:t>57.6</a:t>
            </a:r>
          </a:p>
        </p:txBody>
      </p:sp>
      <p:sp>
        <p:nvSpPr>
          <p:cNvPr id="85" name="INSIGHT"/>
          <p:cNvSpPr txBox="1"/>
          <p:nvPr/>
        </p:nvSpPr>
        <p:spPr>
          <a:xfrm>
            <a:off x="704088" y="1188720"/>
            <a:ext cx="10908792" cy="5212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50"/>
              </a:lnSpc>
              <a:spcBef>
                <a:spcPts val="0"/>
              </a:spcBef>
              <a:spcAft>
                <a:spcPts val="0"/>
              </a:spcAft>
            </a:pPr>
            <a:r>
              <a:rPr sz="1750">
                <a:solidFill>
                  <a:srgbClr val="3A4147"/>
                </a:solidFill>
                <a:latin typeface="맑은 고딕"/>
              </a:rPr>
              <a:t>2026.9 일평균, 맘스터치 399.4건·bhc 229.2건,</a:t>
            </a:r>
          </a:p>
          <a:p>
            <a:pPr>
              <a:lnSpc>
                <a:spcPts val="1850"/>
              </a:lnSpc>
              <a:spcBef>
                <a:spcPts val="0"/>
              </a:spcBef>
              <a:spcAft>
                <a:spcPts val="0"/>
              </a:spcAft>
            </a:pPr>
            <a:r>
              <a:rPr sz="1750">
                <a:solidFill>
                  <a:srgbClr val="3A4147"/>
                </a:solidFill>
                <a:latin typeface="맑은 고딕"/>
              </a:rPr>
              <a:t>맘스터치는 8월 대비 +62.3% 상승·언급은 실제 매출·소비자 선호가 아님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CCENT"/>
          <p:cNvSpPr/>
          <p:nvPr/>
        </p:nvSpPr>
        <p:spPr>
          <a:xfrm>
            <a:off x="530352" y="731520"/>
            <a:ext cx="50292" cy="969264"/>
          </a:xfrm>
          <a:prstGeom prst="rect">
            <a:avLst/>
          </a:prstGeom>
          <a:solidFill>
            <a:srgbClr val="B65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ECTION"/>
          <p:cNvSpPr txBox="1"/>
          <p:nvPr/>
        </p:nvSpPr>
        <p:spPr>
          <a:xfrm>
            <a:off x="594360" y="274320"/>
            <a:ext cx="1097280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2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363B3D"/>
                </a:solidFill>
                <a:latin typeface="맑은 고딕"/>
              </a:rPr>
              <a:t>2026.10.22 시장·자사 분석 | 치킨 · 13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704088" y="722376"/>
            <a:ext cx="10908792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292D32"/>
                </a:solidFill>
                <a:latin typeface="맑은 고딕"/>
              </a:rPr>
              <a:t>닭 부위별 소매 판매량 | 표본 POS</a:t>
            </a:r>
          </a:p>
        </p:txBody>
      </p:sp>
      <p:sp>
        <p:nvSpPr>
          <p:cNvPr id="6" name="FOOT_LINE"/>
          <p:cNvSpPr/>
          <p:nvPr/>
        </p:nvSpPr>
        <p:spPr>
          <a:xfrm>
            <a:off x="594360" y="6272784"/>
            <a:ext cx="11018520" cy="5486"/>
          </a:xfrm>
          <a:prstGeom prst="rect">
            <a:avLst/>
          </a:prstGeom>
          <a:solidFill>
            <a:srgbClr val="E4E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AGE"/>
          <p:cNvSpPr txBox="1"/>
          <p:nvPr/>
        </p:nvSpPr>
        <p:spPr>
          <a:xfrm>
            <a:off x="11173968" y="6391656"/>
            <a:ext cx="4114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63B3D"/>
                </a:solidFill>
                <a:latin typeface="맑은 고딕"/>
              </a:rPr>
              <a:t>13</a:t>
            </a:r>
          </a:p>
        </p:txBody>
      </p:sp>
      <p:sp>
        <p:nvSpPr>
          <p:cNvPr id="8" name="UNIT"/>
          <p:cNvSpPr txBox="1"/>
          <p:nvPr/>
        </p:nvSpPr>
        <p:spPr>
          <a:xfrm>
            <a:off x="594360" y="1810512"/>
            <a:ext cx="1101852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686E73"/>
                </a:solidFill>
                <a:latin typeface="맑은 고딕"/>
              </a:rPr>
              <a:t>2025.01~2026.09 · 월별 일평균 소매 판매량(kg/일) = 공표 월판매kg ÷ 해당월 달력일수</a:t>
            </a:r>
          </a:p>
        </p:txBody>
      </p:sp>
      <p:sp>
        <p:nvSpPr>
          <p:cNvPr id="9" name="COVERAGE"/>
          <p:cNvSpPr txBox="1"/>
          <p:nvPr/>
        </p:nvSpPr>
        <p:spPr>
          <a:xfrm>
            <a:off x="594360" y="2139696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9" b="0">
                <a:solidFill>
                  <a:srgbClr val="686E73"/>
                </a:solidFill>
                <a:latin typeface="맑은 고딕"/>
              </a:rPr>
              <a:t>출처:축산물품질평가원「축산유통정보 다봄」품목·구매처별 판매데이터.시도전체·구매처전체·닭고기 조회.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9" b="0">
                <a:solidFill>
                  <a:srgbClr val="686E73"/>
                </a:solidFill>
                <a:latin typeface="맑은 고딕"/>
              </a:rPr>
              <a:t>Coverage:특정 대형마트·체인슈퍼·조합마트 참여 판매자료.기업명·현 점포수·전국 대비 포괄률은 공개자료에서 확인되지 않음.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9" b="0">
                <a:solidFill>
                  <a:srgbClr val="686E73"/>
                </a:solidFill>
                <a:latin typeface="맑은 고딕"/>
              </a:rPr>
              <a:t>전국 유통물량·외식업 원료사용량 아님.2023.1 조합마트 추가 /2026.4.1 물량 집계방식 일괄수정본으로 전기간 재조회.</a:t>
            </a:r>
          </a:p>
        </p:txBody>
      </p:sp>
      <p:sp>
        <p:nvSpPr>
          <p:cNvPr id="10" name="LATEST_RAW_KG"/>
          <p:cNvSpPr txBox="1"/>
          <p:nvPr/>
        </p:nvSpPr>
        <p:spPr>
          <a:xfrm>
            <a:off x="621792" y="5760720"/>
            <a:ext cx="1096365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92D32"/>
                </a:solidFill>
                <a:latin typeface="맑은 고딕"/>
              </a:rPr>
              <a:t>9월 원판매량(kg) | 북채 277,827 / 다리발골육 118,797 / 가슴살 112,450 / 봉 44,330 / 안심 41,263 / 윙 35,221</a:t>
            </a:r>
          </a:p>
        </p:txBody>
      </p:sp>
      <p:sp>
        <p:nvSpPr>
          <p:cNvPr id="11" name="CAPTION"/>
          <p:cNvSpPr txBox="1"/>
          <p:nvPr/>
        </p:nvSpPr>
        <p:spPr>
          <a:xfrm>
            <a:off x="621792" y="5989320"/>
            <a:ext cx="10963656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86E73"/>
                </a:solidFill>
                <a:latin typeface="맑은 고딕"/>
              </a:rPr>
              <a:t>표본점포 고정 여부·확대추정식은 공개자료로 확인되지 않아 전국 수요·동일점포 판매추세로 확대하지 않습니다.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86E73"/>
                </a:solidFill>
                <a:latin typeface="맑은 고딕"/>
              </a:rPr>
              <a:t>와우·빅싸이 단품 판단은 부위 소매판매와 별개로 현행 원료구성·판매·손익·재고를 함께 확인합니다.</a:t>
            </a:r>
          </a:p>
        </p:txBody>
      </p:sp>
      <p:sp>
        <p:nvSpPr>
          <p:cNvPr id="12" name="SOURCES"/>
          <p:cNvSpPr txBox="1"/>
          <p:nvPr/>
        </p:nvSpPr>
        <p:spPr>
          <a:xfrm>
            <a:off x="603504" y="6391656"/>
            <a:ext cx="1040587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686E73"/>
                </a:solidFill>
                <a:latin typeface="맑은 고딕"/>
              </a:rPr>
              <a:t>자료:축산물품질평가원 다봄 | 21개월 단월별 공개 표·현재 수정판 | 월kg·판매액 원값:근거Excel(Official_POS)</a:t>
            </a:r>
            <a:r>
              <a:rPr sz="900">
                <a:solidFill>
                  <a:srgbClr val="686E73"/>
                </a:solidFill>
                <a:latin typeface="맑은 고딕"/>
                <a:hlinkClick r:id="rId2"/>
              </a:rPr>
              <a:t> · 원본1</a:t>
            </a:r>
          </a:p>
        </p:txBody>
      </p:sp>
      <p:graphicFrame>
        <p:nvGraphicFramePr>
          <p:cNvPr id="13" name="DAILY_pos"/>
          <p:cNvGraphicFramePr>
            <a:graphicFrameLocks noGrp="1"/>
          </p:cNvGraphicFramePr>
          <p:nvPr/>
        </p:nvGraphicFramePr>
        <p:xfrm>
          <a:off x="548640" y="2743200"/>
          <a:ext cx="11064240" cy="1655064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SWATCH_pos_POS_1"/>
          <p:cNvSpPr/>
          <p:nvPr/>
        </p:nvSpPr>
        <p:spPr>
          <a:xfrm>
            <a:off x="603504" y="4619548"/>
            <a:ext cx="91440" cy="32004"/>
          </a:xfrm>
          <a:prstGeom prst="rect">
            <a:avLst/>
          </a:prstGeom>
          <a:solidFill>
            <a:srgbClr val="3E8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ERIES_pos_POS_1"/>
          <p:cNvSpPr txBox="1"/>
          <p:nvPr/>
        </p:nvSpPr>
        <p:spPr>
          <a:xfrm>
            <a:off x="749808" y="4561027"/>
            <a:ext cx="923544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3E8490"/>
                </a:solidFill>
                <a:latin typeface="맑은 고딕"/>
              </a:rPr>
              <a:t>북채(아랫다리)</a:t>
            </a:r>
          </a:p>
        </p:txBody>
      </p:sp>
      <p:sp>
        <p:nvSpPr>
          <p:cNvPr id="16" name="DL__pos__POS_1__202501"/>
          <p:cNvSpPr txBox="1"/>
          <p:nvPr/>
        </p:nvSpPr>
        <p:spPr>
          <a:xfrm>
            <a:off x="1526133" y="4544568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3E8490"/>
                </a:solidFill>
                <a:latin typeface="맑은 고딕"/>
              </a:rPr>
              <a:t>9,022.6</a:t>
            </a:r>
          </a:p>
        </p:txBody>
      </p:sp>
      <p:sp>
        <p:nvSpPr>
          <p:cNvPr id="17" name="DL__pos__POS_1__202502"/>
          <p:cNvSpPr txBox="1"/>
          <p:nvPr/>
        </p:nvSpPr>
        <p:spPr>
          <a:xfrm>
            <a:off x="2006193" y="4544568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3E8490"/>
                </a:solidFill>
                <a:latin typeface="맑은 고딕"/>
              </a:rPr>
              <a:t>12,542.0</a:t>
            </a:r>
          </a:p>
        </p:txBody>
      </p:sp>
      <p:sp>
        <p:nvSpPr>
          <p:cNvPr id="18" name="DL__pos__POS_1__202503"/>
          <p:cNvSpPr txBox="1"/>
          <p:nvPr/>
        </p:nvSpPr>
        <p:spPr>
          <a:xfrm>
            <a:off x="2486253" y="4544568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3E8490"/>
                </a:solidFill>
                <a:latin typeface="맑은 고딕"/>
              </a:rPr>
              <a:t>8,430.4</a:t>
            </a:r>
          </a:p>
        </p:txBody>
      </p:sp>
      <p:sp>
        <p:nvSpPr>
          <p:cNvPr id="19" name="DL__pos__POS_1__202504"/>
          <p:cNvSpPr txBox="1"/>
          <p:nvPr/>
        </p:nvSpPr>
        <p:spPr>
          <a:xfrm>
            <a:off x="2966313" y="4544568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3E8490"/>
                </a:solidFill>
                <a:latin typeface="맑은 고딕"/>
              </a:rPr>
              <a:t>16,840.8</a:t>
            </a:r>
          </a:p>
        </p:txBody>
      </p:sp>
      <p:sp>
        <p:nvSpPr>
          <p:cNvPr id="20" name="DL__pos__POS_1__202505"/>
          <p:cNvSpPr txBox="1"/>
          <p:nvPr/>
        </p:nvSpPr>
        <p:spPr>
          <a:xfrm>
            <a:off x="3446373" y="4544568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3E8490"/>
                </a:solidFill>
                <a:latin typeface="맑은 고딕"/>
              </a:rPr>
              <a:t>8,057.0</a:t>
            </a:r>
          </a:p>
        </p:txBody>
      </p:sp>
      <p:sp>
        <p:nvSpPr>
          <p:cNvPr id="21" name="DL__pos__POS_1__202506"/>
          <p:cNvSpPr txBox="1"/>
          <p:nvPr/>
        </p:nvSpPr>
        <p:spPr>
          <a:xfrm>
            <a:off x="3926433" y="4544568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3E8490"/>
                </a:solidFill>
                <a:latin typeface="맑은 고딕"/>
              </a:rPr>
              <a:t>8,197.0</a:t>
            </a:r>
          </a:p>
        </p:txBody>
      </p:sp>
      <p:sp>
        <p:nvSpPr>
          <p:cNvPr id="22" name="DL__pos__POS_1__202507"/>
          <p:cNvSpPr txBox="1"/>
          <p:nvPr/>
        </p:nvSpPr>
        <p:spPr>
          <a:xfrm>
            <a:off x="4406493" y="4544568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3E8490"/>
                </a:solidFill>
                <a:latin typeface="맑은 고딕"/>
              </a:rPr>
              <a:t>8,377.0</a:t>
            </a:r>
          </a:p>
        </p:txBody>
      </p:sp>
      <p:sp>
        <p:nvSpPr>
          <p:cNvPr id="23" name="DL__pos__POS_1__202508"/>
          <p:cNvSpPr txBox="1"/>
          <p:nvPr/>
        </p:nvSpPr>
        <p:spPr>
          <a:xfrm>
            <a:off x="4886553" y="4544568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3E8490"/>
                </a:solidFill>
                <a:latin typeface="맑은 고딕"/>
              </a:rPr>
              <a:t>8,327.7</a:t>
            </a:r>
          </a:p>
        </p:txBody>
      </p:sp>
      <p:sp>
        <p:nvSpPr>
          <p:cNvPr id="24" name="DL__pos__POS_1__202509"/>
          <p:cNvSpPr txBox="1"/>
          <p:nvPr/>
        </p:nvSpPr>
        <p:spPr>
          <a:xfrm>
            <a:off x="5366613" y="4544568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3E8490"/>
                </a:solidFill>
                <a:latin typeface="맑은 고딕"/>
              </a:rPr>
              <a:t>7,816.5</a:t>
            </a:r>
          </a:p>
        </p:txBody>
      </p:sp>
      <p:sp>
        <p:nvSpPr>
          <p:cNvPr id="25" name="DL__pos__POS_1__202510"/>
          <p:cNvSpPr txBox="1"/>
          <p:nvPr/>
        </p:nvSpPr>
        <p:spPr>
          <a:xfrm>
            <a:off x="5846673" y="4544568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3E8490"/>
                </a:solidFill>
                <a:latin typeface="맑은 고딕"/>
              </a:rPr>
              <a:t>7,629.9</a:t>
            </a:r>
          </a:p>
        </p:txBody>
      </p:sp>
      <p:sp>
        <p:nvSpPr>
          <p:cNvPr id="26" name="DL__pos__POS_1__202511"/>
          <p:cNvSpPr txBox="1"/>
          <p:nvPr/>
        </p:nvSpPr>
        <p:spPr>
          <a:xfrm>
            <a:off x="6326733" y="4544568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3E8490"/>
                </a:solidFill>
                <a:latin typeface="맑은 고딕"/>
              </a:rPr>
              <a:t>16,286.8</a:t>
            </a:r>
          </a:p>
        </p:txBody>
      </p:sp>
      <p:sp>
        <p:nvSpPr>
          <p:cNvPr id="27" name="DL__pos__POS_1__202512"/>
          <p:cNvSpPr txBox="1"/>
          <p:nvPr/>
        </p:nvSpPr>
        <p:spPr>
          <a:xfrm>
            <a:off x="6806793" y="4544568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3E8490"/>
                </a:solidFill>
                <a:latin typeface="맑은 고딕"/>
              </a:rPr>
              <a:t>9,067.8</a:t>
            </a:r>
          </a:p>
        </p:txBody>
      </p:sp>
      <p:sp>
        <p:nvSpPr>
          <p:cNvPr id="28" name="DL__pos__POS_1__202601"/>
          <p:cNvSpPr txBox="1"/>
          <p:nvPr/>
        </p:nvSpPr>
        <p:spPr>
          <a:xfrm>
            <a:off x="7286853" y="4544568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3E8490"/>
                </a:solidFill>
                <a:latin typeface="맑은 고딕"/>
              </a:rPr>
              <a:t>13,392.2</a:t>
            </a:r>
          </a:p>
        </p:txBody>
      </p:sp>
      <p:sp>
        <p:nvSpPr>
          <p:cNvPr id="29" name="DL__pos__POS_1__202602"/>
          <p:cNvSpPr txBox="1"/>
          <p:nvPr/>
        </p:nvSpPr>
        <p:spPr>
          <a:xfrm>
            <a:off x="7766913" y="4544568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3E8490"/>
                </a:solidFill>
                <a:latin typeface="맑은 고딕"/>
              </a:rPr>
              <a:t>9,746.5</a:t>
            </a:r>
          </a:p>
        </p:txBody>
      </p:sp>
      <p:sp>
        <p:nvSpPr>
          <p:cNvPr id="30" name="DL__pos__POS_1__202603"/>
          <p:cNvSpPr txBox="1"/>
          <p:nvPr/>
        </p:nvSpPr>
        <p:spPr>
          <a:xfrm>
            <a:off x="8246973" y="4544568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3E8490"/>
                </a:solidFill>
                <a:latin typeface="맑은 고딕"/>
              </a:rPr>
              <a:t>13,304.6</a:t>
            </a:r>
          </a:p>
        </p:txBody>
      </p:sp>
      <p:sp>
        <p:nvSpPr>
          <p:cNvPr id="31" name="DL__pos__POS_1__202604"/>
          <p:cNvSpPr txBox="1"/>
          <p:nvPr/>
        </p:nvSpPr>
        <p:spPr>
          <a:xfrm>
            <a:off x="8727033" y="4544568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3E8490"/>
                </a:solidFill>
                <a:latin typeface="맑은 고딕"/>
              </a:rPr>
              <a:t>9,601.9</a:t>
            </a:r>
          </a:p>
        </p:txBody>
      </p:sp>
      <p:sp>
        <p:nvSpPr>
          <p:cNvPr id="32" name="DL__pos__POS_1__202605"/>
          <p:cNvSpPr txBox="1"/>
          <p:nvPr/>
        </p:nvSpPr>
        <p:spPr>
          <a:xfrm>
            <a:off x="9207093" y="4544568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3E8490"/>
                </a:solidFill>
                <a:latin typeface="맑은 고딕"/>
              </a:rPr>
              <a:t>7,749.0</a:t>
            </a:r>
          </a:p>
        </p:txBody>
      </p:sp>
      <p:sp>
        <p:nvSpPr>
          <p:cNvPr id="33" name="DL__pos__POS_1__202606"/>
          <p:cNvSpPr txBox="1"/>
          <p:nvPr/>
        </p:nvSpPr>
        <p:spPr>
          <a:xfrm>
            <a:off x="9687153" y="4544568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3E8490"/>
                </a:solidFill>
                <a:latin typeface="맑은 고딕"/>
              </a:rPr>
              <a:t>8,787.2</a:t>
            </a:r>
          </a:p>
        </p:txBody>
      </p:sp>
      <p:sp>
        <p:nvSpPr>
          <p:cNvPr id="34" name="DL__pos__POS_1__202607"/>
          <p:cNvSpPr txBox="1"/>
          <p:nvPr/>
        </p:nvSpPr>
        <p:spPr>
          <a:xfrm>
            <a:off x="10167213" y="4544568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3E8490"/>
                </a:solidFill>
                <a:latin typeface="맑은 고딕"/>
              </a:rPr>
              <a:t>9,605.5</a:t>
            </a:r>
          </a:p>
        </p:txBody>
      </p:sp>
      <p:sp>
        <p:nvSpPr>
          <p:cNvPr id="35" name="DL__pos__POS_1__202608"/>
          <p:cNvSpPr txBox="1"/>
          <p:nvPr/>
        </p:nvSpPr>
        <p:spPr>
          <a:xfrm>
            <a:off x="10647273" y="4544568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3E8490"/>
                </a:solidFill>
                <a:latin typeface="맑은 고딕"/>
              </a:rPr>
              <a:t>10,905.4</a:t>
            </a:r>
          </a:p>
        </p:txBody>
      </p:sp>
      <p:sp>
        <p:nvSpPr>
          <p:cNvPr id="36" name="DL__pos__POS_1__202609"/>
          <p:cNvSpPr txBox="1"/>
          <p:nvPr/>
        </p:nvSpPr>
        <p:spPr>
          <a:xfrm>
            <a:off x="11127333" y="4544568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3E8490"/>
                </a:solidFill>
                <a:latin typeface="맑은 고딕"/>
              </a:rPr>
              <a:t>9,260.9</a:t>
            </a:r>
          </a:p>
        </p:txBody>
      </p:sp>
      <p:sp>
        <p:nvSpPr>
          <p:cNvPr id="37" name="SWATCH_pos_POS_2"/>
          <p:cNvSpPr/>
          <p:nvPr/>
        </p:nvSpPr>
        <p:spPr>
          <a:xfrm>
            <a:off x="603504" y="4807000"/>
            <a:ext cx="91440" cy="32004"/>
          </a:xfrm>
          <a:prstGeom prst="rect">
            <a:avLst/>
          </a:prstGeom>
          <a:solidFill>
            <a:srgbClr val="A68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ERIES_pos_POS_2"/>
          <p:cNvSpPr txBox="1"/>
          <p:nvPr/>
        </p:nvSpPr>
        <p:spPr>
          <a:xfrm>
            <a:off x="749808" y="4748479"/>
            <a:ext cx="923544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A68B46"/>
                </a:solidFill>
                <a:latin typeface="맑은 고딕"/>
              </a:rPr>
              <a:t>다리발골육</a:t>
            </a:r>
          </a:p>
        </p:txBody>
      </p:sp>
      <p:sp>
        <p:nvSpPr>
          <p:cNvPr id="39" name="DL__pos__POS_2__202501"/>
          <p:cNvSpPr txBox="1"/>
          <p:nvPr/>
        </p:nvSpPr>
        <p:spPr>
          <a:xfrm>
            <a:off x="1526133" y="4732020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A68B46"/>
                </a:solidFill>
                <a:latin typeface="맑은 고딕"/>
              </a:rPr>
              <a:t>2,942.9</a:t>
            </a:r>
          </a:p>
        </p:txBody>
      </p:sp>
      <p:sp>
        <p:nvSpPr>
          <p:cNvPr id="40" name="DL__pos__POS_2__202502"/>
          <p:cNvSpPr txBox="1"/>
          <p:nvPr/>
        </p:nvSpPr>
        <p:spPr>
          <a:xfrm>
            <a:off x="2006193" y="4732020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A68B46"/>
                </a:solidFill>
                <a:latin typeface="맑은 고딕"/>
              </a:rPr>
              <a:t>3,138.0</a:t>
            </a:r>
          </a:p>
        </p:txBody>
      </p:sp>
      <p:sp>
        <p:nvSpPr>
          <p:cNvPr id="41" name="DL__pos__POS_2__202503"/>
          <p:cNvSpPr txBox="1"/>
          <p:nvPr/>
        </p:nvSpPr>
        <p:spPr>
          <a:xfrm>
            <a:off x="2486253" y="4732020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A68B46"/>
                </a:solidFill>
                <a:latin typeface="맑은 고딕"/>
              </a:rPr>
              <a:t>3,258.1</a:t>
            </a:r>
          </a:p>
        </p:txBody>
      </p:sp>
      <p:sp>
        <p:nvSpPr>
          <p:cNvPr id="42" name="DL__pos__POS_2__202504"/>
          <p:cNvSpPr txBox="1"/>
          <p:nvPr/>
        </p:nvSpPr>
        <p:spPr>
          <a:xfrm>
            <a:off x="2966313" y="4732020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A68B46"/>
                </a:solidFill>
                <a:latin typeface="맑은 고딕"/>
              </a:rPr>
              <a:t>3,185.1</a:t>
            </a:r>
          </a:p>
        </p:txBody>
      </p:sp>
      <p:sp>
        <p:nvSpPr>
          <p:cNvPr id="43" name="DL__pos__POS_2__202505"/>
          <p:cNvSpPr txBox="1"/>
          <p:nvPr/>
        </p:nvSpPr>
        <p:spPr>
          <a:xfrm>
            <a:off x="3446373" y="4732020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A68B46"/>
                </a:solidFill>
                <a:latin typeface="맑은 고딕"/>
              </a:rPr>
              <a:t>3,041.4</a:t>
            </a:r>
          </a:p>
        </p:txBody>
      </p:sp>
      <p:sp>
        <p:nvSpPr>
          <p:cNvPr id="44" name="DL__pos__POS_2__202506"/>
          <p:cNvSpPr txBox="1"/>
          <p:nvPr/>
        </p:nvSpPr>
        <p:spPr>
          <a:xfrm>
            <a:off x="3926433" y="4732020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A68B46"/>
                </a:solidFill>
                <a:latin typeface="맑은 고딕"/>
              </a:rPr>
              <a:t>2,806.4</a:t>
            </a:r>
          </a:p>
        </p:txBody>
      </p:sp>
      <p:sp>
        <p:nvSpPr>
          <p:cNvPr id="45" name="DL__pos__POS_2__202507"/>
          <p:cNvSpPr txBox="1"/>
          <p:nvPr/>
        </p:nvSpPr>
        <p:spPr>
          <a:xfrm>
            <a:off x="4406493" y="4732020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A68B46"/>
                </a:solidFill>
                <a:latin typeface="맑은 고딕"/>
              </a:rPr>
              <a:t>3,042.0</a:t>
            </a:r>
          </a:p>
        </p:txBody>
      </p:sp>
      <p:sp>
        <p:nvSpPr>
          <p:cNvPr id="46" name="DL__pos__POS_2__202508"/>
          <p:cNvSpPr txBox="1"/>
          <p:nvPr/>
        </p:nvSpPr>
        <p:spPr>
          <a:xfrm>
            <a:off x="4886553" y="4732020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A68B46"/>
                </a:solidFill>
                <a:latin typeface="맑은 고딕"/>
              </a:rPr>
              <a:t>2,899.7</a:t>
            </a:r>
          </a:p>
        </p:txBody>
      </p:sp>
      <p:sp>
        <p:nvSpPr>
          <p:cNvPr id="47" name="DL__pos__POS_2__202509"/>
          <p:cNvSpPr txBox="1"/>
          <p:nvPr/>
        </p:nvSpPr>
        <p:spPr>
          <a:xfrm>
            <a:off x="5366613" y="4732020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A68B46"/>
                </a:solidFill>
                <a:latin typeface="맑은 고딕"/>
              </a:rPr>
              <a:t>2,772.4</a:t>
            </a:r>
          </a:p>
        </p:txBody>
      </p:sp>
      <p:sp>
        <p:nvSpPr>
          <p:cNvPr id="48" name="DL__pos__POS_2__202510"/>
          <p:cNvSpPr txBox="1"/>
          <p:nvPr/>
        </p:nvSpPr>
        <p:spPr>
          <a:xfrm>
            <a:off x="5846673" y="4732020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A68B46"/>
                </a:solidFill>
                <a:latin typeface="맑은 고딕"/>
              </a:rPr>
              <a:t>2,477.6</a:t>
            </a:r>
          </a:p>
        </p:txBody>
      </p:sp>
      <p:sp>
        <p:nvSpPr>
          <p:cNvPr id="49" name="DL__pos__POS_2__202511"/>
          <p:cNvSpPr txBox="1"/>
          <p:nvPr/>
        </p:nvSpPr>
        <p:spPr>
          <a:xfrm>
            <a:off x="6326733" y="4732020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A68B46"/>
                </a:solidFill>
                <a:latin typeface="맑은 고딕"/>
              </a:rPr>
              <a:t>2,811.2</a:t>
            </a:r>
          </a:p>
        </p:txBody>
      </p:sp>
      <p:sp>
        <p:nvSpPr>
          <p:cNvPr id="50" name="DL__pos__POS_2__202512"/>
          <p:cNvSpPr txBox="1"/>
          <p:nvPr/>
        </p:nvSpPr>
        <p:spPr>
          <a:xfrm>
            <a:off x="6806793" y="4732020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A68B46"/>
                </a:solidFill>
                <a:latin typeface="맑은 고딕"/>
              </a:rPr>
              <a:t>2,987.6</a:t>
            </a:r>
          </a:p>
        </p:txBody>
      </p:sp>
      <p:sp>
        <p:nvSpPr>
          <p:cNvPr id="51" name="DL__pos__POS_2__202601"/>
          <p:cNvSpPr txBox="1"/>
          <p:nvPr/>
        </p:nvSpPr>
        <p:spPr>
          <a:xfrm>
            <a:off x="7286853" y="4732020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A68B46"/>
                </a:solidFill>
                <a:latin typeface="맑은 고딕"/>
              </a:rPr>
              <a:t>3,418.8</a:t>
            </a:r>
          </a:p>
        </p:txBody>
      </p:sp>
      <p:sp>
        <p:nvSpPr>
          <p:cNvPr id="52" name="DL__pos__POS_2__202602"/>
          <p:cNvSpPr txBox="1"/>
          <p:nvPr/>
        </p:nvSpPr>
        <p:spPr>
          <a:xfrm>
            <a:off x="7766913" y="4732020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A68B46"/>
                </a:solidFill>
                <a:latin typeface="맑은 고딕"/>
              </a:rPr>
              <a:t>3,187.6</a:t>
            </a:r>
          </a:p>
        </p:txBody>
      </p:sp>
      <p:sp>
        <p:nvSpPr>
          <p:cNvPr id="53" name="DL__pos__POS_2__202603"/>
          <p:cNvSpPr txBox="1"/>
          <p:nvPr/>
        </p:nvSpPr>
        <p:spPr>
          <a:xfrm>
            <a:off x="8246973" y="4732020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A68B46"/>
                </a:solidFill>
                <a:latin typeface="맑은 고딕"/>
              </a:rPr>
              <a:t>4,042.1</a:t>
            </a:r>
          </a:p>
        </p:txBody>
      </p:sp>
      <p:sp>
        <p:nvSpPr>
          <p:cNvPr id="54" name="DL__pos__POS_2__202604"/>
          <p:cNvSpPr txBox="1"/>
          <p:nvPr/>
        </p:nvSpPr>
        <p:spPr>
          <a:xfrm>
            <a:off x="8727033" y="4732020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A68B46"/>
                </a:solidFill>
                <a:latin typeface="맑은 고딕"/>
              </a:rPr>
              <a:t>3,698.3</a:t>
            </a:r>
          </a:p>
        </p:txBody>
      </p:sp>
      <p:sp>
        <p:nvSpPr>
          <p:cNvPr id="55" name="DL__pos__POS_2__202605"/>
          <p:cNvSpPr txBox="1"/>
          <p:nvPr/>
        </p:nvSpPr>
        <p:spPr>
          <a:xfrm>
            <a:off x="9207093" y="4732020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A68B46"/>
                </a:solidFill>
                <a:latin typeface="맑은 고딕"/>
              </a:rPr>
              <a:t>3,581.5</a:t>
            </a:r>
          </a:p>
        </p:txBody>
      </p:sp>
      <p:sp>
        <p:nvSpPr>
          <p:cNvPr id="56" name="DL__pos__POS_2__202606"/>
          <p:cNvSpPr txBox="1"/>
          <p:nvPr/>
        </p:nvSpPr>
        <p:spPr>
          <a:xfrm>
            <a:off x="9687153" y="4732020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A68B46"/>
                </a:solidFill>
                <a:latin typeface="맑은 고딕"/>
              </a:rPr>
              <a:t>3,861.5</a:t>
            </a:r>
          </a:p>
        </p:txBody>
      </p:sp>
      <p:sp>
        <p:nvSpPr>
          <p:cNvPr id="57" name="DL__pos__POS_2__202607"/>
          <p:cNvSpPr txBox="1"/>
          <p:nvPr/>
        </p:nvSpPr>
        <p:spPr>
          <a:xfrm>
            <a:off x="10167213" y="4732020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A68B46"/>
                </a:solidFill>
                <a:latin typeface="맑은 고딕"/>
              </a:rPr>
              <a:t>4,136.1</a:t>
            </a:r>
          </a:p>
        </p:txBody>
      </p:sp>
      <p:sp>
        <p:nvSpPr>
          <p:cNvPr id="58" name="DL__pos__POS_2__202608"/>
          <p:cNvSpPr txBox="1"/>
          <p:nvPr/>
        </p:nvSpPr>
        <p:spPr>
          <a:xfrm>
            <a:off x="10647273" y="4732020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A68B46"/>
                </a:solidFill>
                <a:latin typeface="맑은 고딕"/>
              </a:rPr>
              <a:t>4,566.4</a:t>
            </a:r>
          </a:p>
        </p:txBody>
      </p:sp>
      <p:sp>
        <p:nvSpPr>
          <p:cNvPr id="59" name="DL__pos__POS_2__202609"/>
          <p:cNvSpPr txBox="1"/>
          <p:nvPr/>
        </p:nvSpPr>
        <p:spPr>
          <a:xfrm>
            <a:off x="11127333" y="4732020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A68B46"/>
                </a:solidFill>
                <a:latin typeface="맑은 고딕"/>
              </a:rPr>
              <a:t>3,959.9</a:t>
            </a:r>
          </a:p>
        </p:txBody>
      </p:sp>
      <p:sp>
        <p:nvSpPr>
          <p:cNvPr id="60" name="SWATCH_pos_POS_3"/>
          <p:cNvSpPr/>
          <p:nvPr/>
        </p:nvSpPr>
        <p:spPr>
          <a:xfrm>
            <a:off x="603504" y="4994452"/>
            <a:ext cx="91440" cy="32004"/>
          </a:xfrm>
          <a:prstGeom prst="rect">
            <a:avLst/>
          </a:prstGeom>
          <a:solidFill>
            <a:srgbClr val="7C6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SERIES_pos_POS_3"/>
          <p:cNvSpPr txBox="1"/>
          <p:nvPr/>
        </p:nvSpPr>
        <p:spPr>
          <a:xfrm>
            <a:off x="749808" y="4935931"/>
            <a:ext cx="923544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7C6C91"/>
                </a:solidFill>
                <a:latin typeface="맑은 고딕"/>
              </a:rPr>
              <a:t>가슴살</a:t>
            </a:r>
          </a:p>
        </p:txBody>
      </p:sp>
      <p:sp>
        <p:nvSpPr>
          <p:cNvPr id="62" name="DL__pos__POS_3__202501"/>
          <p:cNvSpPr txBox="1"/>
          <p:nvPr/>
        </p:nvSpPr>
        <p:spPr>
          <a:xfrm>
            <a:off x="1526133" y="4919472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7C6C91"/>
                </a:solidFill>
                <a:latin typeface="맑은 고딕"/>
              </a:rPr>
              <a:t>3,701.0</a:t>
            </a:r>
          </a:p>
        </p:txBody>
      </p:sp>
      <p:sp>
        <p:nvSpPr>
          <p:cNvPr id="63" name="DL__pos__POS_3__202502"/>
          <p:cNvSpPr txBox="1"/>
          <p:nvPr/>
        </p:nvSpPr>
        <p:spPr>
          <a:xfrm>
            <a:off x="2006193" y="4919472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7C6C91"/>
                </a:solidFill>
                <a:latin typeface="맑은 고딕"/>
              </a:rPr>
              <a:t>5,587.9</a:t>
            </a:r>
          </a:p>
        </p:txBody>
      </p:sp>
      <p:sp>
        <p:nvSpPr>
          <p:cNvPr id="64" name="DL__pos__POS_3__202503"/>
          <p:cNvSpPr txBox="1"/>
          <p:nvPr/>
        </p:nvSpPr>
        <p:spPr>
          <a:xfrm>
            <a:off x="2486253" y="4919472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7C6C91"/>
                </a:solidFill>
                <a:latin typeface="맑은 고딕"/>
              </a:rPr>
              <a:t>4,092.1</a:t>
            </a:r>
          </a:p>
        </p:txBody>
      </p:sp>
      <p:sp>
        <p:nvSpPr>
          <p:cNvPr id="65" name="DL__pos__POS_3__202504"/>
          <p:cNvSpPr txBox="1"/>
          <p:nvPr/>
        </p:nvSpPr>
        <p:spPr>
          <a:xfrm>
            <a:off x="2966313" y="4919472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7C6C91"/>
                </a:solidFill>
                <a:latin typeface="맑은 고딕"/>
              </a:rPr>
              <a:t>3,707.0</a:t>
            </a:r>
          </a:p>
        </p:txBody>
      </p:sp>
      <p:sp>
        <p:nvSpPr>
          <p:cNvPr id="66" name="DL__pos__POS_3__202505"/>
          <p:cNvSpPr txBox="1"/>
          <p:nvPr/>
        </p:nvSpPr>
        <p:spPr>
          <a:xfrm>
            <a:off x="3446373" y="4919472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7C6C91"/>
                </a:solidFill>
                <a:latin typeface="맑은 고딕"/>
              </a:rPr>
              <a:t>3,647.1</a:t>
            </a:r>
          </a:p>
        </p:txBody>
      </p:sp>
      <p:sp>
        <p:nvSpPr>
          <p:cNvPr id="67" name="DL__pos__POS_3__202506"/>
          <p:cNvSpPr txBox="1"/>
          <p:nvPr/>
        </p:nvSpPr>
        <p:spPr>
          <a:xfrm>
            <a:off x="3926433" y="4919472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7C6C91"/>
                </a:solidFill>
                <a:latin typeface="맑은 고딕"/>
              </a:rPr>
              <a:t>3,993.2</a:t>
            </a:r>
          </a:p>
        </p:txBody>
      </p:sp>
      <p:sp>
        <p:nvSpPr>
          <p:cNvPr id="68" name="DL__pos__POS_3__202507"/>
          <p:cNvSpPr txBox="1"/>
          <p:nvPr/>
        </p:nvSpPr>
        <p:spPr>
          <a:xfrm>
            <a:off x="4406493" y="4919472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7C6C91"/>
                </a:solidFill>
                <a:latin typeface="맑은 고딕"/>
              </a:rPr>
              <a:t>4,073.5</a:t>
            </a:r>
          </a:p>
        </p:txBody>
      </p:sp>
      <p:sp>
        <p:nvSpPr>
          <p:cNvPr id="69" name="DL__pos__POS_3__202508"/>
          <p:cNvSpPr txBox="1"/>
          <p:nvPr/>
        </p:nvSpPr>
        <p:spPr>
          <a:xfrm>
            <a:off x="4886553" y="4919472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7C6C91"/>
                </a:solidFill>
                <a:latin typeface="맑은 고딕"/>
              </a:rPr>
              <a:t>4,028.1</a:t>
            </a:r>
          </a:p>
        </p:txBody>
      </p:sp>
      <p:sp>
        <p:nvSpPr>
          <p:cNvPr id="70" name="DL__pos__POS_3__202509"/>
          <p:cNvSpPr txBox="1"/>
          <p:nvPr/>
        </p:nvSpPr>
        <p:spPr>
          <a:xfrm>
            <a:off x="5366613" y="4919472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7C6C91"/>
                </a:solidFill>
                <a:latin typeface="맑은 고딕"/>
              </a:rPr>
              <a:t>4,428.3</a:t>
            </a:r>
          </a:p>
        </p:txBody>
      </p:sp>
      <p:sp>
        <p:nvSpPr>
          <p:cNvPr id="71" name="DL__pos__POS_3__202510"/>
          <p:cNvSpPr txBox="1"/>
          <p:nvPr/>
        </p:nvSpPr>
        <p:spPr>
          <a:xfrm>
            <a:off x="5846673" y="4919472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7C6C91"/>
                </a:solidFill>
                <a:latin typeface="맑은 고딕"/>
              </a:rPr>
              <a:t>3,308.9</a:t>
            </a:r>
          </a:p>
        </p:txBody>
      </p:sp>
      <p:sp>
        <p:nvSpPr>
          <p:cNvPr id="72" name="DL__pos__POS_3__202511"/>
          <p:cNvSpPr txBox="1"/>
          <p:nvPr/>
        </p:nvSpPr>
        <p:spPr>
          <a:xfrm>
            <a:off x="6326733" y="4919472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7C6C91"/>
                </a:solidFill>
                <a:latin typeface="맑은 고딕"/>
              </a:rPr>
              <a:t>4,887.2</a:t>
            </a:r>
          </a:p>
        </p:txBody>
      </p:sp>
      <p:sp>
        <p:nvSpPr>
          <p:cNvPr id="73" name="DL__pos__POS_3__202512"/>
          <p:cNvSpPr txBox="1"/>
          <p:nvPr/>
        </p:nvSpPr>
        <p:spPr>
          <a:xfrm>
            <a:off x="6806793" y="4919472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7C6C91"/>
                </a:solidFill>
                <a:latin typeface="맑은 고딕"/>
              </a:rPr>
              <a:t>3,296.6</a:t>
            </a:r>
          </a:p>
        </p:txBody>
      </p:sp>
      <p:sp>
        <p:nvSpPr>
          <p:cNvPr id="74" name="DL__pos__POS_3__202601"/>
          <p:cNvSpPr txBox="1"/>
          <p:nvPr/>
        </p:nvSpPr>
        <p:spPr>
          <a:xfrm>
            <a:off x="7286853" y="4919472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7C6C91"/>
                </a:solidFill>
                <a:latin typeface="맑은 고딕"/>
              </a:rPr>
              <a:t>4,933.8</a:t>
            </a:r>
          </a:p>
        </p:txBody>
      </p:sp>
      <p:sp>
        <p:nvSpPr>
          <p:cNvPr id="75" name="DL__pos__POS_3__202602"/>
          <p:cNvSpPr txBox="1"/>
          <p:nvPr/>
        </p:nvSpPr>
        <p:spPr>
          <a:xfrm>
            <a:off x="7766913" y="4919472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7C6C91"/>
                </a:solidFill>
                <a:latin typeface="맑은 고딕"/>
              </a:rPr>
              <a:t>3,251.4</a:t>
            </a:r>
          </a:p>
        </p:txBody>
      </p:sp>
      <p:sp>
        <p:nvSpPr>
          <p:cNvPr id="76" name="DL__pos__POS_3__202603"/>
          <p:cNvSpPr txBox="1"/>
          <p:nvPr/>
        </p:nvSpPr>
        <p:spPr>
          <a:xfrm>
            <a:off x="8246973" y="4919472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7C6C91"/>
                </a:solidFill>
                <a:latin typeface="맑은 고딕"/>
              </a:rPr>
              <a:t>4,167.9</a:t>
            </a:r>
          </a:p>
        </p:txBody>
      </p:sp>
      <p:sp>
        <p:nvSpPr>
          <p:cNvPr id="77" name="DL__pos__POS_3__202604"/>
          <p:cNvSpPr txBox="1"/>
          <p:nvPr/>
        </p:nvSpPr>
        <p:spPr>
          <a:xfrm>
            <a:off x="8727033" y="4919472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7C6C91"/>
                </a:solidFill>
                <a:latin typeface="맑은 고딕"/>
              </a:rPr>
              <a:t>3,897.0</a:t>
            </a:r>
          </a:p>
        </p:txBody>
      </p:sp>
      <p:sp>
        <p:nvSpPr>
          <p:cNvPr id="78" name="DL__pos__POS_3__202605"/>
          <p:cNvSpPr txBox="1"/>
          <p:nvPr/>
        </p:nvSpPr>
        <p:spPr>
          <a:xfrm>
            <a:off x="9207093" y="4919472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7C6C91"/>
                </a:solidFill>
                <a:latin typeface="맑은 고딕"/>
              </a:rPr>
              <a:t>3,649.7</a:t>
            </a:r>
          </a:p>
        </p:txBody>
      </p:sp>
      <p:sp>
        <p:nvSpPr>
          <p:cNvPr id="79" name="DL__pos__POS_3__202606"/>
          <p:cNvSpPr txBox="1"/>
          <p:nvPr/>
        </p:nvSpPr>
        <p:spPr>
          <a:xfrm>
            <a:off x="9687153" y="4919472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7C6C91"/>
                </a:solidFill>
                <a:latin typeface="맑은 고딕"/>
              </a:rPr>
              <a:t>3,772.0</a:t>
            </a:r>
          </a:p>
        </p:txBody>
      </p:sp>
      <p:sp>
        <p:nvSpPr>
          <p:cNvPr id="80" name="DL__pos__POS_3__202607"/>
          <p:cNvSpPr txBox="1"/>
          <p:nvPr/>
        </p:nvSpPr>
        <p:spPr>
          <a:xfrm>
            <a:off x="10167213" y="4919472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7C6C91"/>
                </a:solidFill>
                <a:latin typeface="맑은 고딕"/>
              </a:rPr>
              <a:t>3,675.3</a:t>
            </a:r>
          </a:p>
        </p:txBody>
      </p:sp>
      <p:sp>
        <p:nvSpPr>
          <p:cNvPr id="81" name="DL__pos__POS_3__202608"/>
          <p:cNvSpPr txBox="1"/>
          <p:nvPr/>
        </p:nvSpPr>
        <p:spPr>
          <a:xfrm>
            <a:off x="10647273" y="4919472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7C6C91"/>
                </a:solidFill>
                <a:latin typeface="맑은 고딕"/>
              </a:rPr>
              <a:t>4,050.0</a:t>
            </a:r>
          </a:p>
        </p:txBody>
      </p:sp>
      <p:sp>
        <p:nvSpPr>
          <p:cNvPr id="82" name="DL__pos__POS_3__202609"/>
          <p:cNvSpPr txBox="1"/>
          <p:nvPr/>
        </p:nvSpPr>
        <p:spPr>
          <a:xfrm>
            <a:off x="11127333" y="4919472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7C6C91"/>
                </a:solidFill>
                <a:latin typeface="맑은 고딕"/>
              </a:rPr>
              <a:t>3,748.3</a:t>
            </a:r>
          </a:p>
        </p:txBody>
      </p:sp>
      <p:sp>
        <p:nvSpPr>
          <p:cNvPr id="83" name="SWATCH_pos_POS_4"/>
          <p:cNvSpPr/>
          <p:nvPr/>
        </p:nvSpPr>
        <p:spPr>
          <a:xfrm>
            <a:off x="603504" y="5181904"/>
            <a:ext cx="91440" cy="32004"/>
          </a:xfrm>
          <a:prstGeom prst="rect">
            <a:avLst/>
          </a:prstGeom>
          <a:solidFill>
            <a:srgbClr val="637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SERIES_pos_POS_4"/>
          <p:cNvSpPr txBox="1"/>
          <p:nvPr/>
        </p:nvSpPr>
        <p:spPr>
          <a:xfrm>
            <a:off x="749808" y="5123383"/>
            <a:ext cx="923544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637E64"/>
                </a:solidFill>
                <a:latin typeface="맑은 고딕"/>
              </a:rPr>
              <a:t>봉(윗날개)</a:t>
            </a:r>
          </a:p>
        </p:txBody>
      </p:sp>
      <p:sp>
        <p:nvSpPr>
          <p:cNvPr id="85" name="DL__pos__POS_4__202501"/>
          <p:cNvSpPr txBox="1"/>
          <p:nvPr/>
        </p:nvSpPr>
        <p:spPr>
          <a:xfrm>
            <a:off x="1526133" y="5106924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637E64"/>
                </a:solidFill>
                <a:latin typeface="맑은 고딕"/>
              </a:rPr>
              <a:t>1,452.2</a:t>
            </a:r>
          </a:p>
        </p:txBody>
      </p:sp>
      <p:sp>
        <p:nvSpPr>
          <p:cNvPr id="86" name="DL__pos__POS_4__202502"/>
          <p:cNvSpPr txBox="1"/>
          <p:nvPr/>
        </p:nvSpPr>
        <p:spPr>
          <a:xfrm>
            <a:off x="2006193" y="5106924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637E64"/>
                </a:solidFill>
                <a:latin typeface="맑은 고딕"/>
              </a:rPr>
              <a:t>1,513.5</a:t>
            </a:r>
          </a:p>
        </p:txBody>
      </p:sp>
      <p:sp>
        <p:nvSpPr>
          <p:cNvPr id="87" name="DL__pos__POS_4__202503"/>
          <p:cNvSpPr txBox="1"/>
          <p:nvPr/>
        </p:nvSpPr>
        <p:spPr>
          <a:xfrm>
            <a:off x="2486253" y="5106924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637E64"/>
                </a:solidFill>
                <a:latin typeface="맑은 고딕"/>
              </a:rPr>
              <a:t>1,572.3</a:t>
            </a:r>
          </a:p>
        </p:txBody>
      </p:sp>
      <p:sp>
        <p:nvSpPr>
          <p:cNvPr id="88" name="DL__pos__POS_4__202504"/>
          <p:cNvSpPr txBox="1"/>
          <p:nvPr/>
        </p:nvSpPr>
        <p:spPr>
          <a:xfrm>
            <a:off x="2966313" y="5106924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637E64"/>
                </a:solidFill>
                <a:latin typeface="맑은 고딕"/>
              </a:rPr>
              <a:t>1,466.8</a:t>
            </a:r>
          </a:p>
        </p:txBody>
      </p:sp>
      <p:sp>
        <p:nvSpPr>
          <p:cNvPr id="89" name="DL__pos__POS_4__202505"/>
          <p:cNvSpPr txBox="1"/>
          <p:nvPr/>
        </p:nvSpPr>
        <p:spPr>
          <a:xfrm>
            <a:off x="3446373" y="5106924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637E64"/>
                </a:solidFill>
                <a:latin typeface="맑은 고딕"/>
              </a:rPr>
              <a:t>1,455.7</a:t>
            </a:r>
          </a:p>
        </p:txBody>
      </p:sp>
      <p:sp>
        <p:nvSpPr>
          <p:cNvPr id="90" name="DL__pos__POS_4__202506"/>
          <p:cNvSpPr txBox="1"/>
          <p:nvPr/>
        </p:nvSpPr>
        <p:spPr>
          <a:xfrm>
            <a:off x="3926433" y="5106924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637E64"/>
                </a:solidFill>
                <a:latin typeface="맑은 고딕"/>
              </a:rPr>
              <a:t>1,584.6</a:t>
            </a:r>
          </a:p>
        </p:txBody>
      </p:sp>
      <p:sp>
        <p:nvSpPr>
          <p:cNvPr id="91" name="DL__pos__POS_4__202507"/>
          <p:cNvSpPr txBox="1"/>
          <p:nvPr/>
        </p:nvSpPr>
        <p:spPr>
          <a:xfrm>
            <a:off x="4406493" y="5106924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637E64"/>
                </a:solidFill>
                <a:latin typeface="맑은 고딕"/>
              </a:rPr>
              <a:t>1,548.2</a:t>
            </a:r>
          </a:p>
        </p:txBody>
      </p:sp>
      <p:sp>
        <p:nvSpPr>
          <p:cNvPr id="92" name="DL__pos__POS_4__202508"/>
          <p:cNvSpPr txBox="1"/>
          <p:nvPr/>
        </p:nvSpPr>
        <p:spPr>
          <a:xfrm>
            <a:off x="4886553" y="5106924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637E64"/>
                </a:solidFill>
                <a:latin typeface="맑은 고딕"/>
              </a:rPr>
              <a:t>1,520.6</a:t>
            </a:r>
          </a:p>
        </p:txBody>
      </p:sp>
      <p:sp>
        <p:nvSpPr>
          <p:cNvPr id="93" name="DL__pos__POS_4__202509"/>
          <p:cNvSpPr txBox="1"/>
          <p:nvPr/>
        </p:nvSpPr>
        <p:spPr>
          <a:xfrm>
            <a:off x="5366613" y="5106924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637E64"/>
                </a:solidFill>
                <a:latin typeface="맑은 고딕"/>
              </a:rPr>
              <a:t>1,440.7</a:t>
            </a:r>
          </a:p>
        </p:txBody>
      </p:sp>
      <p:sp>
        <p:nvSpPr>
          <p:cNvPr id="94" name="DL__pos__POS_4__202510"/>
          <p:cNvSpPr txBox="1"/>
          <p:nvPr/>
        </p:nvSpPr>
        <p:spPr>
          <a:xfrm>
            <a:off x="5846673" y="5106924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637E64"/>
                </a:solidFill>
                <a:latin typeface="맑은 고딕"/>
              </a:rPr>
              <a:t>1,315.5</a:t>
            </a:r>
          </a:p>
        </p:txBody>
      </p:sp>
      <p:sp>
        <p:nvSpPr>
          <p:cNvPr id="95" name="DL__pos__POS_4__202511"/>
          <p:cNvSpPr txBox="1"/>
          <p:nvPr/>
        </p:nvSpPr>
        <p:spPr>
          <a:xfrm>
            <a:off x="6326733" y="5106924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637E64"/>
                </a:solidFill>
                <a:latin typeface="맑은 고딕"/>
              </a:rPr>
              <a:t>1,249.7</a:t>
            </a:r>
          </a:p>
        </p:txBody>
      </p:sp>
      <p:sp>
        <p:nvSpPr>
          <p:cNvPr id="96" name="DL__pos__POS_4__202512"/>
          <p:cNvSpPr txBox="1"/>
          <p:nvPr/>
        </p:nvSpPr>
        <p:spPr>
          <a:xfrm>
            <a:off x="6806793" y="5106924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637E64"/>
                </a:solidFill>
                <a:latin typeface="맑은 고딕"/>
              </a:rPr>
              <a:t>1,296.7</a:t>
            </a:r>
          </a:p>
        </p:txBody>
      </p:sp>
      <p:sp>
        <p:nvSpPr>
          <p:cNvPr id="97" name="DL__pos__POS_4__202601"/>
          <p:cNvSpPr txBox="1"/>
          <p:nvPr/>
        </p:nvSpPr>
        <p:spPr>
          <a:xfrm>
            <a:off x="7286853" y="5106924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637E64"/>
                </a:solidFill>
                <a:latin typeface="맑은 고딕"/>
              </a:rPr>
              <a:t>1,493.4</a:t>
            </a:r>
          </a:p>
        </p:txBody>
      </p:sp>
      <p:sp>
        <p:nvSpPr>
          <p:cNvPr id="98" name="DL__pos__POS_4__202602"/>
          <p:cNvSpPr txBox="1"/>
          <p:nvPr/>
        </p:nvSpPr>
        <p:spPr>
          <a:xfrm>
            <a:off x="7766913" y="5106924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637E64"/>
                </a:solidFill>
                <a:latin typeface="맑은 고딕"/>
              </a:rPr>
              <a:t>1,311.0</a:t>
            </a:r>
          </a:p>
        </p:txBody>
      </p:sp>
      <p:sp>
        <p:nvSpPr>
          <p:cNvPr id="99" name="DL__pos__POS_4__202603"/>
          <p:cNvSpPr txBox="1"/>
          <p:nvPr/>
        </p:nvSpPr>
        <p:spPr>
          <a:xfrm>
            <a:off x="8246973" y="5106924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637E64"/>
                </a:solidFill>
                <a:latin typeface="맑은 고딕"/>
              </a:rPr>
              <a:t>1,383.8</a:t>
            </a:r>
          </a:p>
        </p:txBody>
      </p:sp>
      <p:sp>
        <p:nvSpPr>
          <p:cNvPr id="100" name="DL__pos__POS_4__202604"/>
          <p:cNvSpPr txBox="1"/>
          <p:nvPr/>
        </p:nvSpPr>
        <p:spPr>
          <a:xfrm>
            <a:off x="8727033" y="5106924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637E64"/>
                </a:solidFill>
                <a:latin typeface="맑은 고딕"/>
              </a:rPr>
              <a:t>1,283.7</a:t>
            </a:r>
          </a:p>
        </p:txBody>
      </p:sp>
      <p:sp>
        <p:nvSpPr>
          <p:cNvPr id="101" name="DL__pos__POS_4__202605"/>
          <p:cNvSpPr txBox="1"/>
          <p:nvPr/>
        </p:nvSpPr>
        <p:spPr>
          <a:xfrm>
            <a:off x="9207093" y="5106924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637E64"/>
                </a:solidFill>
                <a:latin typeface="맑은 고딕"/>
              </a:rPr>
              <a:t>1,553.1</a:t>
            </a:r>
          </a:p>
        </p:txBody>
      </p:sp>
      <p:sp>
        <p:nvSpPr>
          <p:cNvPr id="102" name="DL__pos__POS_4__202606"/>
          <p:cNvSpPr txBox="1"/>
          <p:nvPr/>
        </p:nvSpPr>
        <p:spPr>
          <a:xfrm>
            <a:off x="9687153" y="5106924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637E64"/>
                </a:solidFill>
                <a:latin typeface="맑은 고딕"/>
              </a:rPr>
              <a:t>1,807.7</a:t>
            </a:r>
          </a:p>
        </p:txBody>
      </p:sp>
      <p:sp>
        <p:nvSpPr>
          <p:cNvPr id="103" name="DL__pos__POS_4__202607"/>
          <p:cNvSpPr txBox="1"/>
          <p:nvPr/>
        </p:nvSpPr>
        <p:spPr>
          <a:xfrm>
            <a:off x="10167213" y="5106924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637E64"/>
                </a:solidFill>
                <a:latin typeface="맑은 고딕"/>
              </a:rPr>
              <a:t>1,504.3</a:t>
            </a:r>
          </a:p>
        </p:txBody>
      </p:sp>
      <p:sp>
        <p:nvSpPr>
          <p:cNvPr id="104" name="DL__pos__POS_4__202608"/>
          <p:cNvSpPr txBox="1"/>
          <p:nvPr/>
        </p:nvSpPr>
        <p:spPr>
          <a:xfrm>
            <a:off x="10647273" y="5106924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637E64"/>
                </a:solidFill>
                <a:latin typeface="맑은 고딕"/>
              </a:rPr>
              <a:t>1,712.4</a:t>
            </a:r>
          </a:p>
        </p:txBody>
      </p:sp>
      <p:sp>
        <p:nvSpPr>
          <p:cNvPr id="105" name="DL__pos__POS_4__202609"/>
          <p:cNvSpPr txBox="1"/>
          <p:nvPr/>
        </p:nvSpPr>
        <p:spPr>
          <a:xfrm>
            <a:off x="11127333" y="5106924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637E64"/>
                </a:solidFill>
                <a:latin typeface="맑은 고딕"/>
              </a:rPr>
              <a:t>1,477.7</a:t>
            </a:r>
          </a:p>
        </p:txBody>
      </p:sp>
      <p:sp>
        <p:nvSpPr>
          <p:cNvPr id="106" name="SWATCH_pos_POS_5"/>
          <p:cNvSpPr/>
          <p:nvPr/>
        </p:nvSpPr>
        <p:spPr>
          <a:xfrm>
            <a:off x="603504" y="5369356"/>
            <a:ext cx="91440" cy="32004"/>
          </a:xfrm>
          <a:prstGeom prst="rect">
            <a:avLst/>
          </a:prstGeom>
          <a:solidFill>
            <a:srgbClr val="AC7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SERIES_pos_POS_5"/>
          <p:cNvSpPr txBox="1"/>
          <p:nvPr/>
        </p:nvSpPr>
        <p:spPr>
          <a:xfrm>
            <a:off x="749808" y="5310835"/>
            <a:ext cx="923544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AC7858"/>
                </a:solidFill>
                <a:latin typeface="맑은 고딕"/>
              </a:rPr>
              <a:t>안심</a:t>
            </a:r>
          </a:p>
        </p:txBody>
      </p:sp>
      <p:sp>
        <p:nvSpPr>
          <p:cNvPr id="108" name="DL__pos__POS_5__202501"/>
          <p:cNvSpPr txBox="1"/>
          <p:nvPr/>
        </p:nvSpPr>
        <p:spPr>
          <a:xfrm>
            <a:off x="1526133" y="5294376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AC7858"/>
                </a:solidFill>
                <a:latin typeface="맑은 고딕"/>
              </a:rPr>
              <a:t>1,369.5</a:t>
            </a:r>
          </a:p>
        </p:txBody>
      </p:sp>
      <p:sp>
        <p:nvSpPr>
          <p:cNvPr id="109" name="DL__pos__POS_5__202502"/>
          <p:cNvSpPr txBox="1"/>
          <p:nvPr/>
        </p:nvSpPr>
        <p:spPr>
          <a:xfrm>
            <a:off x="2006193" y="5294376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AC7858"/>
                </a:solidFill>
                <a:latin typeface="맑은 고딕"/>
              </a:rPr>
              <a:t>1,477.2</a:t>
            </a:r>
          </a:p>
        </p:txBody>
      </p:sp>
      <p:sp>
        <p:nvSpPr>
          <p:cNvPr id="110" name="DL__pos__POS_5__202503"/>
          <p:cNvSpPr txBox="1"/>
          <p:nvPr/>
        </p:nvSpPr>
        <p:spPr>
          <a:xfrm>
            <a:off x="2486253" y="5294376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AC7858"/>
                </a:solidFill>
                <a:latin typeface="맑은 고딕"/>
              </a:rPr>
              <a:t>1,671.6</a:t>
            </a:r>
          </a:p>
        </p:txBody>
      </p:sp>
      <p:sp>
        <p:nvSpPr>
          <p:cNvPr id="111" name="DL__pos__POS_5__202504"/>
          <p:cNvSpPr txBox="1"/>
          <p:nvPr/>
        </p:nvSpPr>
        <p:spPr>
          <a:xfrm>
            <a:off x="2966313" y="5294376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AC7858"/>
                </a:solidFill>
                <a:latin typeface="맑은 고딕"/>
              </a:rPr>
              <a:t>1,382.1</a:t>
            </a:r>
          </a:p>
        </p:txBody>
      </p:sp>
      <p:sp>
        <p:nvSpPr>
          <p:cNvPr id="112" name="DL__pos__POS_5__202505"/>
          <p:cNvSpPr txBox="1"/>
          <p:nvPr/>
        </p:nvSpPr>
        <p:spPr>
          <a:xfrm>
            <a:off x="3446373" y="5294376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AC7858"/>
                </a:solidFill>
                <a:latin typeface="맑은 고딕"/>
              </a:rPr>
              <a:t>1,356.2</a:t>
            </a:r>
          </a:p>
        </p:txBody>
      </p:sp>
      <p:sp>
        <p:nvSpPr>
          <p:cNvPr id="113" name="DL__pos__POS_5__202506"/>
          <p:cNvSpPr txBox="1"/>
          <p:nvPr/>
        </p:nvSpPr>
        <p:spPr>
          <a:xfrm>
            <a:off x="3926433" y="5294376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AC7858"/>
                </a:solidFill>
                <a:latin typeface="맑은 고딕"/>
              </a:rPr>
              <a:t>1,480.9</a:t>
            </a:r>
          </a:p>
        </p:txBody>
      </p:sp>
      <p:sp>
        <p:nvSpPr>
          <p:cNvPr id="114" name="DL__pos__POS_5__202507"/>
          <p:cNvSpPr txBox="1"/>
          <p:nvPr/>
        </p:nvSpPr>
        <p:spPr>
          <a:xfrm>
            <a:off x="4406493" y="5294376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AC7858"/>
                </a:solidFill>
                <a:latin typeface="맑은 고딕"/>
              </a:rPr>
              <a:t>1,482.9</a:t>
            </a:r>
          </a:p>
        </p:txBody>
      </p:sp>
      <p:sp>
        <p:nvSpPr>
          <p:cNvPr id="115" name="DL__pos__POS_5__202508"/>
          <p:cNvSpPr txBox="1"/>
          <p:nvPr/>
        </p:nvSpPr>
        <p:spPr>
          <a:xfrm>
            <a:off x="4886553" y="5294376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AC7858"/>
                </a:solidFill>
                <a:latin typeface="맑은 고딕"/>
              </a:rPr>
              <a:t>1,461.8</a:t>
            </a:r>
          </a:p>
        </p:txBody>
      </p:sp>
      <p:sp>
        <p:nvSpPr>
          <p:cNvPr id="116" name="DL__pos__POS_5__202509"/>
          <p:cNvSpPr txBox="1"/>
          <p:nvPr/>
        </p:nvSpPr>
        <p:spPr>
          <a:xfrm>
            <a:off x="5366613" y="5294376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AC7858"/>
                </a:solidFill>
                <a:latin typeface="맑은 고딕"/>
              </a:rPr>
              <a:t>1,763.5</a:t>
            </a:r>
          </a:p>
        </p:txBody>
      </p:sp>
      <p:sp>
        <p:nvSpPr>
          <p:cNvPr id="117" name="DL__pos__POS_5__202510"/>
          <p:cNvSpPr txBox="1"/>
          <p:nvPr/>
        </p:nvSpPr>
        <p:spPr>
          <a:xfrm>
            <a:off x="5846673" y="5294376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AC7858"/>
                </a:solidFill>
                <a:latin typeface="맑은 고딕"/>
              </a:rPr>
              <a:t>1,294.0</a:t>
            </a:r>
          </a:p>
        </p:txBody>
      </p:sp>
      <p:sp>
        <p:nvSpPr>
          <p:cNvPr id="118" name="DL__pos__POS_5__202511"/>
          <p:cNvSpPr txBox="1"/>
          <p:nvPr/>
        </p:nvSpPr>
        <p:spPr>
          <a:xfrm>
            <a:off x="6326733" y="5294376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AC7858"/>
                </a:solidFill>
                <a:latin typeface="맑은 고딕"/>
              </a:rPr>
              <a:t>1,352.5</a:t>
            </a:r>
          </a:p>
        </p:txBody>
      </p:sp>
      <p:sp>
        <p:nvSpPr>
          <p:cNvPr id="119" name="DL__pos__POS_5__202512"/>
          <p:cNvSpPr txBox="1"/>
          <p:nvPr/>
        </p:nvSpPr>
        <p:spPr>
          <a:xfrm>
            <a:off x="6806793" y="5294376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AC7858"/>
                </a:solidFill>
                <a:latin typeface="맑은 고딕"/>
              </a:rPr>
              <a:t>1,259.5</a:t>
            </a:r>
          </a:p>
        </p:txBody>
      </p:sp>
      <p:sp>
        <p:nvSpPr>
          <p:cNvPr id="120" name="DL__pos__POS_5__202601"/>
          <p:cNvSpPr txBox="1"/>
          <p:nvPr/>
        </p:nvSpPr>
        <p:spPr>
          <a:xfrm>
            <a:off x="7286853" y="5294376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AC7858"/>
                </a:solidFill>
                <a:latin typeface="맑은 고딕"/>
              </a:rPr>
              <a:t>1,500.6</a:t>
            </a:r>
          </a:p>
        </p:txBody>
      </p:sp>
      <p:sp>
        <p:nvSpPr>
          <p:cNvPr id="121" name="DL__pos__POS_5__202602"/>
          <p:cNvSpPr txBox="1"/>
          <p:nvPr/>
        </p:nvSpPr>
        <p:spPr>
          <a:xfrm>
            <a:off x="7766913" y="5294376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AC7858"/>
                </a:solidFill>
                <a:latin typeface="맑은 고딕"/>
              </a:rPr>
              <a:t>1,372.0</a:t>
            </a:r>
          </a:p>
        </p:txBody>
      </p:sp>
      <p:sp>
        <p:nvSpPr>
          <p:cNvPr id="122" name="DL__pos__POS_5__202603"/>
          <p:cNvSpPr txBox="1"/>
          <p:nvPr/>
        </p:nvSpPr>
        <p:spPr>
          <a:xfrm>
            <a:off x="8246973" y="5294376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AC7858"/>
                </a:solidFill>
                <a:latin typeface="맑은 고딕"/>
              </a:rPr>
              <a:t>1,646.9</a:t>
            </a:r>
          </a:p>
        </p:txBody>
      </p:sp>
      <p:sp>
        <p:nvSpPr>
          <p:cNvPr id="123" name="DL__pos__POS_5__202604"/>
          <p:cNvSpPr txBox="1"/>
          <p:nvPr/>
        </p:nvSpPr>
        <p:spPr>
          <a:xfrm>
            <a:off x="8727033" y="5294376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AC7858"/>
                </a:solidFill>
                <a:latin typeface="맑은 고딕"/>
              </a:rPr>
              <a:t>1,696.5</a:t>
            </a:r>
          </a:p>
        </p:txBody>
      </p:sp>
      <p:sp>
        <p:nvSpPr>
          <p:cNvPr id="124" name="DL__pos__POS_5__202605"/>
          <p:cNvSpPr txBox="1"/>
          <p:nvPr/>
        </p:nvSpPr>
        <p:spPr>
          <a:xfrm>
            <a:off x="9207093" y="5294376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AC7858"/>
                </a:solidFill>
                <a:latin typeface="맑은 고딕"/>
              </a:rPr>
              <a:t>1,492.6</a:t>
            </a:r>
          </a:p>
        </p:txBody>
      </p:sp>
      <p:sp>
        <p:nvSpPr>
          <p:cNvPr id="125" name="DL__pos__POS_5__202606"/>
          <p:cNvSpPr txBox="1"/>
          <p:nvPr/>
        </p:nvSpPr>
        <p:spPr>
          <a:xfrm>
            <a:off x="9687153" y="5294376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AC7858"/>
                </a:solidFill>
                <a:latin typeface="맑은 고딕"/>
              </a:rPr>
              <a:t>1,486.3</a:t>
            </a:r>
          </a:p>
        </p:txBody>
      </p:sp>
      <p:sp>
        <p:nvSpPr>
          <p:cNvPr id="126" name="DL__pos__POS_5__202607"/>
          <p:cNvSpPr txBox="1"/>
          <p:nvPr/>
        </p:nvSpPr>
        <p:spPr>
          <a:xfrm>
            <a:off x="10167213" y="5294376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AC7858"/>
                </a:solidFill>
                <a:latin typeface="맑은 고딕"/>
              </a:rPr>
              <a:t>1,452.3</a:t>
            </a:r>
          </a:p>
        </p:txBody>
      </p:sp>
      <p:sp>
        <p:nvSpPr>
          <p:cNvPr id="127" name="DL__pos__POS_5__202608"/>
          <p:cNvSpPr txBox="1"/>
          <p:nvPr/>
        </p:nvSpPr>
        <p:spPr>
          <a:xfrm>
            <a:off x="10647273" y="5294376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AC7858"/>
                </a:solidFill>
                <a:latin typeface="맑은 고딕"/>
              </a:rPr>
              <a:t>1,551.8</a:t>
            </a:r>
          </a:p>
        </p:txBody>
      </p:sp>
      <p:sp>
        <p:nvSpPr>
          <p:cNvPr id="128" name="DL__pos__POS_5__202609"/>
          <p:cNvSpPr txBox="1"/>
          <p:nvPr/>
        </p:nvSpPr>
        <p:spPr>
          <a:xfrm>
            <a:off x="11127333" y="5294376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AC7858"/>
                </a:solidFill>
                <a:latin typeface="맑은 고딕"/>
              </a:rPr>
              <a:t>1,375.4</a:t>
            </a:r>
          </a:p>
        </p:txBody>
      </p:sp>
      <p:sp>
        <p:nvSpPr>
          <p:cNvPr id="129" name="SWATCH_pos_POS_6"/>
          <p:cNvSpPr/>
          <p:nvPr/>
        </p:nvSpPr>
        <p:spPr>
          <a:xfrm>
            <a:off x="603504" y="5556808"/>
            <a:ext cx="91440" cy="32004"/>
          </a:xfrm>
          <a:prstGeom prst="rect">
            <a:avLst/>
          </a:prstGeom>
          <a:solidFill>
            <a:srgbClr val="587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SERIES_pos_POS_6"/>
          <p:cNvSpPr txBox="1"/>
          <p:nvPr/>
        </p:nvSpPr>
        <p:spPr>
          <a:xfrm>
            <a:off x="749808" y="5498287"/>
            <a:ext cx="923544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58718C"/>
                </a:solidFill>
                <a:latin typeface="맑은 고딕"/>
              </a:rPr>
              <a:t>윙(아랫날개)</a:t>
            </a:r>
          </a:p>
        </p:txBody>
      </p:sp>
      <p:sp>
        <p:nvSpPr>
          <p:cNvPr id="131" name="DL__pos__POS_6__202501"/>
          <p:cNvSpPr txBox="1"/>
          <p:nvPr/>
        </p:nvSpPr>
        <p:spPr>
          <a:xfrm>
            <a:off x="1526133" y="5481828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58718C"/>
                </a:solidFill>
                <a:latin typeface="맑은 고딕"/>
              </a:rPr>
              <a:t>1,005.1</a:t>
            </a:r>
          </a:p>
        </p:txBody>
      </p:sp>
      <p:sp>
        <p:nvSpPr>
          <p:cNvPr id="132" name="DL__pos__POS_6__202502"/>
          <p:cNvSpPr txBox="1"/>
          <p:nvPr/>
        </p:nvSpPr>
        <p:spPr>
          <a:xfrm>
            <a:off x="2006193" y="5481828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58718C"/>
                </a:solidFill>
                <a:latin typeface="맑은 고딕"/>
              </a:rPr>
              <a:t>983.9</a:t>
            </a:r>
          </a:p>
        </p:txBody>
      </p:sp>
      <p:sp>
        <p:nvSpPr>
          <p:cNvPr id="133" name="DL__pos__POS_6__202503"/>
          <p:cNvSpPr txBox="1"/>
          <p:nvPr/>
        </p:nvSpPr>
        <p:spPr>
          <a:xfrm>
            <a:off x="2486253" y="5481828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58718C"/>
                </a:solidFill>
                <a:latin typeface="맑은 고딕"/>
              </a:rPr>
              <a:t>1,007.3</a:t>
            </a:r>
          </a:p>
        </p:txBody>
      </p:sp>
      <p:sp>
        <p:nvSpPr>
          <p:cNvPr id="134" name="DL__pos__POS_6__202504"/>
          <p:cNvSpPr txBox="1"/>
          <p:nvPr/>
        </p:nvSpPr>
        <p:spPr>
          <a:xfrm>
            <a:off x="2966313" y="5481828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58718C"/>
                </a:solidFill>
                <a:latin typeface="맑은 고딕"/>
              </a:rPr>
              <a:t>933.1</a:t>
            </a:r>
          </a:p>
        </p:txBody>
      </p:sp>
      <p:sp>
        <p:nvSpPr>
          <p:cNvPr id="135" name="DL__pos__POS_6__202505"/>
          <p:cNvSpPr txBox="1"/>
          <p:nvPr/>
        </p:nvSpPr>
        <p:spPr>
          <a:xfrm>
            <a:off x="3446373" y="5481828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58718C"/>
                </a:solidFill>
                <a:latin typeface="맑은 고딕"/>
              </a:rPr>
              <a:t>947.7</a:t>
            </a:r>
          </a:p>
        </p:txBody>
      </p:sp>
      <p:sp>
        <p:nvSpPr>
          <p:cNvPr id="136" name="DL__pos__POS_6__202506"/>
          <p:cNvSpPr txBox="1"/>
          <p:nvPr/>
        </p:nvSpPr>
        <p:spPr>
          <a:xfrm>
            <a:off x="3926433" y="5481828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58718C"/>
                </a:solidFill>
                <a:latin typeface="맑은 고딕"/>
              </a:rPr>
              <a:t>995.5</a:t>
            </a:r>
          </a:p>
        </p:txBody>
      </p:sp>
      <p:sp>
        <p:nvSpPr>
          <p:cNvPr id="137" name="DL__pos__POS_6__202507"/>
          <p:cNvSpPr txBox="1"/>
          <p:nvPr/>
        </p:nvSpPr>
        <p:spPr>
          <a:xfrm>
            <a:off x="4406493" y="5481828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58718C"/>
                </a:solidFill>
                <a:latin typeface="맑은 고딕"/>
              </a:rPr>
              <a:t>984.5</a:t>
            </a:r>
          </a:p>
        </p:txBody>
      </p:sp>
      <p:sp>
        <p:nvSpPr>
          <p:cNvPr id="138" name="DL__pos__POS_6__202508"/>
          <p:cNvSpPr txBox="1"/>
          <p:nvPr/>
        </p:nvSpPr>
        <p:spPr>
          <a:xfrm>
            <a:off x="4886553" y="5481828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58718C"/>
                </a:solidFill>
                <a:latin typeface="맑은 고딕"/>
              </a:rPr>
              <a:t>950.1</a:t>
            </a:r>
          </a:p>
        </p:txBody>
      </p:sp>
      <p:sp>
        <p:nvSpPr>
          <p:cNvPr id="139" name="DL__pos__POS_6__202509"/>
          <p:cNvSpPr txBox="1"/>
          <p:nvPr/>
        </p:nvSpPr>
        <p:spPr>
          <a:xfrm>
            <a:off x="5366613" y="5481828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58718C"/>
                </a:solidFill>
                <a:latin typeface="맑은 고딕"/>
              </a:rPr>
              <a:t>908.3</a:t>
            </a:r>
          </a:p>
        </p:txBody>
      </p:sp>
      <p:sp>
        <p:nvSpPr>
          <p:cNvPr id="140" name="DL__pos__POS_6__202510"/>
          <p:cNvSpPr txBox="1"/>
          <p:nvPr/>
        </p:nvSpPr>
        <p:spPr>
          <a:xfrm>
            <a:off x="5846673" y="5481828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58718C"/>
                </a:solidFill>
                <a:latin typeface="맑은 고딕"/>
              </a:rPr>
              <a:t>824.2</a:t>
            </a:r>
          </a:p>
        </p:txBody>
      </p:sp>
      <p:sp>
        <p:nvSpPr>
          <p:cNvPr id="141" name="DL__pos__POS_6__202511"/>
          <p:cNvSpPr txBox="1"/>
          <p:nvPr/>
        </p:nvSpPr>
        <p:spPr>
          <a:xfrm>
            <a:off x="6326733" y="5481828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58718C"/>
                </a:solidFill>
                <a:latin typeface="맑은 고딕"/>
              </a:rPr>
              <a:t>819.6</a:t>
            </a:r>
          </a:p>
        </p:txBody>
      </p:sp>
      <p:sp>
        <p:nvSpPr>
          <p:cNvPr id="142" name="DL__pos__POS_6__202512"/>
          <p:cNvSpPr txBox="1"/>
          <p:nvPr/>
        </p:nvSpPr>
        <p:spPr>
          <a:xfrm>
            <a:off x="6806793" y="5481828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58718C"/>
                </a:solidFill>
                <a:latin typeface="맑은 고딕"/>
              </a:rPr>
              <a:t>901.5</a:t>
            </a:r>
          </a:p>
        </p:txBody>
      </p:sp>
      <p:sp>
        <p:nvSpPr>
          <p:cNvPr id="143" name="DL__pos__POS_6__202601"/>
          <p:cNvSpPr txBox="1"/>
          <p:nvPr/>
        </p:nvSpPr>
        <p:spPr>
          <a:xfrm>
            <a:off x="7286853" y="5481828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58718C"/>
                </a:solidFill>
                <a:latin typeface="맑은 고딕"/>
              </a:rPr>
              <a:t>1,028.8</a:t>
            </a:r>
          </a:p>
        </p:txBody>
      </p:sp>
      <p:sp>
        <p:nvSpPr>
          <p:cNvPr id="144" name="DL__pos__POS_6__202602"/>
          <p:cNvSpPr txBox="1"/>
          <p:nvPr/>
        </p:nvSpPr>
        <p:spPr>
          <a:xfrm>
            <a:off x="7766913" y="5481828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58718C"/>
                </a:solidFill>
                <a:latin typeface="맑은 고딕"/>
              </a:rPr>
              <a:t>938.8</a:t>
            </a:r>
          </a:p>
        </p:txBody>
      </p:sp>
      <p:sp>
        <p:nvSpPr>
          <p:cNvPr id="145" name="DL__pos__POS_6__202603"/>
          <p:cNvSpPr txBox="1"/>
          <p:nvPr/>
        </p:nvSpPr>
        <p:spPr>
          <a:xfrm>
            <a:off x="8246973" y="5481828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58718C"/>
                </a:solidFill>
                <a:latin typeface="맑은 고딕"/>
              </a:rPr>
              <a:t>1,544.1</a:t>
            </a:r>
          </a:p>
        </p:txBody>
      </p:sp>
      <p:sp>
        <p:nvSpPr>
          <p:cNvPr id="146" name="DL__pos__POS_6__202604"/>
          <p:cNvSpPr txBox="1"/>
          <p:nvPr/>
        </p:nvSpPr>
        <p:spPr>
          <a:xfrm>
            <a:off x="8727033" y="5481828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58718C"/>
                </a:solidFill>
                <a:latin typeface="맑은 고딕"/>
              </a:rPr>
              <a:t>1,818.6</a:t>
            </a:r>
          </a:p>
        </p:txBody>
      </p:sp>
      <p:sp>
        <p:nvSpPr>
          <p:cNvPr id="147" name="DL__pos__POS_6__202605"/>
          <p:cNvSpPr txBox="1"/>
          <p:nvPr/>
        </p:nvSpPr>
        <p:spPr>
          <a:xfrm>
            <a:off x="9207093" y="5481828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58718C"/>
                </a:solidFill>
                <a:latin typeface="맑은 고딕"/>
              </a:rPr>
              <a:t>1,413.5</a:t>
            </a:r>
          </a:p>
        </p:txBody>
      </p:sp>
      <p:sp>
        <p:nvSpPr>
          <p:cNvPr id="148" name="DL__pos__POS_6__202606"/>
          <p:cNvSpPr txBox="1"/>
          <p:nvPr/>
        </p:nvSpPr>
        <p:spPr>
          <a:xfrm>
            <a:off x="9687153" y="5481828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58718C"/>
                </a:solidFill>
                <a:latin typeface="맑은 고딕"/>
              </a:rPr>
              <a:t>1,191.7</a:t>
            </a:r>
          </a:p>
        </p:txBody>
      </p:sp>
      <p:sp>
        <p:nvSpPr>
          <p:cNvPr id="149" name="DL__pos__POS_6__202607"/>
          <p:cNvSpPr txBox="1"/>
          <p:nvPr/>
        </p:nvSpPr>
        <p:spPr>
          <a:xfrm>
            <a:off x="10167213" y="5481828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58718C"/>
                </a:solidFill>
                <a:latin typeface="맑은 고딕"/>
              </a:rPr>
              <a:t>1,047.2</a:t>
            </a:r>
          </a:p>
        </p:txBody>
      </p:sp>
      <p:sp>
        <p:nvSpPr>
          <p:cNvPr id="150" name="DL__pos__POS_6__202608"/>
          <p:cNvSpPr txBox="1"/>
          <p:nvPr/>
        </p:nvSpPr>
        <p:spPr>
          <a:xfrm>
            <a:off x="10647273" y="5481828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58718C"/>
                </a:solidFill>
                <a:latin typeface="맑은 고딕"/>
              </a:rPr>
              <a:t>1,082.3</a:t>
            </a:r>
          </a:p>
        </p:txBody>
      </p:sp>
      <p:sp>
        <p:nvSpPr>
          <p:cNvPr id="151" name="DL__pos__POS_6__202609"/>
          <p:cNvSpPr txBox="1"/>
          <p:nvPr/>
        </p:nvSpPr>
        <p:spPr>
          <a:xfrm>
            <a:off x="11127333" y="5481828"/>
            <a:ext cx="422452" cy="18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58718C"/>
                </a:solidFill>
                <a:latin typeface="맑은 고딕"/>
              </a:rPr>
              <a:t>1,174.0</a:t>
            </a:r>
          </a:p>
        </p:txBody>
      </p:sp>
      <p:sp>
        <p:nvSpPr>
          <p:cNvPr id="152" name="INSIGHT"/>
          <p:cNvSpPr txBox="1"/>
          <p:nvPr/>
        </p:nvSpPr>
        <p:spPr>
          <a:xfrm>
            <a:off x="704088" y="1188720"/>
            <a:ext cx="10908792" cy="5212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3A4147"/>
                </a:solidFill>
                <a:latin typeface="맑은 고딕"/>
              </a:rPr>
              <a:t>9월 일평균 표본판매, 다리발골육 3,959.9kg(전년동월비 +42.8%),</a:t>
            </a:r>
          </a:p>
          <a:p>
            <a:pPr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3A4147"/>
                </a:solidFill>
                <a:latin typeface="맑은 고딕"/>
              </a:rPr>
              <a:t>가슴살 3,748.3kg(−15.4%)·안심 1,375.4kg(−22.0%)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CCENT"/>
          <p:cNvSpPr/>
          <p:nvPr/>
        </p:nvSpPr>
        <p:spPr>
          <a:xfrm>
            <a:off x="530352" y="731520"/>
            <a:ext cx="50292" cy="969264"/>
          </a:xfrm>
          <a:prstGeom prst="rect">
            <a:avLst/>
          </a:prstGeom>
          <a:solidFill>
            <a:srgbClr val="B65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ECTION"/>
          <p:cNvSpPr txBox="1"/>
          <p:nvPr/>
        </p:nvSpPr>
        <p:spPr>
          <a:xfrm>
            <a:off x="594360" y="274320"/>
            <a:ext cx="1097280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2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363B3D"/>
                </a:solidFill>
                <a:latin typeface="맑은 고딕"/>
              </a:rPr>
              <a:t>2026.10.22 시장·자사 분석 | 치킨 · 14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704088" y="722376"/>
            <a:ext cx="10908792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292D32"/>
                </a:solidFill>
                <a:latin typeface="맑은 고딕"/>
              </a:rPr>
              <a:t>치킨 형태별 검색관심</a:t>
            </a:r>
          </a:p>
        </p:txBody>
      </p:sp>
      <p:sp>
        <p:nvSpPr>
          <p:cNvPr id="6" name="FOOT_LINE"/>
          <p:cNvSpPr/>
          <p:nvPr/>
        </p:nvSpPr>
        <p:spPr>
          <a:xfrm>
            <a:off x="594360" y="6272784"/>
            <a:ext cx="11018520" cy="5486"/>
          </a:xfrm>
          <a:prstGeom prst="rect">
            <a:avLst/>
          </a:prstGeom>
          <a:solidFill>
            <a:srgbClr val="E4E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AGE"/>
          <p:cNvSpPr txBox="1"/>
          <p:nvPr/>
        </p:nvSpPr>
        <p:spPr>
          <a:xfrm>
            <a:off x="11173968" y="6391656"/>
            <a:ext cx="4114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63B3D"/>
                </a:solidFill>
                <a:latin typeface="맑은 고딕"/>
              </a:rPr>
              <a:t>14</a:t>
            </a:r>
          </a:p>
        </p:txBody>
      </p:sp>
      <p:sp>
        <p:nvSpPr>
          <p:cNvPr id="8" name="UNIT"/>
          <p:cNvSpPr txBox="1"/>
          <p:nvPr/>
        </p:nvSpPr>
        <p:spPr>
          <a:xfrm>
            <a:off x="594360" y="1810512"/>
            <a:ext cx="11018520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686E73"/>
                </a:solidFill>
                <a:latin typeface="맑은 고딕"/>
              </a:rPr>
              <a:t>월별 일평균 검색관심 | 25.01~26.10.19 · 24.01~26.10.19 각 묶음 최고일=100 · 레이블:값/(전년비)</a:t>
            </a:r>
          </a:p>
        </p:txBody>
      </p:sp>
      <p:sp>
        <p:nvSpPr>
          <p:cNvPr id="9" name="QUERY_SCOPE"/>
          <p:cNvSpPr txBox="1"/>
          <p:nvPr/>
        </p:nvSpPr>
        <p:spPr>
          <a:xfrm>
            <a:off x="594360" y="2103120"/>
            <a:ext cx="1101852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686E73"/>
                </a:solidFill>
                <a:latin typeface="맑은 고딕"/>
              </a:rPr>
              <a:t>검색어 예시 | 치킨 전체(참고):치킨 / 통닭:통닭·전기구이통닭 / 순살·발골:순살치킨·갓빠삭치킨 순살 / 치킨텐더:치킨텐더·텐더치킨 / 윙·봉:윙봉·치킨봉</a:t>
            </a:r>
          </a:p>
        </p:txBody>
      </p:sp>
      <p:sp>
        <p:nvSpPr>
          <p:cNvPr id="10" name="CAPTION"/>
          <p:cNvSpPr txBox="1"/>
          <p:nvPr/>
        </p:nvSpPr>
        <p:spPr>
          <a:xfrm>
            <a:off x="621792" y="5925312"/>
            <a:ext cx="10963656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86E73"/>
                </a:solidFill>
                <a:latin typeface="맑은 고딕"/>
              </a:rPr>
              <a:t>각 선의 최고 검색일=100이므로 선 높이로 검색규모·판매량을 비교하지 않습니다.26.10 전년비는 양쪽 모두10.1~19일입니다.</a:t>
            </a:r>
          </a:p>
          <a:p>
            <a:pPr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86E73"/>
                </a:solidFill>
                <a:latin typeface="맑은 고딕"/>
              </a:rPr>
              <a:t>치킨 전체는 뼈치킨 대체값이 아닌 참고선입니다.형태·맛 묶음은 중복될 수 있으며 실제 판매량·선호율이 아닙니다.</a:t>
            </a:r>
          </a:p>
        </p:txBody>
      </p:sp>
      <p:sp>
        <p:nvSpPr>
          <p:cNvPr id="11" name="SOURCES"/>
          <p:cNvSpPr txBox="1"/>
          <p:nvPr/>
        </p:nvSpPr>
        <p:spPr>
          <a:xfrm>
            <a:off x="603504" y="6391656"/>
            <a:ext cx="1040587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686E73"/>
                </a:solidFill>
                <a:latin typeface="맑은 고딕"/>
              </a:rPr>
              <a:t>자료:네이버 데이터랩 | 일간·PC+모바일·성별/연령 전체 | 검색식·원값:근거Excel(Naver)</a:t>
            </a:r>
            <a:r>
              <a:rPr sz="900">
                <a:solidFill>
                  <a:srgbClr val="686E73"/>
                </a:solidFill>
                <a:latin typeface="맑은 고딕"/>
                <a:hlinkClick r:id="rId2"/>
              </a:rPr>
              <a:t> · 원본1</a:t>
            </a:r>
            <a:r>
              <a:rPr sz="900">
                <a:solidFill>
                  <a:srgbClr val="686E73"/>
                </a:solidFill>
                <a:latin typeface="맑은 고딕"/>
                <a:hlinkClick r:id="rId3"/>
              </a:rPr>
              <a:t> · 원본2</a:t>
            </a:r>
          </a:p>
        </p:txBody>
      </p:sp>
      <p:graphicFrame>
        <p:nvGraphicFramePr>
          <p:cNvPr id="12" name="DAILY_chicken_form"/>
          <p:cNvGraphicFramePr>
            <a:graphicFrameLocks noGrp="1"/>
          </p:cNvGraphicFramePr>
          <p:nvPr/>
        </p:nvGraphicFramePr>
        <p:xfrm>
          <a:off x="548640" y="2505456"/>
          <a:ext cx="11064240" cy="221742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3" name="SWATCH_chicken_form_NV_REF_CKN"/>
          <p:cNvSpPr/>
          <p:nvPr/>
        </p:nvSpPr>
        <p:spPr>
          <a:xfrm>
            <a:off x="603504" y="4944160"/>
            <a:ext cx="91440" cy="32004"/>
          </a:xfrm>
          <a:prstGeom prst="rect">
            <a:avLst/>
          </a:prstGeom>
          <a:solidFill>
            <a:srgbClr val="7D83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ERIES_chicken_form_NV_REF_CKN"/>
          <p:cNvSpPr txBox="1"/>
          <p:nvPr/>
        </p:nvSpPr>
        <p:spPr>
          <a:xfrm>
            <a:off x="749808" y="4885639"/>
            <a:ext cx="923544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>
                <a:solidFill>
                  <a:srgbClr val="7D838A"/>
                </a:solidFill>
                <a:latin typeface="맑은 고딕"/>
              </a:rPr>
              <a:t>치킨전체(참고)</a:t>
            </a:r>
          </a:p>
        </p:txBody>
      </p:sp>
      <p:sp>
        <p:nvSpPr>
          <p:cNvPr id="15" name="DL__chicken_form__NV_REF_CKN__202501"/>
          <p:cNvSpPr txBox="1"/>
          <p:nvPr/>
        </p:nvSpPr>
        <p:spPr>
          <a:xfrm>
            <a:off x="15261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38A"/>
                </a:solidFill>
                <a:latin typeface="맑은 고딕"/>
              </a:rPr>
              <a:t>42.6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38A"/>
                </a:solidFill>
                <a:latin typeface="맑은 고딕"/>
              </a:rPr>
              <a:t>(-16.1%)</a:t>
            </a:r>
          </a:p>
        </p:txBody>
      </p:sp>
      <p:sp>
        <p:nvSpPr>
          <p:cNvPr id="16" name="DL__chicken_form__NV_REF_CKN__202502"/>
          <p:cNvSpPr txBox="1"/>
          <p:nvPr/>
        </p:nvSpPr>
        <p:spPr>
          <a:xfrm>
            <a:off x="19833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38A"/>
                </a:solidFill>
                <a:latin typeface="맑은 고딕"/>
              </a:rPr>
              <a:t>39.0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38A"/>
                </a:solidFill>
                <a:latin typeface="맑은 고딕"/>
              </a:rPr>
              <a:t>(-28.3%)</a:t>
            </a:r>
          </a:p>
        </p:txBody>
      </p:sp>
      <p:sp>
        <p:nvSpPr>
          <p:cNvPr id="17" name="DL__chicken_form__NV_REF_CKN__202503"/>
          <p:cNvSpPr txBox="1"/>
          <p:nvPr/>
        </p:nvSpPr>
        <p:spPr>
          <a:xfrm>
            <a:off x="24405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38A"/>
                </a:solidFill>
                <a:latin typeface="맑은 고딕"/>
              </a:rPr>
              <a:t>40.0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38A"/>
                </a:solidFill>
                <a:latin typeface="맑은 고딕"/>
              </a:rPr>
              <a:t>(-17.0%)</a:t>
            </a:r>
          </a:p>
        </p:txBody>
      </p:sp>
      <p:sp>
        <p:nvSpPr>
          <p:cNvPr id="18" name="DL__chicken_form__NV_REF_CKN__202504"/>
          <p:cNvSpPr txBox="1"/>
          <p:nvPr/>
        </p:nvSpPr>
        <p:spPr>
          <a:xfrm>
            <a:off x="28977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38A"/>
                </a:solidFill>
                <a:latin typeface="맑은 고딕"/>
              </a:rPr>
              <a:t>40.2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38A"/>
                </a:solidFill>
                <a:latin typeface="맑은 고딕"/>
              </a:rPr>
              <a:t>(-18.4%)</a:t>
            </a:r>
          </a:p>
        </p:txBody>
      </p:sp>
      <p:sp>
        <p:nvSpPr>
          <p:cNvPr id="19" name="DL__chicken_form__NV_REF_CKN__202505"/>
          <p:cNvSpPr txBox="1"/>
          <p:nvPr/>
        </p:nvSpPr>
        <p:spPr>
          <a:xfrm>
            <a:off x="33549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38A"/>
                </a:solidFill>
                <a:latin typeface="맑은 고딕"/>
              </a:rPr>
              <a:t>46.5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38A"/>
                </a:solidFill>
                <a:latin typeface="맑은 고딕"/>
              </a:rPr>
              <a:t>(-8.7%)</a:t>
            </a:r>
          </a:p>
        </p:txBody>
      </p:sp>
      <p:sp>
        <p:nvSpPr>
          <p:cNvPr id="20" name="DL__chicken_form__NV_REF_CKN__202506"/>
          <p:cNvSpPr txBox="1"/>
          <p:nvPr/>
        </p:nvSpPr>
        <p:spPr>
          <a:xfrm>
            <a:off x="38121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38A"/>
                </a:solidFill>
                <a:latin typeface="맑은 고딕"/>
              </a:rPr>
              <a:t>44.9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38A"/>
                </a:solidFill>
                <a:latin typeface="맑은 고딕"/>
              </a:rPr>
              <a:t>(-15.3%)</a:t>
            </a:r>
          </a:p>
        </p:txBody>
      </p:sp>
      <p:sp>
        <p:nvSpPr>
          <p:cNvPr id="21" name="DL__chicken_form__NV_REF_CKN__202507"/>
          <p:cNvSpPr txBox="1"/>
          <p:nvPr/>
        </p:nvSpPr>
        <p:spPr>
          <a:xfrm>
            <a:off x="42693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38A"/>
                </a:solidFill>
                <a:latin typeface="맑은 고딕"/>
              </a:rPr>
              <a:t>50.4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38A"/>
                </a:solidFill>
                <a:latin typeface="맑은 고딕"/>
              </a:rPr>
              <a:t>(-5.0%)</a:t>
            </a:r>
          </a:p>
        </p:txBody>
      </p:sp>
      <p:sp>
        <p:nvSpPr>
          <p:cNvPr id="22" name="DL__chicken_form__NV_REF_CKN__202508"/>
          <p:cNvSpPr txBox="1"/>
          <p:nvPr/>
        </p:nvSpPr>
        <p:spPr>
          <a:xfrm>
            <a:off x="47265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38A"/>
                </a:solidFill>
                <a:latin typeface="맑은 고딕"/>
              </a:rPr>
              <a:t>49.1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38A"/>
                </a:solidFill>
                <a:latin typeface="맑은 고딕"/>
              </a:rPr>
              <a:t>(-12.6%)</a:t>
            </a:r>
          </a:p>
        </p:txBody>
      </p:sp>
      <p:sp>
        <p:nvSpPr>
          <p:cNvPr id="23" name="DL__chicken_form__NV_REF_CKN__202509"/>
          <p:cNvSpPr txBox="1"/>
          <p:nvPr/>
        </p:nvSpPr>
        <p:spPr>
          <a:xfrm>
            <a:off x="51837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38A"/>
                </a:solidFill>
                <a:latin typeface="맑은 고딕"/>
              </a:rPr>
              <a:t>39.4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38A"/>
                </a:solidFill>
                <a:latin typeface="맑은 고딕"/>
              </a:rPr>
              <a:t>(-19.5%)</a:t>
            </a:r>
          </a:p>
        </p:txBody>
      </p:sp>
      <p:sp>
        <p:nvSpPr>
          <p:cNvPr id="24" name="DL__chicken_form__NV_REF_CKN__202510"/>
          <p:cNvSpPr txBox="1"/>
          <p:nvPr/>
        </p:nvSpPr>
        <p:spPr>
          <a:xfrm>
            <a:off x="56409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38A"/>
                </a:solidFill>
                <a:latin typeface="맑은 고딕"/>
              </a:rPr>
              <a:t>45.4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38A"/>
                </a:solidFill>
                <a:latin typeface="맑은 고딕"/>
              </a:rPr>
              <a:t>(+0.9%)</a:t>
            </a:r>
          </a:p>
        </p:txBody>
      </p:sp>
      <p:sp>
        <p:nvSpPr>
          <p:cNvPr id="25" name="DL__chicken_form__NV_REF_CKN__202511"/>
          <p:cNvSpPr txBox="1"/>
          <p:nvPr/>
        </p:nvSpPr>
        <p:spPr>
          <a:xfrm>
            <a:off x="60981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38A"/>
                </a:solidFill>
                <a:latin typeface="맑은 고딕"/>
              </a:rPr>
              <a:t>37.7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38A"/>
                </a:solidFill>
                <a:latin typeface="맑은 고딕"/>
              </a:rPr>
              <a:t>(-11.1%)</a:t>
            </a:r>
          </a:p>
        </p:txBody>
      </p:sp>
      <p:sp>
        <p:nvSpPr>
          <p:cNvPr id="26" name="DL__chicken_form__NV_REF_CKN__202512"/>
          <p:cNvSpPr txBox="1"/>
          <p:nvPr/>
        </p:nvSpPr>
        <p:spPr>
          <a:xfrm>
            <a:off x="65553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38A"/>
                </a:solidFill>
                <a:latin typeface="맑은 고딕"/>
              </a:rPr>
              <a:t>35.6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38A"/>
                </a:solidFill>
                <a:latin typeface="맑은 고딕"/>
              </a:rPr>
              <a:t>(-13.1%)</a:t>
            </a:r>
          </a:p>
        </p:txBody>
      </p:sp>
      <p:sp>
        <p:nvSpPr>
          <p:cNvPr id="27" name="DL__chicken_form__NV_REF_CKN__202601"/>
          <p:cNvSpPr txBox="1"/>
          <p:nvPr/>
        </p:nvSpPr>
        <p:spPr>
          <a:xfrm>
            <a:off x="70125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38A"/>
                </a:solidFill>
                <a:latin typeface="맑은 고딕"/>
              </a:rPr>
              <a:t>33.8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38A"/>
                </a:solidFill>
                <a:latin typeface="맑은 고딕"/>
              </a:rPr>
              <a:t>(-20.7%)</a:t>
            </a:r>
          </a:p>
        </p:txBody>
      </p:sp>
      <p:sp>
        <p:nvSpPr>
          <p:cNvPr id="28" name="DL__chicken_form__NV_REF_CKN__202602"/>
          <p:cNvSpPr txBox="1"/>
          <p:nvPr/>
        </p:nvSpPr>
        <p:spPr>
          <a:xfrm>
            <a:off x="74697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38A"/>
                </a:solidFill>
                <a:latin typeface="맑은 고딕"/>
              </a:rPr>
              <a:t>34.9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38A"/>
                </a:solidFill>
                <a:latin typeface="맑은 고딕"/>
              </a:rPr>
              <a:t>(-10.6%)</a:t>
            </a:r>
          </a:p>
        </p:txBody>
      </p:sp>
      <p:sp>
        <p:nvSpPr>
          <p:cNvPr id="29" name="DL__chicken_form__NV_REF_CKN__202603"/>
          <p:cNvSpPr txBox="1"/>
          <p:nvPr/>
        </p:nvSpPr>
        <p:spPr>
          <a:xfrm>
            <a:off x="79269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38A"/>
                </a:solidFill>
                <a:latin typeface="맑은 고딕"/>
              </a:rPr>
              <a:t>31.7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38A"/>
                </a:solidFill>
                <a:latin typeface="맑은 고딕"/>
              </a:rPr>
              <a:t>(-20.6%)</a:t>
            </a:r>
          </a:p>
        </p:txBody>
      </p:sp>
      <p:sp>
        <p:nvSpPr>
          <p:cNvPr id="30" name="DL__chicken_form__NV_REF_CKN__202604"/>
          <p:cNvSpPr txBox="1"/>
          <p:nvPr/>
        </p:nvSpPr>
        <p:spPr>
          <a:xfrm>
            <a:off x="83841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38A"/>
                </a:solidFill>
                <a:latin typeface="맑은 고딕"/>
              </a:rPr>
              <a:t>34.0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38A"/>
                </a:solidFill>
                <a:latin typeface="맑은 고딕"/>
              </a:rPr>
              <a:t>(-15.5%)</a:t>
            </a:r>
          </a:p>
        </p:txBody>
      </p:sp>
      <p:sp>
        <p:nvSpPr>
          <p:cNvPr id="31" name="DL__chicken_form__NV_REF_CKN__202605"/>
          <p:cNvSpPr txBox="1"/>
          <p:nvPr/>
        </p:nvSpPr>
        <p:spPr>
          <a:xfrm>
            <a:off x="88413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38A"/>
                </a:solidFill>
                <a:latin typeface="맑은 고딕"/>
              </a:rPr>
              <a:t>39.9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38A"/>
                </a:solidFill>
                <a:latin typeface="맑은 고딕"/>
              </a:rPr>
              <a:t>(-14.1%)</a:t>
            </a:r>
          </a:p>
        </p:txBody>
      </p:sp>
      <p:sp>
        <p:nvSpPr>
          <p:cNvPr id="32" name="DL__chicken_form__NV_REF_CKN__202606"/>
          <p:cNvSpPr txBox="1"/>
          <p:nvPr/>
        </p:nvSpPr>
        <p:spPr>
          <a:xfrm>
            <a:off x="92985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38A"/>
                </a:solidFill>
                <a:latin typeface="맑은 고딕"/>
              </a:rPr>
              <a:t>38.8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38A"/>
                </a:solidFill>
                <a:latin typeface="맑은 고딕"/>
              </a:rPr>
              <a:t>(-13.5%)</a:t>
            </a:r>
          </a:p>
        </p:txBody>
      </p:sp>
      <p:sp>
        <p:nvSpPr>
          <p:cNvPr id="33" name="DL__chicken_form__NV_REF_CKN__202607"/>
          <p:cNvSpPr txBox="1"/>
          <p:nvPr/>
        </p:nvSpPr>
        <p:spPr>
          <a:xfrm>
            <a:off x="97557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38A"/>
                </a:solidFill>
                <a:latin typeface="맑은 고딕"/>
              </a:rPr>
              <a:t>39.4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38A"/>
                </a:solidFill>
                <a:latin typeface="맑은 고딕"/>
              </a:rPr>
              <a:t>(-22.0%)</a:t>
            </a:r>
          </a:p>
        </p:txBody>
      </p:sp>
      <p:sp>
        <p:nvSpPr>
          <p:cNvPr id="34" name="DL__chicken_form__NV_REF_CKN__202608"/>
          <p:cNvSpPr txBox="1"/>
          <p:nvPr/>
        </p:nvSpPr>
        <p:spPr>
          <a:xfrm>
            <a:off x="102129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38A"/>
                </a:solidFill>
                <a:latin typeface="맑은 고딕"/>
              </a:rPr>
              <a:t>39.7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38A"/>
                </a:solidFill>
                <a:latin typeface="맑은 고딕"/>
              </a:rPr>
              <a:t>(-19.2%)</a:t>
            </a:r>
          </a:p>
        </p:txBody>
      </p:sp>
      <p:sp>
        <p:nvSpPr>
          <p:cNvPr id="35" name="DL__chicken_form__NV_REF_CKN__202609"/>
          <p:cNvSpPr txBox="1"/>
          <p:nvPr/>
        </p:nvSpPr>
        <p:spPr>
          <a:xfrm>
            <a:off x="106701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38A"/>
                </a:solidFill>
                <a:latin typeface="맑은 고딕"/>
              </a:rPr>
              <a:t>32.7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38A"/>
                </a:solidFill>
                <a:latin typeface="맑은 고딕"/>
              </a:rPr>
              <a:t>(-17.1%)</a:t>
            </a:r>
          </a:p>
        </p:txBody>
      </p:sp>
      <p:sp>
        <p:nvSpPr>
          <p:cNvPr id="36" name="DL__chicken_form__NV_REF_CKN__202610"/>
          <p:cNvSpPr txBox="1"/>
          <p:nvPr/>
        </p:nvSpPr>
        <p:spPr>
          <a:xfrm>
            <a:off x="111273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38A"/>
                </a:solidFill>
                <a:latin typeface="맑은 고딕"/>
              </a:rPr>
              <a:t>32.4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38A"/>
                </a:solidFill>
                <a:latin typeface="맑은 고딕"/>
              </a:rPr>
              <a:t>(-36.0%)</a:t>
            </a:r>
          </a:p>
        </p:txBody>
      </p:sp>
      <p:sp>
        <p:nvSpPr>
          <p:cNvPr id="37" name="SWATCH_chicken_form_NV_FORM_WHOLE"/>
          <p:cNvSpPr/>
          <p:nvPr/>
        </p:nvSpPr>
        <p:spPr>
          <a:xfrm>
            <a:off x="603504" y="5140756"/>
            <a:ext cx="91440" cy="32004"/>
          </a:xfrm>
          <a:prstGeom prst="rect">
            <a:avLst/>
          </a:prstGeom>
          <a:solidFill>
            <a:srgbClr val="9B6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ERIES_chicken_form_NV_FORM_WHOLE"/>
          <p:cNvSpPr txBox="1"/>
          <p:nvPr/>
        </p:nvSpPr>
        <p:spPr>
          <a:xfrm>
            <a:off x="749808" y="5082235"/>
            <a:ext cx="923544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>
                <a:solidFill>
                  <a:srgbClr val="9B696E"/>
                </a:solidFill>
                <a:latin typeface="맑은 고딕"/>
              </a:rPr>
              <a:t>통닭</a:t>
            </a:r>
          </a:p>
        </p:txBody>
      </p:sp>
      <p:sp>
        <p:nvSpPr>
          <p:cNvPr id="39" name="DL__chicken_form__NV_FORM_WHOLE__202501"/>
          <p:cNvSpPr txBox="1"/>
          <p:nvPr/>
        </p:nvSpPr>
        <p:spPr>
          <a:xfrm>
            <a:off x="15261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45.2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(-23.8%)</a:t>
            </a:r>
          </a:p>
        </p:txBody>
      </p:sp>
      <p:sp>
        <p:nvSpPr>
          <p:cNvPr id="40" name="DL__chicken_form__NV_FORM_WHOLE__202502"/>
          <p:cNvSpPr txBox="1"/>
          <p:nvPr/>
        </p:nvSpPr>
        <p:spPr>
          <a:xfrm>
            <a:off x="19833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44.7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(-22.6%)</a:t>
            </a:r>
          </a:p>
        </p:txBody>
      </p:sp>
      <p:sp>
        <p:nvSpPr>
          <p:cNvPr id="41" name="DL__chicken_form__NV_FORM_WHOLE__202503"/>
          <p:cNvSpPr txBox="1"/>
          <p:nvPr/>
        </p:nvSpPr>
        <p:spPr>
          <a:xfrm>
            <a:off x="24405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44.4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(-18.7%)</a:t>
            </a:r>
          </a:p>
        </p:txBody>
      </p:sp>
      <p:sp>
        <p:nvSpPr>
          <p:cNvPr id="42" name="DL__chicken_form__NV_FORM_WHOLE__202504"/>
          <p:cNvSpPr txBox="1"/>
          <p:nvPr/>
        </p:nvSpPr>
        <p:spPr>
          <a:xfrm>
            <a:off x="28977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44.0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(-18.4%)</a:t>
            </a:r>
          </a:p>
        </p:txBody>
      </p:sp>
      <p:sp>
        <p:nvSpPr>
          <p:cNvPr id="43" name="DL__chicken_form__NV_FORM_WHOLE__202505"/>
          <p:cNvSpPr txBox="1"/>
          <p:nvPr/>
        </p:nvSpPr>
        <p:spPr>
          <a:xfrm>
            <a:off x="33549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46.4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(-15.3%)</a:t>
            </a:r>
          </a:p>
        </p:txBody>
      </p:sp>
      <p:sp>
        <p:nvSpPr>
          <p:cNvPr id="44" name="DL__chicken_form__NV_FORM_WHOLE__202506"/>
          <p:cNvSpPr txBox="1"/>
          <p:nvPr/>
        </p:nvSpPr>
        <p:spPr>
          <a:xfrm>
            <a:off x="38121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46.1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(-20.1%)</a:t>
            </a:r>
          </a:p>
        </p:txBody>
      </p:sp>
      <p:sp>
        <p:nvSpPr>
          <p:cNvPr id="45" name="DL__chicken_form__NV_FORM_WHOLE__202507"/>
          <p:cNvSpPr txBox="1"/>
          <p:nvPr/>
        </p:nvSpPr>
        <p:spPr>
          <a:xfrm>
            <a:off x="42693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45.7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(-18.3%)</a:t>
            </a:r>
          </a:p>
        </p:txBody>
      </p:sp>
      <p:sp>
        <p:nvSpPr>
          <p:cNvPr id="46" name="DL__chicken_form__NV_FORM_WHOLE__202508"/>
          <p:cNvSpPr txBox="1"/>
          <p:nvPr/>
        </p:nvSpPr>
        <p:spPr>
          <a:xfrm>
            <a:off x="47265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45.5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(-19.2%)</a:t>
            </a:r>
          </a:p>
        </p:txBody>
      </p:sp>
      <p:sp>
        <p:nvSpPr>
          <p:cNvPr id="47" name="DL__chicken_form__NV_FORM_WHOLE__202509"/>
          <p:cNvSpPr txBox="1"/>
          <p:nvPr/>
        </p:nvSpPr>
        <p:spPr>
          <a:xfrm>
            <a:off x="51837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42.3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(-17.7%)</a:t>
            </a:r>
          </a:p>
        </p:txBody>
      </p:sp>
      <p:sp>
        <p:nvSpPr>
          <p:cNvPr id="48" name="DL__chicken_form__NV_FORM_WHOLE__202510"/>
          <p:cNvSpPr txBox="1"/>
          <p:nvPr/>
        </p:nvSpPr>
        <p:spPr>
          <a:xfrm>
            <a:off x="56409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46.5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(-9.9%)</a:t>
            </a:r>
          </a:p>
        </p:txBody>
      </p:sp>
      <p:sp>
        <p:nvSpPr>
          <p:cNvPr id="49" name="DL__chicken_form__NV_FORM_WHOLE__202511"/>
          <p:cNvSpPr txBox="1"/>
          <p:nvPr/>
        </p:nvSpPr>
        <p:spPr>
          <a:xfrm>
            <a:off x="60981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42.4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(-10.7%)</a:t>
            </a:r>
          </a:p>
        </p:txBody>
      </p:sp>
      <p:sp>
        <p:nvSpPr>
          <p:cNvPr id="50" name="DL__chicken_form__NV_FORM_WHOLE__202512"/>
          <p:cNvSpPr txBox="1"/>
          <p:nvPr/>
        </p:nvSpPr>
        <p:spPr>
          <a:xfrm>
            <a:off x="65553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39.9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(-10.3%)</a:t>
            </a:r>
          </a:p>
        </p:txBody>
      </p:sp>
      <p:sp>
        <p:nvSpPr>
          <p:cNvPr id="51" name="DL__chicken_form__NV_FORM_WHOLE__202601"/>
          <p:cNvSpPr txBox="1"/>
          <p:nvPr/>
        </p:nvSpPr>
        <p:spPr>
          <a:xfrm>
            <a:off x="70125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41.6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(-7.9%)</a:t>
            </a:r>
          </a:p>
        </p:txBody>
      </p:sp>
      <p:sp>
        <p:nvSpPr>
          <p:cNvPr id="52" name="DL__chicken_form__NV_FORM_WHOLE__202602"/>
          <p:cNvSpPr txBox="1"/>
          <p:nvPr/>
        </p:nvSpPr>
        <p:spPr>
          <a:xfrm>
            <a:off x="74697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40.8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(-8.6%)</a:t>
            </a:r>
          </a:p>
        </p:txBody>
      </p:sp>
      <p:sp>
        <p:nvSpPr>
          <p:cNvPr id="53" name="DL__chicken_form__NV_FORM_WHOLE__202603"/>
          <p:cNvSpPr txBox="1"/>
          <p:nvPr/>
        </p:nvSpPr>
        <p:spPr>
          <a:xfrm>
            <a:off x="79269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40.1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(-9.8%)</a:t>
            </a:r>
          </a:p>
        </p:txBody>
      </p:sp>
      <p:sp>
        <p:nvSpPr>
          <p:cNvPr id="54" name="DL__chicken_form__NV_FORM_WHOLE__202604"/>
          <p:cNvSpPr txBox="1"/>
          <p:nvPr/>
        </p:nvSpPr>
        <p:spPr>
          <a:xfrm>
            <a:off x="83841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40.7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(-7.5%)</a:t>
            </a:r>
          </a:p>
        </p:txBody>
      </p:sp>
      <p:sp>
        <p:nvSpPr>
          <p:cNvPr id="55" name="DL__chicken_form__NV_FORM_WHOLE__202605"/>
          <p:cNvSpPr txBox="1"/>
          <p:nvPr/>
        </p:nvSpPr>
        <p:spPr>
          <a:xfrm>
            <a:off x="88413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43.7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(-5.8%)</a:t>
            </a:r>
          </a:p>
        </p:txBody>
      </p:sp>
      <p:sp>
        <p:nvSpPr>
          <p:cNvPr id="56" name="DL__chicken_form__NV_FORM_WHOLE__202606"/>
          <p:cNvSpPr txBox="1"/>
          <p:nvPr/>
        </p:nvSpPr>
        <p:spPr>
          <a:xfrm>
            <a:off x="92985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42.6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(-7.6%)</a:t>
            </a:r>
          </a:p>
        </p:txBody>
      </p:sp>
      <p:sp>
        <p:nvSpPr>
          <p:cNvPr id="57" name="DL__chicken_form__NV_FORM_WHOLE__202607"/>
          <p:cNvSpPr txBox="1"/>
          <p:nvPr/>
        </p:nvSpPr>
        <p:spPr>
          <a:xfrm>
            <a:off x="97557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42.1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(-8.0%)</a:t>
            </a:r>
          </a:p>
        </p:txBody>
      </p:sp>
      <p:sp>
        <p:nvSpPr>
          <p:cNvPr id="58" name="DL__chicken_form__NV_FORM_WHOLE__202608"/>
          <p:cNvSpPr txBox="1"/>
          <p:nvPr/>
        </p:nvSpPr>
        <p:spPr>
          <a:xfrm>
            <a:off x="102129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44.3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(-2.7%)</a:t>
            </a:r>
          </a:p>
        </p:txBody>
      </p:sp>
      <p:sp>
        <p:nvSpPr>
          <p:cNvPr id="59" name="DL__chicken_form__NV_FORM_WHOLE__202609"/>
          <p:cNvSpPr txBox="1"/>
          <p:nvPr/>
        </p:nvSpPr>
        <p:spPr>
          <a:xfrm>
            <a:off x="106701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37.8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(-10.7%)</a:t>
            </a:r>
          </a:p>
        </p:txBody>
      </p:sp>
      <p:sp>
        <p:nvSpPr>
          <p:cNvPr id="60" name="DL__chicken_form__NV_FORM_WHOLE__202610"/>
          <p:cNvSpPr txBox="1"/>
          <p:nvPr/>
        </p:nvSpPr>
        <p:spPr>
          <a:xfrm>
            <a:off x="111273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38.8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(-21.1%)</a:t>
            </a:r>
          </a:p>
        </p:txBody>
      </p:sp>
      <p:sp>
        <p:nvSpPr>
          <p:cNvPr id="61" name="SWATCH_chicken_form_NV_XC12"/>
          <p:cNvSpPr/>
          <p:nvPr/>
        </p:nvSpPr>
        <p:spPr>
          <a:xfrm>
            <a:off x="603504" y="5337352"/>
            <a:ext cx="91440" cy="32004"/>
          </a:xfrm>
          <a:prstGeom prst="rect">
            <a:avLst/>
          </a:prstGeom>
          <a:solidFill>
            <a:srgbClr val="3E8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SERIES_chicken_form_NV_XC12"/>
          <p:cNvSpPr txBox="1"/>
          <p:nvPr/>
        </p:nvSpPr>
        <p:spPr>
          <a:xfrm>
            <a:off x="749808" y="5278831"/>
            <a:ext cx="923544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>
                <a:solidFill>
                  <a:srgbClr val="3E8490"/>
                </a:solidFill>
                <a:latin typeface="맑은 고딕"/>
              </a:rPr>
              <a:t>순살·발골</a:t>
            </a:r>
          </a:p>
        </p:txBody>
      </p:sp>
      <p:sp>
        <p:nvSpPr>
          <p:cNvPr id="63" name="DL__chicken_form__NV_XC12__202501"/>
          <p:cNvSpPr txBox="1"/>
          <p:nvPr/>
        </p:nvSpPr>
        <p:spPr>
          <a:xfrm>
            <a:off x="15261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38.9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(-19.3%)</a:t>
            </a:r>
          </a:p>
        </p:txBody>
      </p:sp>
      <p:sp>
        <p:nvSpPr>
          <p:cNvPr id="64" name="DL__chicken_form__NV_XC12__202502"/>
          <p:cNvSpPr txBox="1"/>
          <p:nvPr/>
        </p:nvSpPr>
        <p:spPr>
          <a:xfrm>
            <a:off x="19833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39.6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(-16.4%)</a:t>
            </a:r>
          </a:p>
        </p:txBody>
      </p:sp>
      <p:sp>
        <p:nvSpPr>
          <p:cNvPr id="65" name="DL__chicken_form__NV_XC12__202503"/>
          <p:cNvSpPr txBox="1"/>
          <p:nvPr/>
        </p:nvSpPr>
        <p:spPr>
          <a:xfrm>
            <a:off x="24405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38.2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(-21.6%)</a:t>
            </a:r>
          </a:p>
        </p:txBody>
      </p:sp>
      <p:sp>
        <p:nvSpPr>
          <p:cNvPr id="66" name="DL__chicken_form__NV_XC12__202504"/>
          <p:cNvSpPr txBox="1"/>
          <p:nvPr/>
        </p:nvSpPr>
        <p:spPr>
          <a:xfrm>
            <a:off x="28977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36.3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(-24.7%)</a:t>
            </a:r>
          </a:p>
        </p:txBody>
      </p:sp>
      <p:sp>
        <p:nvSpPr>
          <p:cNvPr id="67" name="DL__chicken_form__NV_XC12__202505"/>
          <p:cNvSpPr txBox="1"/>
          <p:nvPr/>
        </p:nvSpPr>
        <p:spPr>
          <a:xfrm>
            <a:off x="33549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52.1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(+9.3%)</a:t>
            </a:r>
          </a:p>
        </p:txBody>
      </p:sp>
      <p:sp>
        <p:nvSpPr>
          <p:cNvPr id="68" name="DL__chicken_form__NV_XC12__202506"/>
          <p:cNvSpPr txBox="1"/>
          <p:nvPr/>
        </p:nvSpPr>
        <p:spPr>
          <a:xfrm>
            <a:off x="38121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42.4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(-11.4%)</a:t>
            </a:r>
          </a:p>
        </p:txBody>
      </p:sp>
      <p:sp>
        <p:nvSpPr>
          <p:cNvPr id="69" name="DL__chicken_form__NV_XC12__202507"/>
          <p:cNvSpPr txBox="1"/>
          <p:nvPr/>
        </p:nvSpPr>
        <p:spPr>
          <a:xfrm>
            <a:off x="42693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37.7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(-22.5%)</a:t>
            </a:r>
          </a:p>
        </p:txBody>
      </p:sp>
      <p:sp>
        <p:nvSpPr>
          <p:cNvPr id="70" name="DL__chicken_form__NV_XC12__202508"/>
          <p:cNvSpPr txBox="1"/>
          <p:nvPr/>
        </p:nvSpPr>
        <p:spPr>
          <a:xfrm>
            <a:off x="47265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34.1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(-24.5%)</a:t>
            </a:r>
          </a:p>
        </p:txBody>
      </p:sp>
      <p:sp>
        <p:nvSpPr>
          <p:cNvPr id="71" name="DL__chicken_form__NV_XC12__202509"/>
          <p:cNvSpPr txBox="1"/>
          <p:nvPr/>
        </p:nvSpPr>
        <p:spPr>
          <a:xfrm>
            <a:off x="51837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31.4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(-31.9%)</a:t>
            </a:r>
          </a:p>
        </p:txBody>
      </p:sp>
      <p:sp>
        <p:nvSpPr>
          <p:cNvPr id="72" name="DL__chicken_form__NV_XC12__202510"/>
          <p:cNvSpPr txBox="1"/>
          <p:nvPr/>
        </p:nvSpPr>
        <p:spPr>
          <a:xfrm>
            <a:off x="56409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28.9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(-41.9%)</a:t>
            </a:r>
          </a:p>
        </p:txBody>
      </p:sp>
      <p:sp>
        <p:nvSpPr>
          <p:cNvPr id="73" name="DL__chicken_form__NV_XC12__202511"/>
          <p:cNvSpPr txBox="1"/>
          <p:nvPr/>
        </p:nvSpPr>
        <p:spPr>
          <a:xfrm>
            <a:off x="60981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29.4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(-25.7%)</a:t>
            </a:r>
          </a:p>
        </p:txBody>
      </p:sp>
      <p:sp>
        <p:nvSpPr>
          <p:cNvPr id="74" name="DL__chicken_form__NV_XC12__202512"/>
          <p:cNvSpPr txBox="1"/>
          <p:nvPr/>
        </p:nvSpPr>
        <p:spPr>
          <a:xfrm>
            <a:off x="65553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32.3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(-35.6%)</a:t>
            </a:r>
          </a:p>
        </p:txBody>
      </p:sp>
      <p:sp>
        <p:nvSpPr>
          <p:cNvPr id="75" name="DL__chicken_form__NV_XC12__202601"/>
          <p:cNvSpPr txBox="1"/>
          <p:nvPr/>
        </p:nvSpPr>
        <p:spPr>
          <a:xfrm>
            <a:off x="70125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29.0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(-25.4%)</a:t>
            </a:r>
          </a:p>
        </p:txBody>
      </p:sp>
      <p:sp>
        <p:nvSpPr>
          <p:cNvPr id="76" name="DL__chicken_form__NV_XC12__202602"/>
          <p:cNvSpPr txBox="1"/>
          <p:nvPr/>
        </p:nvSpPr>
        <p:spPr>
          <a:xfrm>
            <a:off x="74697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25.4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(-35.7%)</a:t>
            </a:r>
          </a:p>
        </p:txBody>
      </p:sp>
      <p:sp>
        <p:nvSpPr>
          <p:cNvPr id="77" name="DL__chicken_form__NV_XC12__202603"/>
          <p:cNvSpPr txBox="1"/>
          <p:nvPr/>
        </p:nvSpPr>
        <p:spPr>
          <a:xfrm>
            <a:off x="79269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26.3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(-31.3%)</a:t>
            </a:r>
          </a:p>
        </p:txBody>
      </p:sp>
      <p:sp>
        <p:nvSpPr>
          <p:cNvPr id="78" name="DL__chicken_form__NV_XC12__202604"/>
          <p:cNvSpPr txBox="1"/>
          <p:nvPr/>
        </p:nvSpPr>
        <p:spPr>
          <a:xfrm>
            <a:off x="83841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28.0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(-22.6%)</a:t>
            </a:r>
          </a:p>
        </p:txBody>
      </p:sp>
      <p:sp>
        <p:nvSpPr>
          <p:cNvPr id="79" name="DL__chicken_form__NV_XC12__202605"/>
          <p:cNvSpPr txBox="1"/>
          <p:nvPr/>
        </p:nvSpPr>
        <p:spPr>
          <a:xfrm>
            <a:off x="88413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30.4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(-41.6%)</a:t>
            </a:r>
          </a:p>
        </p:txBody>
      </p:sp>
      <p:sp>
        <p:nvSpPr>
          <p:cNvPr id="80" name="DL__chicken_form__NV_XC12__202606"/>
          <p:cNvSpPr txBox="1"/>
          <p:nvPr/>
        </p:nvSpPr>
        <p:spPr>
          <a:xfrm>
            <a:off x="92985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28.7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(-32.2%)</a:t>
            </a:r>
          </a:p>
        </p:txBody>
      </p:sp>
      <p:sp>
        <p:nvSpPr>
          <p:cNvPr id="81" name="DL__chicken_form__NV_XC12__202607"/>
          <p:cNvSpPr txBox="1"/>
          <p:nvPr/>
        </p:nvSpPr>
        <p:spPr>
          <a:xfrm>
            <a:off x="97557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28.1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(-25.4%)</a:t>
            </a:r>
          </a:p>
        </p:txBody>
      </p:sp>
      <p:sp>
        <p:nvSpPr>
          <p:cNvPr id="82" name="DL__chicken_form__NV_XC12__202608"/>
          <p:cNvSpPr txBox="1"/>
          <p:nvPr/>
        </p:nvSpPr>
        <p:spPr>
          <a:xfrm>
            <a:off x="102129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26.6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(-22.1%)</a:t>
            </a:r>
          </a:p>
        </p:txBody>
      </p:sp>
      <p:sp>
        <p:nvSpPr>
          <p:cNvPr id="83" name="DL__chicken_form__NV_XC12__202609"/>
          <p:cNvSpPr txBox="1"/>
          <p:nvPr/>
        </p:nvSpPr>
        <p:spPr>
          <a:xfrm>
            <a:off x="106701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23.3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(-25.7%)</a:t>
            </a:r>
          </a:p>
        </p:txBody>
      </p:sp>
      <p:sp>
        <p:nvSpPr>
          <p:cNvPr id="84" name="DL__chicken_form__NV_XC12__202610"/>
          <p:cNvSpPr txBox="1"/>
          <p:nvPr/>
        </p:nvSpPr>
        <p:spPr>
          <a:xfrm>
            <a:off x="111273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25.8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(-11.2%)</a:t>
            </a:r>
          </a:p>
        </p:txBody>
      </p:sp>
      <p:sp>
        <p:nvSpPr>
          <p:cNvPr id="85" name="SWATCH_chicken_form_NV_FORM_TENDER"/>
          <p:cNvSpPr/>
          <p:nvPr/>
        </p:nvSpPr>
        <p:spPr>
          <a:xfrm>
            <a:off x="603504" y="5533948"/>
            <a:ext cx="91440" cy="32004"/>
          </a:xfrm>
          <a:prstGeom prst="rect">
            <a:avLst/>
          </a:prstGeom>
          <a:solidFill>
            <a:srgbClr val="7D8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SERIES_chicken_form_NV_FORM_TENDER"/>
          <p:cNvSpPr txBox="1"/>
          <p:nvPr/>
        </p:nvSpPr>
        <p:spPr>
          <a:xfrm>
            <a:off x="749808" y="5475427"/>
            <a:ext cx="923544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>
                <a:solidFill>
                  <a:srgbClr val="7D8F51"/>
                </a:solidFill>
                <a:latin typeface="맑은 고딕"/>
              </a:rPr>
              <a:t>치킨텐더</a:t>
            </a:r>
          </a:p>
        </p:txBody>
      </p:sp>
      <p:sp>
        <p:nvSpPr>
          <p:cNvPr id="87" name="DL__chicken_form__NV_FORM_TENDER__202501"/>
          <p:cNvSpPr txBox="1"/>
          <p:nvPr/>
        </p:nvSpPr>
        <p:spPr>
          <a:xfrm>
            <a:off x="15261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27.2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(-13.6%)</a:t>
            </a:r>
          </a:p>
        </p:txBody>
      </p:sp>
      <p:sp>
        <p:nvSpPr>
          <p:cNvPr id="88" name="DL__chicken_form__NV_FORM_TENDER__202502"/>
          <p:cNvSpPr txBox="1"/>
          <p:nvPr/>
        </p:nvSpPr>
        <p:spPr>
          <a:xfrm>
            <a:off x="19833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31.7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(+12.8%)</a:t>
            </a:r>
          </a:p>
        </p:txBody>
      </p:sp>
      <p:sp>
        <p:nvSpPr>
          <p:cNvPr id="89" name="DL__chicken_form__NV_FORM_TENDER__202503"/>
          <p:cNvSpPr txBox="1"/>
          <p:nvPr/>
        </p:nvSpPr>
        <p:spPr>
          <a:xfrm>
            <a:off x="24405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31.7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(-5.0%)</a:t>
            </a:r>
          </a:p>
        </p:txBody>
      </p:sp>
      <p:sp>
        <p:nvSpPr>
          <p:cNvPr id="90" name="DL__chicken_form__NV_FORM_TENDER__202504"/>
          <p:cNvSpPr txBox="1"/>
          <p:nvPr/>
        </p:nvSpPr>
        <p:spPr>
          <a:xfrm>
            <a:off x="28977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30.4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(-12.1%)</a:t>
            </a:r>
          </a:p>
        </p:txBody>
      </p:sp>
      <p:sp>
        <p:nvSpPr>
          <p:cNvPr id="91" name="DL__chicken_form__NV_FORM_TENDER__202505"/>
          <p:cNvSpPr txBox="1"/>
          <p:nvPr/>
        </p:nvSpPr>
        <p:spPr>
          <a:xfrm>
            <a:off x="33549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27.9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(-14.6%)</a:t>
            </a:r>
          </a:p>
        </p:txBody>
      </p:sp>
      <p:sp>
        <p:nvSpPr>
          <p:cNvPr id="92" name="DL__chicken_form__NV_FORM_TENDER__202506"/>
          <p:cNvSpPr txBox="1"/>
          <p:nvPr/>
        </p:nvSpPr>
        <p:spPr>
          <a:xfrm>
            <a:off x="38121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27.1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(-14.5%)</a:t>
            </a:r>
          </a:p>
        </p:txBody>
      </p:sp>
      <p:sp>
        <p:nvSpPr>
          <p:cNvPr id="93" name="DL__chicken_form__NV_FORM_TENDER__202507"/>
          <p:cNvSpPr txBox="1"/>
          <p:nvPr/>
        </p:nvSpPr>
        <p:spPr>
          <a:xfrm>
            <a:off x="42693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26.2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(-16.9%)</a:t>
            </a:r>
          </a:p>
        </p:txBody>
      </p:sp>
      <p:sp>
        <p:nvSpPr>
          <p:cNvPr id="94" name="DL__chicken_form__NV_FORM_TENDER__202508"/>
          <p:cNvSpPr txBox="1"/>
          <p:nvPr/>
        </p:nvSpPr>
        <p:spPr>
          <a:xfrm>
            <a:off x="47265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28.3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(-5.6%)</a:t>
            </a:r>
          </a:p>
        </p:txBody>
      </p:sp>
      <p:sp>
        <p:nvSpPr>
          <p:cNvPr id="95" name="DL__chicken_form__NV_FORM_TENDER__202509"/>
          <p:cNvSpPr txBox="1"/>
          <p:nvPr/>
        </p:nvSpPr>
        <p:spPr>
          <a:xfrm>
            <a:off x="51837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23.7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(-4.2%)</a:t>
            </a:r>
          </a:p>
        </p:txBody>
      </p:sp>
      <p:sp>
        <p:nvSpPr>
          <p:cNvPr id="96" name="DL__chicken_form__NV_FORM_TENDER__202510"/>
          <p:cNvSpPr txBox="1"/>
          <p:nvPr/>
        </p:nvSpPr>
        <p:spPr>
          <a:xfrm>
            <a:off x="56409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21.4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(-24.6%)</a:t>
            </a:r>
          </a:p>
        </p:txBody>
      </p:sp>
      <p:sp>
        <p:nvSpPr>
          <p:cNvPr id="97" name="DL__chicken_form__NV_FORM_TENDER__202511"/>
          <p:cNvSpPr txBox="1"/>
          <p:nvPr/>
        </p:nvSpPr>
        <p:spPr>
          <a:xfrm>
            <a:off x="60981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22.4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(-10.9%)</a:t>
            </a:r>
          </a:p>
        </p:txBody>
      </p:sp>
      <p:sp>
        <p:nvSpPr>
          <p:cNvPr id="98" name="DL__chicken_form__NV_FORM_TENDER__202512"/>
          <p:cNvSpPr txBox="1"/>
          <p:nvPr/>
        </p:nvSpPr>
        <p:spPr>
          <a:xfrm>
            <a:off x="65553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22.2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(-15.4%)</a:t>
            </a:r>
          </a:p>
        </p:txBody>
      </p:sp>
      <p:sp>
        <p:nvSpPr>
          <p:cNvPr id="99" name="DL__chicken_form__NV_FORM_TENDER__202601"/>
          <p:cNvSpPr txBox="1"/>
          <p:nvPr/>
        </p:nvSpPr>
        <p:spPr>
          <a:xfrm>
            <a:off x="70125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26.8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(-1.8%)</a:t>
            </a:r>
          </a:p>
        </p:txBody>
      </p:sp>
      <p:sp>
        <p:nvSpPr>
          <p:cNvPr id="100" name="DL__chicken_form__NV_FORM_TENDER__202602"/>
          <p:cNvSpPr txBox="1"/>
          <p:nvPr/>
        </p:nvSpPr>
        <p:spPr>
          <a:xfrm>
            <a:off x="74697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21.2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(-33.2%)</a:t>
            </a:r>
          </a:p>
        </p:txBody>
      </p:sp>
      <p:sp>
        <p:nvSpPr>
          <p:cNvPr id="101" name="DL__chicken_form__NV_FORM_TENDER__202603"/>
          <p:cNvSpPr txBox="1"/>
          <p:nvPr/>
        </p:nvSpPr>
        <p:spPr>
          <a:xfrm>
            <a:off x="79269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24.8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(-21.9%)</a:t>
            </a:r>
          </a:p>
        </p:txBody>
      </p:sp>
      <p:sp>
        <p:nvSpPr>
          <p:cNvPr id="102" name="DL__chicken_form__NV_FORM_TENDER__202604"/>
          <p:cNvSpPr txBox="1"/>
          <p:nvPr/>
        </p:nvSpPr>
        <p:spPr>
          <a:xfrm>
            <a:off x="83841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23.3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(-23.3%)</a:t>
            </a:r>
          </a:p>
        </p:txBody>
      </p:sp>
      <p:sp>
        <p:nvSpPr>
          <p:cNvPr id="103" name="DL__chicken_form__NV_FORM_TENDER__202605"/>
          <p:cNvSpPr txBox="1"/>
          <p:nvPr/>
        </p:nvSpPr>
        <p:spPr>
          <a:xfrm>
            <a:off x="88413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22.8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(-18.6%)</a:t>
            </a:r>
          </a:p>
        </p:txBody>
      </p:sp>
      <p:sp>
        <p:nvSpPr>
          <p:cNvPr id="104" name="DL__chicken_form__NV_FORM_TENDER__202606"/>
          <p:cNvSpPr txBox="1"/>
          <p:nvPr/>
        </p:nvSpPr>
        <p:spPr>
          <a:xfrm>
            <a:off x="92985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22.0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(-18.8%)</a:t>
            </a:r>
          </a:p>
        </p:txBody>
      </p:sp>
      <p:sp>
        <p:nvSpPr>
          <p:cNvPr id="105" name="DL__chicken_form__NV_FORM_TENDER__202607"/>
          <p:cNvSpPr txBox="1"/>
          <p:nvPr/>
        </p:nvSpPr>
        <p:spPr>
          <a:xfrm>
            <a:off x="97557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21.3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(-18.7%)</a:t>
            </a:r>
          </a:p>
        </p:txBody>
      </p:sp>
      <p:sp>
        <p:nvSpPr>
          <p:cNvPr id="106" name="DL__chicken_form__NV_FORM_TENDER__202608"/>
          <p:cNvSpPr txBox="1"/>
          <p:nvPr/>
        </p:nvSpPr>
        <p:spPr>
          <a:xfrm>
            <a:off x="102129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22.2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(-21.6%)</a:t>
            </a:r>
          </a:p>
        </p:txBody>
      </p:sp>
      <p:sp>
        <p:nvSpPr>
          <p:cNvPr id="107" name="DL__chicken_form__NV_FORM_TENDER__202609"/>
          <p:cNvSpPr txBox="1"/>
          <p:nvPr/>
        </p:nvSpPr>
        <p:spPr>
          <a:xfrm>
            <a:off x="106701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18.1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(-23.7%)</a:t>
            </a:r>
          </a:p>
        </p:txBody>
      </p:sp>
      <p:sp>
        <p:nvSpPr>
          <p:cNvPr id="108" name="DL__chicken_form__NV_FORM_TENDER__202610"/>
          <p:cNvSpPr txBox="1"/>
          <p:nvPr/>
        </p:nvSpPr>
        <p:spPr>
          <a:xfrm>
            <a:off x="111273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17.3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(-12.2%)</a:t>
            </a:r>
          </a:p>
        </p:txBody>
      </p:sp>
      <p:sp>
        <p:nvSpPr>
          <p:cNvPr id="109" name="SWATCH_chicken_form_NV_FORM_WINGS"/>
          <p:cNvSpPr/>
          <p:nvPr/>
        </p:nvSpPr>
        <p:spPr>
          <a:xfrm>
            <a:off x="603504" y="5730544"/>
            <a:ext cx="91440" cy="32004"/>
          </a:xfrm>
          <a:prstGeom prst="rect">
            <a:avLst/>
          </a:prstGeom>
          <a:solidFill>
            <a:srgbClr val="778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SERIES_chicken_form_NV_FORM_WINGS"/>
          <p:cNvSpPr txBox="1"/>
          <p:nvPr/>
        </p:nvSpPr>
        <p:spPr>
          <a:xfrm>
            <a:off x="749808" y="5672023"/>
            <a:ext cx="923544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>
                <a:solidFill>
                  <a:srgbClr val="778189"/>
                </a:solidFill>
                <a:latin typeface="맑은 고딕"/>
              </a:rPr>
              <a:t>윙·봉</a:t>
            </a:r>
          </a:p>
        </p:txBody>
      </p:sp>
      <p:sp>
        <p:nvSpPr>
          <p:cNvPr id="111" name="DL__chicken_form__NV_FORM_WINGS__202501"/>
          <p:cNvSpPr txBox="1"/>
          <p:nvPr/>
        </p:nvSpPr>
        <p:spPr>
          <a:xfrm>
            <a:off x="15261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64.1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(-19.9%)</a:t>
            </a:r>
          </a:p>
        </p:txBody>
      </p:sp>
      <p:sp>
        <p:nvSpPr>
          <p:cNvPr id="112" name="DL__chicken_form__NV_FORM_WINGS__202502"/>
          <p:cNvSpPr txBox="1"/>
          <p:nvPr/>
        </p:nvSpPr>
        <p:spPr>
          <a:xfrm>
            <a:off x="19833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66.3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(-9.9%)</a:t>
            </a:r>
          </a:p>
        </p:txBody>
      </p:sp>
      <p:sp>
        <p:nvSpPr>
          <p:cNvPr id="113" name="DL__chicken_form__NV_FORM_WINGS__202503"/>
          <p:cNvSpPr txBox="1"/>
          <p:nvPr/>
        </p:nvSpPr>
        <p:spPr>
          <a:xfrm>
            <a:off x="24405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63.3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(-14.6%)</a:t>
            </a:r>
          </a:p>
        </p:txBody>
      </p:sp>
      <p:sp>
        <p:nvSpPr>
          <p:cNvPr id="114" name="DL__chicken_form__NV_FORM_WINGS__202504"/>
          <p:cNvSpPr txBox="1"/>
          <p:nvPr/>
        </p:nvSpPr>
        <p:spPr>
          <a:xfrm>
            <a:off x="28977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63.4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(-14.8%)</a:t>
            </a:r>
          </a:p>
        </p:txBody>
      </p:sp>
      <p:sp>
        <p:nvSpPr>
          <p:cNvPr id="115" name="DL__chicken_form__NV_FORM_WINGS__202505"/>
          <p:cNvSpPr txBox="1"/>
          <p:nvPr/>
        </p:nvSpPr>
        <p:spPr>
          <a:xfrm>
            <a:off x="33549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69.6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(-9.0%)</a:t>
            </a:r>
          </a:p>
        </p:txBody>
      </p:sp>
      <p:sp>
        <p:nvSpPr>
          <p:cNvPr id="116" name="DL__chicken_form__NV_FORM_WINGS__202506"/>
          <p:cNvSpPr txBox="1"/>
          <p:nvPr/>
        </p:nvSpPr>
        <p:spPr>
          <a:xfrm>
            <a:off x="38121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57.4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(-23.1%)</a:t>
            </a:r>
          </a:p>
        </p:txBody>
      </p:sp>
      <p:sp>
        <p:nvSpPr>
          <p:cNvPr id="117" name="DL__chicken_form__NV_FORM_WINGS__202507"/>
          <p:cNvSpPr txBox="1"/>
          <p:nvPr/>
        </p:nvSpPr>
        <p:spPr>
          <a:xfrm>
            <a:off x="42693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58.9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(-20.8%)</a:t>
            </a:r>
          </a:p>
        </p:txBody>
      </p:sp>
      <p:sp>
        <p:nvSpPr>
          <p:cNvPr id="118" name="DL__chicken_form__NV_FORM_WINGS__202508"/>
          <p:cNvSpPr txBox="1"/>
          <p:nvPr/>
        </p:nvSpPr>
        <p:spPr>
          <a:xfrm>
            <a:off x="47265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61.2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(-17.2%)</a:t>
            </a:r>
          </a:p>
        </p:txBody>
      </p:sp>
      <p:sp>
        <p:nvSpPr>
          <p:cNvPr id="119" name="DL__chicken_form__NV_FORM_WINGS__202509"/>
          <p:cNvSpPr txBox="1"/>
          <p:nvPr/>
        </p:nvSpPr>
        <p:spPr>
          <a:xfrm>
            <a:off x="51837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55.2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(-15.2%)</a:t>
            </a:r>
          </a:p>
        </p:txBody>
      </p:sp>
      <p:sp>
        <p:nvSpPr>
          <p:cNvPr id="120" name="DL__chicken_form__NV_FORM_WINGS__202510"/>
          <p:cNvSpPr txBox="1"/>
          <p:nvPr/>
        </p:nvSpPr>
        <p:spPr>
          <a:xfrm>
            <a:off x="56409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47.5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(-30.7%)</a:t>
            </a:r>
          </a:p>
        </p:txBody>
      </p:sp>
      <p:sp>
        <p:nvSpPr>
          <p:cNvPr id="121" name="DL__chicken_form__NV_FORM_WINGS__202511"/>
          <p:cNvSpPr txBox="1"/>
          <p:nvPr/>
        </p:nvSpPr>
        <p:spPr>
          <a:xfrm>
            <a:off x="60981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49.3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(-19.2%)</a:t>
            </a:r>
          </a:p>
        </p:txBody>
      </p:sp>
      <p:sp>
        <p:nvSpPr>
          <p:cNvPr id="122" name="DL__chicken_form__NV_FORM_WINGS__202512"/>
          <p:cNvSpPr txBox="1"/>
          <p:nvPr/>
        </p:nvSpPr>
        <p:spPr>
          <a:xfrm>
            <a:off x="65553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53.8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(-17.6%)</a:t>
            </a:r>
          </a:p>
        </p:txBody>
      </p:sp>
      <p:sp>
        <p:nvSpPr>
          <p:cNvPr id="123" name="DL__chicken_form__NV_FORM_WINGS__202601"/>
          <p:cNvSpPr txBox="1"/>
          <p:nvPr/>
        </p:nvSpPr>
        <p:spPr>
          <a:xfrm>
            <a:off x="70125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54.1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(-15.6%)</a:t>
            </a:r>
          </a:p>
        </p:txBody>
      </p:sp>
      <p:sp>
        <p:nvSpPr>
          <p:cNvPr id="124" name="DL__chicken_form__NV_FORM_WINGS__202602"/>
          <p:cNvSpPr txBox="1"/>
          <p:nvPr/>
        </p:nvSpPr>
        <p:spPr>
          <a:xfrm>
            <a:off x="74697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43.6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(-34.3%)</a:t>
            </a:r>
          </a:p>
        </p:txBody>
      </p:sp>
      <p:sp>
        <p:nvSpPr>
          <p:cNvPr id="125" name="DL__chicken_form__NV_FORM_WINGS__202603"/>
          <p:cNvSpPr txBox="1"/>
          <p:nvPr/>
        </p:nvSpPr>
        <p:spPr>
          <a:xfrm>
            <a:off x="79269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47.9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(-24.3%)</a:t>
            </a:r>
          </a:p>
        </p:txBody>
      </p:sp>
      <p:sp>
        <p:nvSpPr>
          <p:cNvPr id="126" name="DL__chicken_form__NV_FORM_WINGS__202604"/>
          <p:cNvSpPr txBox="1"/>
          <p:nvPr/>
        </p:nvSpPr>
        <p:spPr>
          <a:xfrm>
            <a:off x="83841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41.6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(-34.5%)</a:t>
            </a:r>
          </a:p>
        </p:txBody>
      </p:sp>
      <p:sp>
        <p:nvSpPr>
          <p:cNvPr id="127" name="DL__chicken_form__NV_FORM_WINGS__202605"/>
          <p:cNvSpPr txBox="1"/>
          <p:nvPr/>
        </p:nvSpPr>
        <p:spPr>
          <a:xfrm>
            <a:off x="88413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39.9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(-42.6%)</a:t>
            </a:r>
          </a:p>
        </p:txBody>
      </p:sp>
      <p:sp>
        <p:nvSpPr>
          <p:cNvPr id="128" name="DL__chicken_form__NV_FORM_WINGS__202606"/>
          <p:cNvSpPr txBox="1"/>
          <p:nvPr/>
        </p:nvSpPr>
        <p:spPr>
          <a:xfrm>
            <a:off x="92985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42.2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(-26.5%)</a:t>
            </a:r>
          </a:p>
        </p:txBody>
      </p:sp>
      <p:sp>
        <p:nvSpPr>
          <p:cNvPr id="129" name="DL__chicken_form__NV_FORM_WINGS__202607"/>
          <p:cNvSpPr txBox="1"/>
          <p:nvPr/>
        </p:nvSpPr>
        <p:spPr>
          <a:xfrm>
            <a:off x="97557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37.9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(-35.6%)</a:t>
            </a:r>
          </a:p>
        </p:txBody>
      </p:sp>
      <p:sp>
        <p:nvSpPr>
          <p:cNvPr id="130" name="DL__chicken_form__NV_FORM_WINGS__202608"/>
          <p:cNvSpPr txBox="1"/>
          <p:nvPr/>
        </p:nvSpPr>
        <p:spPr>
          <a:xfrm>
            <a:off x="102129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32.8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(-46.4%)</a:t>
            </a:r>
          </a:p>
        </p:txBody>
      </p:sp>
      <p:sp>
        <p:nvSpPr>
          <p:cNvPr id="131" name="DL__chicken_form__NV_FORM_WINGS__202609"/>
          <p:cNvSpPr txBox="1"/>
          <p:nvPr/>
        </p:nvSpPr>
        <p:spPr>
          <a:xfrm>
            <a:off x="106701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29.8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(-46.1%)</a:t>
            </a:r>
          </a:p>
        </p:txBody>
      </p:sp>
      <p:sp>
        <p:nvSpPr>
          <p:cNvPr id="132" name="DL__chicken_form__NV_FORM_WINGS__202610"/>
          <p:cNvSpPr txBox="1"/>
          <p:nvPr/>
        </p:nvSpPr>
        <p:spPr>
          <a:xfrm>
            <a:off x="111273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31.8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(-29.2%)</a:t>
            </a:r>
          </a:p>
        </p:txBody>
      </p:sp>
      <p:sp>
        <p:nvSpPr>
          <p:cNvPr id="133" name="INSIGHT"/>
          <p:cNvSpPr txBox="1"/>
          <p:nvPr/>
        </p:nvSpPr>
        <p:spPr>
          <a:xfrm>
            <a:off x="704088" y="1188720"/>
            <a:ext cx="10908792" cy="5212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50"/>
              </a:lnSpc>
              <a:spcBef>
                <a:spcPts val="0"/>
              </a:spcBef>
              <a:spcAft>
                <a:spcPts val="0"/>
              </a:spcAft>
            </a:pPr>
            <a:r>
              <a:rPr sz="1750">
                <a:solidFill>
                  <a:srgbClr val="3A4147"/>
                </a:solidFill>
                <a:latin typeface="맑은 고딕"/>
              </a:rPr>
              <a:t>2026.10.1~19 전년비, ‘치킨’ 검색지수 50.7→32.4(-36.0%),</a:t>
            </a:r>
          </a:p>
          <a:p>
            <a:pPr>
              <a:lnSpc>
                <a:spcPts val="1850"/>
              </a:lnSpc>
              <a:spcBef>
                <a:spcPts val="0"/>
              </a:spcBef>
              <a:spcAft>
                <a:spcPts val="0"/>
              </a:spcAft>
            </a:pPr>
            <a:r>
              <a:rPr sz="1750">
                <a:solidFill>
                  <a:srgbClr val="3A4147"/>
                </a:solidFill>
                <a:latin typeface="맑은 고딕"/>
              </a:rPr>
              <a:t>통닭 −21.1%·윙봉 −29.2% 등 4개 형태묶음도 모두 하락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CCENT"/>
          <p:cNvSpPr/>
          <p:nvPr/>
        </p:nvSpPr>
        <p:spPr>
          <a:xfrm>
            <a:off x="530352" y="731520"/>
            <a:ext cx="50292" cy="969264"/>
          </a:xfrm>
          <a:prstGeom prst="rect">
            <a:avLst/>
          </a:prstGeom>
          <a:solidFill>
            <a:srgbClr val="B65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ECTION"/>
          <p:cNvSpPr txBox="1"/>
          <p:nvPr/>
        </p:nvSpPr>
        <p:spPr>
          <a:xfrm>
            <a:off x="594360" y="274320"/>
            <a:ext cx="1097280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2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363B3D"/>
                </a:solidFill>
                <a:latin typeface="맑은 고딕"/>
              </a:rPr>
              <a:t>2026.10.22 시장·자사 분석 | 치킨 · 15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704088" y="722376"/>
            <a:ext cx="10908792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292D32"/>
                </a:solidFill>
                <a:latin typeface="맑은 고딕"/>
              </a:rPr>
              <a:t>닭 부위별 검색관심</a:t>
            </a:r>
          </a:p>
        </p:txBody>
      </p:sp>
      <p:sp>
        <p:nvSpPr>
          <p:cNvPr id="6" name="FOOT_LINE"/>
          <p:cNvSpPr/>
          <p:nvPr/>
        </p:nvSpPr>
        <p:spPr>
          <a:xfrm>
            <a:off x="594360" y="6272784"/>
            <a:ext cx="11018520" cy="5486"/>
          </a:xfrm>
          <a:prstGeom prst="rect">
            <a:avLst/>
          </a:prstGeom>
          <a:solidFill>
            <a:srgbClr val="E4E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AGE"/>
          <p:cNvSpPr txBox="1"/>
          <p:nvPr/>
        </p:nvSpPr>
        <p:spPr>
          <a:xfrm>
            <a:off x="11173968" y="6391656"/>
            <a:ext cx="4114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63B3D"/>
                </a:solidFill>
                <a:latin typeface="맑은 고딕"/>
              </a:rPr>
              <a:t>15</a:t>
            </a:r>
          </a:p>
        </p:txBody>
      </p:sp>
      <p:sp>
        <p:nvSpPr>
          <p:cNvPr id="8" name="UNIT"/>
          <p:cNvSpPr txBox="1"/>
          <p:nvPr/>
        </p:nvSpPr>
        <p:spPr>
          <a:xfrm>
            <a:off x="594360" y="1810512"/>
            <a:ext cx="11018520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686E73"/>
                </a:solidFill>
                <a:latin typeface="맑은 고딕"/>
              </a:rPr>
              <a:t>월별 일평균 검색관심 | 25.01~26.10.19 · 24.01~26.10.19 각 묶음 최고일=100 · 레이블:값/(전년비)</a:t>
            </a:r>
          </a:p>
        </p:txBody>
      </p:sp>
      <p:sp>
        <p:nvSpPr>
          <p:cNvPr id="9" name="QUERY_SCOPE"/>
          <p:cNvSpPr txBox="1"/>
          <p:nvPr/>
        </p:nvSpPr>
        <p:spPr>
          <a:xfrm>
            <a:off x="594360" y="2103120"/>
            <a:ext cx="1101852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686E73"/>
                </a:solidFill>
                <a:latin typeface="맑은 고딕"/>
              </a:rPr>
              <a:t>검색어 예시 | 닭가슴살:닭가슴살 / 닭다리:닭다리·치킨다리 / 다리살:닭다리살·닭정육 / 닭안심:닭안심·닭안심살 / 닭날개:닭날개·닭윙</a:t>
            </a:r>
          </a:p>
        </p:txBody>
      </p:sp>
      <p:sp>
        <p:nvSpPr>
          <p:cNvPr id="10" name="CAPTION"/>
          <p:cNvSpPr txBox="1"/>
          <p:nvPr/>
        </p:nvSpPr>
        <p:spPr>
          <a:xfrm>
            <a:off x="621792" y="5925312"/>
            <a:ext cx="10963656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86E73"/>
                </a:solidFill>
                <a:latin typeface="맑은 고딕"/>
              </a:rPr>
              <a:t>각 선의 최고 검색일=100이므로 선 높이로 검색규모·판매량을 비교하지 않습니다.26.10 전년비는 양쪽 모두10.1~19일입니다.</a:t>
            </a:r>
          </a:p>
          <a:p>
            <a:pPr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86E73"/>
                </a:solidFill>
                <a:latin typeface="맑은 고딕"/>
              </a:rPr>
              <a:t>다리살에는 다른 육류 문맥이 섞일 수 있습니다.검색관심은 소비자의 선호응답·판매량이 아닙니다.</a:t>
            </a:r>
          </a:p>
        </p:txBody>
      </p:sp>
      <p:sp>
        <p:nvSpPr>
          <p:cNvPr id="11" name="SOURCES"/>
          <p:cNvSpPr txBox="1"/>
          <p:nvPr/>
        </p:nvSpPr>
        <p:spPr>
          <a:xfrm>
            <a:off x="603504" y="6391656"/>
            <a:ext cx="1040587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686E73"/>
                </a:solidFill>
                <a:latin typeface="맑은 고딕"/>
              </a:rPr>
              <a:t>자료:네이버 데이터랩 | 일간·PC+모바일·성별/연령 전체 | 검색식·원값:근거Excel(Naver)</a:t>
            </a:r>
            <a:r>
              <a:rPr sz="900">
                <a:solidFill>
                  <a:srgbClr val="686E73"/>
                </a:solidFill>
                <a:latin typeface="맑은 고딕"/>
                <a:hlinkClick r:id="rId2"/>
              </a:rPr>
              <a:t> · 원본1</a:t>
            </a:r>
          </a:p>
        </p:txBody>
      </p:sp>
      <p:graphicFrame>
        <p:nvGraphicFramePr>
          <p:cNvPr id="12" name="DAILY_chicken_cuts"/>
          <p:cNvGraphicFramePr>
            <a:graphicFrameLocks noGrp="1"/>
          </p:cNvGraphicFramePr>
          <p:nvPr/>
        </p:nvGraphicFramePr>
        <p:xfrm>
          <a:off x="548640" y="2505456"/>
          <a:ext cx="11064240" cy="221742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3" name="SWATCH_chicken_cuts_NV_CUT_BREAST"/>
          <p:cNvSpPr/>
          <p:nvPr/>
        </p:nvSpPr>
        <p:spPr>
          <a:xfrm>
            <a:off x="603504" y="4944160"/>
            <a:ext cx="91440" cy="32004"/>
          </a:xfrm>
          <a:prstGeom prst="rect">
            <a:avLst/>
          </a:prstGeom>
          <a:solidFill>
            <a:srgbClr val="B65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ERIES_chicken_cuts_NV_CUT_BREAST"/>
          <p:cNvSpPr txBox="1"/>
          <p:nvPr/>
        </p:nvSpPr>
        <p:spPr>
          <a:xfrm>
            <a:off x="749808" y="4885639"/>
            <a:ext cx="923544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>
                <a:solidFill>
                  <a:srgbClr val="B65346"/>
                </a:solidFill>
                <a:latin typeface="맑은 고딕"/>
              </a:rPr>
              <a:t>닭가슴살</a:t>
            </a:r>
          </a:p>
        </p:txBody>
      </p:sp>
      <p:sp>
        <p:nvSpPr>
          <p:cNvPr id="15" name="DL__chicken_cuts__NV_CUT_BREAST__202501"/>
          <p:cNvSpPr txBox="1"/>
          <p:nvPr/>
        </p:nvSpPr>
        <p:spPr>
          <a:xfrm>
            <a:off x="15261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19.9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(-27.3%)</a:t>
            </a:r>
          </a:p>
        </p:txBody>
      </p:sp>
      <p:sp>
        <p:nvSpPr>
          <p:cNvPr id="16" name="DL__chicken_cuts__NV_CUT_BREAST__202502"/>
          <p:cNvSpPr txBox="1"/>
          <p:nvPr/>
        </p:nvSpPr>
        <p:spPr>
          <a:xfrm>
            <a:off x="19833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25.1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(-1.4%)</a:t>
            </a:r>
          </a:p>
        </p:txBody>
      </p:sp>
      <p:sp>
        <p:nvSpPr>
          <p:cNvPr id="17" name="DL__chicken_cuts__NV_CUT_BREAST__202503"/>
          <p:cNvSpPr txBox="1"/>
          <p:nvPr/>
        </p:nvSpPr>
        <p:spPr>
          <a:xfrm>
            <a:off x="24405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24.8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(-15.2%)</a:t>
            </a:r>
          </a:p>
        </p:txBody>
      </p:sp>
      <p:sp>
        <p:nvSpPr>
          <p:cNvPr id="18" name="DL__chicken_cuts__NV_CUT_BREAST__202504"/>
          <p:cNvSpPr txBox="1"/>
          <p:nvPr/>
        </p:nvSpPr>
        <p:spPr>
          <a:xfrm>
            <a:off x="28977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23.1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(-23.7%)</a:t>
            </a:r>
          </a:p>
        </p:txBody>
      </p:sp>
      <p:sp>
        <p:nvSpPr>
          <p:cNvPr id="19" name="DL__chicken_cuts__NV_CUT_BREAST__202505"/>
          <p:cNvSpPr txBox="1"/>
          <p:nvPr/>
        </p:nvSpPr>
        <p:spPr>
          <a:xfrm>
            <a:off x="33549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20.7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(-25.1%)</a:t>
            </a:r>
          </a:p>
        </p:txBody>
      </p:sp>
      <p:sp>
        <p:nvSpPr>
          <p:cNvPr id="20" name="DL__chicken_cuts__NV_CUT_BREAST__202506"/>
          <p:cNvSpPr txBox="1"/>
          <p:nvPr/>
        </p:nvSpPr>
        <p:spPr>
          <a:xfrm>
            <a:off x="38121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23.3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(-20.1%)</a:t>
            </a:r>
          </a:p>
        </p:txBody>
      </p:sp>
      <p:sp>
        <p:nvSpPr>
          <p:cNvPr id="21" name="DL__chicken_cuts__NV_CUT_BREAST__202507"/>
          <p:cNvSpPr txBox="1"/>
          <p:nvPr/>
        </p:nvSpPr>
        <p:spPr>
          <a:xfrm>
            <a:off x="42693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23.0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(-17.8%)</a:t>
            </a:r>
          </a:p>
        </p:txBody>
      </p:sp>
      <p:sp>
        <p:nvSpPr>
          <p:cNvPr id="22" name="DL__chicken_cuts__NV_CUT_BREAST__202508"/>
          <p:cNvSpPr txBox="1"/>
          <p:nvPr/>
        </p:nvSpPr>
        <p:spPr>
          <a:xfrm>
            <a:off x="47265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22.7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(-14.7%)</a:t>
            </a:r>
          </a:p>
        </p:txBody>
      </p:sp>
      <p:sp>
        <p:nvSpPr>
          <p:cNvPr id="23" name="DL__chicken_cuts__NV_CUT_BREAST__202509"/>
          <p:cNvSpPr txBox="1"/>
          <p:nvPr/>
        </p:nvSpPr>
        <p:spPr>
          <a:xfrm>
            <a:off x="51837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19.3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(-15.0%)</a:t>
            </a:r>
          </a:p>
        </p:txBody>
      </p:sp>
      <p:sp>
        <p:nvSpPr>
          <p:cNvPr id="24" name="DL__chicken_cuts__NV_CUT_BREAST__202510"/>
          <p:cNvSpPr txBox="1"/>
          <p:nvPr/>
        </p:nvSpPr>
        <p:spPr>
          <a:xfrm>
            <a:off x="56409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14.0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(-36.9%)</a:t>
            </a:r>
          </a:p>
        </p:txBody>
      </p:sp>
      <p:sp>
        <p:nvSpPr>
          <p:cNvPr id="25" name="DL__chicken_cuts__NV_CUT_BREAST__202511"/>
          <p:cNvSpPr txBox="1"/>
          <p:nvPr/>
        </p:nvSpPr>
        <p:spPr>
          <a:xfrm>
            <a:off x="60981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13.8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(-30.7%)</a:t>
            </a:r>
          </a:p>
        </p:txBody>
      </p:sp>
      <p:sp>
        <p:nvSpPr>
          <p:cNvPr id="26" name="DL__chicken_cuts__NV_CUT_BREAST__202512"/>
          <p:cNvSpPr txBox="1"/>
          <p:nvPr/>
        </p:nvSpPr>
        <p:spPr>
          <a:xfrm>
            <a:off x="65553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13.9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(-14.9%)</a:t>
            </a:r>
          </a:p>
        </p:txBody>
      </p:sp>
      <p:sp>
        <p:nvSpPr>
          <p:cNvPr id="27" name="DL__chicken_cuts__NV_CUT_BREAST__202601"/>
          <p:cNvSpPr txBox="1"/>
          <p:nvPr/>
        </p:nvSpPr>
        <p:spPr>
          <a:xfrm>
            <a:off x="70125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19.6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(-1.7%)</a:t>
            </a:r>
          </a:p>
        </p:txBody>
      </p:sp>
      <p:sp>
        <p:nvSpPr>
          <p:cNvPr id="28" name="DL__chicken_cuts__NV_CUT_BREAST__202602"/>
          <p:cNvSpPr txBox="1"/>
          <p:nvPr/>
        </p:nvSpPr>
        <p:spPr>
          <a:xfrm>
            <a:off x="74697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16.1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(-36.0%)</a:t>
            </a:r>
          </a:p>
        </p:txBody>
      </p:sp>
      <p:sp>
        <p:nvSpPr>
          <p:cNvPr id="29" name="DL__chicken_cuts__NV_CUT_BREAST__202603"/>
          <p:cNvSpPr txBox="1"/>
          <p:nvPr/>
        </p:nvSpPr>
        <p:spPr>
          <a:xfrm>
            <a:off x="79269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20.6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(-16.8%)</a:t>
            </a:r>
          </a:p>
        </p:txBody>
      </p:sp>
      <p:sp>
        <p:nvSpPr>
          <p:cNvPr id="30" name="DL__chicken_cuts__NV_CUT_BREAST__202604"/>
          <p:cNvSpPr txBox="1"/>
          <p:nvPr/>
        </p:nvSpPr>
        <p:spPr>
          <a:xfrm>
            <a:off x="83841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20.0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(-13.1%)</a:t>
            </a:r>
          </a:p>
        </p:txBody>
      </p:sp>
      <p:sp>
        <p:nvSpPr>
          <p:cNvPr id="31" name="DL__chicken_cuts__NV_CUT_BREAST__202605"/>
          <p:cNvSpPr txBox="1"/>
          <p:nvPr/>
        </p:nvSpPr>
        <p:spPr>
          <a:xfrm>
            <a:off x="88413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17.8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(-13.7%)</a:t>
            </a:r>
          </a:p>
        </p:txBody>
      </p:sp>
      <p:sp>
        <p:nvSpPr>
          <p:cNvPr id="32" name="DL__chicken_cuts__NV_CUT_BREAST__202606"/>
          <p:cNvSpPr txBox="1"/>
          <p:nvPr/>
        </p:nvSpPr>
        <p:spPr>
          <a:xfrm>
            <a:off x="92985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19.5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(-16.6%)</a:t>
            </a:r>
          </a:p>
        </p:txBody>
      </p:sp>
      <p:sp>
        <p:nvSpPr>
          <p:cNvPr id="33" name="DL__chicken_cuts__NV_CUT_BREAST__202607"/>
          <p:cNvSpPr txBox="1"/>
          <p:nvPr/>
        </p:nvSpPr>
        <p:spPr>
          <a:xfrm>
            <a:off x="97557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19.0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(-17.2%)</a:t>
            </a:r>
          </a:p>
        </p:txBody>
      </p:sp>
      <p:sp>
        <p:nvSpPr>
          <p:cNvPr id="34" name="DL__chicken_cuts__NV_CUT_BREAST__202608"/>
          <p:cNvSpPr txBox="1"/>
          <p:nvPr/>
        </p:nvSpPr>
        <p:spPr>
          <a:xfrm>
            <a:off x="102129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18.3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(-19.1%)</a:t>
            </a:r>
          </a:p>
        </p:txBody>
      </p:sp>
      <p:sp>
        <p:nvSpPr>
          <p:cNvPr id="35" name="DL__chicken_cuts__NV_CUT_BREAST__202609"/>
          <p:cNvSpPr txBox="1"/>
          <p:nvPr/>
        </p:nvSpPr>
        <p:spPr>
          <a:xfrm>
            <a:off x="106701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15.5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(-19.6%)</a:t>
            </a:r>
          </a:p>
        </p:txBody>
      </p:sp>
      <p:sp>
        <p:nvSpPr>
          <p:cNvPr id="36" name="DL__chicken_cuts__NV_CUT_BREAST__202610"/>
          <p:cNvSpPr txBox="1"/>
          <p:nvPr/>
        </p:nvSpPr>
        <p:spPr>
          <a:xfrm>
            <a:off x="111273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14.7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(+11.6%)</a:t>
            </a:r>
          </a:p>
        </p:txBody>
      </p:sp>
      <p:sp>
        <p:nvSpPr>
          <p:cNvPr id="37" name="SWATCH_chicken_cuts_NV_CUT_DRUM"/>
          <p:cNvSpPr/>
          <p:nvPr/>
        </p:nvSpPr>
        <p:spPr>
          <a:xfrm>
            <a:off x="603504" y="5140756"/>
            <a:ext cx="91440" cy="32004"/>
          </a:xfrm>
          <a:prstGeom prst="rect">
            <a:avLst/>
          </a:prstGeom>
          <a:solidFill>
            <a:srgbClr val="3E8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ERIES_chicken_cuts_NV_CUT_DRUM"/>
          <p:cNvSpPr txBox="1"/>
          <p:nvPr/>
        </p:nvSpPr>
        <p:spPr>
          <a:xfrm>
            <a:off x="749808" y="5082235"/>
            <a:ext cx="923544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>
                <a:solidFill>
                  <a:srgbClr val="3E8490"/>
                </a:solidFill>
                <a:latin typeface="맑은 고딕"/>
              </a:rPr>
              <a:t>닭다리</a:t>
            </a:r>
          </a:p>
        </p:txBody>
      </p:sp>
      <p:sp>
        <p:nvSpPr>
          <p:cNvPr id="39" name="DL__chicken_cuts__NV_CUT_DRUM__202501"/>
          <p:cNvSpPr txBox="1"/>
          <p:nvPr/>
        </p:nvSpPr>
        <p:spPr>
          <a:xfrm>
            <a:off x="15261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31.7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(-22.9%)</a:t>
            </a:r>
          </a:p>
        </p:txBody>
      </p:sp>
      <p:sp>
        <p:nvSpPr>
          <p:cNvPr id="40" name="DL__chicken_cuts__NV_CUT_DRUM__202502"/>
          <p:cNvSpPr txBox="1"/>
          <p:nvPr/>
        </p:nvSpPr>
        <p:spPr>
          <a:xfrm>
            <a:off x="19833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35.0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(-0.0%)</a:t>
            </a:r>
          </a:p>
        </p:txBody>
      </p:sp>
      <p:sp>
        <p:nvSpPr>
          <p:cNvPr id="41" name="DL__chicken_cuts__NV_CUT_DRUM__202503"/>
          <p:cNvSpPr txBox="1"/>
          <p:nvPr/>
        </p:nvSpPr>
        <p:spPr>
          <a:xfrm>
            <a:off x="24405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34.0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(-12.3%)</a:t>
            </a:r>
          </a:p>
        </p:txBody>
      </p:sp>
      <p:sp>
        <p:nvSpPr>
          <p:cNvPr id="42" name="DL__chicken_cuts__NV_CUT_DRUM__202504"/>
          <p:cNvSpPr txBox="1"/>
          <p:nvPr/>
        </p:nvSpPr>
        <p:spPr>
          <a:xfrm>
            <a:off x="28977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32.7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(-11.6%)</a:t>
            </a:r>
          </a:p>
        </p:txBody>
      </p:sp>
      <p:sp>
        <p:nvSpPr>
          <p:cNvPr id="43" name="DL__chicken_cuts__NV_CUT_DRUM__202505"/>
          <p:cNvSpPr txBox="1"/>
          <p:nvPr/>
        </p:nvSpPr>
        <p:spPr>
          <a:xfrm>
            <a:off x="33549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30.3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(-19.5%)</a:t>
            </a:r>
          </a:p>
        </p:txBody>
      </p:sp>
      <p:sp>
        <p:nvSpPr>
          <p:cNvPr id="44" name="DL__chicken_cuts__NV_CUT_DRUM__202506"/>
          <p:cNvSpPr txBox="1"/>
          <p:nvPr/>
        </p:nvSpPr>
        <p:spPr>
          <a:xfrm>
            <a:off x="38121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30.9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(-24.9%)</a:t>
            </a:r>
          </a:p>
        </p:txBody>
      </p:sp>
      <p:sp>
        <p:nvSpPr>
          <p:cNvPr id="45" name="DL__chicken_cuts__NV_CUT_DRUM__202507"/>
          <p:cNvSpPr txBox="1"/>
          <p:nvPr/>
        </p:nvSpPr>
        <p:spPr>
          <a:xfrm>
            <a:off x="42693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41.5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(-18.3%)</a:t>
            </a:r>
          </a:p>
        </p:txBody>
      </p:sp>
      <p:sp>
        <p:nvSpPr>
          <p:cNvPr id="46" name="DL__chicken_cuts__NV_CUT_DRUM__202508"/>
          <p:cNvSpPr txBox="1"/>
          <p:nvPr/>
        </p:nvSpPr>
        <p:spPr>
          <a:xfrm>
            <a:off x="47265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34.5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(-23.7%)</a:t>
            </a:r>
          </a:p>
        </p:txBody>
      </p:sp>
      <p:sp>
        <p:nvSpPr>
          <p:cNvPr id="47" name="DL__chicken_cuts__NV_CUT_DRUM__202509"/>
          <p:cNvSpPr txBox="1"/>
          <p:nvPr/>
        </p:nvSpPr>
        <p:spPr>
          <a:xfrm>
            <a:off x="51837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31.1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(-1.8%)</a:t>
            </a:r>
          </a:p>
        </p:txBody>
      </p:sp>
      <p:sp>
        <p:nvSpPr>
          <p:cNvPr id="48" name="DL__chicken_cuts__NV_CUT_DRUM__202510"/>
          <p:cNvSpPr txBox="1"/>
          <p:nvPr/>
        </p:nvSpPr>
        <p:spPr>
          <a:xfrm>
            <a:off x="56409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26.5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(-21.2%)</a:t>
            </a:r>
          </a:p>
        </p:txBody>
      </p:sp>
      <p:sp>
        <p:nvSpPr>
          <p:cNvPr id="49" name="DL__chicken_cuts__NV_CUT_DRUM__202511"/>
          <p:cNvSpPr txBox="1"/>
          <p:nvPr/>
        </p:nvSpPr>
        <p:spPr>
          <a:xfrm>
            <a:off x="60981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26.6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(-16.1%)</a:t>
            </a:r>
          </a:p>
        </p:txBody>
      </p:sp>
      <p:sp>
        <p:nvSpPr>
          <p:cNvPr id="50" name="DL__chicken_cuts__NV_CUT_DRUM__202512"/>
          <p:cNvSpPr txBox="1"/>
          <p:nvPr/>
        </p:nvSpPr>
        <p:spPr>
          <a:xfrm>
            <a:off x="65553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30.8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(+1.4%)</a:t>
            </a:r>
          </a:p>
        </p:txBody>
      </p:sp>
      <p:sp>
        <p:nvSpPr>
          <p:cNvPr id="51" name="DL__chicken_cuts__NV_CUT_DRUM__202601"/>
          <p:cNvSpPr txBox="1"/>
          <p:nvPr/>
        </p:nvSpPr>
        <p:spPr>
          <a:xfrm>
            <a:off x="70125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36.4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(+14.7%)</a:t>
            </a:r>
          </a:p>
        </p:txBody>
      </p:sp>
      <p:sp>
        <p:nvSpPr>
          <p:cNvPr id="52" name="DL__chicken_cuts__NV_CUT_DRUM__202602"/>
          <p:cNvSpPr txBox="1"/>
          <p:nvPr/>
        </p:nvSpPr>
        <p:spPr>
          <a:xfrm>
            <a:off x="74697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28.7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(-18.0%)</a:t>
            </a:r>
          </a:p>
        </p:txBody>
      </p:sp>
      <p:sp>
        <p:nvSpPr>
          <p:cNvPr id="53" name="DL__chicken_cuts__NV_CUT_DRUM__202603"/>
          <p:cNvSpPr txBox="1"/>
          <p:nvPr/>
        </p:nvSpPr>
        <p:spPr>
          <a:xfrm>
            <a:off x="79269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32.2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(-5.2%)</a:t>
            </a:r>
          </a:p>
        </p:txBody>
      </p:sp>
      <p:sp>
        <p:nvSpPr>
          <p:cNvPr id="54" name="DL__chicken_cuts__NV_CUT_DRUM__202604"/>
          <p:cNvSpPr txBox="1"/>
          <p:nvPr/>
        </p:nvSpPr>
        <p:spPr>
          <a:xfrm>
            <a:off x="83841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30.3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(-7.2%)</a:t>
            </a:r>
          </a:p>
        </p:txBody>
      </p:sp>
      <p:sp>
        <p:nvSpPr>
          <p:cNvPr id="55" name="DL__chicken_cuts__NV_CUT_DRUM__202605"/>
          <p:cNvSpPr txBox="1"/>
          <p:nvPr/>
        </p:nvSpPr>
        <p:spPr>
          <a:xfrm>
            <a:off x="88413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26.5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(-12.4%)</a:t>
            </a:r>
          </a:p>
        </p:txBody>
      </p:sp>
      <p:sp>
        <p:nvSpPr>
          <p:cNvPr id="56" name="DL__chicken_cuts__NV_CUT_DRUM__202606"/>
          <p:cNvSpPr txBox="1"/>
          <p:nvPr/>
        </p:nvSpPr>
        <p:spPr>
          <a:xfrm>
            <a:off x="92985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29.8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(-3.6%)</a:t>
            </a:r>
          </a:p>
        </p:txBody>
      </p:sp>
      <p:sp>
        <p:nvSpPr>
          <p:cNvPr id="57" name="DL__chicken_cuts__NV_CUT_DRUM__202607"/>
          <p:cNvSpPr txBox="1"/>
          <p:nvPr/>
        </p:nvSpPr>
        <p:spPr>
          <a:xfrm>
            <a:off x="97557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40.2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(-3.3%)</a:t>
            </a:r>
          </a:p>
        </p:txBody>
      </p:sp>
      <p:sp>
        <p:nvSpPr>
          <p:cNvPr id="58" name="DL__chicken_cuts__NV_CUT_DRUM__202608"/>
          <p:cNvSpPr txBox="1"/>
          <p:nvPr/>
        </p:nvSpPr>
        <p:spPr>
          <a:xfrm>
            <a:off x="102129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32.0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(-7.3%)</a:t>
            </a:r>
          </a:p>
        </p:txBody>
      </p:sp>
      <p:sp>
        <p:nvSpPr>
          <p:cNvPr id="59" name="DL__chicken_cuts__NV_CUT_DRUM__202609"/>
          <p:cNvSpPr txBox="1"/>
          <p:nvPr/>
        </p:nvSpPr>
        <p:spPr>
          <a:xfrm>
            <a:off x="106701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23.5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(-24.5%)</a:t>
            </a:r>
          </a:p>
        </p:txBody>
      </p:sp>
      <p:sp>
        <p:nvSpPr>
          <p:cNvPr id="60" name="DL__chicken_cuts__NV_CUT_DRUM__202610"/>
          <p:cNvSpPr txBox="1"/>
          <p:nvPr/>
        </p:nvSpPr>
        <p:spPr>
          <a:xfrm>
            <a:off x="111273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21.2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(-8.2%)</a:t>
            </a:r>
          </a:p>
        </p:txBody>
      </p:sp>
      <p:sp>
        <p:nvSpPr>
          <p:cNvPr id="61" name="SWATCH_chicken_cuts_NV_CUT_THIGH"/>
          <p:cNvSpPr/>
          <p:nvPr/>
        </p:nvSpPr>
        <p:spPr>
          <a:xfrm>
            <a:off x="603504" y="5337352"/>
            <a:ext cx="91440" cy="32004"/>
          </a:xfrm>
          <a:prstGeom prst="rect">
            <a:avLst/>
          </a:prstGeom>
          <a:solidFill>
            <a:srgbClr val="A68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SERIES_chicken_cuts_NV_CUT_THIGH"/>
          <p:cNvSpPr txBox="1"/>
          <p:nvPr/>
        </p:nvSpPr>
        <p:spPr>
          <a:xfrm>
            <a:off x="749808" y="5278831"/>
            <a:ext cx="923544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>
                <a:solidFill>
                  <a:srgbClr val="A68B46"/>
                </a:solidFill>
                <a:latin typeface="맑은 고딕"/>
              </a:rPr>
              <a:t>다리살</a:t>
            </a:r>
          </a:p>
        </p:txBody>
      </p:sp>
      <p:sp>
        <p:nvSpPr>
          <p:cNvPr id="63" name="DL__chicken_cuts__NV_CUT_THIGH__202501"/>
          <p:cNvSpPr txBox="1"/>
          <p:nvPr/>
        </p:nvSpPr>
        <p:spPr>
          <a:xfrm>
            <a:off x="15261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43.2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(-0.8%)</a:t>
            </a:r>
          </a:p>
        </p:txBody>
      </p:sp>
      <p:sp>
        <p:nvSpPr>
          <p:cNvPr id="64" name="DL__chicken_cuts__NV_CUT_THIGH__202502"/>
          <p:cNvSpPr txBox="1"/>
          <p:nvPr/>
        </p:nvSpPr>
        <p:spPr>
          <a:xfrm>
            <a:off x="19833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55.1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(+15.4%)</a:t>
            </a:r>
          </a:p>
        </p:txBody>
      </p:sp>
      <p:sp>
        <p:nvSpPr>
          <p:cNvPr id="65" name="DL__chicken_cuts__NV_CUT_THIGH__202503"/>
          <p:cNvSpPr txBox="1"/>
          <p:nvPr/>
        </p:nvSpPr>
        <p:spPr>
          <a:xfrm>
            <a:off x="24405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57.9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(+11.9%)</a:t>
            </a:r>
          </a:p>
        </p:txBody>
      </p:sp>
      <p:sp>
        <p:nvSpPr>
          <p:cNvPr id="66" name="DL__chicken_cuts__NV_CUT_THIGH__202504"/>
          <p:cNvSpPr txBox="1"/>
          <p:nvPr/>
        </p:nvSpPr>
        <p:spPr>
          <a:xfrm>
            <a:off x="28977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60.1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(+33.8%)</a:t>
            </a:r>
          </a:p>
        </p:txBody>
      </p:sp>
      <p:sp>
        <p:nvSpPr>
          <p:cNvPr id="67" name="DL__chicken_cuts__NV_CUT_THIGH__202505"/>
          <p:cNvSpPr txBox="1"/>
          <p:nvPr/>
        </p:nvSpPr>
        <p:spPr>
          <a:xfrm>
            <a:off x="33549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47.7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(+10.6%)</a:t>
            </a:r>
          </a:p>
        </p:txBody>
      </p:sp>
      <p:sp>
        <p:nvSpPr>
          <p:cNvPr id="68" name="DL__chicken_cuts__NV_CUT_THIGH__202506"/>
          <p:cNvSpPr txBox="1"/>
          <p:nvPr/>
        </p:nvSpPr>
        <p:spPr>
          <a:xfrm>
            <a:off x="38121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42.1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(-2.8%)</a:t>
            </a:r>
          </a:p>
        </p:txBody>
      </p:sp>
      <p:sp>
        <p:nvSpPr>
          <p:cNvPr id="69" name="DL__chicken_cuts__NV_CUT_THIGH__202507"/>
          <p:cNvSpPr txBox="1"/>
          <p:nvPr/>
        </p:nvSpPr>
        <p:spPr>
          <a:xfrm>
            <a:off x="42693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42.2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(-8.5%)</a:t>
            </a:r>
          </a:p>
        </p:txBody>
      </p:sp>
      <p:sp>
        <p:nvSpPr>
          <p:cNvPr id="70" name="DL__chicken_cuts__NV_CUT_THIGH__202508"/>
          <p:cNvSpPr txBox="1"/>
          <p:nvPr/>
        </p:nvSpPr>
        <p:spPr>
          <a:xfrm>
            <a:off x="47265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36.3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(-15.8%)</a:t>
            </a:r>
          </a:p>
        </p:txBody>
      </p:sp>
      <p:sp>
        <p:nvSpPr>
          <p:cNvPr id="71" name="DL__chicken_cuts__NV_CUT_THIGH__202509"/>
          <p:cNvSpPr txBox="1"/>
          <p:nvPr/>
        </p:nvSpPr>
        <p:spPr>
          <a:xfrm>
            <a:off x="51837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33.9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(-7.4%)</a:t>
            </a:r>
          </a:p>
        </p:txBody>
      </p:sp>
      <p:sp>
        <p:nvSpPr>
          <p:cNvPr id="72" name="DL__chicken_cuts__NV_CUT_THIGH__202510"/>
          <p:cNvSpPr txBox="1"/>
          <p:nvPr/>
        </p:nvSpPr>
        <p:spPr>
          <a:xfrm>
            <a:off x="56409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26.1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(-30.2%)</a:t>
            </a:r>
          </a:p>
        </p:txBody>
      </p:sp>
      <p:sp>
        <p:nvSpPr>
          <p:cNvPr id="73" name="DL__chicken_cuts__NV_CUT_THIGH__202511"/>
          <p:cNvSpPr txBox="1"/>
          <p:nvPr/>
        </p:nvSpPr>
        <p:spPr>
          <a:xfrm>
            <a:off x="60981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29.2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(-15.9%)</a:t>
            </a:r>
          </a:p>
        </p:txBody>
      </p:sp>
      <p:sp>
        <p:nvSpPr>
          <p:cNvPr id="74" name="DL__chicken_cuts__NV_CUT_THIGH__202512"/>
          <p:cNvSpPr txBox="1"/>
          <p:nvPr/>
        </p:nvSpPr>
        <p:spPr>
          <a:xfrm>
            <a:off x="65553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29.8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(-20.3%)</a:t>
            </a:r>
          </a:p>
        </p:txBody>
      </p:sp>
      <p:sp>
        <p:nvSpPr>
          <p:cNvPr id="75" name="DL__chicken_cuts__NV_CUT_THIGH__202601"/>
          <p:cNvSpPr txBox="1"/>
          <p:nvPr/>
        </p:nvSpPr>
        <p:spPr>
          <a:xfrm>
            <a:off x="70125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36.9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(-14.5%)</a:t>
            </a:r>
          </a:p>
        </p:txBody>
      </p:sp>
      <p:sp>
        <p:nvSpPr>
          <p:cNvPr id="76" name="DL__chicken_cuts__NV_CUT_THIGH__202602"/>
          <p:cNvSpPr txBox="1"/>
          <p:nvPr/>
        </p:nvSpPr>
        <p:spPr>
          <a:xfrm>
            <a:off x="74697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29.6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(-46.2%)</a:t>
            </a:r>
          </a:p>
        </p:txBody>
      </p:sp>
      <p:sp>
        <p:nvSpPr>
          <p:cNvPr id="77" name="DL__chicken_cuts__NV_CUT_THIGH__202603"/>
          <p:cNvSpPr txBox="1"/>
          <p:nvPr/>
        </p:nvSpPr>
        <p:spPr>
          <a:xfrm>
            <a:off x="79269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35.8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(-38.1%)</a:t>
            </a:r>
          </a:p>
        </p:txBody>
      </p:sp>
      <p:sp>
        <p:nvSpPr>
          <p:cNvPr id="78" name="DL__chicken_cuts__NV_CUT_THIGH__202604"/>
          <p:cNvSpPr txBox="1"/>
          <p:nvPr/>
        </p:nvSpPr>
        <p:spPr>
          <a:xfrm>
            <a:off x="83841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34.2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(-43.2%)</a:t>
            </a:r>
          </a:p>
        </p:txBody>
      </p:sp>
      <p:sp>
        <p:nvSpPr>
          <p:cNvPr id="79" name="DL__chicken_cuts__NV_CUT_THIGH__202605"/>
          <p:cNvSpPr txBox="1"/>
          <p:nvPr/>
        </p:nvSpPr>
        <p:spPr>
          <a:xfrm>
            <a:off x="88413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29.6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(-37.9%)</a:t>
            </a:r>
          </a:p>
        </p:txBody>
      </p:sp>
      <p:sp>
        <p:nvSpPr>
          <p:cNvPr id="80" name="DL__chicken_cuts__NV_CUT_THIGH__202606"/>
          <p:cNvSpPr txBox="1"/>
          <p:nvPr/>
        </p:nvSpPr>
        <p:spPr>
          <a:xfrm>
            <a:off x="92985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32.2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(-23.5%)</a:t>
            </a:r>
          </a:p>
        </p:txBody>
      </p:sp>
      <p:sp>
        <p:nvSpPr>
          <p:cNvPr id="81" name="DL__chicken_cuts__NV_CUT_THIGH__202607"/>
          <p:cNvSpPr txBox="1"/>
          <p:nvPr/>
        </p:nvSpPr>
        <p:spPr>
          <a:xfrm>
            <a:off x="97557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34.4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(-18.5%)</a:t>
            </a:r>
          </a:p>
        </p:txBody>
      </p:sp>
      <p:sp>
        <p:nvSpPr>
          <p:cNvPr id="82" name="DL__chicken_cuts__NV_CUT_THIGH__202608"/>
          <p:cNvSpPr txBox="1"/>
          <p:nvPr/>
        </p:nvSpPr>
        <p:spPr>
          <a:xfrm>
            <a:off x="102129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33.0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(-9.2%)</a:t>
            </a:r>
          </a:p>
        </p:txBody>
      </p:sp>
      <p:sp>
        <p:nvSpPr>
          <p:cNvPr id="83" name="DL__chicken_cuts__NV_CUT_THIGH__202609"/>
          <p:cNvSpPr txBox="1"/>
          <p:nvPr/>
        </p:nvSpPr>
        <p:spPr>
          <a:xfrm>
            <a:off x="106701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26.8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(-20.9%)</a:t>
            </a:r>
          </a:p>
        </p:txBody>
      </p:sp>
      <p:sp>
        <p:nvSpPr>
          <p:cNvPr id="84" name="DL__chicken_cuts__NV_CUT_THIGH__202610"/>
          <p:cNvSpPr txBox="1"/>
          <p:nvPr/>
        </p:nvSpPr>
        <p:spPr>
          <a:xfrm>
            <a:off x="111273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29.3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(+26.6%)</a:t>
            </a:r>
          </a:p>
        </p:txBody>
      </p:sp>
      <p:sp>
        <p:nvSpPr>
          <p:cNvPr id="85" name="SWATCH_chicken_cuts_NV_CUT_TENDER"/>
          <p:cNvSpPr/>
          <p:nvPr/>
        </p:nvSpPr>
        <p:spPr>
          <a:xfrm>
            <a:off x="603504" y="5533948"/>
            <a:ext cx="91440" cy="32004"/>
          </a:xfrm>
          <a:prstGeom prst="rect">
            <a:avLst/>
          </a:prstGeom>
          <a:solidFill>
            <a:srgbClr val="7C6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SERIES_chicken_cuts_NV_CUT_TENDER"/>
          <p:cNvSpPr txBox="1"/>
          <p:nvPr/>
        </p:nvSpPr>
        <p:spPr>
          <a:xfrm>
            <a:off x="749808" y="5475427"/>
            <a:ext cx="923544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>
                <a:solidFill>
                  <a:srgbClr val="7C6C91"/>
                </a:solidFill>
                <a:latin typeface="맑은 고딕"/>
              </a:rPr>
              <a:t>닭안심</a:t>
            </a:r>
          </a:p>
        </p:txBody>
      </p:sp>
      <p:sp>
        <p:nvSpPr>
          <p:cNvPr id="87" name="DL__chicken_cuts__NV_CUT_TENDER__202501"/>
          <p:cNvSpPr txBox="1"/>
          <p:nvPr/>
        </p:nvSpPr>
        <p:spPr>
          <a:xfrm>
            <a:off x="15261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29.2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(-46.7%)</a:t>
            </a:r>
          </a:p>
        </p:txBody>
      </p:sp>
      <p:sp>
        <p:nvSpPr>
          <p:cNvPr id="88" name="DL__chicken_cuts__NV_CUT_TENDER__202502"/>
          <p:cNvSpPr txBox="1"/>
          <p:nvPr/>
        </p:nvSpPr>
        <p:spPr>
          <a:xfrm>
            <a:off x="19833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36.1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(-30.9%)</a:t>
            </a:r>
          </a:p>
        </p:txBody>
      </p:sp>
      <p:sp>
        <p:nvSpPr>
          <p:cNvPr id="89" name="DL__chicken_cuts__NV_CUT_TENDER__202503"/>
          <p:cNvSpPr txBox="1"/>
          <p:nvPr/>
        </p:nvSpPr>
        <p:spPr>
          <a:xfrm>
            <a:off x="24405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35.2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(-14.9%)</a:t>
            </a:r>
          </a:p>
        </p:txBody>
      </p:sp>
      <p:sp>
        <p:nvSpPr>
          <p:cNvPr id="90" name="DL__chicken_cuts__NV_CUT_TENDER__202504"/>
          <p:cNvSpPr txBox="1"/>
          <p:nvPr/>
        </p:nvSpPr>
        <p:spPr>
          <a:xfrm>
            <a:off x="28977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32.6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(-24.4%)</a:t>
            </a:r>
          </a:p>
        </p:txBody>
      </p:sp>
      <p:sp>
        <p:nvSpPr>
          <p:cNvPr id="91" name="DL__chicken_cuts__NV_CUT_TENDER__202505"/>
          <p:cNvSpPr txBox="1"/>
          <p:nvPr/>
        </p:nvSpPr>
        <p:spPr>
          <a:xfrm>
            <a:off x="33549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34.0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(-10.7%)</a:t>
            </a:r>
          </a:p>
        </p:txBody>
      </p:sp>
      <p:sp>
        <p:nvSpPr>
          <p:cNvPr id="92" name="DL__chicken_cuts__NV_CUT_TENDER__202506"/>
          <p:cNvSpPr txBox="1"/>
          <p:nvPr/>
        </p:nvSpPr>
        <p:spPr>
          <a:xfrm>
            <a:off x="38121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36.5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(-1.7%)</a:t>
            </a:r>
          </a:p>
        </p:txBody>
      </p:sp>
      <p:sp>
        <p:nvSpPr>
          <p:cNvPr id="93" name="DL__chicken_cuts__NV_CUT_TENDER__202507"/>
          <p:cNvSpPr txBox="1"/>
          <p:nvPr/>
        </p:nvSpPr>
        <p:spPr>
          <a:xfrm>
            <a:off x="42693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35.6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(-16.4%)</a:t>
            </a:r>
          </a:p>
        </p:txBody>
      </p:sp>
      <p:sp>
        <p:nvSpPr>
          <p:cNvPr id="94" name="DL__chicken_cuts__NV_CUT_TENDER__202508"/>
          <p:cNvSpPr txBox="1"/>
          <p:nvPr/>
        </p:nvSpPr>
        <p:spPr>
          <a:xfrm>
            <a:off x="47265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36.2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(-6.3%)</a:t>
            </a:r>
          </a:p>
        </p:txBody>
      </p:sp>
      <p:sp>
        <p:nvSpPr>
          <p:cNvPr id="95" name="DL__chicken_cuts__NV_CUT_TENDER__202509"/>
          <p:cNvSpPr txBox="1"/>
          <p:nvPr/>
        </p:nvSpPr>
        <p:spPr>
          <a:xfrm>
            <a:off x="51837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36.5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(+12.0%)</a:t>
            </a:r>
          </a:p>
        </p:txBody>
      </p:sp>
      <p:sp>
        <p:nvSpPr>
          <p:cNvPr id="96" name="DL__chicken_cuts__NV_CUT_TENDER__202510"/>
          <p:cNvSpPr txBox="1"/>
          <p:nvPr/>
        </p:nvSpPr>
        <p:spPr>
          <a:xfrm>
            <a:off x="56409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27.7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(-19.4%)</a:t>
            </a:r>
          </a:p>
        </p:txBody>
      </p:sp>
      <p:sp>
        <p:nvSpPr>
          <p:cNvPr id="97" name="DL__chicken_cuts__NV_CUT_TENDER__202511"/>
          <p:cNvSpPr txBox="1"/>
          <p:nvPr/>
        </p:nvSpPr>
        <p:spPr>
          <a:xfrm>
            <a:off x="60981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25.4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(-14.9%)</a:t>
            </a:r>
          </a:p>
        </p:txBody>
      </p:sp>
      <p:sp>
        <p:nvSpPr>
          <p:cNvPr id="98" name="DL__chicken_cuts__NV_CUT_TENDER__202512"/>
          <p:cNvSpPr txBox="1"/>
          <p:nvPr/>
        </p:nvSpPr>
        <p:spPr>
          <a:xfrm>
            <a:off x="65553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25.8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(-2.1%)</a:t>
            </a:r>
          </a:p>
        </p:txBody>
      </p:sp>
      <p:sp>
        <p:nvSpPr>
          <p:cNvPr id="99" name="DL__chicken_cuts__NV_CUT_TENDER__202601"/>
          <p:cNvSpPr txBox="1"/>
          <p:nvPr/>
        </p:nvSpPr>
        <p:spPr>
          <a:xfrm>
            <a:off x="70125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32.4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(+11.0%)</a:t>
            </a:r>
          </a:p>
        </p:txBody>
      </p:sp>
      <p:sp>
        <p:nvSpPr>
          <p:cNvPr id="100" name="DL__chicken_cuts__NV_CUT_TENDER__202602"/>
          <p:cNvSpPr txBox="1"/>
          <p:nvPr/>
        </p:nvSpPr>
        <p:spPr>
          <a:xfrm>
            <a:off x="74697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27.2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(-24.6%)</a:t>
            </a:r>
          </a:p>
        </p:txBody>
      </p:sp>
      <p:sp>
        <p:nvSpPr>
          <p:cNvPr id="101" name="DL__chicken_cuts__NV_CUT_TENDER__202603"/>
          <p:cNvSpPr txBox="1"/>
          <p:nvPr/>
        </p:nvSpPr>
        <p:spPr>
          <a:xfrm>
            <a:off x="79269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37.0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(+5.1%)</a:t>
            </a:r>
          </a:p>
        </p:txBody>
      </p:sp>
      <p:sp>
        <p:nvSpPr>
          <p:cNvPr id="102" name="DL__chicken_cuts__NV_CUT_TENDER__202604"/>
          <p:cNvSpPr txBox="1"/>
          <p:nvPr/>
        </p:nvSpPr>
        <p:spPr>
          <a:xfrm>
            <a:off x="83841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37.9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(+16.3%)</a:t>
            </a:r>
          </a:p>
        </p:txBody>
      </p:sp>
      <p:sp>
        <p:nvSpPr>
          <p:cNvPr id="103" name="DL__chicken_cuts__NV_CUT_TENDER__202605"/>
          <p:cNvSpPr txBox="1"/>
          <p:nvPr/>
        </p:nvSpPr>
        <p:spPr>
          <a:xfrm>
            <a:off x="88413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33.3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(-2.0%)</a:t>
            </a:r>
          </a:p>
        </p:txBody>
      </p:sp>
      <p:sp>
        <p:nvSpPr>
          <p:cNvPr id="104" name="DL__chicken_cuts__NV_CUT_TENDER__202606"/>
          <p:cNvSpPr txBox="1"/>
          <p:nvPr/>
        </p:nvSpPr>
        <p:spPr>
          <a:xfrm>
            <a:off x="92985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34.8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(-4.6%)</a:t>
            </a:r>
          </a:p>
        </p:txBody>
      </p:sp>
      <p:sp>
        <p:nvSpPr>
          <p:cNvPr id="105" name="DL__chicken_cuts__NV_CUT_TENDER__202607"/>
          <p:cNvSpPr txBox="1"/>
          <p:nvPr/>
        </p:nvSpPr>
        <p:spPr>
          <a:xfrm>
            <a:off x="97557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32.0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(-10.2%)</a:t>
            </a:r>
          </a:p>
        </p:txBody>
      </p:sp>
      <p:sp>
        <p:nvSpPr>
          <p:cNvPr id="106" name="DL__chicken_cuts__NV_CUT_TENDER__202608"/>
          <p:cNvSpPr txBox="1"/>
          <p:nvPr/>
        </p:nvSpPr>
        <p:spPr>
          <a:xfrm>
            <a:off x="102129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31.7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(-12.6%)</a:t>
            </a:r>
          </a:p>
        </p:txBody>
      </p:sp>
      <p:sp>
        <p:nvSpPr>
          <p:cNvPr id="107" name="DL__chicken_cuts__NV_CUT_TENDER__202609"/>
          <p:cNvSpPr txBox="1"/>
          <p:nvPr/>
        </p:nvSpPr>
        <p:spPr>
          <a:xfrm>
            <a:off x="106701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28.9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(-20.9%)</a:t>
            </a:r>
          </a:p>
        </p:txBody>
      </p:sp>
      <p:sp>
        <p:nvSpPr>
          <p:cNvPr id="108" name="DL__chicken_cuts__NV_CUT_TENDER__202610"/>
          <p:cNvSpPr txBox="1"/>
          <p:nvPr/>
        </p:nvSpPr>
        <p:spPr>
          <a:xfrm>
            <a:off x="111273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26.6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(-0.2%)</a:t>
            </a:r>
          </a:p>
        </p:txBody>
      </p:sp>
      <p:sp>
        <p:nvSpPr>
          <p:cNvPr id="109" name="SWATCH_chicken_cuts_NV_CUT_WING"/>
          <p:cNvSpPr/>
          <p:nvPr/>
        </p:nvSpPr>
        <p:spPr>
          <a:xfrm>
            <a:off x="603504" y="5730544"/>
            <a:ext cx="91440" cy="32004"/>
          </a:xfrm>
          <a:prstGeom prst="rect">
            <a:avLst/>
          </a:prstGeom>
          <a:solidFill>
            <a:srgbClr val="637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SERIES_chicken_cuts_NV_CUT_WING"/>
          <p:cNvSpPr txBox="1"/>
          <p:nvPr/>
        </p:nvSpPr>
        <p:spPr>
          <a:xfrm>
            <a:off x="749808" y="5672023"/>
            <a:ext cx="923544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>
                <a:solidFill>
                  <a:srgbClr val="637E64"/>
                </a:solidFill>
                <a:latin typeface="맑은 고딕"/>
              </a:rPr>
              <a:t>닭날개</a:t>
            </a:r>
          </a:p>
        </p:txBody>
      </p:sp>
      <p:sp>
        <p:nvSpPr>
          <p:cNvPr id="111" name="DL__chicken_cuts__NV_CUT_WING__202501"/>
          <p:cNvSpPr txBox="1"/>
          <p:nvPr/>
        </p:nvSpPr>
        <p:spPr>
          <a:xfrm>
            <a:off x="15261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23.8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(-18.2%)</a:t>
            </a:r>
          </a:p>
        </p:txBody>
      </p:sp>
      <p:sp>
        <p:nvSpPr>
          <p:cNvPr id="112" name="DL__chicken_cuts__NV_CUT_WING__202502"/>
          <p:cNvSpPr txBox="1"/>
          <p:nvPr/>
        </p:nvSpPr>
        <p:spPr>
          <a:xfrm>
            <a:off x="19833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24.4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(-7.5%)</a:t>
            </a:r>
          </a:p>
        </p:txBody>
      </p:sp>
      <p:sp>
        <p:nvSpPr>
          <p:cNvPr id="113" name="DL__chicken_cuts__NV_CUT_WING__202503"/>
          <p:cNvSpPr txBox="1"/>
          <p:nvPr/>
        </p:nvSpPr>
        <p:spPr>
          <a:xfrm>
            <a:off x="24405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23.3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(-13.7%)</a:t>
            </a:r>
          </a:p>
        </p:txBody>
      </p:sp>
      <p:sp>
        <p:nvSpPr>
          <p:cNvPr id="114" name="DL__chicken_cuts__NV_CUT_WING__202504"/>
          <p:cNvSpPr txBox="1"/>
          <p:nvPr/>
        </p:nvSpPr>
        <p:spPr>
          <a:xfrm>
            <a:off x="28977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22.4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(-21.5%)</a:t>
            </a:r>
          </a:p>
        </p:txBody>
      </p:sp>
      <p:sp>
        <p:nvSpPr>
          <p:cNvPr id="115" name="DL__chicken_cuts__NV_CUT_WING__202505"/>
          <p:cNvSpPr txBox="1"/>
          <p:nvPr/>
        </p:nvSpPr>
        <p:spPr>
          <a:xfrm>
            <a:off x="33549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22.6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(-33.6%)</a:t>
            </a:r>
          </a:p>
        </p:txBody>
      </p:sp>
      <p:sp>
        <p:nvSpPr>
          <p:cNvPr id="116" name="DL__chicken_cuts__NV_CUT_WING__202506"/>
          <p:cNvSpPr txBox="1"/>
          <p:nvPr/>
        </p:nvSpPr>
        <p:spPr>
          <a:xfrm>
            <a:off x="38121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23.4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(-31.5%)</a:t>
            </a:r>
          </a:p>
        </p:txBody>
      </p:sp>
      <p:sp>
        <p:nvSpPr>
          <p:cNvPr id="117" name="DL__chicken_cuts__NV_CUT_WING__202507"/>
          <p:cNvSpPr txBox="1"/>
          <p:nvPr/>
        </p:nvSpPr>
        <p:spPr>
          <a:xfrm>
            <a:off x="42693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20.7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(-26.9%)</a:t>
            </a:r>
          </a:p>
        </p:txBody>
      </p:sp>
      <p:sp>
        <p:nvSpPr>
          <p:cNvPr id="118" name="DL__chicken_cuts__NV_CUT_WING__202508"/>
          <p:cNvSpPr txBox="1"/>
          <p:nvPr/>
        </p:nvSpPr>
        <p:spPr>
          <a:xfrm>
            <a:off x="47265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20.2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(-31.0%)</a:t>
            </a:r>
          </a:p>
        </p:txBody>
      </p:sp>
      <p:sp>
        <p:nvSpPr>
          <p:cNvPr id="119" name="DL__chicken_cuts__NV_CUT_WING__202509"/>
          <p:cNvSpPr txBox="1"/>
          <p:nvPr/>
        </p:nvSpPr>
        <p:spPr>
          <a:xfrm>
            <a:off x="51837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21.1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(-11.0%)</a:t>
            </a:r>
          </a:p>
        </p:txBody>
      </p:sp>
      <p:sp>
        <p:nvSpPr>
          <p:cNvPr id="120" name="DL__chicken_cuts__NV_CUT_WING__202510"/>
          <p:cNvSpPr txBox="1"/>
          <p:nvPr/>
        </p:nvSpPr>
        <p:spPr>
          <a:xfrm>
            <a:off x="56409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15.7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(-37.0%)</a:t>
            </a:r>
          </a:p>
        </p:txBody>
      </p:sp>
      <p:sp>
        <p:nvSpPr>
          <p:cNvPr id="121" name="DL__chicken_cuts__NV_CUT_WING__202511"/>
          <p:cNvSpPr txBox="1"/>
          <p:nvPr/>
        </p:nvSpPr>
        <p:spPr>
          <a:xfrm>
            <a:off x="60981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16.0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(-28.7%)</a:t>
            </a:r>
          </a:p>
        </p:txBody>
      </p:sp>
      <p:sp>
        <p:nvSpPr>
          <p:cNvPr id="122" name="DL__chicken_cuts__NV_CUT_WING__202512"/>
          <p:cNvSpPr txBox="1"/>
          <p:nvPr/>
        </p:nvSpPr>
        <p:spPr>
          <a:xfrm>
            <a:off x="65553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18.8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(-19.8%)</a:t>
            </a:r>
          </a:p>
        </p:txBody>
      </p:sp>
      <p:sp>
        <p:nvSpPr>
          <p:cNvPr id="123" name="DL__chicken_cuts__NV_CUT_WING__202601"/>
          <p:cNvSpPr txBox="1"/>
          <p:nvPr/>
        </p:nvSpPr>
        <p:spPr>
          <a:xfrm>
            <a:off x="70125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19.4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(-18.4%)</a:t>
            </a:r>
          </a:p>
        </p:txBody>
      </p:sp>
      <p:sp>
        <p:nvSpPr>
          <p:cNvPr id="124" name="DL__chicken_cuts__NV_CUT_WING__202602"/>
          <p:cNvSpPr txBox="1"/>
          <p:nvPr/>
        </p:nvSpPr>
        <p:spPr>
          <a:xfrm>
            <a:off x="74697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15.9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(-34.6%)</a:t>
            </a:r>
          </a:p>
        </p:txBody>
      </p:sp>
      <p:sp>
        <p:nvSpPr>
          <p:cNvPr id="125" name="DL__chicken_cuts__NV_CUT_WING__202603"/>
          <p:cNvSpPr txBox="1"/>
          <p:nvPr/>
        </p:nvSpPr>
        <p:spPr>
          <a:xfrm>
            <a:off x="79269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16.7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(-28.3%)</a:t>
            </a:r>
          </a:p>
        </p:txBody>
      </p:sp>
      <p:sp>
        <p:nvSpPr>
          <p:cNvPr id="126" name="DL__chicken_cuts__NV_CUT_WING__202604"/>
          <p:cNvSpPr txBox="1"/>
          <p:nvPr/>
        </p:nvSpPr>
        <p:spPr>
          <a:xfrm>
            <a:off x="83841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17.1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(-23.9%)</a:t>
            </a:r>
          </a:p>
        </p:txBody>
      </p:sp>
      <p:sp>
        <p:nvSpPr>
          <p:cNvPr id="127" name="DL__chicken_cuts__NV_CUT_WING__202605"/>
          <p:cNvSpPr txBox="1"/>
          <p:nvPr/>
        </p:nvSpPr>
        <p:spPr>
          <a:xfrm>
            <a:off x="88413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15.4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(-31.6%)</a:t>
            </a:r>
          </a:p>
        </p:txBody>
      </p:sp>
      <p:sp>
        <p:nvSpPr>
          <p:cNvPr id="128" name="DL__chicken_cuts__NV_CUT_WING__202606"/>
          <p:cNvSpPr txBox="1"/>
          <p:nvPr/>
        </p:nvSpPr>
        <p:spPr>
          <a:xfrm>
            <a:off x="92985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15.9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(-32.0%)</a:t>
            </a:r>
          </a:p>
        </p:txBody>
      </p:sp>
      <p:sp>
        <p:nvSpPr>
          <p:cNvPr id="129" name="DL__chicken_cuts__NV_CUT_WING__202607"/>
          <p:cNvSpPr txBox="1"/>
          <p:nvPr/>
        </p:nvSpPr>
        <p:spPr>
          <a:xfrm>
            <a:off x="97557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15.8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(-23.8%)</a:t>
            </a:r>
          </a:p>
        </p:txBody>
      </p:sp>
      <p:sp>
        <p:nvSpPr>
          <p:cNvPr id="130" name="DL__chicken_cuts__NV_CUT_WING__202608"/>
          <p:cNvSpPr txBox="1"/>
          <p:nvPr/>
        </p:nvSpPr>
        <p:spPr>
          <a:xfrm>
            <a:off x="102129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17.3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(-14.5%)</a:t>
            </a:r>
          </a:p>
        </p:txBody>
      </p:sp>
      <p:sp>
        <p:nvSpPr>
          <p:cNvPr id="131" name="DL__chicken_cuts__NV_CUT_WING__202609"/>
          <p:cNvSpPr txBox="1"/>
          <p:nvPr/>
        </p:nvSpPr>
        <p:spPr>
          <a:xfrm>
            <a:off x="106701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16.3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(-22.8%)</a:t>
            </a:r>
          </a:p>
        </p:txBody>
      </p:sp>
      <p:sp>
        <p:nvSpPr>
          <p:cNvPr id="132" name="DL__chicken_cuts__NV_CUT_WING__202610"/>
          <p:cNvSpPr txBox="1"/>
          <p:nvPr/>
        </p:nvSpPr>
        <p:spPr>
          <a:xfrm>
            <a:off x="111273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14.6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(-2.2%)</a:t>
            </a:r>
          </a:p>
        </p:txBody>
      </p:sp>
      <p:sp>
        <p:nvSpPr>
          <p:cNvPr id="133" name="INSIGHT"/>
          <p:cNvSpPr txBox="1"/>
          <p:nvPr/>
        </p:nvSpPr>
        <p:spPr>
          <a:xfrm>
            <a:off x="704088" y="1188720"/>
            <a:ext cx="10908792" cy="5212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50"/>
              </a:lnSpc>
              <a:spcBef>
                <a:spcPts val="0"/>
              </a:spcBef>
              <a:spcAft>
                <a:spcPts val="0"/>
              </a:spcAft>
            </a:pPr>
            <a:r>
              <a:rPr sz="1750">
                <a:solidFill>
                  <a:srgbClr val="3A4147"/>
                </a:solidFill>
                <a:latin typeface="맑은 고딕"/>
              </a:rPr>
              <a:t>2026.10.1~19 전년비, 다리살 23.1→29.3(+26.6%),</a:t>
            </a:r>
          </a:p>
          <a:p>
            <a:pPr>
              <a:lnSpc>
                <a:spcPts val="1850"/>
              </a:lnSpc>
              <a:spcBef>
                <a:spcPts val="0"/>
              </a:spcBef>
              <a:spcAft>
                <a:spcPts val="0"/>
              </a:spcAft>
            </a:pPr>
            <a:r>
              <a:rPr sz="1750">
                <a:solidFill>
                  <a:srgbClr val="3A4147"/>
                </a:solidFill>
                <a:latin typeface="맑은 고딕"/>
              </a:rPr>
              <a:t>닭가슴살 +11.6%로 상승·닭다리 −8.2%로 하락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CCENT"/>
          <p:cNvSpPr/>
          <p:nvPr/>
        </p:nvSpPr>
        <p:spPr>
          <a:xfrm>
            <a:off x="530352" y="731520"/>
            <a:ext cx="50292" cy="969264"/>
          </a:xfrm>
          <a:prstGeom prst="rect">
            <a:avLst/>
          </a:prstGeom>
          <a:solidFill>
            <a:srgbClr val="B65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ECTION"/>
          <p:cNvSpPr txBox="1"/>
          <p:nvPr/>
        </p:nvSpPr>
        <p:spPr>
          <a:xfrm>
            <a:off x="594360" y="274320"/>
            <a:ext cx="1097280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2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363B3D"/>
                </a:solidFill>
                <a:latin typeface="맑은 고딕"/>
              </a:rPr>
              <a:t>2026.10.22 시장·자사 분석 | 치킨 · 16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704088" y="722376"/>
            <a:ext cx="10908792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292D32"/>
                </a:solidFill>
                <a:latin typeface="맑은 고딕"/>
              </a:rPr>
              <a:t>치킨 기본 맛·조리 표현별 검색관심</a:t>
            </a:r>
          </a:p>
        </p:txBody>
      </p:sp>
      <p:sp>
        <p:nvSpPr>
          <p:cNvPr id="6" name="FOOT_LINE"/>
          <p:cNvSpPr/>
          <p:nvPr/>
        </p:nvSpPr>
        <p:spPr>
          <a:xfrm>
            <a:off x="594360" y="6272784"/>
            <a:ext cx="11018520" cy="5486"/>
          </a:xfrm>
          <a:prstGeom prst="rect">
            <a:avLst/>
          </a:prstGeom>
          <a:solidFill>
            <a:srgbClr val="E4E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AGE"/>
          <p:cNvSpPr txBox="1"/>
          <p:nvPr/>
        </p:nvSpPr>
        <p:spPr>
          <a:xfrm>
            <a:off x="11173968" y="6391656"/>
            <a:ext cx="4114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63B3D"/>
                </a:solidFill>
                <a:latin typeface="맑은 고딕"/>
              </a:rPr>
              <a:t>16</a:t>
            </a:r>
          </a:p>
        </p:txBody>
      </p:sp>
      <p:sp>
        <p:nvSpPr>
          <p:cNvPr id="8" name="UNIT"/>
          <p:cNvSpPr txBox="1"/>
          <p:nvPr/>
        </p:nvSpPr>
        <p:spPr>
          <a:xfrm>
            <a:off x="594360" y="1810512"/>
            <a:ext cx="11018520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686E73"/>
                </a:solidFill>
                <a:latin typeface="맑은 고딕"/>
              </a:rPr>
              <a:t>월별 일평균 검색관심 | 25.01~26.10.19 · 24.01~26.10.19 각 묶음 최고일=100 · 레이블:값/(전년비)</a:t>
            </a:r>
          </a:p>
        </p:txBody>
      </p:sp>
      <p:sp>
        <p:nvSpPr>
          <p:cNvPr id="9" name="QUERY_SCOPE"/>
          <p:cNvSpPr txBox="1"/>
          <p:nvPr/>
        </p:nvSpPr>
        <p:spPr>
          <a:xfrm>
            <a:off x="594360" y="2103120"/>
            <a:ext cx="1101852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686E73"/>
                </a:solidFill>
                <a:latin typeface="맑은 고딕"/>
              </a:rPr>
              <a:t>검색어 예시 | 튀김·후라이드:후라이드치킨·씬 후라이드 / 양념:양념치킨·맘스양념치킨 / 간장:간장치킨·골드킹 / 마늘·갈릭:마늘치킨·간장마늘치킨 / 매운맛:매운치킨·마요피뇨 / 콘소메:콘소메치킨·콘소메이징 / 스파이스·스파이시:스파이스치킨·스파이시치킨 / 후레이크·크런치:후레이크치킨·크런치치킨</a:t>
            </a:r>
          </a:p>
        </p:txBody>
      </p:sp>
      <p:sp>
        <p:nvSpPr>
          <p:cNvPr id="10" name="CAPTION"/>
          <p:cNvSpPr txBox="1"/>
          <p:nvPr/>
        </p:nvSpPr>
        <p:spPr>
          <a:xfrm>
            <a:off x="621792" y="5925312"/>
            <a:ext cx="10963656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86E73"/>
                </a:solidFill>
                <a:latin typeface="맑은 고딕"/>
              </a:rPr>
              <a:t>각 선의 최고 검색일=100이므로 선 높이로 검색규모·판매량을 비교하지 않습니다.26.10 전년비는 양쪽 모두10.1~19일입니다.</a:t>
            </a:r>
          </a:p>
          <a:p>
            <a:pPr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86E73"/>
                </a:solidFill>
                <a:latin typeface="맑은 고딕"/>
              </a:rPr>
              <a:t>(전년0)=비교 지수0으로 증감률 계산 불가.0은 검색이 없었다는 뜻으로 단정하지 않습니다.묶음은 중복될 수 있습니다.</a:t>
            </a:r>
          </a:p>
        </p:txBody>
      </p:sp>
      <p:sp>
        <p:nvSpPr>
          <p:cNvPr id="11" name="SOURCES"/>
          <p:cNvSpPr txBox="1"/>
          <p:nvPr/>
        </p:nvSpPr>
        <p:spPr>
          <a:xfrm>
            <a:off x="603504" y="6391656"/>
            <a:ext cx="1040587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686E73"/>
                </a:solidFill>
                <a:latin typeface="맑은 고딕"/>
              </a:rPr>
              <a:t>자료:네이버 데이터랩 | 일간·PC+모바일·성별/연령 전체 | 검색식·원값:근거Excel(Naver)</a:t>
            </a:r>
            <a:r>
              <a:rPr sz="900">
                <a:solidFill>
                  <a:srgbClr val="686E73"/>
                </a:solidFill>
                <a:latin typeface="맑은 고딕"/>
                <a:hlinkClick r:id="rId2"/>
              </a:rPr>
              <a:t> · 원본1</a:t>
            </a:r>
            <a:r>
              <a:rPr sz="900">
                <a:solidFill>
                  <a:srgbClr val="686E73"/>
                </a:solidFill>
                <a:latin typeface="맑은 고딕"/>
                <a:hlinkClick r:id="rId3"/>
              </a:rPr>
              <a:t> · 원본2</a:t>
            </a:r>
            <a:r>
              <a:rPr sz="900">
                <a:solidFill>
                  <a:srgbClr val="686E73"/>
                </a:solidFill>
                <a:latin typeface="맑은 고딕"/>
                <a:hlinkClick r:id="rId4"/>
              </a:rPr>
              <a:t> · 원본3</a:t>
            </a:r>
          </a:p>
        </p:txBody>
      </p:sp>
      <p:graphicFrame>
        <p:nvGraphicFramePr>
          <p:cNvPr id="12" name="DAILY_chicken_base"/>
          <p:cNvGraphicFramePr>
            <a:graphicFrameLocks noGrp="1"/>
          </p:cNvGraphicFramePr>
          <p:nvPr/>
        </p:nvGraphicFramePr>
        <p:xfrm>
          <a:off x="548640" y="2505456"/>
          <a:ext cx="11064240" cy="1627632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3" name="SWATCH_chicken_base_NV_XC01"/>
          <p:cNvSpPr/>
          <p:nvPr/>
        </p:nvSpPr>
        <p:spPr>
          <a:xfrm>
            <a:off x="603504" y="4354372"/>
            <a:ext cx="91440" cy="32004"/>
          </a:xfrm>
          <a:prstGeom prst="rect">
            <a:avLst/>
          </a:prstGeom>
          <a:solidFill>
            <a:srgbClr val="B65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ERIES_chicken_base_NV_XC01"/>
          <p:cNvSpPr txBox="1"/>
          <p:nvPr/>
        </p:nvSpPr>
        <p:spPr>
          <a:xfrm>
            <a:off x="749808" y="4295851"/>
            <a:ext cx="923544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>
                <a:solidFill>
                  <a:srgbClr val="B65346"/>
                </a:solidFill>
                <a:latin typeface="맑은 고딕"/>
              </a:rPr>
              <a:t>튀김·후라이드</a:t>
            </a:r>
          </a:p>
        </p:txBody>
      </p:sp>
      <p:sp>
        <p:nvSpPr>
          <p:cNvPr id="15" name="DL__chicken_base__NV_XC01__202501"/>
          <p:cNvSpPr txBox="1"/>
          <p:nvPr/>
        </p:nvSpPr>
        <p:spPr>
          <a:xfrm>
            <a:off x="1526133" y="427939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9.7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(-3.6%)</a:t>
            </a:r>
          </a:p>
        </p:txBody>
      </p:sp>
      <p:sp>
        <p:nvSpPr>
          <p:cNvPr id="16" name="DL__chicken_base__NV_XC01__202502"/>
          <p:cNvSpPr txBox="1"/>
          <p:nvPr/>
        </p:nvSpPr>
        <p:spPr>
          <a:xfrm>
            <a:off x="1983333" y="427939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8.1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(-16.1%)</a:t>
            </a:r>
          </a:p>
        </p:txBody>
      </p:sp>
      <p:sp>
        <p:nvSpPr>
          <p:cNvPr id="17" name="DL__chicken_base__NV_XC01__202503"/>
          <p:cNvSpPr txBox="1"/>
          <p:nvPr/>
        </p:nvSpPr>
        <p:spPr>
          <a:xfrm>
            <a:off x="2440533" y="427939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8.7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(-8.2%)</a:t>
            </a:r>
          </a:p>
        </p:txBody>
      </p:sp>
      <p:sp>
        <p:nvSpPr>
          <p:cNvPr id="18" name="DL__chicken_base__NV_XC01__202504"/>
          <p:cNvSpPr txBox="1"/>
          <p:nvPr/>
        </p:nvSpPr>
        <p:spPr>
          <a:xfrm>
            <a:off x="2897733" y="427939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7.5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(-14.4%)</a:t>
            </a:r>
          </a:p>
        </p:txBody>
      </p:sp>
      <p:sp>
        <p:nvSpPr>
          <p:cNvPr id="19" name="DL__chicken_base__NV_XC01__202505"/>
          <p:cNvSpPr txBox="1"/>
          <p:nvPr/>
        </p:nvSpPr>
        <p:spPr>
          <a:xfrm>
            <a:off x="3354933" y="427939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12.4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(+21.3%)</a:t>
            </a:r>
          </a:p>
        </p:txBody>
      </p:sp>
      <p:sp>
        <p:nvSpPr>
          <p:cNvPr id="20" name="DL__chicken_base__NV_XC01__202506"/>
          <p:cNvSpPr txBox="1"/>
          <p:nvPr/>
        </p:nvSpPr>
        <p:spPr>
          <a:xfrm>
            <a:off x="3812133" y="427939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8.3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(-19.5%)</a:t>
            </a:r>
          </a:p>
        </p:txBody>
      </p:sp>
      <p:sp>
        <p:nvSpPr>
          <p:cNvPr id="21" name="DL__chicken_base__NV_XC01__202507"/>
          <p:cNvSpPr txBox="1"/>
          <p:nvPr/>
        </p:nvSpPr>
        <p:spPr>
          <a:xfrm>
            <a:off x="4269333" y="427939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9.3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(-0.7%)</a:t>
            </a:r>
          </a:p>
        </p:txBody>
      </p:sp>
      <p:sp>
        <p:nvSpPr>
          <p:cNvPr id="22" name="DL__chicken_base__NV_XC01__202508"/>
          <p:cNvSpPr txBox="1"/>
          <p:nvPr/>
        </p:nvSpPr>
        <p:spPr>
          <a:xfrm>
            <a:off x="4726533" y="427939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8.8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(-3.0%)</a:t>
            </a:r>
          </a:p>
        </p:txBody>
      </p:sp>
      <p:sp>
        <p:nvSpPr>
          <p:cNvPr id="23" name="DL__chicken_base__NV_XC01__202509"/>
          <p:cNvSpPr txBox="1"/>
          <p:nvPr/>
        </p:nvSpPr>
        <p:spPr>
          <a:xfrm>
            <a:off x="5183733" y="427939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7.9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(-22.0%)</a:t>
            </a:r>
          </a:p>
        </p:txBody>
      </p:sp>
      <p:sp>
        <p:nvSpPr>
          <p:cNvPr id="24" name="DL__chicken_base__NV_XC01__202510"/>
          <p:cNvSpPr txBox="1"/>
          <p:nvPr/>
        </p:nvSpPr>
        <p:spPr>
          <a:xfrm>
            <a:off x="5640933" y="427939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7.7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(-18.4%)</a:t>
            </a:r>
          </a:p>
        </p:txBody>
      </p:sp>
      <p:sp>
        <p:nvSpPr>
          <p:cNvPr id="25" name="DL__chicken_base__NV_XC01__202511"/>
          <p:cNvSpPr txBox="1"/>
          <p:nvPr/>
        </p:nvSpPr>
        <p:spPr>
          <a:xfrm>
            <a:off x="6098133" y="427939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7.8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(-11.6%)</a:t>
            </a:r>
          </a:p>
        </p:txBody>
      </p:sp>
      <p:sp>
        <p:nvSpPr>
          <p:cNvPr id="26" name="DL__chicken_base__NV_XC01__202512"/>
          <p:cNvSpPr txBox="1"/>
          <p:nvPr/>
        </p:nvSpPr>
        <p:spPr>
          <a:xfrm>
            <a:off x="6555333" y="427939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8.4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(-19.6%)</a:t>
            </a:r>
          </a:p>
        </p:txBody>
      </p:sp>
      <p:sp>
        <p:nvSpPr>
          <p:cNvPr id="27" name="DL__chicken_base__NV_XC01__202601"/>
          <p:cNvSpPr txBox="1"/>
          <p:nvPr/>
        </p:nvSpPr>
        <p:spPr>
          <a:xfrm>
            <a:off x="7012533" y="427939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7.7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(-20.3%)</a:t>
            </a:r>
          </a:p>
        </p:txBody>
      </p:sp>
      <p:sp>
        <p:nvSpPr>
          <p:cNvPr id="28" name="DL__chicken_base__NV_XC01__202602"/>
          <p:cNvSpPr txBox="1"/>
          <p:nvPr/>
        </p:nvSpPr>
        <p:spPr>
          <a:xfrm>
            <a:off x="7469733" y="427939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6.6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(-18.6%)</a:t>
            </a:r>
          </a:p>
        </p:txBody>
      </p:sp>
      <p:sp>
        <p:nvSpPr>
          <p:cNvPr id="29" name="DL__chicken_base__NV_XC01__202603"/>
          <p:cNvSpPr txBox="1"/>
          <p:nvPr/>
        </p:nvSpPr>
        <p:spPr>
          <a:xfrm>
            <a:off x="7926933" y="427939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6.4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(-27.0%)</a:t>
            </a:r>
          </a:p>
        </p:txBody>
      </p:sp>
      <p:sp>
        <p:nvSpPr>
          <p:cNvPr id="30" name="DL__chicken_base__NV_XC01__202604"/>
          <p:cNvSpPr txBox="1"/>
          <p:nvPr/>
        </p:nvSpPr>
        <p:spPr>
          <a:xfrm>
            <a:off x="8384133" y="427939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8.6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(+15.0%)</a:t>
            </a:r>
          </a:p>
        </p:txBody>
      </p:sp>
      <p:sp>
        <p:nvSpPr>
          <p:cNvPr id="31" name="DL__chicken_base__NV_XC01__202605"/>
          <p:cNvSpPr txBox="1"/>
          <p:nvPr/>
        </p:nvSpPr>
        <p:spPr>
          <a:xfrm>
            <a:off x="8841333" y="427939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7.2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(-41.5%)</a:t>
            </a:r>
          </a:p>
        </p:txBody>
      </p:sp>
      <p:sp>
        <p:nvSpPr>
          <p:cNvPr id="32" name="DL__chicken_base__NV_XC01__202606"/>
          <p:cNvSpPr txBox="1"/>
          <p:nvPr/>
        </p:nvSpPr>
        <p:spPr>
          <a:xfrm>
            <a:off x="9298533" y="427939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6.2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(-25.8%)</a:t>
            </a:r>
          </a:p>
        </p:txBody>
      </p:sp>
      <p:sp>
        <p:nvSpPr>
          <p:cNvPr id="33" name="DL__chicken_base__NV_XC01__202607"/>
          <p:cNvSpPr txBox="1"/>
          <p:nvPr/>
        </p:nvSpPr>
        <p:spPr>
          <a:xfrm>
            <a:off x="9755733" y="427939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5.9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(-36.3%)</a:t>
            </a:r>
          </a:p>
        </p:txBody>
      </p:sp>
      <p:sp>
        <p:nvSpPr>
          <p:cNvPr id="34" name="DL__chicken_base__NV_XC01__202608"/>
          <p:cNvSpPr txBox="1"/>
          <p:nvPr/>
        </p:nvSpPr>
        <p:spPr>
          <a:xfrm>
            <a:off x="10212933" y="427939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5.2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(-41.7%)</a:t>
            </a:r>
          </a:p>
        </p:txBody>
      </p:sp>
      <p:sp>
        <p:nvSpPr>
          <p:cNvPr id="35" name="DL__chicken_base__NV_XC01__202609"/>
          <p:cNvSpPr txBox="1"/>
          <p:nvPr/>
        </p:nvSpPr>
        <p:spPr>
          <a:xfrm>
            <a:off x="10670133" y="427939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3.4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(-57.0%)</a:t>
            </a:r>
          </a:p>
        </p:txBody>
      </p:sp>
      <p:sp>
        <p:nvSpPr>
          <p:cNvPr id="36" name="DL__chicken_base__NV_XC01__202610"/>
          <p:cNvSpPr txBox="1"/>
          <p:nvPr/>
        </p:nvSpPr>
        <p:spPr>
          <a:xfrm>
            <a:off x="11127333" y="427939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3.0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(-61.5%)</a:t>
            </a:r>
          </a:p>
        </p:txBody>
      </p:sp>
      <p:sp>
        <p:nvSpPr>
          <p:cNvPr id="37" name="SWATCH_chicken_base_NV_XC02"/>
          <p:cNvSpPr/>
          <p:nvPr/>
        </p:nvSpPr>
        <p:spPr>
          <a:xfrm>
            <a:off x="603504" y="4550968"/>
            <a:ext cx="91440" cy="32004"/>
          </a:xfrm>
          <a:prstGeom prst="rect">
            <a:avLst/>
          </a:prstGeom>
          <a:solidFill>
            <a:srgbClr val="3E8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ERIES_chicken_base_NV_XC02"/>
          <p:cNvSpPr txBox="1"/>
          <p:nvPr/>
        </p:nvSpPr>
        <p:spPr>
          <a:xfrm>
            <a:off x="749808" y="4492447"/>
            <a:ext cx="923544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>
                <a:solidFill>
                  <a:srgbClr val="3E8490"/>
                </a:solidFill>
                <a:latin typeface="맑은 고딕"/>
              </a:rPr>
              <a:t>양념</a:t>
            </a:r>
          </a:p>
        </p:txBody>
      </p:sp>
      <p:sp>
        <p:nvSpPr>
          <p:cNvPr id="39" name="DL__chicken_base__NV_XC02__202501"/>
          <p:cNvSpPr txBox="1"/>
          <p:nvPr/>
        </p:nvSpPr>
        <p:spPr>
          <a:xfrm>
            <a:off x="1526133" y="447598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25.5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(-8.4%)</a:t>
            </a:r>
          </a:p>
        </p:txBody>
      </p:sp>
      <p:sp>
        <p:nvSpPr>
          <p:cNvPr id="40" name="DL__chicken_base__NV_XC02__202502"/>
          <p:cNvSpPr txBox="1"/>
          <p:nvPr/>
        </p:nvSpPr>
        <p:spPr>
          <a:xfrm>
            <a:off x="1983333" y="447598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26.7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(-2.5%)</a:t>
            </a:r>
          </a:p>
        </p:txBody>
      </p:sp>
      <p:sp>
        <p:nvSpPr>
          <p:cNvPr id="41" name="DL__chicken_base__NV_XC02__202503"/>
          <p:cNvSpPr txBox="1"/>
          <p:nvPr/>
        </p:nvSpPr>
        <p:spPr>
          <a:xfrm>
            <a:off x="2440533" y="447598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28.4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(+1.6%)</a:t>
            </a:r>
          </a:p>
        </p:txBody>
      </p:sp>
      <p:sp>
        <p:nvSpPr>
          <p:cNvPr id="42" name="DL__chicken_base__NV_XC02__202504"/>
          <p:cNvSpPr txBox="1"/>
          <p:nvPr/>
        </p:nvSpPr>
        <p:spPr>
          <a:xfrm>
            <a:off x="2897733" y="447598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26.0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(-0.9%)</a:t>
            </a:r>
          </a:p>
        </p:txBody>
      </p:sp>
      <p:sp>
        <p:nvSpPr>
          <p:cNvPr id="43" name="DL__chicken_base__NV_XC02__202505"/>
          <p:cNvSpPr txBox="1"/>
          <p:nvPr/>
        </p:nvSpPr>
        <p:spPr>
          <a:xfrm>
            <a:off x="3354933" y="447598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31.6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(+18.7%)</a:t>
            </a:r>
          </a:p>
        </p:txBody>
      </p:sp>
      <p:sp>
        <p:nvSpPr>
          <p:cNvPr id="44" name="DL__chicken_base__NV_XC02__202506"/>
          <p:cNvSpPr txBox="1"/>
          <p:nvPr/>
        </p:nvSpPr>
        <p:spPr>
          <a:xfrm>
            <a:off x="3812133" y="447598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28.5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(-4.2%)</a:t>
            </a:r>
          </a:p>
        </p:txBody>
      </p:sp>
      <p:sp>
        <p:nvSpPr>
          <p:cNvPr id="45" name="DL__chicken_base__NV_XC02__202507"/>
          <p:cNvSpPr txBox="1"/>
          <p:nvPr/>
        </p:nvSpPr>
        <p:spPr>
          <a:xfrm>
            <a:off x="4269333" y="447598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29.7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(+1.8%)</a:t>
            </a:r>
          </a:p>
        </p:txBody>
      </p:sp>
      <p:sp>
        <p:nvSpPr>
          <p:cNvPr id="46" name="DL__chicken_base__NV_XC02__202508"/>
          <p:cNvSpPr txBox="1"/>
          <p:nvPr/>
        </p:nvSpPr>
        <p:spPr>
          <a:xfrm>
            <a:off x="4726533" y="447598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28.5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(+3.7%)</a:t>
            </a:r>
          </a:p>
        </p:txBody>
      </p:sp>
      <p:sp>
        <p:nvSpPr>
          <p:cNvPr id="47" name="DL__chicken_base__NV_XC02__202509"/>
          <p:cNvSpPr txBox="1"/>
          <p:nvPr/>
        </p:nvSpPr>
        <p:spPr>
          <a:xfrm>
            <a:off x="5183733" y="447598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25.4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(-4.8%)</a:t>
            </a:r>
          </a:p>
        </p:txBody>
      </p:sp>
      <p:sp>
        <p:nvSpPr>
          <p:cNvPr id="48" name="DL__chicken_base__NV_XC02__202510"/>
          <p:cNvSpPr txBox="1"/>
          <p:nvPr/>
        </p:nvSpPr>
        <p:spPr>
          <a:xfrm>
            <a:off x="5640933" y="447598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25.2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(-2.8%)</a:t>
            </a:r>
          </a:p>
        </p:txBody>
      </p:sp>
      <p:sp>
        <p:nvSpPr>
          <p:cNvPr id="49" name="DL__chicken_base__NV_XC02__202511"/>
          <p:cNvSpPr txBox="1"/>
          <p:nvPr/>
        </p:nvSpPr>
        <p:spPr>
          <a:xfrm>
            <a:off x="6098133" y="447598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24.7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(-6.8%)</a:t>
            </a:r>
          </a:p>
        </p:txBody>
      </p:sp>
      <p:sp>
        <p:nvSpPr>
          <p:cNvPr id="50" name="DL__chicken_base__NV_XC02__202512"/>
          <p:cNvSpPr txBox="1"/>
          <p:nvPr/>
        </p:nvSpPr>
        <p:spPr>
          <a:xfrm>
            <a:off x="6555333" y="447598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30.7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(+15.2%)</a:t>
            </a:r>
          </a:p>
        </p:txBody>
      </p:sp>
      <p:sp>
        <p:nvSpPr>
          <p:cNvPr id="51" name="DL__chicken_base__NV_XC02__202601"/>
          <p:cNvSpPr txBox="1"/>
          <p:nvPr/>
        </p:nvSpPr>
        <p:spPr>
          <a:xfrm>
            <a:off x="7012533" y="447598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34.0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(+33.5%)</a:t>
            </a:r>
          </a:p>
        </p:txBody>
      </p:sp>
      <p:sp>
        <p:nvSpPr>
          <p:cNvPr id="52" name="DL__chicken_base__NV_XC02__202602"/>
          <p:cNvSpPr txBox="1"/>
          <p:nvPr/>
        </p:nvSpPr>
        <p:spPr>
          <a:xfrm>
            <a:off x="7469733" y="447598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24.5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(-8.5%)</a:t>
            </a:r>
          </a:p>
        </p:txBody>
      </p:sp>
      <p:sp>
        <p:nvSpPr>
          <p:cNvPr id="53" name="DL__chicken_base__NV_XC02__202603"/>
          <p:cNvSpPr txBox="1"/>
          <p:nvPr/>
        </p:nvSpPr>
        <p:spPr>
          <a:xfrm>
            <a:off x="7926933" y="447598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21.9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(-22.7%)</a:t>
            </a:r>
          </a:p>
        </p:txBody>
      </p:sp>
      <p:sp>
        <p:nvSpPr>
          <p:cNvPr id="54" name="DL__chicken_base__NV_XC02__202604"/>
          <p:cNvSpPr txBox="1"/>
          <p:nvPr/>
        </p:nvSpPr>
        <p:spPr>
          <a:xfrm>
            <a:off x="8384133" y="447598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21.5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(-17.2%)</a:t>
            </a:r>
          </a:p>
        </p:txBody>
      </p:sp>
      <p:sp>
        <p:nvSpPr>
          <p:cNvPr id="55" name="DL__chicken_base__NV_XC02__202605"/>
          <p:cNvSpPr txBox="1"/>
          <p:nvPr/>
        </p:nvSpPr>
        <p:spPr>
          <a:xfrm>
            <a:off x="8841333" y="447598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21.1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(-33.3%)</a:t>
            </a:r>
          </a:p>
        </p:txBody>
      </p:sp>
      <p:sp>
        <p:nvSpPr>
          <p:cNvPr id="56" name="DL__chicken_base__NV_XC02__202606"/>
          <p:cNvSpPr txBox="1"/>
          <p:nvPr/>
        </p:nvSpPr>
        <p:spPr>
          <a:xfrm>
            <a:off x="9298533" y="447598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20.9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(-26.5%)</a:t>
            </a:r>
          </a:p>
        </p:txBody>
      </p:sp>
      <p:sp>
        <p:nvSpPr>
          <p:cNvPr id="57" name="DL__chicken_base__NV_XC02__202607"/>
          <p:cNvSpPr txBox="1"/>
          <p:nvPr/>
        </p:nvSpPr>
        <p:spPr>
          <a:xfrm>
            <a:off x="9755733" y="447598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20.5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(-30.8%)</a:t>
            </a:r>
          </a:p>
        </p:txBody>
      </p:sp>
      <p:sp>
        <p:nvSpPr>
          <p:cNvPr id="58" name="DL__chicken_base__NV_XC02__202608"/>
          <p:cNvSpPr txBox="1"/>
          <p:nvPr/>
        </p:nvSpPr>
        <p:spPr>
          <a:xfrm>
            <a:off x="10212933" y="447598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16.8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(-40.9%)</a:t>
            </a:r>
          </a:p>
        </p:txBody>
      </p:sp>
      <p:sp>
        <p:nvSpPr>
          <p:cNvPr id="59" name="DL__chicken_base__NV_XC02__202609"/>
          <p:cNvSpPr txBox="1"/>
          <p:nvPr/>
        </p:nvSpPr>
        <p:spPr>
          <a:xfrm>
            <a:off x="10670133" y="447598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25.1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(-1.1%)</a:t>
            </a:r>
          </a:p>
        </p:txBody>
      </p:sp>
      <p:sp>
        <p:nvSpPr>
          <p:cNvPr id="60" name="DL__chicken_base__NV_XC02__202610"/>
          <p:cNvSpPr txBox="1"/>
          <p:nvPr/>
        </p:nvSpPr>
        <p:spPr>
          <a:xfrm>
            <a:off x="11127333" y="447598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22.9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(-7.8%)</a:t>
            </a:r>
          </a:p>
        </p:txBody>
      </p:sp>
      <p:sp>
        <p:nvSpPr>
          <p:cNvPr id="61" name="SWATCH_chicken_base_NV_XC03"/>
          <p:cNvSpPr/>
          <p:nvPr/>
        </p:nvSpPr>
        <p:spPr>
          <a:xfrm>
            <a:off x="603504" y="4747564"/>
            <a:ext cx="91440" cy="32004"/>
          </a:xfrm>
          <a:prstGeom prst="rect">
            <a:avLst/>
          </a:prstGeom>
          <a:solidFill>
            <a:srgbClr val="A68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SERIES_chicken_base_NV_XC03"/>
          <p:cNvSpPr txBox="1"/>
          <p:nvPr/>
        </p:nvSpPr>
        <p:spPr>
          <a:xfrm>
            <a:off x="749808" y="4689043"/>
            <a:ext cx="923544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>
                <a:solidFill>
                  <a:srgbClr val="A68B46"/>
                </a:solidFill>
                <a:latin typeface="맑은 고딕"/>
              </a:rPr>
              <a:t>간장</a:t>
            </a:r>
          </a:p>
        </p:txBody>
      </p:sp>
      <p:sp>
        <p:nvSpPr>
          <p:cNvPr id="63" name="DL__chicken_base__NV_XC03__202501"/>
          <p:cNvSpPr txBox="1"/>
          <p:nvPr/>
        </p:nvSpPr>
        <p:spPr>
          <a:xfrm>
            <a:off x="1526133" y="467258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35.2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(+5.6%)</a:t>
            </a:r>
          </a:p>
        </p:txBody>
      </p:sp>
      <p:sp>
        <p:nvSpPr>
          <p:cNvPr id="64" name="DL__chicken_base__NV_XC03__202502"/>
          <p:cNvSpPr txBox="1"/>
          <p:nvPr/>
        </p:nvSpPr>
        <p:spPr>
          <a:xfrm>
            <a:off x="1983333" y="467258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30.3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(-17.5%)</a:t>
            </a:r>
          </a:p>
        </p:txBody>
      </p:sp>
      <p:sp>
        <p:nvSpPr>
          <p:cNvPr id="65" name="DL__chicken_base__NV_XC03__202503"/>
          <p:cNvSpPr txBox="1"/>
          <p:nvPr/>
        </p:nvSpPr>
        <p:spPr>
          <a:xfrm>
            <a:off x="2440533" y="467258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29.3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(-3.5%)</a:t>
            </a:r>
          </a:p>
        </p:txBody>
      </p:sp>
      <p:sp>
        <p:nvSpPr>
          <p:cNvPr id="66" name="DL__chicken_base__NV_XC03__202504"/>
          <p:cNvSpPr txBox="1"/>
          <p:nvPr/>
        </p:nvSpPr>
        <p:spPr>
          <a:xfrm>
            <a:off x="2897733" y="467258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27.8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(-2.9%)</a:t>
            </a:r>
          </a:p>
        </p:txBody>
      </p:sp>
      <p:sp>
        <p:nvSpPr>
          <p:cNvPr id="67" name="DL__chicken_base__NV_XC03__202505"/>
          <p:cNvSpPr txBox="1"/>
          <p:nvPr/>
        </p:nvSpPr>
        <p:spPr>
          <a:xfrm>
            <a:off x="3354933" y="467258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31.8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(+4.1%)</a:t>
            </a:r>
          </a:p>
        </p:txBody>
      </p:sp>
      <p:sp>
        <p:nvSpPr>
          <p:cNvPr id="68" name="DL__chicken_base__NV_XC03__202506"/>
          <p:cNvSpPr txBox="1"/>
          <p:nvPr/>
        </p:nvSpPr>
        <p:spPr>
          <a:xfrm>
            <a:off x="3812133" y="467258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29.4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(-0.4%)</a:t>
            </a:r>
          </a:p>
        </p:txBody>
      </p:sp>
      <p:sp>
        <p:nvSpPr>
          <p:cNvPr id="69" name="DL__chicken_base__NV_XC03__202507"/>
          <p:cNvSpPr txBox="1"/>
          <p:nvPr/>
        </p:nvSpPr>
        <p:spPr>
          <a:xfrm>
            <a:off x="4269333" y="467258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28.6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(-20.3%)</a:t>
            </a:r>
          </a:p>
        </p:txBody>
      </p:sp>
      <p:sp>
        <p:nvSpPr>
          <p:cNvPr id="70" name="DL__chicken_base__NV_XC03__202508"/>
          <p:cNvSpPr txBox="1"/>
          <p:nvPr/>
        </p:nvSpPr>
        <p:spPr>
          <a:xfrm>
            <a:off x="4726533" y="467258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26.9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(-21.5%)</a:t>
            </a:r>
          </a:p>
        </p:txBody>
      </p:sp>
      <p:sp>
        <p:nvSpPr>
          <p:cNvPr id="71" name="DL__chicken_base__NV_XC03__202509"/>
          <p:cNvSpPr txBox="1"/>
          <p:nvPr/>
        </p:nvSpPr>
        <p:spPr>
          <a:xfrm>
            <a:off x="5183733" y="467258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22.7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(-32.6%)</a:t>
            </a:r>
          </a:p>
        </p:txBody>
      </p:sp>
      <p:sp>
        <p:nvSpPr>
          <p:cNvPr id="72" name="DL__chicken_base__NV_XC03__202510"/>
          <p:cNvSpPr txBox="1"/>
          <p:nvPr/>
        </p:nvSpPr>
        <p:spPr>
          <a:xfrm>
            <a:off x="5640933" y="467258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22.8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(-38.4%)</a:t>
            </a:r>
          </a:p>
        </p:txBody>
      </p:sp>
      <p:sp>
        <p:nvSpPr>
          <p:cNvPr id="73" name="DL__chicken_base__NV_XC03__202511"/>
          <p:cNvSpPr txBox="1"/>
          <p:nvPr/>
        </p:nvSpPr>
        <p:spPr>
          <a:xfrm>
            <a:off x="6098133" y="467258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22.4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(-31.2%)</a:t>
            </a:r>
          </a:p>
        </p:txBody>
      </p:sp>
      <p:sp>
        <p:nvSpPr>
          <p:cNvPr id="74" name="DL__chicken_base__NV_XC03__202512"/>
          <p:cNvSpPr txBox="1"/>
          <p:nvPr/>
        </p:nvSpPr>
        <p:spPr>
          <a:xfrm>
            <a:off x="6555333" y="467258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22.7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(-30.8%)</a:t>
            </a:r>
          </a:p>
        </p:txBody>
      </p:sp>
      <p:sp>
        <p:nvSpPr>
          <p:cNvPr id="75" name="DL__chicken_base__NV_XC03__202601"/>
          <p:cNvSpPr txBox="1"/>
          <p:nvPr/>
        </p:nvSpPr>
        <p:spPr>
          <a:xfrm>
            <a:off x="7012533" y="467258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20.1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(-43.0%)</a:t>
            </a:r>
          </a:p>
        </p:txBody>
      </p:sp>
      <p:sp>
        <p:nvSpPr>
          <p:cNvPr id="76" name="DL__chicken_base__NV_XC03__202602"/>
          <p:cNvSpPr txBox="1"/>
          <p:nvPr/>
        </p:nvSpPr>
        <p:spPr>
          <a:xfrm>
            <a:off x="7469733" y="467258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16.3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(-46.3%)</a:t>
            </a:r>
          </a:p>
        </p:txBody>
      </p:sp>
      <p:sp>
        <p:nvSpPr>
          <p:cNvPr id="77" name="DL__chicken_base__NV_XC03__202603"/>
          <p:cNvSpPr txBox="1"/>
          <p:nvPr/>
        </p:nvSpPr>
        <p:spPr>
          <a:xfrm>
            <a:off x="7926933" y="467258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14.3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(-51.4%)</a:t>
            </a:r>
          </a:p>
        </p:txBody>
      </p:sp>
      <p:sp>
        <p:nvSpPr>
          <p:cNvPr id="78" name="DL__chicken_base__NV_XC03__202604"/>
          <p:cNvSpPr txBox="1"/>
          <p:nvPr/>
        </p:nvSpPr>
        <p:spPr>
          <a:xfrm>
            <a:off x="8384133" y="467258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14.4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(-48.1%)</a:t>
            </a:r>
          </a:p>
        </p:txBody>
      </p:sp>
      <p:sp>
        <p:nvSpPr>
          <p:cNvPr id="79" name="DL__chicken_base__NV_XC03__202605"/>
          <p:cNvSpPr txBox="1"/>
          <p:nvPr/>
        </p:nvSpPr>
        <p:spPr>
          <a:xfrm>
            <a:off x="8841333" y="467258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14.1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(-55.5%)</a:t>
            </a:r>
          </a:p>
        </p:txBody>
      </p:sp>
      <p:sp>
        <p:nvSpPr>
          <p:cNvPr id="80" name="DL__chicken_base__NV_XC03__202606"/>
          <p:cNvSpPr txBox="1"/>
          <p:nvPr/>
        </p:nvSpPr>
        <p:spPr>
          <a:xfrm>
            <a:off x="9298533" y="467258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13.7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(-53.3%)</a:t>
            </a:r>
          </a:p>
        </p:txBody>
      </p:sp>
      <p:sp>
        <p:nvSpPr>
          <p:cNvPr id="81" name="DL__chicken_base__NV_XC03__202607"/>
          <p:cNvSpPr txBox="1"/>
          <p:nvPr/>
        </p:nvSpPr>
        <p:spPr>
          <a:xfrm>
            <a:off x="9755733" y="467258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13.9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(-51.3%)</a:t>
            </a:r>
          </a:p>
        </p:txBody>
      </p:sp>
      <p:sp>
        <p:nvSpPr>
          <p:cNvPr id="82" name="DL__chicken_base__NV_XC03__202608"/>
          <p:cNvSpPr txBox="1"/>
          <p:nvPr/>
        </p:nvSpPr>
        <p:spPr>
          <a:xfrm>
            <a:off x="10212933" y="467258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13.0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(-51.8%)</a:t>
            </a:r>
          </a:p>
        </p:txBody>
      </p:sp>
      <p:sp>
        <p:nvSpPr>
          <p:cNvPr id="83" name="DL__chicken_base__NV_XC03__202609"/>
          <p:cNvSpPr txBox="1"/>
          <p:nvPr/>
        </p:nvSpPr>
        <p:spPr>
          <a:xfrm>
            <a:off x="10670133" y="467258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11.7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(-48.6%)</a:t>
            </a:r>
          </a:p>
        </p:txBody>
      </p:sp>
      <p:sp>
        <p:nvSpPr>
          <p:cNvPr id="84" name="DL__chicken_base__NV_XC03__202610"/>
          <p:cNvSpPr txBox="1"/>
          <p:nvPr/>
        </p:nvSpPr>
        <p:spPr>
          <a:xfrm>
            <a:off x="11127333" y="467258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11.8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(-48.1%)</a:t>
            </a:r>
          </a:p>
        </p:txBody>
      </p:sp>
      <p:sp>
        <p:nvSpPr>
          <p:cNvPr id="85" name="SWATCH_chicken_base_NV_XC05"/>
          <p:cNvSpPr/>
          <p:nvPr/>
        </p:nvSpPr>
        <p:spPr>
          <a:xfrm>
            <a:off x="603504" y="4944160"/>
            <a:ext cx="91440" cy="32004"/>
          </a:xfrm>
          <a:prstGeom prst="rect">
            <a:avLst/>
          </a:prstGeom>
          <a:solidFill>
            <a:srgbClr val="637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SERIES_chicken_base_NV_XC05"/>
          <p:cNvSpPr txBox="1"/>
          <p:nvPr/>
        </p:nvSpPr>
        <p:spPr>
          <a:xfrm>
            <a:off x="749808" y="4885639"/>
            <a:ext cx="923544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>
                <a:solidFill>
                  <a:srgbClr val="637E64"/>
                </a:solidFill>
                <a:latin typeface="맑은 고딕"/>
              </a:rPr>
              <a:t>마늘·갈릭</a:t>
            </a:r>
          </a:p>
        </p:txBody>
      </p:sp>
      <p:sp>
        <p:nvSpPr>
          <p:cNvPr id="87" name="DL__chicken_base__NV_XC05__202501"/>
          <p:cNvSpPr txBox="1"/>
          <p:nvPr/>
        </p:nvSpPr>
        <p:spPr>
          <a:xfrm>
            <a:off x="15261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13.5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(+81.4%)</a:t>
            </a:r>
          </a:p>
        </p:txBody>
      </p:sp>
      <p:sp>
        <p:nvSpPr>
          <p:cNvPr id="88" name="DL__chicken_base__NV_XC05__202502"/>
          <p:cNvSpPr txBox="1"/>
          <p:nvPr/>
        </p:nvSpPr>
        <p:spPr>
          <a:xfrm>
            <a:off x="19833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11.4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(+88.2%)</a:t>
            </a:r>
          </a:p>
        </p:txBody>
      </p:sp>
      <p:sp>
        <p:nvSpPr>
          <p:cNvPr id="89" name="DL__chicken_base__NV_XC05__202503"/>
          <p:cNvSpPr txBox="1"/>
          <p:nvPr/>
        </p:nvSpPr>
        <p:spPr>
          <a:xfrm>
            <a:off x="24405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10.6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(+45.0%)</a:t>
            </a:r>
          </a:p>
        </p:txBody>
      </p:sp>
      <p:sp>
        <p:nvSpPr>
          <p:cNvPr id="90" name="DL__chicken_base__NV_XC05__202504"/>
          <p:cNvSpPr txBox="1"/>
          <p:nvPr/>
        </p:nvSpPr>
        <p:spPr>
          <a:xfrm>
            <a:off x="28977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10.4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(+45.5%)</a:t>
            </a:r>
          </a:p>
        </p:txBody>
      </p:sp>
      <p:sp>
        <p:nvSpPr>
          <p:cNvPr id="91" name="DL__chicken_base__NV_XC05__202505"/>
          <p:cNvSpPr txBox="1"/>
          <p:nvPr/>
        </p:nvSpPr>
        <p:spPr>
          <a:xfrm>
            <a:off x="33549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10.1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(+34.0%)</a:t>
            </a:r>
          </a:p>
        </p:txBody>
      </p:sp>
      <p:sp>
        <p:nvSpPr>
          <p:cNvPr id="92" name="DL__chicken_base__NV_XC05__202506"/>
          <p:cNvSpPr txBox="1"/>
          <p:nvPr/>
        </p:nvSpPr>
        <p:spPr>
          <a:xfrm>
            <a:off x="38121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8.7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(+1.3%)</a:t>
            </a:r>
          </a:p>
        </p:txBody>
      </p:sp>
      <p:sp>
        <p:nvSpPr>
          <p:cNvPr id="93" name="DL__chicken_base__NV_XC05__202507"/>
          <p:cNvSpPr txBox="1"/>
          <p:nvPr/>
        </p:nvSpPr>
        <p:spPr>
          <a:xfrm>
            <a:off x="42693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9.0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(-14.2%)</a:t>
            </a:r>
          </a:p>
        </p:txBody>
      </p:sp>
      <p:sp>
        <p:nvSpPr>
          <p:cNvPr id="94" name="DL__chicken_base__NV_XC05__202508"/>
          <p:cNvSpPr txBox="1"/>
          <p:nvPr/>
        </p:nvSpPr>
        <p:spPr>
          <a:xfrm>
            <a:off x="47265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8.1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(-7.7%)</a:t>
            </a:r>
          </a:p>
        </p:txBody>
      </p:sp>
      <p:sp>
        <p:nvSpPr>
          <p:cNvPr id="95" name="DL__chicken_base__NV_XC05__202509"/>
          <p:cNvSpPr txBox="1"/>
          <p:nvPr/>
        </p:nvSpPr>
        <p:spPr>
          <a:xfrm>
            <a:off x="51837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7.7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(+22.6%)</a:t>
            </a:r>
          </a:p>
        </p:txBody>
      </p:sp>
      <p:sp>
        <p:nvSpPr>
          <p:cNvPr id="96" name="DL__chicken_base__NV_XC05__202510"/>
          <p:cNvSpPr txBox="1"/>
          <p:nvPr/>
        </p:nvSpPr>
        <p:spPr>
          <a:xfrm>
            <a:off x="56409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7.8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(-64.1%)</a:t>
            </a:r>
          </a:p>
        </p:txBody>
      </p:sp>
      <p:sp>
        <p:nvSpPr>
          <p:cNvPr id="97" name="DL__chicken_base__NV_XC05__202511"/>
          <p:cNvSpPr txBox="1"/>
          <p:nvPr/>
        </p:nvSpPr>
        <p:spPr>
          <a:xfrm>
            <a:off x="60981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8.5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(-68.1%)</a:t>
            </a:r>
          </a:p>
        </p:txBody>
      </p:sp>
      <p:sp>
        <p:nvSpPr>
          <p:cNvPr id="98" name="DL__chicken_base__NV_XC05__202512"/>
          <p:cNvSpPr txBox="1"/>
          <p:nvPr/>
        </p:nvSpPr>
        <p:spPr>
          <a:xfrm>
            <a:off x="65553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7.4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(-59.8%)</a:t>
            </a:r>
          </a:p>
        </p:txBody>
      </p:sp>
      <p:sp>
        <p:nvSpPr>
          <p:cNvPr id="99" name="DL__chicken_base__NV_XC05__202601"/>
          <p:cNvSpPr txBox="1"/>
          <p:nvPr/>
        </p:nvSpPr>
        <p:spPr>
          <a:xfrm>
            <a:off x="70125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6.1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(-54.6%)</a:t>
            </a:r>
          </a:p>
        </p:txBody>
      </p:sp>
      <p:sp>
        <p:nvSpPr>
          <p:cNvPr id="100" name="DL__chicken_base__NV_XC05__202602"/>
          <p:cNvSpPr txBox="1"/>
          <p:nvPr/>
        </p:nvSpPr>
        <p:spPr>
          <a:xfrm>
            <a:off x="74697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6.0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(-47.7%)</a:t>
            </a:r>
          </a:p>
        </p:txBody>
      </p:sp>
      <p:sp>
        <p:nvSpPr>
          <p:cNvPr id="101" name="DL__chicken_base__NV_XC05__202603"/>
          <p:cNvSpPr txBox="1"/>
          <p:nvPr/>
        </p:nvSpPr>
        <p:spPr>
          <a:xfrm>
            <a:off x="79269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5.6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(-47.6%)</a:t>
            </a:r>
          </a:p>
        </p:txBody>
      </p:sp>
      <p:sp>
        <p:nvSpPr>
          <p:cNvPr id="102" name="DL__chicken_base__NV_XC05__202604"/>
          <p:cNvSpPr txBox="1"/>
          <p:nvPr/>
        </p:nvSpPr>
        <p:spPr>
          <a:xfrm>
            <a:off x="83841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5.2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(-50.1%)</a:t>
            </a:r>
          </a:p>
        </p:txBody>
      </p:sp>
      <p:sp>
        <p:nvSpPr>
          <p:cNvPr id="103" name="DL__chicken_base__NV_XC05__202605"/>
          <p:cNvSpPr txBox="1"/>
          <p:nvPr/>
        </p:nvSpPr>
        <p:spPr>
          <a:xfrm>
            <a:off x="88413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5.1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(-49.1%)</a:t>
            </a:r>
          </a:p>
        </p:txBody>
      </p:sp>
      <p:sp>
        <p:nvSpPr>
          <p:cNvPr id="104" name="DL__chicken_base__NV_XC05__202606"/>
          <p:cNvSpPr txBox="1"/>
          <p:nvPr/>
        </p:nvSpPr>
        <p:spPr>
          <a:xfrm>
            <a:off x="92985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5.1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(-41.0%)</a:t>
            </a:r>
          </a:p>
        </p:txBody>
      </p:sp>
      <p:sp>
        <p:nvSpPr>
          <p:cNvPr id="105" name="DL__chicken_base__NV_XC05__202607"/>
          <p:cNvSpPr txBox="1"/>
          <p:nvPr/>
        </p:nvSpPr>
        <p:spPr>
          <a:xfrm>
            <a:off x="97557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17.6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(+94.7%)</a:t>
            </a:r>
          </a:p>
        </p:txBody>
      </p:sp>
      <p:sp>
        <p:nvSpPr>
          <p:cNvPr id="106" name="DL__chicken_base__NV_XC05__202608"/>
          <p:cNvSpPr txBox="1"/>
          <p:nvPr/>
        </p:nvSpPr>
        <p:spPr>
          <a:xfrm>
            <a:off x="102129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5.8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(-28.4%)</a:t>
            </a:r>
          </a:p>
        </p:txBody>
      </p:sp>
      <p:sp>
        <p:nvSpPr>
          <p:cNvPr id="107" name="DL__chicken_base__NV_XC05__202609"/>
          <p:cNvSpPr txBox="1"/>
          <p:nvPr/>
        </p:nvSpPr>
        <p:spPr>
          <a:xfrm>
            <a:off x="106701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4.2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(-45.9%)</a:t>
            </a:r>
          </a:p>
        </p:txBody>
      </p:sp>
      <p:sp>
        <p:nvSpPr>
          <p:cNvPr id="108" name="DL__chicken_base__NV_XC05__202610"/>
          <p:cNvSpPr txBox="1"/>
          <p:nvPr/>
        </p:nvSpPr>
        <p:spPr>
          <a:xfrm>
            <a:off x="111273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4.5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(-42.7%)</a:t>
            </a:r>
          </a:p>
        </p:txBody>
      </p:sp>
      <p:sp>
        <p:nvSpPr>
          <p:cNvPr id="109" name="SWATCH_chicken_base_NV_XC14"/>
          <p:cNvSpPr/>
          <p:nvPr/>
        </p:nvSpPr>
        <p:spPr>
          <a:xfrm>
            <a:off x="603504" y="5140756"/>
            <a:ext cx="91440" cy="32004"/>
          </a:xfrm>
          <a:prstGeom prst="rect">
            <a:avLst/>
          </a:prstGeom>
          <a:solidFill>
            <a:srgbClr val="B65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SERIES_chicken_base_NV_XC14"/>
          <p:cNvSpPr txBox="1"/>
          <p:nvPr/>
        </p:nvSpPr>
        <p:spPr>
          <a:xfrm>
            <a:off x="749808" y="5082235"/>
            <a:ext cx="923544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>
                <a:solidFill>
                  <a:srgbClr val="B65346"/>
                </a:solidFill>
                <a:latin typeface="맑은 고딕"/>
              </a:rPr>
              <a:t>매운맛</a:t>
            </a:r>
          </a:p>
        </p:txBody>
      </p:sp>
      <p:sp>
        <p:nvSpPr>
          <p:cNvPr id="111" name="DL__chicken_base__NV_XC14__202501"/>
          <p:cNvSpPr txBox="1"/>
          <p:nvPr/>
        </p:nvSpPr>
        <p:spPr>
          <a:xfrm>
            <a:off x="15261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8.4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(-3.7%)</a:t>
            </a:r>
          </a:p>
        </p:txBody>
      </p:sp>
      <p:sp>
        <p:nvSpPr>
          <p:cNvPr id="112" name="DL__chicken_base__NV_XC14__202502"/>
          <p:cNvSpPr txBox="1"/>
          <p:nvPr/>
        </p:nvSpPr>
        <p:spPr>
          <a:xfrm>
            <a:off x="19833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7.9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(-10.0%)</a:t>
            </a:r>
          </a:p>
        </p:txBody>
      </p:sp>
      <p:sp>
        <p:nvSpPr>
          <p:cNvPr id="113" name="DL__chicken_base__NV_XC14__202503"/>
          <p:cNvSpPr txBox="1"/>
          <p:nvPr/>
        </p:nvSpPr>
        <p:spPr>
          <a:xfrm>
            <a:off x="24405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8.1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(-1.0%)</a:t>
            </a:r>
          </a:p>
        </p:txBody>
      </p:sp>
      <p:sp>
        <p:nvSpPr>
          <p:cNvPr id="114" name="DL__chicken_base__NV_XC14__202504"/>
          <p:cNvSpPr txBox="1"/>
          <p:nvPr/>
        </p:nvSpPr>
        <p:spPr>
          <a:xfrm>
            <a:off x="28977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6.9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(-8.4%)</a:t>
            </a:r>
          </a:p>
        </p:txBody>
      </p:sp>
      <p:sp>
        <p:nvSpPr>
          <p:cNvPr id="115" name="DL__chicken_base__NV_XC14__202505"/>
          <p:cNvSpPr txBox="1"/>
          <p:nvPr/>
        </p:nvSpPr>
        <p:spPr>
          <a:xfrm>
            <a:off x="33549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6.5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(-11.5%)</a:t>
            </a:r>
          </a:p>
        </p:txBody>
      </p:sp>
      <p:sp>
        <p:nvSpPr>
          <p:cNvPr id="116" name="DL__chicken_base__NV_XC14__202506"/>
          <p:cNvSpPr txBox="1"/>
          <p:nvPr/>
        </p:nvSpPr>
        <p:spPr>
          <a:xfrm>
            <a:off x="38121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6.3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(-27.0%)</a:t>
            </a:r>
          </a:p>
        </p:txBody>
      </p:sp>
      <p:sp>
        <p:nvSpPr>
          <p:cNvPr id="117" name="DL__chicken_base__NV_XC14__202507"/>
          <p:cNvSpPr txBox="1"/>
          <p:nvPr/>
        </p:nvSpPr>
        <p:spPr>
          <a:xfrm>
            <a:off x="42693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6.6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(-35.4%)</a:t>
            </a:r>
          </a:p>
        </p:txBody>
      </p:sp>
      <p:sp>
        <p:nvSpPr>
          <p:cNvPr id="118" name="DL__chicken_base__NV_XC14__202508"/>
          <p:cNvSpPr txBox="1"/>
          <p:nvPr/>
        </p:nvSpPr>
        <p:spPr>
          <a:xfrm>
            <a:off x="47265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6.8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(-27.4%)</a:t>
            </a:r>
          </a:p>
        </p:txBody>
      </p:sp>
      <p:sp>
        <p:nvSpPr>
          <p:cNvPr id="119" name="DL__chicken_base__NV_XC14__202509"/>
          <p:cNvSpPr txBox="1"/>
          <p:nvPr/>
        </p:nvSpPr>
        <p:spPr>
          <a:xfrm>
            <a:off x="51837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6.1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(-27.3%)</a:t>
            </a:r>
          </a:p>
        </p:txBody>
      </p:sp>
      <p:sp>
        <p:nvSpPr>
          <p:cNvPr id="120" name="DL__chicken_base__NV_XC14__202510"/>
          <p:cNvSpPr txBox="1"/>
          <p:nvPr/>
        </p:nvSpPr>
        <p:spPr>
          <a:xfrm>
            <a:off x="56409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6.4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(-13.9%)</a:t>
            </a:r>
          </a:p>
        </p:txBody>
      </p:sp>
      <p:sp>
        <p:nvSpPr>
          <p:cNvPr id="121" name="DL__chicken_base__NV_XC14__202511"/>
          <p:cNvSpPr txBox="1"/>
          <p:nvPr/>
        </p:nvSpPr>
        <p:spPr>
          <a:xfrm>
            <a:off x="60981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5.5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(-28.1%)</a:t>
            </a:r>
          </a:p>
        </p:txBody>
      </p:sp>
      <p:sp>
        <p:nvSpPr>
          <p:cNvPr id="122" name="DL__chicken_base__NV_XC14__202512"/>
          <p:cNvSpPr txBox="1"/>
          <p:nvPr/>
        </p:nvSpPr>
        <p:spPr>
          <a:xfrm>
            <a:off x="65553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5.7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(-27.1%)</a:t>
            </a:r>
          </a:p>
        </p:txBody>
      </p:sp>
      <p:sp>
        <p:nvSpPr>
          <p:cNvPr id="123" name="DL__chicken_base__NV_XC14__202601"/>
          <p:cNvSpPr txBox="1"/>
          <p:nvPr/>
        </p:nvSpPr>
        <p:spPr>
          <a:xfrm>
            <a:off x="70125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5.2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(-38.1%)</a:t>
            </a:r>
          </a:p>
        </p:txBody>
      </p:sp>
      <p:sp>
        <p:nvSpPr>
          <p:cNvPr id="124" name="DL__chicken_base__NV_XC14__202602"/>
          <p:cNvSpPr txBox="1"/>
          <p:nvPr/>
        </p:nvSpPr>
        <p:spPr>
          <a:xfrm>
            <a:off x="74697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35.2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(+346.1%)</a:t>
            </a:r>
          </a:p>
        </p:txBody>
      </p:sp>
      <p:sp>
        <p:nvSpPr>
          <p:cNvPr id="125" name="DL__chicken_base__NV_XC14__202603"/>
          <p:cNvSpPr txBox="1"/>
          <p:nvPr/>
        </p:nvSpPr>
        <p:spPr>
          <a:xfrm>
            <a:off x="79269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12.5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(+55.2%)</a:t>
            </a:r>
          </a:p>
        </p:txBody>
      </p:sp>
      <p:sp>
        <p:nvSpPr>
          <p:cNvPr id="126" name="DL__chicken_base__NV_XC14__202604"/>
          <p:cNvSpPr txBox="1"/>
          <p:nvPr/>
        </p:nvSpPr>
        <p:spPr>
          <a:xfrm>
            <a:off x="83841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7.8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(+13.3%)</a:t>
            </a:r>
          </a:p>
        </p:txBody>
      </p:sp>
      <p:sp>
        <p:nvSpPr>
          <p:cNvPr id="127" name="DL__chicken_base__NV_XC14__202605"/>
          <p:cNvSpPr txBox="1"/>
          <p:nvPr/>
        </p:nvSpPr>
        <p:spPr>
          <a:xfrm>
            <a:off x="88413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6.1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(-6.5%)</a:t>
            </a:r>
          </a:p>
        </p:txBody>
      </p:sp>
      <p:sp>
        <p:nvSpPr>
          <p:cNvPr id="128" name="DL__chicken_base__NV_XC14__202606"/>
          <p:cNvSpPr txBox="1"/>
          <p:nvPr/>
        </p:nvSpPr>
        <p:spPr>
          <a:xfrm>
            <a:off x="92985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5.3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(-16.5%)</a:t>
            </a:r>
          </a:p>
        </p:txBody>
      </p:sp>
      <p:sp>
        <p:nvSpPr>
          <p:cNvPr id="129" name="DL__chicken_base__NV_XC14__202607"/>
          <p:cNvSpPr txBox="1"/>
          <p:nvPr/>
        </p:nvSpPr>
        <p:spPr>
          <a:xfrm>
            <a:off x="97557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5.0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(-24.5%)</a:t>
            </a:r>
          </a:p>
        </p:txBody>
      </p:sp>
      <p:sp>
        <p:nvSpPr>
          <p:cNvPr id="130" name="DL__chicken_base__NV_XC14__202608"/>
          <p:cNvSpPr txBox="1"/>
          <p:nvPr/>
        </p:nvSpPr>
        <p:spPr>
          <a:xfrm>
            <a:off x="102129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4.5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(-32.9%)</a:t>
            </a:r>
          </a:p>
        </p:txBody>
      </p:sp>
      <p:sp>
        <p:nvSpPr>
          <p:cNvPr id="131" name="DL__chicken_base__NV_XC14__202609"/>
          <p:cNvSpPr txBox="1"/>
          <p:nvPr/>
        </p:nvSpPr>
        <p:spPr>
          <a:xfrm>
            <a:off x="106701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4.0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(-34.7%)</a:t>
            </a:r>
          </a:p>
        </p:txBody>
      </p:sp>
      <p:sp>
        <p:nvSpPr>
          <p:cNvPr id="132" name="DL__chicken_base__NV_XC14__202610"/>
          <p:cNvSpPr txBox="1"/>
          <p:nvPr/>
        </p:nvSpPr>
        <p:spPr>
          <a:xfrm>
            <a:off x="111273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3.9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(-41.8%)</a:t>
            </a:r>
          </a:p>
        </p:txBody>
      </p:sp>
      <p:sp>
        <p:nvSpPr>
          <p:cNvPr id="133" name="SWATCH_chicken_base_NV_FL_CONSOMME"/>
          <p:cNvSpPr/>
          <p:nvPr/>
        </p:nvSpPr>
        <p:spPr>
          <a:xfrm>
            <a:off x="603504" y="5337352"/>
            <a:ext cx="91440" cy="32004"/>
          </a:xfrm>
          <a:prstGeom prst="rect">
            <a:avLst/>
          </a:prstGeom>
          <a:solidFill>
            <a:srgbClr val="AC7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SERIES_chicken_base_NV_FL_CONSOMME"/>
          <p:cNvSpPr txBox="1"/>
          <p:nvPr/>
        </p:nvSpPr>
        <p:spPr>
          <a:xfrm>
            <a:off x="749808" y="5278831"/>
            <a:ext cx="923544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>
                <a:solidFill>
                  <a:srgbClr val="AC7858"/>
                </a:solidFill>
                <a:latin typeface="맑은 고딕"/>
              </a:rPr>
              <a:t>콘소메</a:t>
            </a:r>
          </a:p>
        </p:txBody>
      </p:sp>
      <p:sp>
        <p:nvSpPr>
          <p:cNvPr id="135" name="DL__chicken_base__NV_FL_CONSOMME__202501"/>
          <p:cNvSpPr txBox="1"/>
          <p:nvPr/>
        </p:nvSpPr>
        <p:spPr>
          <a:xfrm>
            <a:off x="15261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45.3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(-21.7%)</a:t>
            </a:r>
          </a:p>
        </p:txBody>
      </p:sp>
      <p:sp>
        <p:nvSpPr>
          <p:cNvPr id="136" name="DL__chicken_base__NV_FL_CONSOMME__202502"/>
          <p:cNvSpPr txBox="1"/>
          <p:nvPr/>
        </p:nvSpPr>
        <p:spPr>
          <a:xfrm>
            <a:off x="19833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48.6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(-14.3%)</a:t>
            </a:r>
          </a:p>
        </p:txBody>
      </p:sp>
      <p:sp>
        <p:nvSpPr>
          <p:cNvPr id="137" name="DL__chicken_base__NV_FL_CONSOMME__202503"/>
          <p:cNvSpPr txBox="1"/>
          <p:nvPr/>
        </p:nvSpPr>
        <p:spPr>
          <a:xfrm>
            <a:off x="24405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43.1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(-6.4%)</a:t>
            </a:r>
          </a:p>
        </p:txBody>
      </p:sp>
      <p:sp>
        <p:nvSpPr>
          <p:cNvPr id="138" name="DL__chicken_base__NV_FL_CONSOMME__202504"/>
          <p:cNvSpPr txBox="1"/>
          <p:nvPr/>
        </p:nvSpPr>
        <p:spPr>
          <a:xfrm>
            <a:off x="28977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32.7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(-16.5%)</a:t>
            </a:r>
          </a:p>
        </p:txBody>
      </p:sp>
      <p:sp>
        <p:nvSpPr>
          <p:cNvPr id="139" name="DL__chicken_base__NV_FL_CONSOMME__202505"/>
          <p:cNvSpPr txBox="1"/>
          <p:nvPr/>
        </p:nvSpPr>
        <p:spPr>
          <a:xfrm>
            <a:off x="33549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35.0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(-13.0%)</a:t>
            </a:r>
          </a:p>
        </p:txBody>
      </p:sp>
      <p:sp>
        <p:nvSpPr>
          <p:cNvPr id="140" name="DL__chicken_base__NV_FL_CONSOMME__202506"/>
          <p:cNvSpPr txBox="1"/>
          <p:nvPr/>
        </p:nvSpPr>
        <p:spPr>
          <a:xfrm>
            <a:off x="38121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38.5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(-5.1%)</a:t>
            </a:r>
          </a:p>
        </p:txBody>
      </p:sp>
      <p:sp>
        <p:nvSpPr>
          <p:cNvPr id="141" name="DL__chicken_base__NV_FL_CONSOMME__202507"/>
          <p:cNvSpPr txBox="1"/>
          <p:nvPr/>
        </p:nvSpPr>
        <p:spPr>
          <a:xfrm>
            <a:off x="42693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36.6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(-21.3%)</a:t>
            </a:r>
          </a:p>
        </p:txBody>
      </p:sp>
      <p:sp>
        <p:nvSpPr>
          <p:cNvPr id="142" name="DL__chicken_base__NV_FL_CONSOMME__202508"/>
          <p:cNvSpPr txBox="1"/>
          <p:nvPr/>
        </p:nvSpPr>
        <p:spPr>
          <a:xfrm>
            <a:off x="47265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39.7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(-20.5%)</a:t>
            </a:r>
          </a:p>
        </p:txBody>
      </p:sp>
      <p:sp>
        <p:nvSpPr>
          <p:cNvPr id="143" name="DL__chicken_base__NV_FL_CONSOMME__202509"/>
          <p:cNvSpPr txBox="1"/>
          <p:nvPr/>
        </p:nvSpPr>
        <p:spPr>
          <a:xfrm>
            <a:off x="51837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30.1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(-29.0%)</a:t>
            </a:r>
          </a:p>
        </p:txBody>
      </p:sp>
      <p:sp>
        <p:nvSpPr>
          <p:cNvPr id="144" name="DL__chicken_base__NV_FL_CONSOMME__202510"/>
          <p:cNvSpPr txBox="1"/>
          <p:nvPr/>
        </p:nvSpPr>
        <p:spPr>
          <a:xfrm>
            <a:off x="56409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32.5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(-43.3%)</a:t>
            </a:r>
          </a:p>
        </p:txBody>
      </p:sp>
      <p:sp>
        <p:nvSpPr>
          <p:cNvPr id="145" name="DL__chicken_base__NV_FL_CONSOMME__202511"/>
          <p:cNvSpPr txBox="1"/>
          <p:nvPr/>
        </p:nvSpPr>
        <p:spPr>
          <a:xfrm>
            <a:off x="60981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29.4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(-40.1%)</a:t>
            </a:r>
          </a:p>
        </p:txBody>
      </p:sp>
      <p:sp>
        <p:nvSpPr>
          <p:cNvPr id="146" name="DL__chicken_base__NV_FL_CONSOMME__202512"/>
          <p:cNvSpPr txBox="1"/>
          <p:nvPr/>
        </p:nvSpPr>
        <p:spPr>
          <a:xfrm>
            <a:off x="65553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31.0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(-32.3%)</a:t>
            </a:r>
          </a:p>
        </p:txBody>
      </p:sp>
      <p:sp>
        <p:nvSpPr>
          <p:cNvPr id="147" name="DL__chicken_base__NV_FL_CONSOMME__202601"/>
          <p:cNvSpPr txBox="1"/>
          <p:nvPr/>
        </p:nvSpPr>
        <p:spPr>
          <a:xfrm>
            <a:off x="70125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23.9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(-47.1%)</a:t>
            </a:r>
          </a:p>
        </p:txBody>
      </p:sp>
      <p:sp>
        <p:nvSpPr>
          <p:cNvPr id="148" name="DL__chicken_base__NV_FL_CONSOMME__202602"/>
          <p:cNvSpPr txBox="1"/>
          <p:nvPr/>
        </p:nvSpPr>
        <p:spPr>
          <a:xfrm>
            <a:off x="74697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18.2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(-62.4%)</a:t>
            </a:r>
          </a:p>
        </p:txBody>
      </p:sp>
      <p:sp>
        <p:nvSpPr>
          <p:cNvPr id="149" name="DL__chicken_base__NV_FL_CONSOMME__202603"/>
          <p:cNvSpPr txBox="1"/>
          <p:nvPr/>
        </p:nvSpPr>
        <p:spPr>
          <a:xfrm>
            <a:off x="79269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20.4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(-52.6%)</a:t>
            </a:r>
          </a:p>
        </p:txBody>
      </p:sp>
      <p:sp>
        <p:nvSpPr>
          <p:cNvPr id="150" name="DL__chicken_base__NV_FL_CONSOMME__202604"/>
          <p:cNvSpPr txBox="1"/>
          <p:nvPr/>
        </p:nvSpPr>
        <p:spPr>
          <a:xfrm>
            <a:off x="83841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16.6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(-49.2%)</a:t>
            </a:r>
          </a:p>
        </p:txBody>
      </p:sp>
      <p:sp>
        <p:nvSpPr>
          <p:cNvPr id="151" name="DL__chicken_base__NV_FL_CONSOMME__202605"/>
          <p:cNvSpPr txBox="1"/>
          <p:nvPr/>
        </p:nvSpPr>
        <p:spPr>
          <a:xfrm>
            <a:off x="88413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15.3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(-56.3%)</a:t>
            </a:r>
          </a:p>
        </p:txBody>
      </p:sp>
      <p:sp>
        <p:nvSpPr>
          <p:cNvPr id="152" name="DL__chicken_base__NV_FL_CONSOMME__202606"/>
          <p:cNvSpPr txBox="1"/>
          <p:nvPr/>
        </p:nvSpPr>
        <p:spPr>
          <a:xfrm>
            <a:off x="92985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13.9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(-63.9%)</a:t>
            </a:r>
          </a:p>
        </p:txBody>
      </p:sp>
      <p:sp>
        <p:nvSpPr>
          <p:cNvPr id="153" name="DL__chicken_base__NV_FL_CONSOMME__202607"/>
          <p:cNvSpPr txBox="1"/>
          <p:nvPr/>
        </p:nvSpPr>
        <p:spPr>
          <a:xfrm>
            <a:off x="97557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14.3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(-60.9%)</a:t>
            </a:r>
          </a:p>
        </p:txBody>
      </p:sp>
      <p:sp>
        <p:nvSpPr>
          <p:cNvPr id="154" name="DL__chicken_base__NV_FL_CONSOMME__202608"/>
          <p:cNvSpPr txBox="1"/>
          <p:nvPr/>
        </p:nvSpPr>
        <p:spPr>
          <a:xfrm>
            <a:off x="102129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12.6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(-68.2%)</a:t>
            </a:r>
          </a:p>
        </p:txBody>
      </p:sp>
      <p:sp>
        <p:nvSpPr>
          <p:cNvPr id="155" name="DL__chicken_base__NV_FL_CONSOMME__202609"/>
          <p:cNvSpPr txBox="1"/>
          <p:nvPr/>
        </p:nvSpPr>
        <p:spPr>
          <a:xfrm>
            <a:off x="106701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13.7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(-54.5%)</a:t>
            </a:r>
          </a:p>
        </p:txBody>
      </p:sp>
      <p:sp>
        <p:nvSpPr>
          <p:cNvPr id="156" name="DL__chicken_base__NV_FL_CONSOMME__202610"/>
          <p:cNvSpPr txBox="1"/>
          <p:nvPr/>
        </p:nvSpPr>
        <p:spPr>
          <a:xfrm>
            <a:off x="111273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12.2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(-64.8%)</a:t>
            </a:r>
          </a:p>
        </p:txBody>
      </p:sp>
      <p:sp>
        <p:nvSpPr>
          <p:cNvPr id="157" name="SWATCH_chicken_base_NV_FL_SPICE"/>
          <p:cNvSpPr/>
          <p:nvPr/>
        </p:nvSpPr>
        <p:spPr>
          <a:xfrm>
            <a:off x="603504" y="5533948"/>
            <a:ext cx="91440" cy="32004"/>
          </a:xfrm>
          <a:prstGeom prst="rect">
            <a:avLst/>
          </a:prstGeom>
          <a:solidFill>
            <a:srgbClr val="587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SERIES_chicken_base_NV_FL_SPICE"/>
          <p:cNvSpPr txBox="1"/>
          <p:nvPr/>
        </p:nvSpPr>
        <p:spPr>
          <a:xfrm>
            <a:off x="749808" y="5475427"/>
            <a:ext cx="923544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>
                <a:solidFill>
                  <a:srgbClr val="58718C"/>
                </a:solidFill>
                <a:latin typeface="맑은 고딕"/>
              </a:rPr>
              <a:t>스파이스</a:t>
            </a:r>
          </a:p>
        </p:txBody>
      </p:sp>
      <p:sp>
        <p:nvSpPr>
          <p:cNvPr id="159" name="DL__chicken_base__NV_FL_SPICE__202501"/>
          <p:cNvSpPr txBox="1"/>
          <p:nvPr/>
        </p:nvSpPr>
        <p:spPr>
          <a:xfrm>
            <a:off x="15261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58718C"/>
                </a:solidFill>
                <a:latin typeface="맑은 고딕"/>
              </a:rPr>
              <a:t>12.0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58718C"/>
                </a:solidFill>
                <a:latin typeface="맑은 고딕"/>
              </a:rPr>
              <a:t>(-30.1%)</a:t>
            </a:r>
          </a:p>
        </p:txBody>
      </p:sp>
      <p:sp>
        <p:nvSpPr>
          <p:cNvPr id="160" name="DL__chicken_base__NV_FL_SPICE__202502"/>
          <p:cNvSpPr txBox="1"/>
          <p:nvPr/>
        </p:nvSpPr>
        <p:spPr>
          <a:xfrm>
            <a:off x="19833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58718C"/>
                </a:solidFill>
                <a:latin typeface="맑은 고딕"/>
              </a:rPr>
              <a:t>16.2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58718C"/>
                </a:solidFill>
                <a:latin typeface="맑은 고딕"/>
              </a:rPr>
              <a:t>(+34.8%)</a:t>
            </a:r>
          </a:p>
        </p:txBody>
      </p:sp>
      <p:sp>
        <p:nvSpPr>
          <p:cNvPr id="161" name="DL__chicken_base__NV_FL_SPICE__202503"/>
          <p:cNvSpPr txBox="1"/>
          <p:nvPr/>
        </p:nvSpPr>
        <p:spPr>
          <a:xfrm>
            <a:off x="24405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58718C"/>
                </a:solidFill>
                <a:latin typeface="맑은 고딕"/>
              </a:rPr>
              <a:t>12.6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58718C"/>
                </a:solidFill>
                <a:latin typeface="맑은 고딕"/>
              </a:rPr>
              <a:t>(-23.8%)</a:t>
            </a:r>
          </a:p>
        </p:txBody>
      </p:sp>
      <p:sp>
        <p:nvSpPr>
          <p:cNvPr id="162" name="DL__chicken_base__NV_FL_SPICE__202504"/>
          <p:cNvSpPr txBox="1"/>
          <p:nvPr/>
        </p:nvSpPr>
        <p:spPr>
          <a:xfrm>
            <a:off x="28977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58718C"/>
                </a:solidFill>
                <a:latin typeface="맑은 고딕"/>
              </a:rPr>
              <a:t>10.2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58718C"/>
                </a:solidFill>
                <a:latin typeface="맑은 고딕"/>
              </a:rPr>
              <a:t>(-26.7%)</a:t>
            </a:r>
          </a:p>
        </p:txBody>
      </p:sp>
      <p:sp>
        <p:nvSpPr>
          <p:cNvPr id="163" name="DL__chicken_base__NV_FL_SPICE__202505"/>
          <p:cNvSpPr txBox="1"/>
          <p:nvPr/>
        </p:nvSpPr>
        <p:spPr>
          <a:xfrm>
            <a:off x="33549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58718C"/>
                </a:solidFill>
                <a:latin typeface="맑은 고딕"/>
              </a:rPr>
              <a:t>11.5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58718C"/>
                </a:solidFill>
                <a:latin typeface="맑은 고딕"/>
              </a:rPr>
              <a:t>(-15.1%)</a:t>
            </a:r>
          </a:p>
        </p:txBody>
      </p:sp>
      <p:sp>
        <p:nvSpPr>
          <p:cNvPr id="164" name="DL__chicken_base__NV_FL_SPICE__202506"/>
          <p:cNvSpPr txBox="1"/>
          <p:nvPr/>
        </p:nvSpPr>
        <p:spPr>
          <a:xfrm>
            <a:off x="38121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58718C"/>
                </a:solidFill>
                <a:latin typeface="맑은 고딕"/>
              </a:rPr>
              <a:t>9.5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58718C"/>
                </a:solidFill>
                <a:latin typeface="맑은 고딕"/>
              </a:rPr>
              <a:t>(-43.8%)</a:t>
            </a:r>
          </a:p>
        </p:txBody>
      </p:sp>
      <p:sp>
        <p:nvSpPr>
          <p:cNvPr id="165" name="DL__chicken_base__NV_FL_SPICE__202507"/>
          <p:cNvSpPr txBox="1"/>
          <p:nvPr/>
        </p:nvSpPr>
        <p:spPr>
          <a:xfrm>
            <a:off x="42693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58718C"/>
                </a:solidFill>
                <a:latin typeface="맑은 고딕"/>
              </a:rPr>
              <a:t>8.1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58718C"/>
                </a:solidFill>
                <a:latin typeface="맑은 고딕"/>
              </a:rPr>
              <a:t>(-49.5%)</a:t>
            </a:r>
          </a:p>
        </p:txBody>
      </p:sp>
      <p:sp>
        <p:nvSpPr>
          <p:cNvPr id="166" name="DL__chicken_base__NV_FL_SPICE__202508"/>
          <p:cNvSpPr txBox="1"/>
          <p:nvPr/>
        </p:nvSpPr>
        <p:spPr>
          <a:xfrm>
            <a:off x="47265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58718C"/>
                </a:solidFill>
                <a:latin typeface="맑은 고딕"/>
              </a:rPr>
              <a:t>10.9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58718C"/>
                </a:solidFill>
                <a:latin typeface="맑은 고딕"/>
              </a:rPr>
              <a:t>(-15.5%)</a:t>
            </a:r>
          </a:p>
        </p:txBody>
      </p:sp>
      <p:sp>
        <p:nvSpPr>
          <p:cNvPr id="167" name="DL__chicken_base__NV_FL_SPICE__202509"/>
          <p:cNvSpPr txBox="1"/>
          <p:nvPr/>
        </p:nvSpPr>
        <p:spPr>
          <a:xfrm>
            <a:off x="51837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58718C"/>
                </a:solidFill>
                <a:latin typeface="맑은 고딕"/>
              </a:rPr>
              <a:t>9.6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58718C"/>
                </a:solidFill>
                <a:latin typeface="맑은 고딕"/>
              </a:rPr>
              <a:t>(-41.7%)</a:t>
            </a:r>
          </a:p>
        </p:txBody>
      </p:sp>
      <p:sp>
        <p:nvSpPr>
          <p:cNvPr id="168" name="DL__chicken_base__NV_FL_SPICE__202510"/>
          <p:cNvSpPr txBox="1"/>
          <p:nvPr/>
        </p:nvSpPr>
        <p:spPr>
          <a:xfrm>
            <a:off x="56409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58718C"/>
                </a:solidFill>
                <a:latin typeface="맑은 고딕"/>
              </a:rPr>
              <a:t>9.4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58718C"/>
                </a:solidFill>
                <a:latin typeface="맑은 고딕"/>
              </a:rPr>
              <a:t>(-36.9%)</a:t>
            </a:r>
          </a:p>
        </p:txBody>
      </p:sp>
      <p:sp>
        <p:nvSpPr>
          <p:cNvPr id="169" name="DL__chicken_base__NV_FL_SPICE__202511"/>
          <p:cNvSpPr txBox="1"/>
          <p:nvPr/>
        </p:nvSpPr>
        <p:spPr>
          <a:xfrm>
            <a:off x="60981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58718C"/>
                </a:solidFill>
                <a:latin typeface="맑은 고딕"/>
              </a:rPr>
              <a:t>9.0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58718C"/>
                </a:solidFill>
                <a:latin typeface="맑은 고딕"/>
              </a:rPr>
              <a:t>(-16.6%)</a:t>
            </a:r>
          </a:p>
        </p:txBody>
      </p:sp>
      <p:sp>
        <p:nvSpPr>
          <p:cNvPr id="170" name="DL__chicken_base__NV_FL_SPICE__202512"/>
          <p:cNvSpPr txBox="1"/>
          <p:nvPr/>
        </p:nvSpPr>
        <p:spPr>
          <a:xfrm>
            <a:off x="65553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58718C"/>
                </a:solidFill>
                <a:latin typeface="맑은 고딕"/>
              </a:rPr>
              <a:t>9.1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58718C"/>
                </a:solidFill>
                <a:latin typeface="맑은 고딕"/>
              </a:rPr>
              <a:t>(-11.1%)</a:t>
            </a:r>
          </a:p>
        </p:txBody>
      </p:sp>
      <p:sp>
        <p:nvSpPr>
          <p:cNvPr id="171" name="DL__chicken_base__NV_FL_SPICE__202601"/>
          <p:cNvSpPr txBox="1"/>
          <p:nvPr/>
        </p:nvSpPr>
        <p:spPr>
          <a:xfrm>
            <a:off x="70125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58718C"/>
                </a:solidFill>
                <a:latin typeface="맑은 고딕"/>
              </a:rPr>
              <a:t>6.8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58718C"/>
                </a:solidFill>
                <a:latin typeface="맑은 고딕"/>
              </a:rPr>
              <a:t>(-43.8%)</a:t>
            </a:r>
          </a:p>
        </p:txBody>
      </p:sp>
      <p:sp>
        <p:nvSpPr>
          <p:cNvPr id="172" name="DL__chicken_base__NV_FL_SPICE__202602"/>
          <p:cNvSpPr txBox="1"/>
          <p:nvPr/>
        </p:nvSpPr>
        <p:spPr>
          <a:xfrm>
            <a:off x="74697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58718C"/>
                </a:solidFill>
                <a:latin typeface="맑은 고딕"/>
              </a:rPr>
              <a:t>4.9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58718C"/>
                </a:solidFill>
                <a:latin typeface="맑은 고딕"/>
              </a:rPr>
              <a:t>(-69.8%)</a:t>
            </a:r>
          </a:p>
        </p:txBody>
      </p:sp>
      <p:sp>
        <p:nvSpPr>
          <p:cNvPr id="173" name="DL__chicken_base__NV_FL_SPICE__202603"/>
          <p:cNvSpPr txBox="1"/>
          <p:nvPr/>
        </p:nvSpPr>
        <p:spPr>
          <a:xfrm>
            <a:off x="79269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58718C"/>
                </a:solidFill>
                <a:latin typeface="맑은 고딕"/>
              </a:rPr>
              <a:t>7.1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58718C"/>
                </a:solidFill>
                <a:latin typeface="맑은 고딕"/>
              </a:rPr>
              <a:t>(-44.1%)</a:t>
            </a:r>
          </a:p>
        </p:txBody>
      </p:sp>
      <p:sp>
        <p:nvSpPr>
          <p:cNvPr id="174" name="DL__chicken_base__NV_FL_SPICE__202604"/>
          <p:cNvSpPr txBox="1"/>
          <p:nvPr/>
        </p:nvSpPr>
        <p:spPr>
          <a:xfrm>
            <a:off x="83841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58718C"/>
                </a:solidFill>
                <a:latin typeface="맑은 고딕"/>
              </a:rPr>
              <a:t>5.8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58718C"/>
                </a:solidFill>
                <a:latin typeface="맑은 고딕"/>
              </a:rPr>
              <a:t>(-43.2%)</a:t>
            </a:r>
          </a:p>
        </p:txBody>
      </p:sp>
      <p:sp>
        <p:nvSpPr>
          <p:cNvPr id="175" name="DL__chicken_base__NV_FL_SPICE__202605"/>
          <p:cNvSpPr txBox="1"/>
          <p:nvPr/>
        </p:nvSpPr>
        <p:spPr>
          <a:xfrm>
            <a:off x="88413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58718C"/>
                </a:solidFill>
                <a:latin typeface="맑은 고딕"/>
              </a:rPr>
              <a:t>5.9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58718C"/>
                </a:solidFill>
                <a:latin typeface="맑은 고딕"/>
              </a:rPr>
              <a:t>(-48.4%)</a:t>
            </a:r>
          </a:p>
        </p:txBody>
      </p:sp>
      <p:sp>
        <p:nvSpPr>
          <p:cNvPr id="176" name="DL__chicken_base__NV_FL_SPICE__202606"/>
          <p:cNvSpPr txBox="1"/>
          <p:nvPr/>
        </p:nvSpPr>
        <p:spPr>
          <a:xfrm>
            <a:off x="92985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58718C"/>
                </a:solidFill>
                <a:latin typeface="맑은 고딕"/>
              </a:rPr>
              <a:t>10.3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58718C"/>
                </a:solidFill>
                <a:latin typeface="맑은 고딕"/>
              </a:rPr>
              <a:t>(+8.3%)</a:t>
            </a:r>
          </a:p>
        </p:txBody>
      </p:sp>
      <p:sp>
        <p:nvSpPr>
          <p:cNvPr id="177" name="DL__chicken_base__NV_FL_SPICE__202607"/>
          <p:cNvSpPr txBox="1"/>
          <p:nvPr/>
        </p:nvSpPr>
        <p:spPr>
          <a:xfrm>
            <a:off x="97557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58718C"/>
                </a:solidFill>
                <a:latin typeface="맑은 고딕"/>
              </a:rPr>
              <a:t>11.3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58718C"/>
                </a:solidFill>
                <a:latin typeface="맑은 고딕"/>
              </a:rPr>
              <a:t>(+38.4%)</a:t>
            </a:r>
          </a:p>
        </p:txBody>
      </p:sp>
      <p:sp>
        <p:nvSpPr>
          <p:cNvPr id="178" name="DL__chicken_base__NV_FL_SPICE__202608"/>
          <p:cNvSpPr txBox="1"/>
          <p:nvPr/>
        </p:nvSpPr>
        <p:spPr>
          <a:xfrm>
            <a:off x="102129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58718C"/>
                </a:solidFill>
                <a:latin typeface="맑은 고딕"/>
              </a:rPr>
              <a:t>9.4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58718C"/>
                </a:solidFill>
                <a:latin typeface="맑은 고딕"/>
              </a:rPr>
              <a:t>(-13.2%)</a:t>
            </a:r>
          </a:p>
        </p:txBody>
      </p:sp>
      <p:sp>
        <p:nvSpPr>
          <p:cNvPr id="179" name="DL__chicken_base__NV_FL_SPICE__202609"/>
          <p:cNvSpPr txBox="1"/>
          <p:nvPr/>
        </p:nvSpPr>
        <p:spPr>
          <a:xfrm>
            <a:off x="106701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58718C"/>
                </a:solidFill>
                <a:latin typeface="맑은 고딕"/>
              </a:rPr>
              <a:t>6.2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58718C"/>
                </a:solidFill>
                <a:latin typeface="맑은 고딕"/>
              </a:rPr>
              <a:t>(-35.7%)</a:t>
            </a:r>
          </a:p>
        </p:txBody>
      </p:sp>
      <p:sp>
        <p:nvSpPr>
          <p:cNvPr id="180" name="DL__chicken_base__NV_FL_SPICE__202610"/>
          <p:cNvSpPr txBox="1"/>
          <p:nvPr/>
        </p:nvSpPr>
        <p:spPr>
          <a:xfrm>
            <a:off x="111273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58718C"/>
                </a:solidFill>
                <a:latin typeface="맑은 고딕"/>
              </a:rPr>
              <a:t>7.8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58718C"/>
                </a:solidFill>
                <a:latin typeface="맑은 고딕"/>
              </a:rPr>
              <a:t>(-19.8%)</a:t>
            </a:r>
          </a:p>
        </p:txBody>
      </p:sp>
      <p:sp>
        <p:nvSpPr>
          <p:cNvPr id="181" name="SWATCH_chicken_base_NV_FL_FLAKE"/>
          <p:cNvSpPr/>
          <p:nvPr/>
        </p:nvSpPr>
        <p:spPr>
          <a:xfrm>
            <a:off x="603504" y="5730544"/>
            <a:ext cx="91440" cy="32004"/>
          </a:xfrm>
          <a:prstGeom prst="rect">
            <a:avLst/>
          </a:prstGeom>
          <a:solidFill>
            <a:srgbClr val="9B6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SERIES_chicken_base_NV_FL_FLAKE"/>
          <p:cNvSpPr txBox="1"/>
          <p:nvPr/>
        </p:nvSpPr>
        <p:spPr>
          <a:xfrm>
            <a:off x="749808" y="5672023"/>
            <a:ext cx="923544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>
                <a:solidFill>
                  <a:srgbClr val="9B696E"/>
                </a:solidFill>
                <a:latin typeface="맑은 고딕"/>
              </a:rPr>
              <a:t>후레이크</a:t>
            </a:r>
          </a:p>
        </p:txBody>
      </p:sp>
      <p:sp>
        <p:nvSpPr>
          <p:cNvPr id="183" name="DL__chicken_base__NV_FL_FLAKE__202501"/>
          <p:cNvSpPr txBox="1"/>
          <p:nvPr/>
        </p:nvSpPr>
        <p:spPr>
          <a:xfrm>
            <a:off x="15261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16.5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(-12.7%)</a:t>
            </a:r>
          </a:p>
        </p:txBody>
      </p:sp>
      <p:sp>
        <p:nvSpPr>
          <p:cNvPr id="184" name="DL__chicken_base__NV_FL_FLAKE__202502"/>
          <p:cNvSpPr txBox="1"/>
          <p:nvPr/>
        </p:nvSpPr>
        <p:spPr>
          <a:xfrm>
            <a:off x="19833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19.7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(+25.5%)</a:t>
            </a:r>
          </a:p>
        </p:txBody>
      </p:sp>
      <p:sp>
        <p:nvSpPr>
          <p:cNvPr id="185" name="DL__chicken_base__NV_FL_FLAKE__202503"/>
          <p:cNvSpPr txBox="1"/>
          <p:nvPr/>
        </p:nvSpPr>
        <p:spPr>
          <a:xfrm>
            <a:off x="24405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26.9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(+50.9%)</a:t>
            </a:r>
          </a:p>
        </p:txBody>
      </p:sp>
      <p:sp>
        <p:nvSpPr>
          <p:cNvPr id="186" name="DL__chicken_base__NV_FL_FLAKE__202504"/>
          <p:cNvSpPr txBox="1"/>
          <p:nvPr/>
        </p:nvSpPr>
        <p:spPr>
          <a:xfrm>
            <a:off x="28977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24.6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(+63.5%)</a:t>
            </a:r>
          </a:p>
        </p:txBody>
      </p:sp>
      <p:sp>
        <p:nvSpPr>
          <p:cNvPr id="187" name="DL__chicken_base__NV_FL_FLAKE__202505"/>
          <p:cNvSpPr txBox="1"/>
          <p:nvPr/>
        </p:nvSpPr>
        <p:spPr>
          <a:xfrm>
            <a:off x="33549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21.8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(+13.4%)</a:t>
            </a:r>
          </a:p>
        </p:txBody>
      </p:sp>
      <p:sp>
        <p:nvSpPr>
          <p:cNvPr id="188" name="DL__chicken_base__NV_FL_FLAKE__202506"/>
          <p:cNvSpPr txBox="1"/>
          <p:nvPr/>
        </p:nvSpPr>
        <p:spPr>
          <a:xfrm>
            <a:off x="38121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20.8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(-24.0%)</a:t>
            </a:r>
          </a:p>
        </p:txBody>
      </p:sp>
      <p:sp>
        <p:nvSpPr>
          <p:cNvPr id="189" name="DL__chicken_base__NV_FL_FLAKE__202507"/>
          <p:cNvSpPr txBox="1"/>
          <p:nvPr/>
        </p:nvSpPr>
        <p:spPr>
          <a:xfrm>
            <a:off x="42693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17.7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(-48.0%)</a:t>
            </a:r>
          </a:p>
        </p:txBody>
      </p:sp>
      <p:sp>
        <p:nvSpPr>
          <p:cNvPr id="190" name="DL__chicken_base__NV_FL_FLAKE__202508"/>
          <p:cNvSpPr txBox="1"/>
          <p:nvPr/>
        </p:nvSpPr>
        <p:spPr>
          <a:xfrm>
            <a:off x="47265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19.6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(-49.1%)</a:t>
            </a:r>
          </a:p>
        </p:txBody>
      </p:sp>
      <p:sp>
        <p:nvSpPr>
          <p:cNvPr id="191" name="DL__chicken_base__NV_FL_FLAKE__202509"/>
          <p:cNvSpPr txBox="1"/>
          <p:nvPr/>
        </p:nvSpPr>
        <p:spPr>
          <a:xfrm>
            <a:off x="51837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15.2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(-52.4%)</a:t>
            </a:r>
          </a:p>
        </p:txBody>
      </p:sp>
      <p:sp>
        <p:nvSpPr>
          <p:cNvPr id="192" name="DL__chicken_base__NV_FL_FLAKE__202510"/>
          <p:cNvSpPr txBox="1"/>
          <p:nvPr/>
        </p:nvSpPr>
        <p:spPr>
          <a:xfrm>
            <a:off x="56409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13.7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(-38.4%)</a:t>
            </a:r>
          </a:p>
        </p:txBody>
      </p:sp>
      <p:sp>
        <p:nvSpPr>
          <p:cNvPr id="193" name="DL__chicken_base__NV_FL_FLAKE__202511"/>
          <p:cNvSpPr txBox="1"/>
          <p:nvPr/>
        </p:nvSpPr>
        <p:spPr>
          <a:xfrm>
            <a:off x="60981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16.4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(-28.7%)</a:t>
            </a:r>
          </a:p>
        </p:txBody>
      </p:sp>
      <p:sp>
        <p:nvSpPr>
          <p:cNvPr id="194" name="DL__chicken_base__NV_FL_FLAKE__202512"/>
          <p:cNvSpPr txBox="1"/>
          <p:nvPr/>
        </p:nvSpPr>
        <p:spPr>
          <a:xfrm>
            <a:off x="65553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12.0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(-35.9%)</a:t>
            </a:r>
          </a:p>
        </p:txBody>
      </p:sp>
      <p:sp>
        <p:nvSpPr>
          <p:cNvPr id="195" name="DL__chicken_base__NV_FL_FLAKE__202601"/>
          <p:cNvSpPr txBox="1"/>
          <p:nvPr/>
        </p:nvSpPr>
        <p:spPr>
          <a:xfrm>
            <a:off x="70125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15.1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(-8.6%)</a:t>
            </a:r>
          </a:p>
        </p:txBody>
      </p:sp>
      <p:sp>
        <p:nvSpPr>
          <p:cNvPr id="196" name="DL__chicken_base__NV_FL_FLAKE__202602"/>
          <p:cNvSpPr txBox="1"/>
          <p:nvPr/>
        </p:nvSpPr>
        <p:spPr>
          <a:xfrm>
            <a:off x="74697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13.6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(-31.3%)</a:t>
            </a:r>
          </a:p>
        </p:txBody>
      </p:sp>
      <p:sp>
        <p:nvSpPr>
          <p:cNvPr id="197" name="DL__chicken_base__NV_FL_FLAKE__202603"/>
          <p:cNvSpPr txBox="1"/>
          <p:nvPr/>
        </p:nvSpPr>
        <p:spPr>
          <a:xfrm>
            <a:off x="79269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13.4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(-50.0%)</a:t>
            </a:r>
          </a:p>
        </p:txBody>
      </p:sp>
      <p:sp>
        <p:nvSpPr>
          <p:cNvPr id="198" name="DL__chicken_base__NV_FL_FLAKE__202604"/>
          <p:cNvSpPr txBox="1"/>
          <p:nvPr/>
        </p:nvSpPr>
        <p:spPr>
          <a:xfrm>
            <a:off x="83841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15.1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(-38.6%)</a:t>
            </a:r>
          </a:p>
        </p:txBody>
      </p:sp>
      <p:sp>
        <p:nvSpPr>
          <p:cNvPr id="199" name="DL__chicken_base__NV_FL_FLAKE__202605"/>
          <p:cNvSpPr txBox="1"/>
          <p:nvPr/>
        </p:nvSpPr>
        <p:spPr>
          <a:xfrm>
            <a:off x="88413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22.8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(+4.8%)</a:t>
            </a:r>
          </a:p>
        </p:txBody>
      </p:sp>
      <p:sp>
        <p:nvSpPr>
          <p:cNvPr id="200" name="DL__chicken_base__NV_FL_FLAKE__202606"/>
          <p:cNvSpPr txBox="1"/>
          <p:nvPr/>
        </p:nvSpPr>
        <p:spPr>
          <a:xfrm>
            <a:off x="92985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22.8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(+9.8%)</a:t>
            </a:r>
          </a:p>
        </p:txBody>
      </p:sp>
      <p:sp>
        <p:nvSpPr>
          <p:cNvPr id="201" name="DL__chicken_base__NV_FL_FLAKE__202607"/>
          <p:cNvSpPr txBox="1"/>
          <p:nvPr/>
        </p:nvSpPr>
        <p:spPr>
          <a:xfrm>
            <a:off x="97557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20.2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(+14.2%)</a:t>
            </a:r>
          </a:p>
        </p:txBody>
      </p:sp>
      <p:sp>
        <p:nvSpPr>
          <p:cNvPr id="202" name="DL__chicken_base__NV_FL_FLAKE__202608"/>
          <p:cNvSpPr txBox="1"/>
          <p:nvPr/>
        </p:nvSpPr>
        <p:spPr>
          <a:xfrm>
            <a:off x="102129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21.4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(+8.9%)</a:t>
            </a:r>
          </a:p>
        </p:txBody>
      </p:sp>
      <p:sp>
        <p:nvSpPr>
          <p:cNvPr id="203" name="DL__chicken_base__NV_FL_FLAKE__202609"/>
          <p:cNvSpPr txBox="1"/>
          <p:nvPr/>
        </p:nvSpPr>
        <p:spPr>
          <a:xfrm>
            <a:off x="106701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13.8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(-8.9%)</a:t>
            </a:r>
          </a:p>
        </p:txBody>
      </p:sp>
      <p:sp>
        <p:nvSpPr>
          <p:cNvPr id="204" name="DL__chicken_base__NV_FL_FLAKE__202610"/>
          <p:cNvSpPr txBox="1"/>
          <p:nvPr/>
        </p:nvSpPr>
        <p:spPr>
          <a:xfrm>
            <a:off x="111273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12.3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(-14.3%)</a:t>
            </a:r>
          </a:p>
        </p:txBody>
      </p:sp>
      <p:sp>
        <p:nvSpPr>
          <p:cNvPr id="205" name="INSIGHT"/>
          <p:cNvSpPr txBox="1"/>
          <p:nvPr/>
        </p:nvSpPr>
        <p:spPr>
          <a:xfrm>
            <a:off x="704088" y="1188720"/>
            <a:ext cx="10908792" cy="5212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50"/>
              </a:lnSpc>
              <a:spcBef>
                <a:spcPts val="0"/>
              </a:spcBef>
              <a:spcAft>
                <a:spcPts val="0"/>
              </a:spcAft>
            </a:pPr>
            <a:r>
              <a:rPr sz="1750">
                <a:solidFill>
                  <a:srgbClr val="3A4147"/>
                </a:solidFill>
                <a:latin typeface="맑은 고딕"/>
              </a:rPr>
              <a:t>2026.10.1~19 8개 묶음 모두 전년동기간 하락,</a:t>
            </a:r>
          </a:p>
          <a:p>
            <a:pPr>
              <a:lnSpc>
                <a:spcPts val="1850"/>
              </a:lnSpc>
              <a:spcBef>
                <a:spcPts val="0"/>
              </a:spcBef>
              <a:spcAft>
                <a:spcPts val="0"/>
              </a:spcAft>
            </a:pPr>
            <a:r>
              <a:rPr sz="1750">
                <a:solidFill>
                  <a:srgbClr val="3A4147"/>
                </a:solidFill>
                <a:latin typeface="맑은 고딕"/>
              </a:rPr>
              <a:t>콘소메 34.5→12.2(-64.8%)·후라이드 −61.5%로 감소폭 큼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CCENT"/>
          <p:cNvSpPr/>
          <p:nvPr/>
        </p:nvSpPr>
        <p:spPr>
          <a:xfrm>
            <a:off x="530352" y="731520"/>
            <a:ext cx="50292" cy="969264"/>
          </a:xfrm>
          <a:prstGeom prst="rect">
            <a:avLst/>
          </a:prstGeom>
          <a:solidFill>
            <a:srgbClr val="B65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ECTION"/>
          <p:cNvSpPr txBox="1"/>
          <p:nvPr/>
        </p:nvSpPr>
        <p:spPr>
          <a:xfrm>
            <a:off x="594360" y="274320"/>
            <a:ext cx="1097280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2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363B3D"/>
                </a:solidFill>
                <a:latin typeface="맑은 고딕"/>
              </a:rPr>
              <a:t>2026.10.22 시장·자사 분석 | 치킨 · 17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704088" y="722376"/>
            <a:ext cx="10908792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292D32"/>
                </a:solidFill>
                <a:latin typeface="맑은 고딕"/>
              </a:rPr>
              <a:t>치킨 조리·형태별 검색관심</a:t>
            </a:r>
          </a:p>
        </p:txBody>
      </p:sp>
      <p:sp>
        <p:nvSpPr>
          <p:cNvPr id="6" name="FOOT_LINE"/>
          <p:cNvSpPr/>
          <p:nvPr/>
        </p:nvSpPr>
        <p:spPr>
          <a:xfrm>
            <a:off x="594360" y="6272784"/>
            <a:ext cx="11018520" cy="5486"/>
          </a:xfrm>
          <a:prstGeom prst="rect">
            <a:avLst/>
          </a:prstGeom>
          <a:solidFill>
            <a:srgbClr val="E4E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AGE"/>
          <p:cNvSpPr txBox="1"/>
          <p:nvPr/>
        </p:nvSpPr>
        <p:spPr>
          <a:xfrm>
            <a:off x="11173968" y="6391656"/>
            <a:ext cx="4114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63B3D"/>
                </a:solidFill>
                <a:latin typeface="맑은 고딕"/>
              </a:rPr>
              <a:t>17</a:t>
            </a:r>
          </a:p>
        </p:txBody>
      </p:sp>
      <p:sp>
        <p:nvSpPr>
          <p:cNvPr id="8" name="UNIT"/>
          <p:cNvSpPr txBox="1"/>
          <p:nvPr/>
        </p:nvSpPr>
        <p:spPr>
          <a:xfrm>
            <a:off x="594360" y="1810512"/>
            <a:ext cx="11018520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686E73"/>
                </a:solidFill>
                <a:latin typeface="맑은 고딕"/>
              </a:rPr>
              <a:t>월별 일평균 검색관심 | 25.01~26.10.19 · 24.01~26.10.19 각 묶음 최고일=100 · 레이블:값/(전년비)</a:t>
            </a:r>
          </a:p>
        </p:txBody>
      </p:sp>
      <p:sp>
        <p:nvSpPr>
          <p:cNvPr id="9" name="QUERY_SCOPE"/>
          <p:cNvSpPr txBox="1"/>
          <p:nvPr/>
        </p:nvSpPr>
        <p:spPr>
          <a:xfrm>
            <a:off x="594360" y="2103120"/>
            <a:ext cx="1101852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686E73"/>
                </a:solidFill>
                <a:latin typeface="맑은 고딕"/>
              </a:rPr>
              <a:t>검색어 예시 | 튀김·후라이드:후라이드치킨·씬 후라이드 / 닭강정:닭강정·강정파튀 / 오븐·베이크·로스트:오븐치킨·오븐바사삭 / 닭발·부산물:닭발·닭치고 닭발 / 전기구이:전기구이통닭·오리지널 화계구이 / 순살·발골:순살치킨·갓빠삭치킨 순살 / 쌈·싸먹는 형식:쌈닭·쌈닭화히타 / 숯불·불향:숯불치킨·닭치고 닭발</a:t>
            </a:r>
          </a:p>
        </p:txBody>
      </p:sp>
      <p:sp>
        <p:nvSpPr>
          <p:cNvPr id="10" name="CAPTION"/>
          <p:cNvSpPr txBox="1"/>
          <p:nvPr/>
        </p:nvSpPr>
        <p:spPr>
          <a:xfrm>
            <a:off x="621792" y="5925312"/>
            <a:ext cx="10963656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86E73"/>
                </a:solidFill>
                <a:latin typeface="맑은 고딕"/>
              </a:rPr>
              <a:t>각 선의 최고 검색일=100이므로 선 높이로 검색규모·판매량을 비교하지 않습니다.26.10 전년비는 양쪽 모두10.1~19일입니다.</a:t>
            </a:r>
          </a:p>
          <a:p>
            <a:pPr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86E73"/>
                </a:solidFill>
                <a:latin typeface="맑은 고딕"/>
              </a:rPr>
              <a:t>(전년0)=비교 지수0으로 증감률 계산 불가.0은 검색이 없었다는 뜻으로 단정하지 않습니다.묶음은 중복될 수 있습니다.</a:t>
            </a:r>
          </a:p>
        </p:txBody>
      </p:sp>
      <p:sp>
        <p:nvSpPr>
          <p:cNvPr id="11" name="SOURCES"/>
          <p:cNvSpPr txBox="1"/>
          <p:nvPr/>
        </p:nvSpPr>
        <p:spPr>
          <a:xfrm>
            <a:off x="603504" y="6391656"/>
            <a:ext cx="1040587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686E73"/>
                </a:solidFill>
                <a:latin typeface="맑은 고딕"/>
              </a:rPr>
              <a:t>자료:네이버 데이터랩 | 일간·PC+모바일·성별/연령 전체 | 검색식·원값:근거Excel(Naver)</a:t>
            </a:r>
            <a:r>
              <a:rPr sz="900">
                <a:solidFill>
                  <a:srgbClr val="686E73"/>
                </a:solidFill>
                <a:latin typeface="맑은 고딕"/>
                <a:hlinkClick r:id="rId2"/>
              </a:rPr>
              <a:t> · 원본1</a:t>
            </a:r>
            <a:r>
              <a:rPr sz="900">
                <a:solidFill>
                  <a:srgbClr val="686E73"/>
                </a:solidFill>
                <a:latin typeface="맑은 고딕"/>
                <a:hlinkClick r:id="rId3"/>
              </a:rPr>
              <a:t> · 원본2</a:t>
            </a:r>
            <a:r>
              <a:rPr sz="900">
                <a:solidFill>
                  <a:srgbClr val="686E73"/>
                </a:solidFill>
                <a:latin typeface="맑은 고딕"/>
                <a:hlinkClick r:id="rId4"/>
              </a:rPr>
              <a:t> · 원본3</a:t>
            </a:r>
            <a:r>
              <a:rPr sz="900">
                <a:solidFill>
                  <a:srgbClr val="686E73"/>
                </a:solidFill>
                <a:latin typeface="맑은 고딕"/>
                <a:hlinkClick r:id="rId5"/>
              </a:rPr>
              <a:t> · 원본4</a:t>
            </a:r>
          </a:p>
        </p:txBody>
      </p:sp>
      <p:graphicFrame>
        <p:nvGraphicFramePr>
          <p:cNvPr id="12" name="DAILY_chicken_cooking"/>
          <p:cNvGraphicFramePr>
            <a:graphicFrameLocks noGrp="1"/>
          </p:cNvGraphicFramePr>
          <p:nvPr/>
        </p:nvGraphicFramePr>
        <p:xfrm>
          <a:off x="548640" y="2505456"/>
          <a:ext cx="11064240" cy="1627632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  <p:sp>
        <p:nvSpPr>
          <p:cNvPr id="13" name="SWATCH_chicken_cooking_NV_XC01"/>
          <p:cNvSpPr/>
          <p:nvPr/>
        </p:nvSpPr>
        <p:spPr>
          <a:xfrm>
            <a:off x="603504" y="4354372"/>
            <a:ext cx="91440" cy="32004"/>
          </a:xfrm>
          <a:prstGeom prst="rect">
            <a:avLst/>
          </a:prstGeom>
          <a:solidFill>
            <a:srgbClr val="B65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ERIES_chicken_cooking_NV_XC01"/>
          <p:cNvSpPr txBox="1"/>
          <p:nvPr/>
        </p:nvSpPr>
        <p:spPr>
          <a:xfrm>
            <a:off x="749808" y="4295851"/>
            <a:ext cx="923544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>
                <a:solidFill>
                  <a:srgbClr val="B65346"/>
                </a:solidFill>
                <a:latin typeface="맑은 고딕"/>
              </a:rPr>
              <a:t>튀김·후라이드</a:t>
            </a:r>
          </a:p>
        </p:txBody>
      </p:sp>
      <p:sp>
        <p:nvSpPr>
          <p:cNvPr id="15" name="DL__chicken_cooking__NV_XC01__202501"/>
          <p:cNvSpPr txBox="1"/>
          <p:nvPr/>
        </p:nvSpPr>
        <p:spPr>
          <a:xfrm>
            <a:off x="1526133" y="427939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9.7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(-3.6%)</a:t>
            </a:r>
          </a:p>
        </p:txBody>
      </p:sp>
      <p:sp>
        <p:nvSpPr>
          <p:cNvPr id="16" name="DL__chicken_cooking__NV_XC01__202502"/>
          <p:cNvSpPr txBox="1"/>
          <p:nvPr/>
        </p:nvSpPr>
        <p:spPr>
          <a:xfrm>
            <a:off x="1983333" y="427939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8.1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(-16.1%)</a:t>
            </a:r>
          </a:p>
        </p:txBody>
      </p:sp>
      <p:sp>
        <p:nvSpPr>
          <p:cNvPr id="17" name="DL__chicken_cooking__NV_XC01__202503"/>
          <p:cNvSpPr txBox="1"/>
          <p:nvPr/>
        </p:nvSpPr>
        <p:spPr>
          <a:xfrm>
            <a:off x="2440533" y="427939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8.7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(-8.2%)</a:t>
            </a:r>
          </a:p>
        </p:txBody>
      </p:sp>
      <p:sp>
        <p:nvSpPr>
          <p:cNvPr id="18" name="DL__chicken_cooking__NV_XC01__202504"/>
          <p:cNvSpPr txBox="1"/>
          <p:nvPr/>
        </p:nvSpPr>
        <p:spPr>
          <a:xfrm>
            <a:off x="2897733" y="427939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7.5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(-14.4%)</a:t>
            </a:r>
          </a:p>
        </p:txBody>
      </p:sp>
      <p:sp>
        <p:nvSpPr>
          <p:cNvPr id="19" name="DL__chicken_cooking__NV_XC01__202505"/>
          <p:cNvSpPr txBox="1"/>
          <p:nvPr/>
        </p:nvSpPr>
        <p:spPr>
          <a:xfrm>
            <a:off x="3354933" y="427939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12.4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(+21.3%)</a:t>
            </a:r>
          </a:p>
        </p:txBody>
      </p:sp>
      <p:sp>
        <p:nvSpPr>
          <p:cNvPr id="20" name="DL__chicken_cooking__NV_XC01__202506"/>
          <p:cNvSpPr txBox="1"/>
          <p:nvPr/>
        </p:nvSpPr>
        <p:spPr>
          <a:xfrm>
            <a:off x="3812133" y="427939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8.3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(-19.5%)</a:t>
            </a:r>
          </a:p>
        </p:txBody>
      </p:sp>
      <p:sp>
        <p:nvSpPr>
          <p:cNvPr id="21" name="DL__chicken_cooking__NV_XC01__202507"/>
          <p:cNvSpPr txBox="1"/>
          <p:nvPr/>
        </p:nvSpPr>
        <p:spPr>
          <a:xfrm>
            <a:off x="4269333" y="427939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9.3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(-0.7%)</a:t>
            </a:r>
          </a:p>
        </p:txBody>
      </p:sp>
      <p:sp>
        <p:nvSpPr>
          <p:cNvPr id="22" name="DL__chicken_cooking__NV_XC01__202508"/>
          <p:cNvSpPr txBox="1"/>
          <p:nvPr/>
        </p:nvSpPr>
        <p:spPr>
          <a:xfrm>
            <a:off x="4726533" y="427939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8.8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(-3.0%)</a:t>
            </a:r>
          </a:p>
        </p:txBody>
      </p:sp>
      <p:sp>
        <p:nvSpPr>
          <p:cNvPr id="23" name="DL__chicken_cooking__NV_XC01__202509"/>
          <p:cNvSpPr txBox="1"/>
          <p:nvPr/>
        </p:nvSpPr>
        <p:spPr>
          <a:xfrm>
            <a:off x="5183733" y="427939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7.9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(-22.0%)</a:t>
            </a:r>
          </a:p>
        </p:txBody>
      </p:sp>
      <p:sp>
        <p:nvSpPr>
          <p:cNvPr id="24" name="DL__chicken_cooking__NV_XC01__202510"/>
          <p:cNvSpPr txBox="1"/>
          <p:nvPr/>
        </p:nvSpPr>
        <p:spPr>
          <a:xfrm>
            <a:off x="5640933" y="427939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7.7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(-18.4%)</a:t>
            </a:r>
          </a:p>
        </p:txBody>
      </p:sp>
      <p:sp>
        <p:nvSpPr>
          <p:cNvPr id="25" name="DL__chicken_cooking__NV_XC01__202511"/>
          <p:cNvSpPr txBox="1"/>
          <p:nvPr/>
        </p:nvSpPr>
        <p:spPr>
          <a:xfrm>
            <a:off x="6098133" y="427939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7.8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(-11.6%)</a:t>
            </a:r>
          </a:p>
        </p:txBody>
      </p:sp>
      <p:sp>
        <p:nvSpPr>
          <p:cNvPr id="26" name="DL__chicken_cooking__NV_XC01__202512"/>
          <p:cNvSpPr txBox="1"/>
          <p:nvPr/>
        </p:nvSpPr>
        <p:spPr>
          <a:xfrm>
            <a:off x="6555333" y="427939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8.4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(-19.6%)</a:t>
            </a:r>
          </a:p>
        </p:txBody>
      </p:sp>
      <p:sp>
        <p:nvSpPr>
          <p:cNvPr id="27" name="DL__chicken_cooking__NV_XC01__202601"/>
          <p:cNvSpPr txBox="1"/>
          <p:nvPr/>
        </p:nvSpPr>
        <p:spPr>
          <a:xfrm>
            <a:off x="7012533" y="427939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7.7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(-20.3%)</a:t>
            </a:r>
          </a:p>
        </p:txBody>
      </p:sp>
      <p:sp>
        <p:nvSpPr>
          <p:cNvPr id="28" name="DL__chicken_cooking__NV_XC01__202602"/>
          <p:cNvSpPr txBox="1"/>
          <p:nvPr/>
        </p:nvSpPr>
        <p:spPr>
          <a:xfrm>
            <a:off x="7469733" y="427939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6.6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(-18.6%)</a:t>
            </a:r>
          </a:p>
        </p:txBody>
      </p:sp>
      <p:sp>
        <p:nvSpPr>
          <p:cNvPr id="29" name="DL__chicken_cooking__NV_XC01__202603"/>
          <p:cNvSpPr txBox="1"/>
          <p:nvPr/>
        </p:nvSpPr>
        <p:spPr>
          <a:xfrm>
            <a:off x="7926933" y="427939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6.4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(-27.0%)</a:t>
            </a:r>
          </a:p>
        </p:txBody>
      </p:sp>
      <p:sp>
        <p:nvSpPr>
          <p:cNvPr id="30" name="DL__chicken_cooking__NV_XC01__202604"/>
          <p:cNvSpPr txBox="1"/>
          <p:nvPr/>
        </p:nvSpPr>
        <p:spPr>
          <a:xfrm>
            <a:off x="8384133" y="427939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8.6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(+15.0%)</a:t>
            </a:r>
          </a:p>
        </p:txBody>
      </p:sp>
      <p:sp>
        <p:nvSpPr>
          <p:cNvPr id="31" name="DL__chicken_cooking__NV_XC01__202605"/>
          <p:cNvSpPr txBox="1"/>
          <p:nvPr/>
        </p:nvSpPr>
        <p:spPr>
          <a:xfrm>
            <a:off x="8841333" y="427939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7.2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(-41.5%)</a:t>
            </a:r>
          </a:p>
        </p:txBody>
      </p:sp>
      <p:sp>
        <p:nvSpPr>
          <p:cNvPr id="32" name="DL__chicken_cooking__NV_XC01__202606"/>
          <p:cNvSpPr txBox="1"/>
          <p:nvPr/>
        </p:nvSpPr>
        <p:spPr>
          <a:xfrm>
            <a:off x="9298533" y="427939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6.2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(-25.8%)</a:t>
            </a:r>
          </a:p>
        </p:txBody>
      </p:sp>
      <p:sp>
        <p:nvSpPr>
          <p:cNvPr id="33" name="DL__chicken_cooking__NV_XC01__202607"/>
          <p:cNvSpPr txBox="1"/>
          <p:nvPr/>
        </p:nvSpPr>
        <p:spPr>
          <a:xfrm>
            <a:off x="9755733" y="427939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5.9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(-36.3%)</a:t>
            </a:r>
          </a:p>
        </p:txBody>
      </p:sp>
      <p:sp>
        <p:nvSpPr>
          <p:cNvPr id="34" name="DL__chicken_cooking__NV_XC01__202608"/>
          <p:cNvSpPr txBox="1"/>
          <p:nvPr/>
        </p:nvSpPr>
        <p:spPr>
          <a:xfrm>
            <a:off x="10212933" y="427939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5.2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(-41.7%)</a:t>
            </a:r>
          </a:p>
        </p:txBody>
      </p:sp>
      <p:sp>
        <p:nvSpPr>
          <p:cNvPr id="35" name="DL__chicken_cooking__NV_XC01__202609"/>
          <p:cNvSpPr txBox="1"/>
          <p:nvPr/>
        </p:nvSpPr>
        <p:spPr>
          <a:xfrm>
            <a:off x="10670133" y="427939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3.4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(-57.0%)</a:t>
            </a:r>
          </a:p>
        </p:txBody>
      </p:sp>
      <p:sp>
        <p:nvSpPr>
          <p:cNvPr id="36" name="DL__chicken_cooking__NV_XC01__202610"/>
          <p:cNvSpPr txBox="1"/>
          <p:nvPr/>
        </p:nvSpPr>
        <p:spPr>
          <a:xfrm>
            <a:off x="11127333" y="427939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3.0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(-61.5%)</a:t>
            </a:r>
          </a:p>
        </p:txBody>
      </p:sp>
      <p:sp>
        <p:nvSpPr>
          <p:cNvPr id="37" name="SWATCH_chicken_cooking_NV_XC06"/>
          <p:cNvSpPr/>
          <p:nvPr/>
        </p:nvSpPr>
        <p:spPr>
          <a:xfrm>
            <a:off x="603504" y="4550968"/>
            <a:ext cx="91440" cy="32004"/>
          </a:xfrm>
          <a:prstGeom prst="rect">
            <a:avLst/>
          </a:prstGeom>
          <a:solidFill>
            <a:srgbClr val="AC7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ERIES_chicken_cooking_NV_XC06"/>
          <p:cNvSpPr txBox="1"/>
          <p:nvPr/>
        </p:nvSpPr>
        <p:spPr>
          <a:xfrm>
            <a:off x="749808" y="4492447"/>
            <a:ext cx="923544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>
                <a:solidFill>
                  <a:srgbClr val="AC7858"/>
                </a:solidFill>
                <a:latin typeface="맑은 고딕"/>
              </a:rPr>
              <a:t>닭강정</a:t>
            </a:r>
          </a:p>
        </p:txBody>
      </p:sp>
      <p:sp>
        <p:nvSpPr>
          <p:cNvPr id="39" name="DL__chicken_cooking__NV_XC06__202501"/>
          <p:cNvSpPr txBox="1"/>
          <p:nvPr/>
        </p:nvSpPr>
        <p:spPr>
          <a:xfrm>
            <a:off x="1526133" y="447598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1.2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(-11.2%)</a:t>
            </a:r>
          </a:p>
        </p:txBody>
      </p:sp>
      <p:sp>
        <p:nvSpPr>
          <p:cNvPr id="40" name="DL__chicken_cooking__NV_XC06__202502"/>
          <p:cNvSpPr txBox="1"/>
          <p:nvPr/>
        </p:nvSpPr>
        <p:spPr>
          <a:xfrm>
            <a:off x="1983333" y="447598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1.2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(-58.1%)</a:t>
            </a:r>
          </a:p>
        </p:txBody>
      </p:sp>
      <p:sp>
        <p:nvSpPr>
          <p:cNvPr id="41" name="DL__chicken_cooking__NV_XC06__202503"/>
          <p:cNvSpPr txBox="1"/>
          <p:nvPr/>
        </p:nvSpPr>
        <p:spPr>
          <a:xfrm>
            <a:off x="2440533" y="447598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1.2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(-94.5%)</a:t>
            </a:r>
          </a:p>
        </p:txBody>
      </p:sp>
      <p:sp>
        <p:nvSpPr>
          <p:cNvPr id="42" name="DL__chicken_cooking__NV_XC06__202504"/>
          <p:cNvSpPr txBox="1"/>
          <p:nvPr/>
        </p:nvSpPr>
        <p:spPr>
          <a:xfrm>
            <a:off x="2897733" y="447598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1.2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(-75.6%)</a:t>
            </a:r>
          </a:p>
        </p:txBody>
      </p:sp>
      <p:sp>
        <p:nvSpPr>
          <p:cNvPr id="43" name="DL__chicken_cooking__NV_XC06__202505"/>
          <p:cNvSpPr txBox="1"/>
          <p:nvPr/>
        </p:nvSpPr>
        <p:spPr>
          <a:xfrm>
            <a:off x="3354933" y="447598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1.2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(-39.5%)</a:t>
            </a:r>
          </a:p>
        </p:txBody>
      </p:sp>
      <p:sp>
        <p:nvSpPr>
          <p:cNvPr id="44" name="DL__chicken_cooking__NV_XC06__202506"/>
          <p:cNvSpPr txBox="1"/>
          <p:nvPr/>
        </p:nvSpPr>
        <p:spPr>
          <a:xfrm>
            <a:off x="3812133" y="447598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1.1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(-29.5%)</a:t>
            </a:r>
          </a:p>
        </p:txBody>
      </p:sp>
      <p:sp>
        <p:nvSpPr>
          <p:cNvPr id="45" name="DL__chicken_cooking__NV_XC06__202507"/>
          <p:cNvSpPr txBox="1"/>
          <p:nvPr/>
        </p:nvSpPr>
        <p:spPr>
          <a:xfrm>
            <a:off x="4269333" y="447598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1.1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(-24.9%)</a:t>
            </a:r>
          </a:p>
        </p:txBody>
      </p:sp>
      <p:sp>
        <p:nvSpPr>
          <p:cNvPr id="46" name="DL__chicken_cooking__NV_XC06__202508"/>
          <p:cNvSpPr txBox="1"/>
          <p:nvPr/>
        </p:nvSpPr>
        <p:spPr>
          <a:xfrm>
            <a:off x="4726533" y="447598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1.3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(-12.5%)</a:t>
            </a:r>
          </a:p>
        </p:txBody>
      </p:sp>
      <p:sp>
        <p:nvSpPr>
          <p:cNvPr id="47" name="DL__chicken_cooking__NV_XC06__202509"/>
          <p:cNvSpPr txBox="1"/>
          <p:nvPr/>
        </p:nvSpPr>
        <p:spPr>
          <a:xfrm>
            <a:off x="5183733" y="447598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1.2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(-11.9%)</a:t>
            </a:r>
          </a:p>
        </p:txBody>
      </p:sp>
      <p:sp>
        <p:nvSpPr>
          <p:cNvPr id="48" name="DL__chicken_cooking__NV_XC06__202510"/>
          <p:cNvSpPr txBox="1"/>
          <p:nvPr/>
        </p:nvSpPr>
        <p:spPr>
          <a:xfrm>
            <a:off x="5640933" y="447598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1.1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(-15.0%)</a:t>
            </a:r>
          </a:p>
        </p:txBody>
      </p:sp>
      <p:sp>
        <p:nvSpPr>
          <p:cNvPr id="49" name="DL__chicken_cooking__NV_XC06__202511"/>
          <p:cNvSpPr txBox="1"/>
          <p:nvPr/>
        </p:nvSpPr>
        <p:spPr>
          <a:xfrm>
            <a:off x="6098133" y="447598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1.1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(-11.3%)</a:t>
            </a:r>
          </a:p>
        </p:txBody>
      </p:sp>
      <p:sp>
        <p:nvSpPr>
          <p:cNvPr id="50" name="DL__chicken_cooking__NV_XC06__202512"/>
          <p:cNvSpPr txBox="1"/>
          <p:nvPr/>
        </p:nvSpPr>
        <p:spPr>
          <a:xfrm>
            <a:off x="6555333" y="447598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1.1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(-4.3%)</a:t>
            </a:r>
          </a:p>
        </p:txBody>
      </p:sp>
      <p:sp>
        <p:nvSpPr>
          <p:cNvPr id="51" name="DL__chicken_cooking__NV_XC06__202601"/>
          <p:cNvSpPr txBox="1"/>
          <p:nvPr/>
        </p:nvSpPr>
        <p:spPr>
          <a:xfrm>
            <a:off x="7012533" y="447598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0.9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(-26.4%)</a:t>
            </a:r>
          </a:p>
        </p:txBody>
      </p:sp>
      <p:sp>
        <p:nvSpPr>
          <p:cNvPr id="52" name="DL__chicken_cooking__NV_XC06__202602"/>
          <p:cNvSpPr txBox="1"/>
          <p:nvPr/>
        </p:nvSpPr>
        <p:spPr>
          <a:xfrm>
            <a:off x="7469733" y="447598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0.9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(-27.5%)</a:t>
            </a:r>
          </a:p>
        </p:txBody>
      </p:sp>
      <p:sp>
        <p:nvSpPr>
          <p:cNvPr id="53" name="DL__chicken_cooking__NV_XC06__202603"/>
          <p:cNvSpPr txBox="1"/>
          <p:nvPr/>
        </p:nvSpPr>
        <p:spPr>
          <a:xfrm>
            <a:off x="7926933" y="447598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0.9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(-24.3%)</a:t>
            </a:r>
          </a:p>
        </p:txBody>
      </p:sp>
      <p:sp>
        <p:nvSpPr>
          <p:cNvPr id="54" name="DL__chicken_cooking__NV_XC06__202604"/>
          <p:cNvSpPr txBox="1"/>
          <p:nvPr/>
        </p:nvSpPr>
        <p:spPr>
          <a:xfrm>
            <a:off x="8384133" y="447598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1.1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(-6.8%)</a:t>
            </a:r>
          </a:p>
        </p:txBody>
      </p:sp>
      <p:sp>
        <p:nvSpPr>
          <p:cNvPr id="55" name="DL__chicken_cooking__NV_XC06__202605"/>
          <p:cNvSpPr txBox="1"/>
          <p:nvPr/>
        </p:nvSpPr>
        <p:spPr>
          <a:xfrm>
            <a:off x="8841333" y="447598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1.0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(-16.1%)</a:t>
            </a:r>
          </a:p>
        </p:txBody>
      </p:sp>
      <p:sp>
        <p:nvSpPr>
          <p:cNvPr id="56" name="DL__chicken_cooking__NV_XC06__202606"/>
          <p:cNvSpPr txBox="1"/>
          <p:nvPr/>
        </p:nvSpPr>
        <p:spPr>
          <a:xfrm>
            <a:off x="9298533" y="447598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1.0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(-15.2%)</a:t>
            </a:r>
          </a:p>
        </p:txBody>
      </p:sp>
      <p:sp>
        <p:nvSpPr>
          <p:cNvPr id="57" name="DL__chicken_cooking__NV_XC06__202607"/>
          <p:cNvSpPr txBox="1"/>
          <p:nvPr/>
        </p:nvSpPr>
        <p:spPr>
          <a:xfrm>
            <a:off x="9755733" y="447598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0.9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(-17.4%)</a:t>
            </a:r>
          </a:p>
        </p:txBody>
      </p:sp>
      <p:sp>
        <p:nvSpPr>
          <p:cNvPr id="58" name="DL__chicken_cooking__NV_XC06__202608"/>
          <p:cNvSpPr txBox="1"/>
          <p:nvPr/>
        </p:nvSpPr>
        <p:spPr>
          <a:xfrm>
            <a:off x="10212933" y="447598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1.0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(-26.6%)</a:t>
            </a:r>
          </a:p>
        </p:txBody>
      </p:sp>
      <p:sp>
        <p:nvSpPr>
          <p:cNvPr id="59" name="DL__chicken_cooking__NV_XC06__202609"/>
          <p:cNvSpPr txBox="1"/>
          <p:nvPr/>
        </p:nvSpPr>
        <p:spPr>
          <a:xfrm>
            <a:off x="10670133" y="447598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0.8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(-30.0%)</a:t>
            </a:r>
          </a:p>
        </p:txBody>
      </p:sp>
      <p:sp>
        <p:nvSpPr>
          <p:cNvPr id="60" name="DL__chicken_cooking__NV_XC06__202610"/>
          <p:cNvSpPr txBox="1"/>
          <p:nvPr/>
        </p:nvSpPr>
        <p:spPr>
          <a:xfrm>
            <a:off x="11127333" y="447598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0.9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(-24.4%)</a:t>
            </a:r>
          </a:p>
        </p:txBody>
      </p:sp>
      <p:sp>
        <p:nvSpPr>
          <p:cNvPr id="61" name="SWATCH_chicken_cooking_NV_XC07"/>
          <p:cNvSpPr/>
          <p:nvPr/>
        </p:nvSpPr>
        <p:spPr>
          <a:xfrm>
            <a:off x="603504" y="4747564"/>
            <a:ext cx="91440" cy="32004"/>
          </a:xfrm>
          <a:prstGeom prst="rect">
            <a:avLst/>
          </a:prstGeom>
          <a:solidFill>
            <a:srgbClr val="587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SERIES_chicken_cooking_NV_XC07"/>
          <p:cNvSpPr txBox="1"/>
          <p:nvPr/>
        </p:nvSpPr>
        <p:spPr>
          <a:xfrm>
            <a:off x="749808" y="4689043"/>
            <a:ext cx="923544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>
                <a:solidFill>
                  <a:srgbClr val="58718C"/>
                </a:solidFill>
                <a:latin typeface="맑은 고딕"/>
              </a:rPr>
              <a:t>오븐·로스트</a:t>
            </a:r>
          </a:p>
        </p:txBody>
      </p:sp>
      <p:sp>
        <p:nvSpPr>
          <p:cNvPr id="63" name="DL__chicken_cooking__NV_XC07__202501"/>
          <p:cNvSpPr txBox="1"/>
          <p:nvPr/>
        </p:nvSpPr>
        <p:spPr>
          <a:xfrm>
            <a:off x="1526133" y="467258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58718C"/>
                </a:solidFill>
                <a:latin typeface="맑은 고딕"/>
              </a:rPr>
              <a:t>38.3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58718C"/>
                </a:solidFill>
                <a:latin typeface="맑은 고딕"/>
              </a:rPr>
              <a:t>(-17.8%)</a:t>
            </a:r>
          </a:p>
        </p:txBody>
      </p:sp>
      <p:sp>
        <p:nvSpPr>
          <p:cNvPr id="64" name="DL__chicken_cooking__NV_XC07__202502"/>
          <p:cNvSpPr txBox="1"/>
          <p:nvPr/>
        </p:nvSpPr>
        <p:spPr>
          <a:xfrm>
            <a:off x="1983333" y="467258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58718C"/>
                </a:solidFill>
                <a:latin typeface="맑은 고딕"/>
              </a:rPr>
              <a:t>39.3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58718C"/>
                </a:solidFill>
                <a:latin typeface="맑은 고딕"/>
              </a:rPr>
              <a:t>(-7.1%)</a:t>
            </a:r>
          </a:p>
        </p:txBody>
      </p:sp>
      <p:sp>
        <p:nvSpPr>
          <p:cNvPr id="65" name="DL__chicken_cooking__NV_XC07__202503"/>
          <p:cNvSpPr txBox="1"/>
          <p:nvPr/>
        </p:nvSpPr>
        <p:spPr>
          <a:xfrm>
            <a:off x="2440533" y="467258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58718C"/>
                </a:solidFill>
                <a:latin typeface="맑은 고딕"/>
              </a:rPr>
              <a:t>40.3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58718C"/>
                </a:solidFill>
                <a:latin typeface="맑은 고딕"/>
              </a:rPr>
              <a:t>(-11.0%)</a:t>
            </a:r>
          </a:p>
        </p:txBody>
      </p:sp>
      <p:sp>
        <p:nvSpPr>
          <p:cNvPr id="66" name="DL__chicken_cooking__NV_XC07__202504"/>
          <p:cNvSpPr txBox="1"/>
          <p:nvPr/>
        </p:nvSpPr>
        <p:spPr>
          <a:xfrm>
            <a:off x="2897733" y="467258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58718C"/>
                </a:solidFill>
                <a:latin typeface="맑은 고딕"/>
              </a:rPr>
              <a:t>37.1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58718C"/>
                </a:solidFill>
                <a:latin typeface="맑은 고딕"/>
              </a:rPr>
              <a:t>(-18.5%)</a:t>
            </a:r>
          </a:p>
        </p:txBody>
      </p:sp>
      <p:sp>
        <p:nvSpPr>
          <p:cNvPr id="67" name="DL__chicken_cooking__NV_XC07__202505"/>
          <p:cNvSpPr txBox="1"/>
          <p:nvPr/>
        </p:nvSpPr>
        <p:spPr>
          <a:xfrm>
            <a:off x="3354933" y="467258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58718C"/>
                </a:solidFill>
                <a:latin typeface="맑은 고딕"/>
              </a:rPr>
              <a:t>39.2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58718C"/>
                </a:solidFill>
                <a:latin typeface="맑은 고딕"/>
              </a:rPr>
              <a:t>(-11.1%)</a:t>
            </a:r>
          </a:p>
        </p:txBody>
      </p:sp>
      <p:sp>
        <p:nvSpPr>
          <p:cNvPr id="68" name="DL__chicken_cooking__NV_XC07__202506"/>
          <p:cNvSpPr txBox="1"/>
          <p:nvPr/>
        </p:nvSpPr>
        <p:spPr>
          <a:xfrm>
            <a:off x="3812133" y="467258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58718C"/>
                </a:solidFill>
                <a:latin typeface="맑은 고딕"/>
              </a:rPr>
              <a:t>39.1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58718C"/>
                </a:solidFill>
                <a:latin typeface="맑은 고딕"/>
              </a:rPr>
              <a:t>(-17.4%)</a:t>
            </a:r>
          </a:p>
        </p:txBody>
      </p:sp>
      <p:sp>
        <p:nvSpPr>
          <p:cNvPr id="69" name="DL__chicken_cooking__NV_XC07__202507"/>
          <p:cNvSpPr txBox="1"/>
          <p:nvPr/>
        </p:nvSpPr>
        <p:spPr>
          <a:xfrm>
            <a:off x="4269333" y="467258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58718C"/>
                </a:solidFill>
                <a:latin typeface="맑은 고딕"/>
              </a:rPr>
              <a:t>43.4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58718C"/>
                </a:solidFill>
                <a:latin typeface="맑은 고딕"/>
              </a:rPr>
              <a:t>(-15.9%)</a:t>
            </a:r>
          </a:p>
        </p:txBody>
      </p:sp>
      <p:sp>
        <p:nvSpPr>
          <p:cNvPr id="70" name="DL__chicken_cooking__NV_XC07__202508"/>
          <p:cNvSpPr txBox="1"/>
          <p:nvPr/>
        </p:nvSpPr>
        <p:spPr>
          <a:xfrm>
            <a:off x="4726533" y="467258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58718C"/>
                </a:solidFill>
                <a:latin typeface="맑은 고딕"/>
              </a:rPr>
              <a:t>40.1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58718C"/>
                </a:solidFill>
                <a:latin typeface="맑은 고딕"/>
              </a:rPr>
              <a:t>(-18.1%)</a:t>
            </a:r>
          </a:p>
        </p:txBody>
      </p:sp>
      <p:sp>
        <p:nvSpPr>
          <p:cNvPr id="71" name="DL__chicken_cooking__NV_XC07__202509"/>
          <p:cNvSpPr txBox="1"/>
          <p:nvPr/>
        </p:nvSpPr>
        <p:spPr>
          <a:xfrm>
            <a:off x="5183733" y="467258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58718C"/>
                </a:solidFill>
                <a:latin typeface="맑은 고딕"/>
              </a:rPr>
              <a:t>37.8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58718C"/>
                </a:solidFill>
                <a:latin typeface="맑은 고딕"/>
              </a:rPr>
              <a:t>(-10.6%)</a:t>
            </a:r>
          </a:p>
        </p:txBody>
      </p:sp>
      <p:sp>
        <p:nvSpPr>
          <p:cNvPr id="72" name="DL__chicken_cooking__NV_XC07__202510"/>
          <p:cNvSpPr txBox="1"/>
          <p:nvPr/>
        </p:nvSpPr>
        <p:spPr>
          <a:xfrm>
            <a:off x="5640933" y="467258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58718C"/>
                </a:solidFill>
                <a:latin typeface="맑은 고딕"/>
              </a:rPr>
              <a:t>32.7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58718C"/>
                </a:solidFill>
                <a:latin typeface="맑은 고딕"/>
              </a:rPr>
              <a:t>(-23.6%)</a:t>
            </a:r>
          </a:p>
        </p:txBody>
      </p:sp>
      <p:sp>
        <p:nvSpPr>
          <p:cNvPr id="73" name="DL__chicken_cooking__NV_XC07__202511"/>
          <p:cNvSpPr txBox="1"/>
          <p:nvPr/>
        </p:nvSpPr>
        <p:spPr>
          <a:xfrm>
            <a:off x="6098133" y="467258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58718C"/>
                </a:solidFill>
                <a:latin typeface="맑은 고딕"/>
              </a:rPr>
              <a:t>32.3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58718C"/>
                </a:solidFill>
                <a:latin typeface="맑은 고딕"/>
              </a:rPr>
              <a:t>(-16.7%)</a:t>
            </a:r>
          </a:p>
        </p:txBody>
      </p:sp>
      <p:sp>
        <p:nvSpPr>
          <p:cNvPr id="74" name="DL__chicken_cooking__NV_XC07__202512"/>
          <p:cNvSpPr txBox="1"/>
          <p:nvPr/>
        </p:nvSpPr>
        <p:spPr>
          <a:xfrm>
            <a:off x="6555333" y="467258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58718C"/>
                </a:solidFill>
                <a:latin typeface="맑은 고딕"/>
              </a:rPr>
              <a:t>35.4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58718C"/>
                </a:solidFill>
                <a:latin typeface="맑은 고딕"/>
              </a:rPr>
              <a:t>(-25.6%)</a:t>
            </a:r>
          </a:p>
        </p:txBody>
      </p:sp>
      <p:sp>
        <p:nvSpPr>
          <p:cNvPr id="75" name="DL__chicken_cooking__NV_XC07__202601"/>
          <p:cNvSpPr txBox="1"/>
          <p:nvPr/>
        </p:nvSpPr>
        <p:spPr>
          <a:xfrm>
            <a:off x="7012533" y="467258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58718C"/>
                </a:solidFill>
                <a:latin typeface="맑은 고딕"/>
              </a:rPr>
              <a:t>29.2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58718C"/>
                </a:solidFill>
                <a:latin typeface="맑은 고딕"/>
              </a:rPr>
              <a:t>(-23.7%)</a:t>
            </a:r>
          </a:p>
        </p:txBody>
      </p:sp>
      <p:sp>
        <p:nvSpPr>
          <p:cNvPr id="76" name="DL__chicken_cooking__NV_XC07__202602"/>
          <p:cNvSpPr txBox="1"/>
          <p:nvPr/>
        </p:nvSpPr>
        <p:spPr>
          <a:xfrm>
            <a:off x="7469733" y="467258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58718C"/>
                </a:solidFill>
                <a:latin typeface="맑은 고딕"/>
              </a:rPr>
              <a:t>24.1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58718C"/>
                </a:solidFill>
                <a:latin typeface="맑은 고딕"/>
              </a:rPr>
              <a:t>(-38.7%)</a:t>
            </a:r>
          </a:p>
        </p:txBody>
      </p:sp>
      <p:sp>
        <p:nvSpPr>
          <p:cNvPr id="77" name="DL__chicken_cooking__NV_XC07__202603"/>
          <p:cNvSpPr txBox="1"/>
          <p:nvPr/>
        </p:nvSpPr>
        <p:spPr>
          <a:xfrm>
            <a:off x="7926933" y="467258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58718C"/>
                </a:solidFill>
                <a:latin typeface="맑은 고딕"/>
              </a:rPr>
              <a:t>25.3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58718C"/>
                </a:solidFill>
                <a:latin typeface="맑은 고딕"/>
              </a:rPr>
              <a:t>(-37.2%)</a:t>
            </a:r>
          </a:p>
        </p:txBody>
      </p:sp>
      <p:sp>
        <p:nvSpPr>
          <p:cNvPr id="78" name="DL__chicken_cooking__NV_XC07__202604"/>
          <p:cNvSpPr txBox="1"/>
          <p:nvPr/>
        </p:nvSpPr>
        <p:spPr>
          <a:xfrm>
            <a:off x="8384133" y="467258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58718C"/>
                </a:solidFill>
                <a:latin typeface="맑은 고딕"/>
              </a:rPr>
              <a:t>26.8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58718C"/>
                </a:solidFill>
                <a:latin typeface="맑은 고딕"/>
              </a:rPr>
              <a:t>(-27.7%)</a:t>
            </a:r>
          </a:p>
        </p:txBody>
      </p:sp>
      <p:sp>
        <p:nvSpPr>
          <p:cNvPr id="79" name="DL__chicken_cooking__NV_XC07__202605"/>
          <p:cNvSpPr txBox="1"/>
          <p:nvPr/>
        </p:nvSpPr>
        <p:spPr>
          <a:xfrm>
            <a:off x="8841333" y="467258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58718C"/>
                </a:solidFill>
                <a:latin typeface="맑은 고딕"/>
              </a:rPr>
              <a:t>25.4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58718C"/>
                </a:solidFill>
                <a:latin typeface="맑은 고딕"/>
              </a:rPr>
              <a:t>(-35.2%)</a:t>
            </a:r>
          </a:p>
        </p:txBody>
      </p:sp>
      <p:sp>
        <p:nvSpPr>
          <p:cNvPr id="80" name="DL__chicken_cooking__NV_XC07__202606"/>
          <p:cNvSpPr txBox="1"/>
          <p:nvPr/>
        </p:nvSpPr>
        <p:spPr>
          <a:xfrm>
            <a:off x="9298533" y="467258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58718C"/>
                </a:solidFill>
                <a:latin typeface="맑은 고딕"/>
              </a:rPr>
              <a:t>25.5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58718C"/>
                </a:solidFill>
                <a:latin typeface="맑은 고딕"/>
              </a:rPr>
              <a:t>(-34.7%)</a:t>
            </a:r>
          </a:p>
        </p:txBody>
      </p:sp>
      <p:sp>
        <p:nvSpPr>
          <p:cNvPr id="81" name="DL__chicken_cooking__NV_XC07__202607"/>
          <p:cNvSpPr txBox="1"/>
          <p:nvPr/>
        </p:nvSpPr>
        <p:spPr>
          <a:xfrm>
            <a:off x="9755733" y="467258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58718C"/>
                </a:solidFill>
                <a:latin typeface="맑은 고딕"/>
              </a:rPr>
              <a:t>26.4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58718C"/>
                </a:solidFill>
                <a:latin typeface="맑은 고딕"/>
              </a:rPr>
              <a:t>(-39.2%)</a:t>
            </a:r>
          </a:p>
        </p:txBody>
      </p:sp>
      <p:sp>
        <p:nvSpPr>
          <p:cNvPr id="82" name="DL__chicken_cooking__NV_XC07__202608"/>
          <p:cNvSpPr txBox="1"/>
          <p:nvPr/>
        </p:nvSpPr>
        <p:spPr>
          <a:xfrm>
            <a:off x="10212933" y="467258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58718C"/>
                </a:solidFill>
                <a:latin typeface="맑은 고딕"/>
              </a:rPr>
              <a:t>26.6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58718C"/>
                </a:solidFill>
                <a:latin typeface="맑은 고딕"/>
              </a:rPr>
              <a:t>(-33.7%)</a:t>
            </a:r>
          </a:p>
        </p:txBody>
      </p:sp>
      <p:sp>
        <p:nvSpPr>
          <p:cNvPr id="83" name="DL__chicken_cooking__NV_XC07__202609"/>
          <p:cNvSpPr txBox="1"/>
          <p:nvPr/>
        </p:nvSpPr>
        <p:spPr>
          <a:xfrm>
            <a:off x="10670133" y="467258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58718C"/>
                </a:solidFill>
                <a:latin typeface="맑은 고딕"/>
              </a:rPr>
              <a:t>21.8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58718C"/>
                </a:solidFill>
                <a:latin typeface="맑은 고딕"/>
              </a:rPr>
              <a:t>(-42.3%)</a:t>
            </a:r>
          </a:p>
        </p:txBody>
      </p:sp>
      <p:sp>
        <p:nvSpPr>
          <p:cNvPr id="84" name="DL__chicken_cooking__NV_XC07__202610"/>
          <p:cNvSpPr txBox="1"/>
          <p:nvPr/>
        </p:nvSpPr>
        <p:spPr>
          <a:xfrm>
            <a:off x="11127333" y="467258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58718C"/>
                </a:solidFill>
                <a:latin typeface="맑은 고딕"/>
              </a:rPr>
              <a:t>20.9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58718C"/>
                </a:solidFill>
                <a:latin typeface="맑은 고딕"/>
              </a:rPr>
              <a:t>(-38.3%)</a:t>
            </a:r>
          </a:p>
        </p:txBody>
      </p:sp>
      <p:sp>
        <p:nvSpPr>
          <p:cNvPr id="85" name="SWATCH_chicken_cooking_NV_XC08"/>
          <p:cNvSpPr/>
          <p:nvPr/>
        </p:nvSpPr>
        <p:spPr>
          <a:xfrm>
            <a:off x="603504" y="4944160"/>
            <a:ext cx="91440" cy="32004"/>
          </a:xfrm>
          <a:prstGeom prst="rect">
            <a:avLst/>
          </a:prstGeom>
          <a:solidFill>
            <a:srgbClr val="9B6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SERIES_chicken_cooking_NV_XC08"/>
          <p:cNvSpPr txBox="1"/>
          <p:nvPr/>
        </p:nvSpPr>
        <p:spPr>
          <a:xfrm>
            <a:off x="749808" y="4885639"/>
            <a:ext cx="923544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>
                <a:solidFill>
                  <a:srgbClr val="9B696E"/>
                </a:solidFill>
                <a:latin typeface="맑은 고딕"/>
              </a:rPr>
              <a:t>닭발·부산물</a:t>
            </a:r>
          </a:p>
        </p:txBody>
      </p:sp>
      <p:sp>
        <p:nvSpPr>
          <p:cNvPr id="87" name="DL__chicken_cooking__NV_XC08__202501"/>
          <p:cNvSpPr txBox="1"/>
          <p:nvPr/>
        </p:nvSpPr>
        <p:spPr>
          <a:xfrm>
            <a:off x="15261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79.2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(+6.1%)</a:t>
            </a:r>
          </a:p>
        </p:txBody>
      </p:sp>
      <p:sp>
        <p:nvSpPr>
          <p:cNvPr id="88" name="DL__chicken_cooking__NV_XC08__202502"/>
          <p:cNvSpPr txBox="1"/>
          <p:nvPr/>
        </p:nvSpPr>
        <p:spPr>
          <a:xfrm>
            <a:off x="19833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81.4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(+12.0%)</a:t>
            </a:r>
          </a:p>
        </p:txBody>
      </p:sp>
      <p:sp>
        <p:nvSpPr>
          <p:cNvPr id="89" name="DL__chicken_cooking__NV_XC08__202503"/>
          <p:cNvSpPr txBox="1"/>
          <p:nvPr/>
        </p:nvSpPr>
        <p:spPr>
          <a:xfrm>
            <a:off x="24405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69.7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(+3.0%)</a:t>
            </a:r>
          </a:p>
        </p:txBody>
      </p:sp>
      <p:sp>
        <p:nvSpPr>
          <p:cNvPr id="90" name="DL__chicken_cooking__NV_XC08__202504"/>
          <p:cNvSpPr txBox="1"/>
          <p:nvPr/>
        </p:nvSpPr>
        <p:spPr>
          <a:xfrm>
            <a:off x="28977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66.8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(+4.9%)</a:t>
            </a:r>
          </a:p>
        </p:txBody>
      </p:sp>
      <p:sp>
        <p:nvSpPr>
          <p:cNvPr id="91" name="DL__chicken_cooking__NV_XC08__202505"/>
          <p:cNvSpPr txBox="1"/>
          <p:nvPr/>
        </p:nvSpPr>
        <p:spPr>
          <a:xfrm>
            <a:off x="33549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68.2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(+9.7%)</a:t>
            </a:r>
          </a:p>
        </p:txBody>
      </p:sp>
      <p:sp>
        <p:nvSpPr>
          <p:cNvPr id="92" name="DL__chicken_cooking__NV_XC08__202506"/>
          <p:cNvSpPr txBox="1"/>
          <p:nvPr/>
        </p:nvSpPr>
        <p:spPr>
          <a:xfrm>
            <a:off x="38121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69.5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(+3.3%)</a:t>
            </a:r>
          </a:p>
        </p:txBody>
      </p:sp>
      <p:sp>
        <p:nvSpPr>
          <p:cNvPr id="93" name="DL__chicken_cooking__NV_XC08__202507"/>
          <p:cNvSpPr txBox="1"/>
          <p:nvPr/>
        </p:nvSpPr>
        <p:spPr>
          <a:xfrm>
            <a:off x="42693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67.9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(+0.3%)</a:t>
            </a:r>
          </a:p>
        </p:txBody>
      </p:sp>
      <p:sp>
        <p:nvSpPr>
          <p:cNvPr id="94" name="DL__chicken_cooking__NV_XC08__202508"/>
          <p:cNvSpPr txBox="1"/>
          <p:nvPr/>
        </p:nvSpPr>
        <p:spPr>
          <a:xfrm>
            <a:off x="47265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70.0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(-2.6%)</a:t>
            </a:r>
          </a:p>
        </p:txBody>
      </p:sp>
      <p:sp>
        <p:nvSpPr>
          <p:cNvPr id="95" name="DL__chicken_cooking__NV_XC08__202509"/>
          <p:cNvSpPr txBox="1"/>
          <p:nvPr/>
        </p:nvSpPr>
        <p:spPr>
          <a:xfrm>
            <a:off x="51837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62.7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(-4.3%)</a:t>
            </a:r>
          </a:p>
        </p:txBody>
      </p:sp>
      <p:sp>
        <p:nvSpPr>
          <p:cNvPr id="96" name="DL__chicken_cooking__NV_XC08__202510"/>
          <p:cNvSpPr txBox="1"/>
          <p:nvPr/>
        </p:nvSpPr>
        <p:spPr>
          <a:xfrm>
            <a:off x="56409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61.1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(-1.5%)</a:t>
            </a:r>
          </a:p>
        </p:txBody>
      </p:sp>
      <p:sp>
        <p:nvSpPr>
          <p:cNvPr id="97" name="DL__chicken_cooking__NV_XC08__202511"/>
          <p:cNvSpPr txBox="1"/>
          <p:nvPr/>
        </p:nvSpPr>
        <p:spPr>
          <a:xfrm>
            <a:off x="60981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57.1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(-5.0%)</a:t>
            </a:r>
          </a:p>
        </p:txBody>
      </p:sp>
      <p:sp>
        <p:nvSpPr>
          <p:cNvPr id="98" name="DL__chicken_cooking__NV_XC08__202512"/>
          <p:cNvSpPr txBox="1"/>
          <p:nvPr/>
        </p:nvSpPr>
        <p:spPr>
          <a:xfrm>
            <a:off x="65553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52.5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(-15.4%)</a:t>
            </a:r>
          </a:p>
        </p:txBody>
      </p:sp>
      <p:sp>
        <p:nvSpPr>
          <p:cNvPr id="99" name="DL__chicken_cooking__NV_XC08__202601"/>
          <p:cNvSpPr txBox="1"/>
          <p:nvPr/>
        </p:nvSpPr>
        <p:spPr>
          <a:xfrm>
            <a:off x="70125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54.9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(-30.7%)</a:t>
            </a:r>
          </a:p>
        </p:txBody>
      </p:sp>
      <p:sp>
        <p:nvSpPr>
          <p:cNvPr id="100" name="DL__chicken_cooking__NV_XC08__202602"/>
          <p:cNvSpPr txBox="1"/>
          <p:nvPr/>
        </p:nvSpPr>
        <p:spPr>
          <a:xfrm>
            <a:off x="74697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50.8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(-37.6%)</a:t>
            </a:r>
          </a:p>
        </p:txBody>
      </p:sp>
      <p:sp>
        <p:nvSpPr>
          <p:cNvPr id="101" name="DL__chicken_cooking__NV_XC08__202603"/>
          <p:cNvSpPr txBox="1"/>
          <p:nvPr/>
        </p:nvSpPr>
        <p:spPr>
          <a:xfrm>
            <a:off x="79269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62.1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(-10.9%)</a:t>
            </a:r>
          </a:p>
        </p:txBody>
      </p:sp>
      <p:sp>
        <p:nvSpPr>
          <p:cNvPr id="102" name="DL__chicken_cooking__NV_XC08__202604"/>
          <p:cNvSpPr txBox="1"/>
          <p:nvPr/>
        </p:nvSpPr>
        <p:spPr>
          <a:xfrm>
            <a:off x="83841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55.2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(-17.3%)</a:t>
            </a:r>
          </a:p>
        </p:txBody>
      </p:sp>
      <p:sp>
        <p:nvSpPr>
          <p:cNvPr id="103" name="DL__chicken_cooking__NV_XC08__202605"/>
          <p:cNvSpPr txBox="1"/>
          <p:nvPr/>
        </p:nvSpPr>
        <p:spPr>
          <a:xfrm>
            <a:off x="88413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50.7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(-25.7%)</a:t>
            </a:r>
          </a:p>
        </p:txBody>
      </p:sp>
      <p:sp>
        <p:nvSpPr>
          <p:cNvPr id="104" name="DL__chicken_cooking__NV_XC08__202606"/>
          <p:cNvSpPr txBox="1"/>
          <p:nvPr/>
        </p:nvSpPr>
        <p:spPr>
          <a:xfrm>
            <a:off x="92985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51.1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(-26.5%)</a:t>
            </a:r>
          </a:p>
        </p:txBody>
      </p:sp>
      <p:sp>
        <p:nvSpPr>
          <p:cNvPr id="105" name="DL__chicken_cooking__NV_XC08__202607"/>
          <p:cNvSpPr txBox="1"/>
          <p:nvPr/>
        </p:nvSpPr>
        <p:spPr>
          <a:xfrm>
            <a:off x="97557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56.5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(-16.8%)</a:t>
            </a:r>
          </a:p>
        </p:txBody>
      </p:sp>
      <p:sp>
        <p:nvSpPr>
          <p:cNvPr id="106" name="DL__chicken_cooking__NV_XC08__202608"/>
          <p:cNvSpPr txBox="1"/>
          <p:nvPr/>
        </p:nvSpPr>
        <p:spPr>
          <a:xfrm>
            <a:off x="102129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63.6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(-9.1%)</a:t>
            </a:r>
          </a:p>
        </p:txBody>
      </p:sp>
      <p:sp>
        <p:nvSpPr>
          <p:cNvPr id="107" name="DL__chicken_cooking__NV_XC08__202609"/>
          <p:cNvSpPr txBox="1"/>
          <p:nvPr/>
        </p:nvSpPr>
        <p:spPr>
          <a:xfrm>
            <a:off x="106701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50.6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(-19.3%)</a:t>
            </a:r>
          </a:p>
        </p:txBody>
      </p:sp>
      <p:sp>
        <p:nvSpPr>
          <p:cNvPr id="108" name="DL__chicken_cooking__NV_XC08__202610"/>
          <p:cNvSpPr txBox="1"/>
          <p:nvPr/>
        </p:nvSpPr>
        <p:spPr>
          <a:xfrm>
            <a:off x="111273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49.0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(-23.0%)</a:t>
            </a:r>
          </a:p>
        </p:txBody>
      </p:sp>
      <p:sp>
        <p:nvSpPr>
          <p:cNvPr id="109" name="SWATCH_chicken_cooking_NV_XC10"/>
          <p:cNvSpPr/>
          <p:nvPr/>
        </p:nvSpPr>
        <p:spPr>
          <a:xfrm>
            <a:off x="603504" y="5140756"/>
            <a:ext cx="91440" cy="32004"/>
          </a:xfrm>
          <a:prstGeom prst="rect">
            <a:avLst/>
          </a:prstGeom>
          <a:solidFill>
            <a:srgbClr val="778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SERIES_chicken_cooking_NV_XC10"/>
          <p:cNvSpPr txBox="1"/>
          <p:nvPr/>
        </p:nvSpPr>
        <p:spPr>
          <a:xfrm>
            <a:off x="749808" y="5082235"/>
            <a:ext cx="923544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>
                <a:solidFill>
                  <a:srgbClr val="778189"/>
                </a:solidFill>
                <a:latin typeface="맑은 고딕"/>
              </a:rPr>
              <a:t>전기구이</a:t>
            </a:r>
          </a:p>
        </p:txBody>
      </p:sp>
      <p:sp>
        <p:nvSpPr>
          <p:cNvPr id="111" name="DL__chicken_cooking__NV_XC10__202501"/>
          <p:cNvSpPr txBox="1"/>
          <p:nvPr/>
        </p:nvSpPr>
        <p:spPr>
          <a:xfrm>
            <a:off x="15261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28.1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(-20.5%)</a:t>
            </a:r>
          </a:p>
        </p:txBody>
      </p:sp>
      <p:sp>
        <p:nvSpPr>
          <p:cNvPr id="112" name="DL__chicken_cooking__NV_XC10__202502"/>
          <p:cNvSpPr txBox="1"/>
          <p:nvPr/>
        </p:nvSpPr>
        <p:spPr>
          <a:xfrm>
            <a:off x="19833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27.2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(-18.1%)</a:t>
            </a:r>
          </a:p>
        </p:txBody>
      </p:sp>
      <p:sp>
        <p:nvSpPr>
          <p:cNvPr id="113" name="DL__chicken_cooking__NV_XC10__202503"/>
          <p:cNvSpPr txBox="1"/>
          <p:nvPr/>
        </p:nvSpPr>
        <p:spPr>
          <a:xfrm>
            <a:off x="24405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29.5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(-20.0%)</a:t>
            </a:r>
          </a:p>
        </p:txBody>
      </p:sp>
      <p:sp>
        <p:nvSpPr>
          <p:cNvPr id="114" name="DL__chicken_cooking__NV_XC10__202504"/>
          <p:cNvSpPr txBox="1"/>
          <p:nvPr/>
        </p:nvSpPr>
        <p:spPr>
          <a:xfrm>
            <a:off x="28977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28.2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(-21.9%)</a:t>
            </a:r>
          </a:p>
        </p:txBody>
      </p:sp>
      <p:sp>
        <p:nvSpPr>
          <p:cNvPr id="115" name="DL__chicken_cooking__NV_XC10__202505"/>
          <p:cNvSpPr txBox="1"/>
          <p:nvPr/>
        </p:nvSpPr>
        <p:spPr>
          <a:xfrm>
            <a:off x="33549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29.5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(-19.0%)</a:t>
            </a:r>
          </a:p>
        </p:txBody>
      </p:sp>
      <p:sp>
        <p:nvSpPr>
          <p:cNvPr id="116" name="DL__chicken_cooking__NV_XC10__202506"/>
          <p:cNvSpPr txBox="1"/>
          <p:nvPr/>
        </p:nvSpPr>
        <p:spPr>
          <a:xfrm>
            <a:off x="38121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29.5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(-28.4%)</a:t>
            </a:r>
          </a:p>
        </p:txBody>
      </p:sp>
      <p:sp>
        <p:nvSpPr>
          <p:cNvPr id="117" name="DL__chicken_cooking__NV_XC10__202507"/>
          <p:cNvSpPr txBox="1"/>
          <p:nvPr/>
        </p:nvSpPr>
        <p:spPr>
          <a:xfrm>
            <a:off x="42693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31.3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(-33.7%)</a:t>
            </a:r>
          </a:p>
        </p:txBody>
      </p:sp>
      <p:sp>
        <p:nvSpPr>
          <p:cNvPr id="118" name="DL__chicken_cooking__NV_XC10__202508"/>
          <p:cNvSpPr txBox="1"/>
          <p:nvPr/>
        </p:nvSpPr>
        <p:spPr>
          <a:xfrm>
            <a:off x="47265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28.9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(-32.8%)</a:t>
            </a:r>
          </a:p>
        </p:txBody>
      </p:sp>
      <p:sp>
        <p:nvSpPr>
          <p:cNvPr id="119" name="DL__chicken_cooking__NV_XC10__202509"/>
          <p:cNvSpPr txBox="1"/>
          <p:nvPr/>
        </p:nvSpPr>
        <p:spPr>
          <a:xfrm>
            <a:off x="51837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25.9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(-25.5%)</a:t>
            </a:r>
          </a:p>
        </p:txBody>
      </p:sp>
      <p:sp>
        <p:nvSpPr>
          <p:cNvPr id="120" name="DL__chicken_cooking__NV_XC10__202510"/>
          <p:cNvSpPr txBox="1"/>
          <p:nvPr/>
        </p:nvSpPr>
        <p:spPr>
          <a:xfrm>
            <a:off x="56409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25.3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(-34.7%)</a:t>
            </a:r>
          </a:p>
        </p:txBody>
      </p:sp>
      <p:sp>
        <p:nvSpPr>
          <p:cNvPr id="121" name="DL__chicken_cooking__NV_XC10__202511"/>
          <p:cNvSpPr txBox="1"/>
          <p:nvPr/>
        </p:nvSpPr>
        <p:spPr>
          <a:xfrm>
            <a:off x="60981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27.3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(-13.1%)</a:t>
            </a:r>
          </a:p>
        </p:txBody>
      </p:sp>
      <p:sp>
        <p:nvSpPr>
          <p:cNvPr id="122" name="DL__chicken_cooking__NV_XC10__202512"/>
          <p:cNvSpPr txBox="1"/>
          <p:nvPr/>
        </p:nvSpPr>
        <p:spPr>
          <a:xfrm>
            <a:off x="65553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23.6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(-17.4%)</a:t>
            </a:r>
          </a:p>
        </p:txBody>
      </p:sp>
      <p:sp>
        <p:nvSpPr>
          <p:cNvPr id="123" name="DL__chicken_cooking__NV_XC10__202601"/>
          <p:cNvSpPr txBox="1"/>
          <p:nvPr/>
        </p:nvSpPr>
        <p:spPr>
          <a:xfrm>
            <a:off x="70125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25.0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(-11.3%)</a:t>
            </a:r>
          </a:p>
        </p:txBody>
      </p:sp>
      <p:sp>
        <p:nvSpPr>
          <p:cNvPr id="124" name="DL__chicken_cooking__NV_XC10__202602"/>
          <p:cNvSpPr txBox="1"/>
          <p:nvPr/>
        </p:nvSpPr>
        <p:spPr>
          <a:xfrm>
            <a:off x="74697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24.2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(-11.1%)</a:t>
            </a:r>
          </a:p>
        </p:txBody>
      </p:sp>
      <p:sp>
        <p:nvSpPr>
          <p:cNvPr id="125" name="DL__chicken_cooking__NV_XC10__202603"/>
          <p:cNvSpPr txBox="1"/>
          <p:nvPr/>
        </p:nvSpPr>
        <p:spPr>
          <a:xfrm>
            <a:off x="79269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24.9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(-15.7%)</a:t>
            </a:r>
          </a:p>
        </p:txBody>
      </p:sp>
      <p:sp>
        <p:nvSpPr>
          <p:cNvPr id="126" name="DL__chicken_cooking__NV_XC10__202604"/>
          <p:cNvSpPr txBox="1"/>
          <p:nvPr/>
        </p:nvSpPr>
        <p:spPr>
          <a:xfrm>
            <a:off x="83841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29.4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(+4.5%)</a:t>
            </a:r>
          </a:p>
        </p:txBody>
      </p:sp>
      <p:sp>
        <p:nvSpPr>
          <p:cNvPr id="127" name="DL__chicken_cooking__NV_XC10__202605"/>
          <p:cNvSpPr txBox="1"/>
          <p:nvPr/>
        </p:nvSpPr>
        <p:spPr>
          <a:xfrm>
            <a:off x="88413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29.2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(-1.2%)</a:t>
            </a:r>
          </a:p>
        </p:txBody>
      </p:sp>
      <p:sp>
        <p:nvSpPr>
          <p:cNvPr id="128" name="DL__chicken_cooking__NV_XC10__202606"/>
          <p:cNvSpPr txBox="1"/>
          <p:nvPr/>
        </p:nvSpPr>
        <p:spPr>
          <a:xfrm>
            <a:off x="92985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29.9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(+1.5%)</a:t>
            </a:r>
          </a:p>
        </p:txBody>
      </p:sp>
      <p:sp>
        <p:nvSpPr>
          <p:cNvPr id="129" name="DL__chicken_cooking__NV_XC10__202607"/>
          <p:cNvSpPr txBox="1"/>
          <p:nvPr/>
        </p:nvSpPr>
        <p:spPr>
          <a:xfrm>
            <a:off x="97557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32.0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(+2.0%)</a:t>
            </a:r>
          </a:p>
        </p:txBody>
      </p:sp>
      <p:sp>
        <p:nvSpPr>
          <p:cNvPr id="130" name="DL__chicken_cooking__NV_XC10__202608"/>
          <p:cNvSpPr txBox="1"/>
          <p:nvPr/>
        </p:nvSpPr>
        <p:spPr>
          <a:xfrm>
            <a:off x="102129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39.1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(+35.5%)</a:t>
            </a:r>
          </a:p>
        </p:txBody>
      </p:sp>
      <p:sp>
        <p:nvSpPr>
          <p:cNvPr id="131" name="DL__chicken_cooking__NV_XC10__202609"/>
          <p:cNvSpPr txBox="1"/>
          <p:nvPr/>
        </p:nvSpPr>
        <p:spPr>
          <a:xfrm>
            <a:off x="106701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25.5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(-1.3%)</a:t>
            </a:r>
          </a:p>
        </p:txBody>
      </p:sp>
      <p:sp>
        <p:nvSpPr>
          <p:cNvPr id="132" name="DL__chicken_cooking__NV_XC10__202610"/>
          <p:cNvSpPr txBox="1"/>
          <p:nvPr/>
        </p:nvSpPr>
        <p:spPr>
          <a:xfrm>
            <a:off x="111273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26.1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(+7.3%)</a:t>
            </a:r>
          </a:p>
        </p:txBody>
      </p:sp>
      <p:sp>
        <p:nvSpPr>
          <p:cNvPr id="133" name="SWATCH_chicken_cooking_NV_XC12"/>
          <p:cNvSpPr/>
          <p:nvPr/>
        </p:nvSpPr>
        <p:spPr>
          <a:xfrm>
            <a:off x="603504" y="5337352"/>
            <a:ext cx="91440" cy="32004"/>
          </a:xfrm>
          <a:prstGeom prst="rect">
            <a:avLst/>
          </a:prstGeom>
          <a:solidFill>
            <a:srgbClr val="3E8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SERIES_chicken_cooking_NV_XC12"/>
          <p:cNvSpPr txBox="1"/>
          <p:nvPr/>
        </p:nvSpPr>
        <p:spPr>
          <a:xfrm>
            <a:off x="749808" y="5278831"/>
            <a:ext cx="923544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>
                <a:solidFill>
                  <a:srgbClr val="3E8490"/>
                </a:solidFill>
                <a:latin typeface="맑은 고딕"/>
              </a:rPr>
              <a:t>순살·발골</a:t>
            </a:r>
          </a:p>
        </p:txBody>
      </p:sp>
      <p:sp>
        <p:nvSpPr>
          <p:cNvPr id="135" name="DL__chicken_cooking__NV_XC12__202501"/>
          <p:cNvSpPr txBox="1"/>
          <p:nvPr/>
        </p:nvSpPr>
        <p:spPr>
          <a:xfrm>
            <a:off x="15261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38.9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(-19.3%)</a:t>
            </a:r>
          </a:p>
        </p:txBody>
      </p:sp>
      <p:sp>
        <p:nvSpPr>
          <p:cNvPr id="136" name="DL__chicken_cooking__NV_XC12__202502"/>
          <p:cNvSpPr txBox="1"/>
          <p:nvPr/>
        </p:nvSpPr>
        <p:spPr>
          <a:xfrm>
            <a:off x="19833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39.6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(-16.4%)</a:t>
            </a:r>
          </a:p>
        </p:txBody>
      </p:sp>
      <p:sp>
        <p:nvSpPr>
          <p:cNvPr id="137" name="DL__chicken_cooking__NV_XC12__202503"/>
          <p:cNvSpPr txBox="1"/>
          <p:nvPr/>
        </p:nvSpPr>
        <p:spPr>
          <a:xfrm>
            <a:off x="24405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38.2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(-21.6%)</a:t>
            </a:r>
          </a:p>
        </p:txBody>
      </p:sp>
      <p:sp>
        <p:nvSpPr>
          <p:cNvPr id="138" name="DL__chicken_cooking__NV_XC12__202504"/>
          <p:cNvSpPr txBox="1"/>
          <p:nvPr/>
        </p:nvSpPr>
        <p:spPr>
          <a:xfrm>
            <a:off x="28977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36.3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(-24.7%)</a:t>
            </a:r>
          </a:p>
        </p:txBody>
      </p:sp>
      <p:sp>
        <p:nvSpPr>
          <p:cNvPr id="139" name="DL__chicken_cooking__NV_XC12__202505"/>
          <p:cNvSpPr txBox="1"/>
          <p:nvPr/>
        </p:nvSpPr>
        <p:spPr>
          <a:xfrm>
            <a:off x="33549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52.1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(+9.3%)</a:t>
            </a:r>
          </a:p>
        </p:txBody>
      </p:sp>
      <p:sp>
        <p:nvSpPr>
          <p:cNvPr id="140" name="DL__chicken_cooking__NV_XC12__202506"/>
          <p:cNvSpPr txBox="1"/>
          <p:nvPr/>
        </p:nvSpPr>
        <p:spPr>
          <a:xfrm>
            <a:off x="38121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42.4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(-11.4%)</a:t>
            </a:r>
          </a:p>
        </p:txBody>
      </p:sp>
      <p:sp>
        <p:nvSpPr>
          <p:cNvPr id="141" name="DL__chicken_cooking__NV_XC12__202507"/>
          <p:cNvSpPr txBox="1"/>
          <p:nvPr/>
        </p:nvSpPr>
        <p:spPr>
          <a:xfrm>
            <a:off x="42693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37.7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(-22.5%)</a:t>
            </a:r>
          </a:p>
        </p:txBody>
      </p:sp>
      <p:sp>
        <p:nvSpPr>
          <p:cNvPr id="142" name="DL__chicken_cooking__NV_XC12__202508"/>
          <p:cNvSpPr txBox="1"/>
          <p:nvPr/>
        </p:nvSpPr>
        <p:spPr>
          <a:xfrm>
            <a:off x="47265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34.1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(-24.5%)</a:t>
            </a:r>
          </a:p>
        </p:txBody>
      </p:sp>
      <p:sp>
        <p:nvSpPr>
          <p:cNvPr id="143" name="DL__chicken_cooking__NV_XC12__202509"/>
          <p:cNvSpPr txBox="1"/>
          <p:nvPr/>
        </p:nvSpPr>
        <p:spPr>
          <a:xfrm>
            <a:off x="51837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31.4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(-31.9%)</a:t>
            </a:r>
          </a:p>
        </p:txBody>
      </p:sp>
      <p:sp>
        <p:nvSpPr>
          <p:cNvPr id="144" name="DL__chicken_cooking__NV_XC12__202510"/>
          <p:cNvSpPr txBox="1"/>
          <p:nvPr/>
        </p:nvSpPr>
        <p:spPr>
          <a:xfrm>
            <a:off x="56409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28.9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(-41.9%)</a:t>
            </a:r>
          </a:p>
        </p:txBody>
      </p:sp>
      <p:sp>
        <p:nvSpPr>
          <p:cNvPr id="145" name="DL__chicken_cooking__NV_XC12__202511"/>
          <p:cNvSpPr txBox="1"/>
          <p:nvPr/>
        </p:nvSpPr>
        <p:spPr>
          <a:xfrm>
            <a:off x="60981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29.4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(-25.7%)</a:t>
            </a:r>
          </a:p>
        </p:txBody>
      </p:sp>
      <p:sp>
        <p:nvSpPr>
          <p:cNvPr id="146" name="DL__chicken_cooking__NV_XC12__202512"/>
          <p:cNvSpPr txBox="1"/>
          <p:nvPr/>
        </p:nvSpPr>
        <p:spPr>
          <a:xfrm>
            <a:off x="65553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32.3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(-35.6%)</a:t>
            </a:r>
          </a:p>
        </p:txBody>
      </p:sp>
      <p:sp>
        <p:nvSpPr>
          <p:cNvPr id="147" name="DL__chicken_cooking__NV_XC12__202601"/>
          <p:cNvSpPr txBox="1"/>
          <p:nvPr/>
        </p:nvSpPr>
        <p:spPr>
          <a:xfrm>
            <a:off x="70125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29.0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(-25.4%)</a:t>
            </a:r>
          </a:p>
        </p:txBody>
      </p:sp>
      <p:sp>
        <p:nvSpPr>
          <p:cNvPr id="148" name="DL__chicken_cooking__NV_XC12__202602"/>
          <p:cNvSpPr txBox="1"/>
          <p:nvPr/>
        </p:nvSpPr>
        <p:spPr>
          <a:xfrm>
            <a:off x="74697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25.4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(-35.7%)</a:t>
            </a:r>
          </a:p>
        </p:txBody>
      </p:sp>
      <p:sp>
        <p:nvSpPr>
          <p:cNvPr id="149" name="DL__chicken_cooking__NV_XC12__202603"/>
          <p:cNvSpPr txBox="1"/>
          <p:nvPr/>
        </p:nvSpPr>
        <p:spPr>
          <a:xfrm>
            <a:off x="79269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26.3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(-31.3%)</a:t>
            </a:r>
          </a:p>
        </p:txBody>
      </p:sp>
      <p:sp>
        <p:nvSpPr>
          <p:cNvPr id="150" name="DL__chicken_cooking__NV_XC12__202604"/>
          <p:cNvSpPr txBox="1"/>
          <p:nvPr/>
        </p:nvSpPr>
        <p:spPr>
          <a:xfrm>
            <a:off x="83841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28.0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(-22.6%)</a:t>
            </a:r>
          </a:p>
        </p:txBody>
      </p:sp>
      <p:sp>
        <p:nvSpPr>
          <p:cNvPr id="151" name="DL__chicken_cooking__NV_XC12__202605"/>
          <p:cNvSpPr txBox="1"/>
          <p:nvPr/>
        </p:nvSpPr>
        <p:spPr>
          <a:xfrm>
            <a:off x="88413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30.4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(-41.6%)</a:t>
            </a:r>
          </a:p>
        </p:txBody>
      </p:sp>
      <p:sp>
        <p:nvSpPr>
          <p:cNvPr id="152" name="DL__chicken_cooking__NV_XC12__202606"/>
          <p:cNvSpPr txBox="1"/>
          <p:nvPr/>
        </p:nvSpPr>
        <p:spPr>
          <a:xfrm>
            <a:off x="92985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28.7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(-32.2%)</a:t>
            </a:r>
          </a:p>
        </p:txBody>
      </p:sp>
      <p:sp>
        <p:nvSpPr>
          <p:cNvPr id="153" name="DL__chicken_cooking__NV_XC12__202607"/>
          <p:cNvSpPr txBox="1"/>
          <p:nvPr/>
        </p:nvSpPr>
        <p:spPr>
          <a:xfrm>
            <a:off x="97557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28.1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(-25.4%)</a:t>
            </a:r>
          </a:p>
        </p:txBody>
      </p:sp>
      <p:sp>
        <p:nvSpPr>
          <p:cNvPr id="154" name="DL__chicken_cooking__NV_XC12__202608"/>
          <p:cNvSpPr txBox="1"/>
          <p:nvPr/>
        </p:nvSpPr>
        <p:spPr>
          <a:xfrm>
            <a:off x="102129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26.6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(-22.1%)</a:t>
            </a:r>
          </a:p>
        </p:txBody>
      </p:sp>
      <p:sp>
        <p:nvSpPr>
          <p:cNvPr id="155" name="DL__chicken_cooking__NV_XC12__202609"/>
          <p:cNvSpPr txBox="1"/>
          <p:nvPr/>
        </p:nvSpPr>
        <p:spPr>
          <a:xfrm>
            <a:off x="106701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23.3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(-25.7%)</a:t>
            </a:r>
          </a:p>
        </p:txBody>
      </p:sp>
      <p:sp>
        <p:nvSpPr>
          <p:cNvPr id="156" name="DL__chicken_cooking__NV_XC12__202610"/>
          <p:cNvSpPr txBox="1"/>
          <p:nvPr/>
        </p:nvSpPr>
        <p:spPr>
          <a:xfrm>
            <a:off x="111273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25.8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(-11.2%)</a:t>
            </a:r>
          </a:p>
        </p:txBody>
      </p:sp>
      <p:sp>
        <p:nvSpPr>
          <p:cNvPr id="157" name="SWATCH_chicken_cooking_NV_XC16"/>
          <p:cNvSpPr/>
          <p:nvPr/>
        </p:nvSpPr>
        <p:spPr>
          <a:xfrm>
            <a:off x="603504" y="5533948"/>
            <a:ext cx="91440" cy="32004"/>
          </a:xfrm>
          <a:prstGeom prst="rect">
            <a:avLst/>
          </a:prstGeom>
          <a:solidFill>
            <a:srgbClr val="AC7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SERIES_chicken_cooking_NV_XC16"/>
          <p:cNvSpPr txBox="1"/>
          <p:nvPr/>
        </p:nvSpPr>
        <p:spPr>
          <a:xfrm>
            <a:off x="749808" y="5475427"/>
            <a:ext cx="923544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>
                <a:solidFill>
                  <a:srgbClr val="AC7858"/>
                </a:solidFill>
                <a:latin typeface="맑은 고딕"/>
              </a:rPr>
              <a:t>쌈·싸먹는형태</a:t>
            </a:r>
          </a:p>
        </p:txBody>
      </p:sp>
      <p:sp>
        <p:nvSpPr>
          <p:cNvPr id="159" name="DL__chicken_cooking__NV_XC16__202501"/>
          <p:cNvSpPr txBox="1"/>
          <p:nvPr/>
        </p:nvSpPr>
        <p:spPr>
          <a:xfrm>
            <a:off x="15261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33.6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(-15.0%)</a:t>
            </a:r>
          </a:p>
        </p:txBody>
      </p:sp>
      <p:sp>
        <p:nvSpPr>
          <p:cNvPr id="160" name="DL__chicken_cooking__NV_XC16__202502"/>
          <p:cNvSpPr txBox="1"/>
          <p:nvPr/>
        </p:nvSpPr>
        <p:spPr>
          <a:xfrm>
            <a:off x="19833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39.0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(+7.2%)</a:t>
            </a:r>
          </a:p>
        </p:txBody>
      </p:sp>
      <p:sp>
        <p:nvSpPr>
          <p:cNvPr id="161" name="DL__chicken_cooking__NV_XC16__202503"/>
          <p:cNvSpPr txBox="1"/>
          <p:nvPr/>
        </p:nvSpPr>
        <p:spPr>
          <a:xfrm>
            <a:off x="24405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38.6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(-0.5%)</a:t>
            </a:r>
          </a:p>
        </p:txBody>
      </p:sp>
      <p:sp>
        <p:nvSpPr>
          <p:cNvPr id="162" name="DL__chicken_cooking__NV_XC16__202504"/>
          <p:cNvSpPr txBox="1"/>
          <p:nvPr/>
        </p:nvSpPr>
        <p:spPr>
          <a:xfrm>
            <a:off x="28977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40.7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(-5.3%)</a:t>
            </a:r>
          </a:p>
        </p:txBody>
      </p:sp>
      <p:sp>
        <p:nvSpPr>
          <p:cNvPr id="163" name="DL__chicken_cooking__NV_XC16__202505"/>
          <p:cNvSpPr txBox="1"/>
          <p:nvPr/>
        </p:nvSpPr>
        <p:spPr>
          <a:xfrm>
            <a:off x="33549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43.3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(+13.1%)</a:t>
            </a:r>
          </a:p>
        </p:txBody>
      </p:sp>
      <p:sp>
        <p:nvSpPr>
          <p:cNvPr id="164" name="DL__chicken_cooking__NV_XC16__202506"/>
          <p:cNvSpPr txBox="1"/>
          <p:nvPr/>
        </p:nvSpPr>
        <p:spPr>
          <a:xfrm>
            <a:off x="38121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39.0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(-6.7%)</a:t>
            </a:r>
          </a:p>
        </p:txBody>
      </p:sp>
      <p:sp>
        <p:nvSpPr>
          <p:cNvPr id="165" name="DL__chicken_cooking__NV_XC16__202507"/>
          <p:cNvSpPr txBox="1"/>
          <p:nvPr/>
        </p:nvSpPr>
        <p:spPr>
          <a:xfrm>
            <a:off x="42693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43.2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(+10.5%)</a:t>
            </a:r>
          </a:p>
        </p:txBody>
      </p:sp>
      <p:sp>
        <p:nvSpPr>
          <p:cNvPr id="166" name="DL__chicken_cooking__NV_XC16__202508"/>
          <p:cNvSpPr txBox="1"/>
          <p:nvPr/>
        </p:nvSpPr>
        <p:spPr>
          <a:xfrm>
            <a:off x="47265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41.0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(+9.5%)</a:t>
            </a:r>
          </a:p>
        </p:txBody>
      </p:sp>
      <p:sp>
        <p:nvSpPr>
          <p:cNvPr id="167" name="DL__chicken_cooking__NV_XC16__202509"/>
          <p:cNvSpPr txBox="1"/>
          <p:nvPr/>
        </p:nvSpPr>
        <p:spPr>
          <a:xfrm>
            <a:off x="51837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34.4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(-5.0%)</a:t>
            </a:r>
          </a:p>
        </p:txBody>
      </p:sp>
      <p:sp>
        <p:nvSpPr>
          <p:cNvPr id="168" name="DL__chicken_cooking__NV_XC16__202510"/>
          <p:cNvSpPr txBox="1"/>
          <p:nvPr/>
        </p:nvSpPr>
        <p:spPr>
          <a:xfrm>
            <a:off x="56409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34.3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(-8.8%)</a:t>
            </a:r>
          </a:p>
        </p:txBody>
      </p:sp>
      <p:sp>
        <p:nvSpPr>
          <p:cNvPr id="169" name="DL__chicken_cooking__NV_XC16__202511"/>
          <p:cNvSpPr txBox="1"/>
          <p:nvPr/>
        </p:nvSpPr>
        <p:spPr>
          <a:xfrm>
            <a:off x="60981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33.5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(-13.7%)</a:t>
            </a:r>
          </a:p>
        </p:txBody>
      </p:sp>
      <p:sp>
        <p:nvSpPr>
          <p:cNvPr id="170" name="DL__chicken_cooking__NV_XC16__202512"/>
          <p:cNvSpPr txBox="1"/>
          <p:nvPr/>
        </p:nvSpPr>
        <p:spPr>
          <a:xfrm>
            <a:off x="65553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30.0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(-11.2%)</a:t>
            </a:r>
          </a:p>
        </p:txBody>
      </p:sp>
      <p:sp>
        <p:nvSpPr>
          <p:cNvPr id="171" name="DL__chicken_cooking__NV_XC16__202601"/>
          <p:cNvSpPr txBox="1"/>
          <p:nvPr/>
        </p:nvSpPr>
        <p:spPr>
          <a:xfrm>
            <a:off x="70125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30.0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(-10.7%)</a:t>
            </a:r>
          </a:p>
        </p:txBody>
      </p:sp>
      <p:sp>
        <p:nvSpPr>
          <p:cNvPr id="172" name="DL__chicken_cooking__NV_XC16__202602"/>
          <p:cNvSpPr txBox="1"/>
          <p:nvPr/>
        </p:nvSpPr>
        <p:spPr>
          <a:xfrm>
            <a:off x="74697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27.6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(-29.2%)</a:t>
            </a:r>
          </a:p>
        </p:txBody>
      </p:sp>
      <p:sp>
        <p:nvSpPr>
          <p:cNvPr id="173" name="DL__chicken_cooking__NV_XC16__202603"/>
          <p:cNvSpPr txBox="1"/>
          <p:nvPr/>
        </p:nvSpPr>
        <p:spPr>
          <a:xfrm>
            <a:off x="79269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30.1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(-22.0%)</a:t>
            </a:r>
          </a:p>
        </p:txBody>
      </p:sp>
      <p:sp>
        <p:nvSpPr>
          <p:cNvPr id="174" name="DL__chicken_cooking__NV_XC16__202604"/>
          <p:cNvSpPr txBox="1"/>
          <p:nvPr/>
        </p:nvSpPr>
        <p:spPr>
          <a:xfrm>
            <a:off x="83841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42.5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(+4.4%)</a:t>
            </a:r>
          </a:p>
        </p:txBody>
      </p:sp>
      <p:sp>
        <p:nvSpPr>
          <p:cNvPr id="175" name="DL__chicken_cooking__NV_XC16__202605"/>
          <p:cNvSpPr txBox="1"/>
          <p:nvPr/>
        </p:nvSpPr>
        <p:spPr>
          <a:xfrm>
            <a:off x="88413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32.8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(-24.2%)</a:t>
            </a:r>
          </a:p>
        </p:txBody>
      </p:sp>
      <p:sp>
        <p:nvSpPr>
          <p:cNvPr id="176" name="DL__chicken_cooking__NV_XC16__202606"/>
          <p:cNvSpPr txBox="1"/>
          <p:nvPr/>
        </p:nvSpPr>
        <p:spPr>
          <a:xfrm>
            <a:off x="92985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37.0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(-5.1%)</a:t>
            </a:r>
          </a:p>
        </p:txBody>
      </p:sp>
      <p:sp>
        <p:nvSpPr>
          <p:cNvPr id="177" name="DL__chicken_cooking__NV_XC16__202607"/>
          <p:cNvSpPr txBox="1"/>
          <p:nvPr/>
        </p:nvSpPr>
        <p:spPr>
          <a:xfrm>
            <a:off x="97557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40.7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(-5.7%)</a:t>
            </a:r>
          </a:p>
        </p:txBody>
      </p:sp>
      <p:sp>
        <p:nvSpPr>
          <p:cNvPr id="178" name="DL__chicken_cooking__NV_XC16__202608"/>
          <p:cNvSpPr txBox="1"/>
          <p:nvPr/>
        </p:nvSpPr>
        <p:spPr>
          <a:xfrm>
            <a:off x="102129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29.5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(-27.9%)</a:t>
            </a:r>
          </a:p>
        </p:txBody>
      </p:sp>
      <p:sp>
        <p:nvSpPr>
          <p:cNvPr id="179" name="DL__chicken_cooking__NV_XC16__202609"/>
          <p:cNvSpPr txBox="1"/>
          <p:nvPr/>
        </p:nvSpPr>
        <p:spPr>
          <a:xfrm>
            <a:off x="106701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23.7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(-31.1%)</a:t>
            </a:r>
          </a:p>
        </p:txBody>
      </p:sp>
      <p:sp>
        <p:nvSpPr>
          <p:cNvPr id="180" name="DL__chicken_cooking__NV_XC16__202610"/>
          <p:cNvSpPr txBox="1"/>
          <p:nvPr/>
        </p:nvSpPr>
        <p:spPr>
          <a:xfrm>
            <a:off x="111273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23.0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(-30.1%)</a:t>
            </a:r>
          </a:p>
        </p:txBody>
      </p:sp>
      <p:sp>
        <p:nvSpPr>
          <p:cNvPr id="181" name="SWATCH_chicken_cooking_NV_XC20"/>
          <p:cNvSpPr/>
          <p:nvPr/>
        </p:nvSpPr>
        <p:spPr>
          <a:xfrm>
            <a:off x="603504" y="5730544"/>
            <a:ext cx="91440" cy="32004"/>
          </a:xfrm>
          <a:prstGeom prst="rect">
            <a:avLst/>
          </a:prstGeom>
          <a:solidFill>
            <a:srgbClr val="778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SERIES_chicken_cooking_NV_XC20"/>
          <p:cNvSpPr txBox="1"/>
          <p:nvPr/>
        </p:nvSpPr>
        <p:spPr>
          <a:xfrm>
            <a:off x="749808" y="5672023"/>
            <a:ext cx="923544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>
                <a:solidFill>
                  <a:srgbClr val="778189"/>
                </a:solidFill>
                <a:latin typeface="맑은 고딕"/>
              </a:rPr>
              <a:t>숯불·불향</a:t>
            </a:r>
          </a:p>
        </p:txBody>
      </p:sp>
      <p:sp>
        <p:nvSpPr>
          <p:cNvPr id="183" name="DL__chicken_cooking__NV_XC20__202501"/>
          <p:cNvSpPr txBox="1"/>
          <p:nvPr/>
        </p:nvSpPr>
        <p:spPr>
          <a:xfrm>
            <a:off x="15261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35.6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(-9.5%)</a:t>
            </a:r>
          </a:p>
        </p:txBody>
      </p:sp>
      <p:sp>
        <p:nvSpPr>
          <p:cNvPr id="184" name="DL__chicken_cooking__NV_XC20__202502"/>
          <p:cNvSpPr txBox="1"/>
          <p:nvPr/>
        </p:nvSpPr>
        <p:spPr>
          <a:xfrm>
            <a:off x="19833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33.3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(-22.9%)</a:t>
            </a:r>
          </a:p>
        </p:txBody>
      </p:sp>
      <p:sp>
        <p:nvSpPr>
          <p:cNvPr id="185" name="DL__chicken_cooking__NV_XC20__202503"/>
          <p:cNvSpPr txBox="1"/>
          <p:nvPr/>
        </p:nvSpPr>
        <p:spPr>
          <a:xfrm>
            <a:off x="24405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30.6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(-25.5%)</a:t>
            </a:r>
          </a:p>
        </p:txBody>
      </p:sp>
      <p:sp>
        <p:nvSpPr>
          <p:cNvPr id="186" name="DL__chicken_cooking__NV_XC20__202504"/>
          <p:cNvSpPr txBox="1"/>
          <p:nvPr/>
        </p:nvSpPr>
        <p:spPr>
          <a:xfrm>
            <a:off x="28977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34.5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(-10.9%)</a:t>
            </a:r>
          </a:p>
        </p:txBody>
      </p:sp>
      <p:sp>
        <p:nvSpPr>
          <p:cNvPr id="187" name="DL__chicken_cooking__NV_XC20__202505"/>
          <p:cNvSpPr txBox="1"/>
          <p:nvPr/>
        </p:nvSpPr>
        <p:spPr>
          <a:xfrm>
            <a:off x="33549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36.4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(-19.1%)</a:t>
            </a:r>
          </a:p>
        </p:txBody>
      </p:sp>
      <p:sp>
        <p:nvSpPr>
          <p:cNvPr id="188" name="DL__chicken_cooking__NV_XC20__202506"/>
          <p:cNvSpPr txBox="1"/>
          <p:nvPr/>
        </p:nvSpPr>
        <p:spPr>
          <a:xfrm>
            <a:off x="38121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33.0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(-16.9%)</a:t>
            </a:r>
          </a:p>
        </p:txBody>
      </p:sp>
      <p:sp>
        <p:nvSpPr>
          <p:cNvPr id="189" name="DL__chicken_cooking__NV_XC20__202507"/>
          <p:cNvSpPr txBox="1"/>
          <p:nvPr/>
        </p:nvSpPr>
        <p:spPr>
          <a:xfrm>
            <a:off x="42693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33.2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(-18.8%)</a:t>
            </a:r>
          </a:p>
        </p:txBody>
      </p:sp>
      <p:sp>
        <p:nvSpPr>
          <p:cNvPr id="190" name="DL__chicken_cooking__NV_XC20__202508"/>
          <p:cNvSpPr txBox="1"/>
          <p:nvPr/>
        </p:nvSpPr>
        <p:spPr>
          <a:xfrm>
            <a:off x="47265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33.0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(-17.7%)</a:t>
            </a:r>
          </a:p>
        </p:txBody>
      </p:sp>
      <p:sp>
        <p:nvSpPr>
          <p:cNvPr id="191" name="DL__chicken_cooking__NV_XC20__202509"/>
          <p:cNvSpPr txBox="1"/>
          <p:nvPr/>
        </p:nvSpPr>
        <p:spPr>
          <a:xfrm>
            <a:off x="51837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28.9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(-22.8%)</a:t>
            </a:r>
          </a:p>
        </p:txBody>
      </p:sp>
      <p:sp>
        <p:nvSpPr>
          <p:cNvPr id="192" name="DL__chicken_cooking__NV_XC20__202510"/>
          <p:cNvSpPr txBox="1"/>
          <p:nvPr/>
        </p:nvSpPr>
        <p:spPr>
          <a:xfrm>
            <a:off x="56409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30.2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(-23.9%)</a:t>
            </a:r>
          </a:p>
        </p:txBody>
      </p:sp>
      <p:sp>
        <p:nvSpPr>
          <p:cNvPr id="193" name="DL__chicken_cooking__NV_XC20__202511"/>
          <p:cNvSpPr txBox="1"/>
          <p:nvPr/>
        </p:nvSpPr>
        <p:spPr>
          <a:xfrm>
            <a:off x="60981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27.8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(-19.5%)</a:t>
            </a:r>
          </a:p>
        </p:txBody>
      </p:sp>
      <p:sp>
        <p:nvSpPr>
          <p:cNvPr id="194" name="DL__chicken_cooking__NV_XC20__202512"/>
          <p:cNvSpPr txBox="1"/>
          <p:nvPr/>
        </p:nvSpPr>
        <p:spPr>
          <a:xfrm>
            <a:off x="65553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24.4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(-25.5%)</a:t>
            </a:r>
          </a:p>
        </p:txBody>
      </p:sp>
      <p:sp>
        <p:nvSpPr>
          <p:cNvPr id="195" name="DL__chicken_cooking__NV_XC20__202601"/>
          <p:cNvSpPr txBox="1"/>
          <p:nvPr/>
        </p:nvSpPr>
        <p:spPr>
          <a:xfrm>
            <a:off x="70125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23.0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(-35.4%)</a:t>
            </a:r>
          </a:p>
        </p:txBody>
      </p:sp>
      <p:sp>
        <p:nvSpPr>
          <p:cNvPr id="196" name="DL__chicken_cooking__NV_XC20__202602"/>
          <p:cNvSpPr txBox="1"/>
          <p:nvPr/>
        </p:nvSpPr>
        <p:spPr>
          <a:xfrm>
            <a:off x="74697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22.7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(-31.8%)</a:t>
            </a:r>
          </a:p>
        </p:txBody>
      </p:sp>
      <p:sp>
        <p:nvSpPr>
          <p:cNvPr id="197" name="DL__chicken_cooking__NV_XC20__202603"/>
          <p:cNvSpPr txBox="1"/>
          <p:nvPr/>
        </p:nvSpPr>
        <p:spPr>
          <a:xfrm>
            <a:off x="79269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23.0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(-25.0%)</a:t>
            </a:r>
          </a:p>
        </p:txBody>
      </p:sp>
      <p:sp>
        <p:nvSpPr>
          <p:cNvPr id="198" name="DL__chicken_cooking__NV_XC20__202604"/>
          <p:cNvSpPr txBox="1"/>
          <p:nvPr/>
        </p:nvSpPr>
        <p:spPr>
          <a:xfrm>
            <a:off x="83841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22.3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(-35.3%)</a:t>
            </a:r>
          </a:p>
        </p:txBody>
      </p:sp>
      <p:sp>
        <p:nvSpPr>
          <p:cNvPr id="199" name="DL__chicken_cooking__NV_XC20__202605"/>
          <p:cNvSpPr txBox="1"/>
          <p:nvPr/>
        </p:nvSpPr>
        <p:spPr>
          <a:xfrm>
            <a:off x="88413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25.9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(-28.9%)</a:t>
            </a:r>
          </a:p>
        </p:txBody>
      </p:sp>
      <p:sp>
        <p:nvSpPr>
          <p:cNvPr id="200" name="DL__chicken_cooking__NV_XC20__202606"/>
          <p:cNvSpPr txBox="1"/>
          <p:nvPr/>
        </p:nvSpPr>
        <p:spPr>
          <a:xfrm>
            <a:off x="92985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26.5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(-19.7%)</a:t>
            </a:r>
          </a:p>
        </p:txBody>
      </p:sp>
      <p:sp>
        <p:nvSpPr>
          <p:cNvPr id="201" name="DL__chicken_cooking__NV_XC20__202607"/>
          <p:cNvSpPr txBox="1"/>
          <p:nvPr/>
        </p:nvSpPr>
        <p:spPr>
          <a:xfrm>
            <a:off x="97557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23.0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(-30.7%)</a:t>
            </a:r>
          </a:p>
        </p:txBody>
      </p:sp>
      <p:sp>
        <p:nvSpPr>
          <p:cNvPr id="202" name="DL__chicken_cooking__NV_XC20__202608"/>
          <p:cNvSpPr txBox="1"/>
          <p:nvPr/>
        </p:nvSpPr>
        <p:spPr>
          <a:xfrm>
            <a:off x="102129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23.4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(-29.0%)</a:t>
            </a:r>
          </a:p>
        </p:txBody>
      </p:sp>
      <p:sp>
        <p:nvSpPr>
          <p:cNvPr id="203" name="DL__chicken_cooking__NV_XC20__202609"/>
          <p:cNvSpPr txBox="1"/>
          <p:nvPr/>
        </p:nvSpPr>
        <p:spPr>
          <a:xfrm>
            <a:off x="106701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21.7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(-24.8%)</a:t>
            </a:r>
          </a:p>
        </p:txBody>
      </p:sp>
      <p:sp>
        <p:nvSpPr>
          <p:cNvPr id="204" name="DL__chicken_cooking__NV_XC20__202610"/>
          <p:cNvSpPr txBox="1"/>
          <p:nvPr/>
        </p:nvSpPr>
        <p:spPr>
          <a:xfrm>
            <a:off x="111273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21.1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78189"/>
                </a:solidFill>
                <a:latin typeface="맑은 고딕"/>
              </a:rPr>
              <a:t>(-33.3%)</a:t>
            </a:r>
          </a:p>
        </p:txBody>
      </p:sp>
      <p:sp>
        <p:nvSpPr>
          <p:cNvPr id="205" name="INSIGHT"/>
          <p:cNvSpPr txBox="1"/>
          <p:nvPr/>
        </p:nvSpPr>
        <p:spPr>
          <a:xfrm>
            <a:off x="704088" y="1188720"/>
            <a:ext cx="10908792" cy="5212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50"/>
              </a:lnSpc>
              <a:spcBef>
                <a:spcPts val="0"/>
              </a:spcBef>
              <a:spcAft>
                <a:spcPts val="0"/>
              </a:spcAft>
            </a:pPr>
            <a:r>
              <a:rPr sz="1750">
                <a:solidFill>
                  <a:srgbClr val="3A4147"/>
                </a:solidFill>
                <a:latin typeface="맑은 고딕"/>
              </a:rPr>
              <a:t>2026.10.1~19 전년비, 전기구이 24.3→26.1(+7.3%)만 상승,</a:t>
            </a:r>
          </a:p>
          <a:p>
            <a:pPr>
              <a:lnSpc>
                <a:spcPts val="1850"/>
              </a:lnSpc>
              <a:spcBef>
                <a:spcPts val="0"/>
              </a:spcBef>
              <a:spcAft>
                <a:spcPts val="0"/>
              </a:spcAft>
            </a:pPr>
            <a:r>
              <a:rPr sz="1750">
                <a:solidFill>
                  <a:srgbClr val="3A4147"/>
                </a:solidFill>
                <a:latin typeface="맑은 고딕"/>
              </a:rPr>
              <a:t>후라이드 −61.5%·오븐/로스트 −38.3% 등 나머지7개 묶음 하락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CCENT"/>
          <p:cNvSpPr/>
          <p:nvPr/>
        </p:nvSpPr>
        <p:spPr>
          <a:xfrm>
            <a:off x="530352" y="731520"/>
            <a:ext cx="50292" cy="969264"/>
          </a:xfrm>
          <a:prstGeom prst="rect">
            <a:avLst/>
          </a:prstGeom>
          <a:solidFill>
            <a:srgbClr val="B65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ECTION"/>
          <p:cNvSpPr txBox="1"/>
          <p:nvPr/>
        </p:nvSpPr>
        <p:spPr>
          <a:xfrm>
            <a:off x="594360" y="274320"/>
            <a:ext cx="1097280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2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363B3D"/>
                </a:solidFill>
                <a:latin typeface="맑은 고딕"/>
              </a:rPr>
              <a:t>2026.10.22 시장·자사 분석 | 치킨 · 18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704088" y="722376"/>
            <a:ext cx="10908792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292D32"/>
                </a:solidFill>
                <a:latin typeface="맑은 고딕"/>
              </a:rPr>
              <a:t>치킨 맛별 검색관심 ① | 양념·매운 계열</a:t>
            </a:r>
          </a:p>
        </p:txBody>
      </p:sp>
      <p:sp>
        <p:nvSpPr>
          <p:cNvPr id="6" name="FOOT_LINE"/>
          <p:cNvSpPr/>
          <p:nvPr/>
        </p:nvSpPr>
        <p:spPr>
          <a:xfrm>
            <a:off x="594360" y="6272784"/>
            <a:ext cx="11018520" cy="5486"/>
          </a:xfrm>
          <a:prstGeom prst="rect">
            <a:avLst/>
          </a:prstGeom>
          <a:solidFill>
            <a:srgbClr val="E4E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AGE"/>
          <p:cNvSpPr txBox="1"/>
          <p:nvPr/>
        </p:nvSpPr>
        <p:spPr>
          <a:xfrm>
            <a:off x="11173968" y="6391656"/>
            <a:ext cx="4114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63B3D"/>
                </a:solidFill>
                <a:latin typeface="맑은 고딕"/>
              </a:rPr>
              <a:t>18</a:t>
            </a:r>
          </a:p>
        </p:txBody>
      </p:sp>
      <p:sp>
        <p:nvSpPr>
          <p:cNvPr id="8" name="UNIT"/>
          <p:cNvSpPr txBox="1"/>
          <p:nvPr/>
        </p:nvSpPr>
        <p:spPr>
          <a:xfrm>
            <a:off x="594360" y="1810512"/>
            <a:ext cx="11018520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686E73"/>
                </a:solidFill>
                <a:latin typeface="맑은 고딕"/>
              </a:rPr>
              <a:t>월별 일평균 검색관심 | 25.01~26.10.19 · 24.01~26.10.19 각 묶음 최고일=100 · 레이블:값/(전년비)</a:t>
            </a:r>
          </a:p>
        </p:txBody>
      </p:sp>
      <p:sp>
        <p:nvSpPr>
          <p:cNvPr id="9" name="QUERY_SCOPE"/>
          <p:cNvSpPr txBox="1"/>
          <p:nvPr/>
        </p:nvSpPr>
        <p:spPr>
          <a:xfrm>
            <a:off x="594360" y="2103120"/>
            <a:ext cx="1101852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686E73"/>
                </a:solidFill>
                <a:latin typeface="맑은 고딕"/>
              </a:rPr>
              <a:t>검색어 예시 | 양념:양념치킨·맘스양념치킨 / 간장:간장치킨·골드킹 / 파·파닭:파닭·대파 간장 치킨 / 마늘·갈릭:마늘치킨·간장마늘치킨 / 불닭:불닭치킨·땅땅치킨 불닭 / 시즈닝·분말:시즈닝치킨·치즈뿌치 체다 / 후추·페퍼:후추치킨·갈릭 톡톡 치킨 / 매운맛:매운치킨·마요피뇨 / 마라:마라치킨·마라핫</a:t>
            </a:r>
          </a:p>
        </p:txBody>
      </p:sp>
      <p:sp>
        <p:nvSpPr>
          <p:cNvPr id="10" name="CAPTION"/>
          <p:cNvSpPr txBox="1"/>
          <p:nvPr/>
        </p:nvSpPr>
        <p:spPr>
          <a:xfrm>
            <a:off x="621792" y="5925312"/>
            <a:ext cx="10963656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86E73"/>
                </a:solidFill>
                <a:latin typeface="맑은 고딕"/>
              </a:rPr>
              <a:t>각 선의 최고 검색일=100이므로 선 높이로 검색규모·판매량을 비교하지 않습니다.26.10 전년비는 양쪽 모두10.1~19일입니다.</a:t>
            </a:r>
          </a:p>
          <a:p>
            <a:pPr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86E73"/>
                </a:solidFill>
                <a:latin typeface="맑은 고딕"/>
              </a:rPr>
              <a:t>(전년0)=비교 지수0으로 증감률 계산 불가.0은 검색이 없었다는 뜻으로 단정하지 않습니다.묶음은 중복될 수 있습니다.</a:t>
            </a:r>
          </a:p>
        </p:txBody>
      </p:sp>
      <p:sp>
        <p:nvSpPr>
          <p:cNvPr id="11" name="SOURCES"/>
          <p:cNvSpPr txBox="1"/>
          <p:nvPr/>
        </p:nvSpPr>
        <p:spPr>
          <a:xfrm>
            <a:off x="603504" y="6391656"/>
            <a:ext cx="1040587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686E73"/>
                </a:solidFill>
                <a:latin typeface="맑은 고딕"/>
              </a:rPr>
              <a:t>자료:네이버 데이터랩 | 일간·PC+모바일·성별/연령 전체 | 검색식·원값:근거Excel(Naver)</a:t>
            </a:r>
            <a:r>
              <a:rPr sz="900">
                <a:solidFill>
                  <a:srgbClr val="686E73"/>
                </a:solidFill>
                <a:latin typeface="맑은 고딕"/>
                <a:hlinkClick r:id="rId2"/>
              </a:rPr>
              <a:t> · 원본1</a:t>
            </a:r>
            <a:r>
              <a:rPr sz="900">
                <a:solidFill>
                  <a:srgbClr val="686E73"/>
                </a:solidFill>
                <a:latin typeface="맑은 고딕"/>
                <a:hlinkClick r:id="rId3"/>
              </a:rPr>
              <a:t> · 원본2</a:t>
            </a:r>
            <a:r>
              <a:rPr sz="900">
                <a:solidFill>
                  <a:srgbClr val="686E73"/>
                </a:solidFill>
                <a:latin typeface="맑은 고딕"/>
                <a:hlinkClick r:id="rId4"/>
              </a:rPr>
              <a:t> · 원본3</a:t>
            </a:r>
          </a:p>
        </p:txBody>
      </p:sp>
      <p:graphicFrame>
        <p:nvGraphicFramePr>
          <p:cNvPr id="12" name="DAILY_chicken_flavor1"/>
          <p:cNvGraphicFramePr>
            <a:graphicFrameLocks noGrp="1"/>
          </p:cNvGraphicFramePr>
          <p:nvPr/>
        </p:nvGraphicFramePr>
        <p:xfrm>
          <a:off x="548640" y="2505456"/>
          <a:ext cx="11064240" cy="1431036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3" name="SWATCH_chicken_flavor1_NV_XC02"/>
          <p:cNvSpPr/>
          <p:nvPr/>
        </p:nvSpPr>
        <p:spPr>
          <a:xfrm>
            <a:off x="603504" y="4157776"/>
            <a:ext cx="91440" cy="32004"/>
          </a:xfrm>
          <a:prstGeom prst="rect">
            <a:avLst/>
          </a:prstGeom>
          <a:solidFill>
            <a:srgbClr val="3E8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ERIES_chicken_flavor1_NV_XC02"/>
          <p:cNvSpPr txBox="1"/>
          <p:nvPr/>
        </p:nvSpPr>
        <p:spPr>
          <a:xfrm>
            <a:off x="749808" y="4099255"/>
            <a:ext cx="923544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>
                <a:solidFill>
                  <a:srgbClr val="3E8490"/>
                </a:solidFill>
                <a:latin typeface="맑은 고딕"/>
              </a:rPr>
              <a:t>양념</a:t>
            </a:r>
          </a:p>
        </p:txBody>
      </p:sp>
      <p:sp>
        <p:nvSpPr>
          <p:cNvPr id="15" name="DL__chicken_flavor1__NV_XC02__202501"/>
          <p:cNvSpPr txBox="1"/>
          <p:nvPr/>
        </p:nvSpPr>
        <p:spPr>
          <a:xfrm>
            <a:off x="1526133" y="408279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25.5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(-8.4%)</a:t>
            </a:r>
          </a:p>
        </p:txBody>
      </p:sp>
      <p:sp>
        <p:nvSpPr>
          <p:cNvPr id="16" name="DL__chicken_flavor1__NV_XC02__202502"/>
          <p:cNvSpPr txBox="1"/>
          <p:nvPr/>
        </p:nvSpPr>
        <p:spPr>
          <a:xfrm>
            <a:off x="1983333" y="408279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26.7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(-2.5%)</a:t>
            </a:r>
          </a:p>
        </p:txBody>
      </p:sp>
      <p:sp>
        <p:nvSpPr>
          <p:cNvPr id="17" name="DL__chicken_flavor1__NV_XC02__202503"/>
          <p:cNvSpPr txBox="1"/>
          <p:nvPr/>
        </p:nvSpPr>
        <p:spPr>
          <a:xfrm>
            <a:off x="2440533" y="408279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28.4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(+1.6%)</a:t>
            </a:r>
          </a:p>
        </p:txBody>
      </p:sp>
      <p:sp>
        <p:nvSpPr>
          <p:cNvPr id="18" name="DL__chicken_flavor1__NV_XC02__202504"/>
          <p:cNvSpPr txBox="1"/>
          <p:nvPr/>
        </p:nvSpPr>
        <p:spPr>
          <a:xfrm>
            <a:off x="2897733" y="408279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26.0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(-0.9%)</a:t>
            </a:r>
          </a:p>
        </p:txBody>
      </p:sp>
      <p:sp>
        <p:nvSpPr>
          <p:cNvPr id="19" name="DL__chicken_flavor1__NV_XC02__202505"/>
          <p:cNvSpPr txBox="1"/>
          <p:nvPr/>
        </p:nvSpPr>
        <p:spPr>
          <a:xfrm>
            <a:off x="3354933" y="408279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31.6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(+18.7%)</a:t>
            </a:r>
          </a:p>
        </p:txBody>
      </p:sp>
      <p:sp>
        <p:nvSpPr>
          <p:cNvPr id="20" name="DL__chicken_flavor1__NV_XC02__202506"/>
          <p:cNvSpPr txBox="1"/>
          <p:nvPr/>
        </p:nvSpPr>
        <p:spPr>
          <a:xfrm>
            <a:off x="3812133" y="408279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28.5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(-4.2%)</a:t>
            </a:r>
          </a:p>
        </p:txBody>
      </p:sp>
      <p:sp>
        <p:nvSpPr>
          <p:cNvPr id="21" name="DL__chicken_flavor1__NV_XC02__202507"/>
          <p:cNvSpPr txBox="1"/>
          <p:nvPr/>
        </p:nvSpPr>
        <p:spPr>
          <a:xfrm>
            <a:off x="4269333" y="408279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29.7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(+1.8%)</a:t>
            </a:r>
          </a:p>
        </p:txBody>
      </p:sp>
      <p:sp>
        <p:nvSpPr>
          <p:cNvPr id="22" name="DL__chicken_flavor1__NV_XC02__202508"/>
          <p:cNvSpPr txBox="1"/>
          <p:nvPr/>
        </p:nvSpPr>
        <p:spPr>
          <a:xfrm>
            <a:off x="4726533" y="408279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28.5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(+3.7%)</a:t>
            </a:r>
          </a:p>
        </p:txBody>
      </p:sp>
      <p:sp>
        <p:nvSpPr>
          <p:cNvPr id="23" name="DL__chicken_flavor1__NV_XC02__202509"/>
          <p:cNvSpPr txBox="1"/>
          <p:nvPr/>
        </p:nvSpPr>
        <p:spPr>
          <a:xfrm>
            <a:off x="5183733" y="408279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25.4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(-4.8%)</a:t>
            </a:r>
          </a:p>
        </p:txBody>
      </p:sp>
      <p:sp>
        <p:nvSpPr>
          <p:cNvPr id="24" name="DL__chicken_flavor1__NV_XC02__202510"/>
          <p:cNvSpPr txBox="1"/>
          <p:nvPr/>
        </p:nvSpPr>
        <p:spPr>
          <a:xfrm>
            <a:off x="5640933" y="408279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25.2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(-2.8%)</a:t>
            </a:r>
          </a:p>
        </p:txBody>
      </p:sp>
      <p:sp>
        <p:nvSpPr>
          <p:cNvPr id="25" name="DL__chicken_flavor1__NV_XC02__202511"/>
          <p:cNvSpPr txBox="1"/>
          <p:nvPr/>
        </p:nvSpPr>
        <p:spPr>
          <a:xfrm>
            <a:off x="6098133" y="408279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24.7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(-6.8%)</a:t>
            </a:r>
          </a:p>
        </p:txBody>
      </p:sp>
      <p:sp>
        <p:nvSpPr>
          <p:cNvPr id="26" name="DL__chicken_flavor1__NV_XC02__202512"/>
          <p:cNvSpPr txBox="1"/>
          <p:nvPr/>
        </p:nvSpPr>
        <p:spPr>
          <a:xfrm>
            <a:off x="6555333" y="408279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30.7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(+15.2%)</a:t>
            </a:r>
          </a:p>
        </p:txBody>
      </p:sp>
      <p:sp>
        <p:nvSpPr>
          <p:cNvPr id="27" name="DL__chicken_flavor1__NV_XC02__202601"/>
          <p:cNvSpPr txBox="1"/>
          <p:nvPr/>
        </p:nvSpPr>
        <p:spPr>
          <a:xfrm>
            <a:off x="7012533" y="408279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34.0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(+33.5%)</a:t>
            </a:r>
          </a:p>
        </p:txBody>
      </p:sp>
      <p:sp>
        <p:nvSpPr>
          <p:cNvPr id="28" name="DL__chicken_flavor1__NV_XC02__202602"/>
          <p:cNvSpPr txBox="1"/>
          <p:nvPr/>
        </p:nvSpPr>
        <p:spPr>
          <a:xfrm>
            <a:off x="7469733" y="408279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24.5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(-8.5%)</a:t>
            </a:r>
          </a:p>
        </p:txBody>
      </p:sp>
      <p:sp>
        <p:nvSpPr>
          <p:cNvPr id="29" name="DL__chicken_flavor1__NV_XC02__202603"/>
          <p:cNvSpPr txBox="1"/>
          <p:nvPr/>
        </p:nvSpPr>
        <p:spPr>
          <a:xfrm>
            <a:off x="7926933" y="408279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21.9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(-22.7%)</a:t>
            </a:r>
          </a:p>
        </p:txBody>
      </p:sp>
      <p:sp>
        <p:nvSpPr>
          <p:cNvPr id="30" name="DL__chicken_flavor1__NV_XC02__202604"/>
          <p:cNvSpPr txBox="1"/>
          <p:nvPr/>
        </p:nvSpPr>
        <p:spPr>
          <a:xfrm>
            <a:off x="8384133" y="408279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21.5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(-17.2%)</a:t>
            </a:r>
          </a:p>
        </p:txBody>
      </p:sp>
      <p:sp>
        <p:nvSpPr>
          <p:cNvPr id="31" name="DL__chicken_flavor1__NV_XC02__202605"/>
          <p:cNvSpPr txBox="1"/>
          <p:nvPr/>
        </p:nvSpPr>
        <p:spPr>
          <a:xfrm>
            <a:off x="8841333" y="408279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21.1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(-33.3%)</a:t>
            </a:r>
          </a:p>
        </p:txBody>
      </p:sp>
      <p:sp>
        <p:nvSpPr>
          <p:cNvPr id="32" name="DL__chicken_flavor1__NV_XC02__202606"/>
          <p:cNvSpPr txBox="1"/>
          <p:nvPr/>
        </p:nvSpPr>
        <p:spPr>
          <a:xfrm>
            <a:off x="9298533" y="408279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20.9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(-26.5%)</a:t>
            </a:r>
          </a:p>
        </p:txBody>
      </p:sp>
      <p:sp>
        <p:nvSpPr>
          <p:cNvPr id="33" name="DL__chicken_flavor1__NV_XC02__202607"/>
          <p:cNvSpPr txBox="1"/>
          <p:nvPr/>
        </p:nvSpPr>
        <p:spPr>
          <a:xfrm>
            <a:off x="9755733" y="408279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20.5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(-30.8%)</a:t>
            </a:r>
          </a:p>
        </p:txBody>
      </p:sp>
      <p:sp>
        <p:nvSpPr>
          <p:cNvPr id="34" name="DL__chicken_flavor1__NV_XC02__202608"/>
          <p:cNvSpPr txBox="1"/>
          <p:nvPr/>
        </p:nvSpPr>
        <p:spPr>
          <a:xfrm>
            <a:off x="10212933" y="408279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16.8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(-40.9%)</a:t>
            </a:r>
          </a:p>
        </p:txBody>
      </p:sp>
      <p:sp>
        <p:nvSpPr>
          <p:cNvPr id="35" name="DL__chicken_flavor1__NV_XC02__202609"/>
          <p:cNvSpPr txBox="1"/>
          <p:nvPr/>
        </p:nvSpPr>
        <p:spPr>
          <a:xfrm>
            <a:off x="10670133" y="408279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25.1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(-1.1%)</a:t>
            </a:r>
          </a:p>
        </p:txBody>
      </p:sp>
      <p:sp>
        <p:nvSpPr>
          <p:cNvPr id="36" name="DL__chicken_flavor1__NV_XC02__202610"/>
          <p:cNvSpPr txBox="1"/>
          <p:nvPr/>
        </p:nvSpPr>
        <p:spPr>
          <a:xfrm>
            <a:off x="11127333" y="408279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22.9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(-7.8%)</a:t>
            </a:r>
          </a:p>
        </p:txBody>
      </p:sp>
      <p:sp>
        <p:nvSpPr>
          <p:cNvPr id="37" name="SWATCH_chicken_flavor1_NV_XC03"/>
          <p:cNvSpPr/>
          <p:nvPr/>
        </p:nvSpPr>
        <p:spPr>
          <a:xfrm>
            <a:off x="603504" y="4354372"/>
            <a:ext cx="91440" cy="32004"/>
          </a:xfrm>
          <a:prstGeom prst="rect">
            <a:avLst/>
          </a:prstGeom>
          <a:solidFill>
            <a:srgbClr val="A68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ERIES_chicken_flavor1_NV_XC03"/>
          <p:cNvSpPr txBox="1"/>
          <p:nvPr/>
        </p:nvSpPr>
        <p:spPr>
          <a:xfrm>
            <a:off x="749808" y="4295851"/>
            <a:ext cx="923544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>
                <a:solidFill>
                  <a:srgbClr val="A68B46"/>
                </a:solidFill>
                <a:latin typeface="맑은 고딕"/>
              </a:rPr>
              <a:t>간장</a:t>
            </a:r>
          </a:p>
        </p:txBody>
      </p:sp>
      <p:sp>
        <p:nvSpPr>
          <p:cNvPr id="39" name="DL__chicken_flavor1__NV_XC03__202501"/>
          <p:cNvSpPr txBox="1"/>
          <p:nvPr/>
        </p:nvSpPr>
        <p:spPr>
          <a:xfrm>
            <a:off x="1526133" y="427939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35.2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(+5.6%)</a:t>
            </a:r>
          </a:p>
        </p:txBody>
      </p:sp>
      <p:sp>
        <p:nvSpPr>
          <p:cNvPr id="40" name="DL__chicken_flavor1__NV_XC03__202502"/>
          <p:cNvSpPr txBox="1"/>
          <p:nvPr/>
        </p:nvSpPr>
        <p:spPr>
          <a:xfrm>
            <a:off x="1983333" y="427939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30.3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(-17.5%)</a:t>
            </a:r>
          </a:p>
        </p:txBody>
      </p:sp>
      <p:sp>
        <p:nvSpPr>
          <p:cNvPr id="41" name="DL__chicken_flavor1__NV_XC03__202503"/>
          <p:cNvSpPr txBox="1"/>
          <p:nvPr/>
        </p:nvSpPr>
        <p:spPr>
          <a:xfrm>
            <a:off x="2440533" y="427939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29.3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(-3.5%)</a:t>
            </a:r>
          </a:p>
        </p:txBody>
      </p:sp>
      <p:sp>
        <p:nvSpPr>
          <p:cNvPr id="42" name="DL__chicken_flavor1__NV_XC03__202504"/>
          <p:cNvSpPr txBox="1"/>
          <p:nvPr/>
        </p:nvSpPr>
        <p:spPr>
          <a:xfrm>
            <a:off x="2897733" y="427939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27.8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(-2.9%)</a:t>
            </a:r>
          </a:p>
        </p:txBody>
      </p:sp>
      <p:sp>
        <p:nvSpPr>
          <p:cNvPr id="43" name="DL__chicken_flavor1__NV_XC03__202505"/>
          <p:cNvSpPr txBox="1"/>
          <p:nvPr/>
        </p:nvSpPr>
        <p:spPr>
          <a:xfrm>
            <a:off x="3354933" y="427939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31.8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(+4.1%)</a:t>
            </a:r>
          </a:p>
        </p:txBody>
      </p:sp>
      <p:sp>
        <p:nvSpPr>
          <p:cNvPr id="44" name="DL__chicken_flavor1__NV_XC03__202506"/>
          <p:cNvSpPr txBox="1"/>
          <p:nvPr/>
        </p:nvSpPr>
        <p:spPr>
          <a:xfrm>
            <a:off x="3812133" y="427939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29.4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(-0.4%)</a:t>
            </a:r>
          </a:p>
        </p:txBody>
      </p:sp>
      <p:sp>
        <p:nvSpPr>
          <p:cNvPr id="45" name="DL__chicken_flavor1__NV_XC03__202507"/>
          <p:cNvSpPr txBox="1"/>
          <p:nvPr/>
        </p:nvSpPr>
        <p:spPr>
          <a:xfrm>
            <a:off x="4269333" y="427939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28.6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(-20.3%)</a:t>
            </a:r>
          </a:p>
        </p:txBody>
      </p:sp>
      <p:sp>
        <p:nvSpPr>
          <p:cNvPr id="46" name="DL__chicken_flavor1__NV_XC03__202508"/>
          <p:cNvSpPr txBox="1"/>
          <p:nvPr/>
        </p:nvSpPr>
        <p:spPr>
          <a:xfrm>
            <a:off x="4726533" y="427939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26.9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(-21.5%)</a:t>
            </a:r>
          </a:p>
        </p:txBody>
      </p:sp>
      <p:sp>
        <p:nvSpPr>
          <p:cNvPr id="47" name="DL__chicken_flavor1__NV_XC03__202509"/>
          <p:cNvSpPr txBox="1"/>
          <p:nvPr/>
        </p:nvSpPr>
        <p:spPr>
          <a:xfrm>
            <a:off x="5183733" y="427939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22.7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(-32.6%)</a:t>
            </a:r>
          </a:p>
        </p:txBody>
      </p:sp>
      <p:sp>
        <p:nvSpPr>
          <p:cNvPr id="48" name="DL__chicken_flavor1__NV_XC03__202510"/>
          <p:cNvSpPr txBox="1"/>
          <p:nvPr/>
        </p:nvSpPr>
        <p:spPr>
          <a:xfrm>
            <a:off x="5640933" y="427939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22.8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(-38.4%)</a:t>
            </a:r>
          </a:p>
        </p:txBody>
      </p:sp>
      <p:sp>
        <p:nvSpPr>
          <p:cNvPr id="49" name="DL__chicken_flavor1__NV_XC03__202511"/>
          <p:cNvSpPr txBox="1"/>
          <p:nvPr/>
        </p:nvSpPr>
        <p:spPr>
          <a:xfrm>
            <a:off x="6098133" y="427939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22.4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(-31.2%)</a:t>
            </a:r>
          </a:p>
        </p:txBody>
      </p:sp>
      <p:sp>
        <p:nvSpPr>
          <p:cNvPr id="50" name="DL__chicken_flavor1__NV_XC03__202512"/>
          <p:cNvSpPr txBox="1"/>
          <p:nvPr/>
        </p:nvSpPr>
        <p:spPr>
          <a:xfrm>
            <a:off x="6555333" y="427939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22.7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(-30.8%)</a:t>
            </a:r>
          </a:p>
        </p:txBody>
      </p:sp>
      <p:sp>
        <p:nvSpPr>
          <p:cNvPr id="51" name="DL__chicken_flavor1__NV_XC03__202601"/>
          <p:cNvSpPr txBox="1"/>
          <p:nvPr/>
        </p:nvSpPr>
        <p:spPr>
          <a:xfrm>
            <a:off x="7012533" y="427939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20.1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(-43.0%)</a:t>
            </a:r>
          </a:p>
        </p:txBody>
      </p:sp>
      <p:sp>
        <p:nvSpPr>
          <p:cNvPr id="52" name="DL__chicken_flavor1__NV_XC03__202602"/>
          <p:cNvSpPr txBox="1"/>
          <p:nvPr/>
        </p:nvSpPr>
        <p:spPr>
          <a:xfrm>
            <a:off x="7469733" y="427939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16.3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(-46.3%)</a:t>
            </a:r>
          </a:p>
        </p:txBody>
      </p:sp>
      <p:sp>
        <p:nvSpPr>
          <p:cNvPr id="53" name="DL__chicken_flavor1__NV_XC03__202603"/>
          <p:cNvSpPr txBox="1"/>
          <p:nvPr/>
        </p:nvSpPr>
        <p:spPr>
          <a:xfrm>
            <a:off x="7926933" y="427939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14.3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(-51.4%)</a:t>
            </a:r>
          </a:p>
        </p:txBody>
      </p:sp>
      <p:sp>
        <p:nvSpPr>
          <p:cNvPr id="54" name="DL__chicken_flavor1__NV_XC03__202604"/>
          <p:cNvSpPr txBox="1"/>
          <p:nvPr/>
        </p:nvSpPr>
        <p:spPr>
          <a:xfrm>
            <a:off x="8384133" y="427939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14.4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(-48.1%)</a:t>
            </a:r>
          </a:p>
        </p:txBody>
      </p:sp>
      <p:sp>
        <p:nvSpPr>
          <p:cNvPr id="55" name="DL__chicken_flavor1__NV_XC03__202605"/>
          <p:cNvSpPr txBox="1"/>
          <p:nvPr/>
        </p:nvSpPr>
        <p:spPr>
          <a:xfrm>
            <a:off x="8841333" y="427939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14.1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(-55.5%)</a:t>
            </a:r>
          </a:p>
        </p:txBody>
      </p:sp>
      <p:sp>
        <p:nvSpPr>
          <p:cNvPr id="56" name="DL__chicken_flavor1__NV_XC03__202606"/>
          <p:cNvSpPr txBox="1"/>
          <p:nvPr/>
        </p:nvSpPr>
        <p:spPr>
          <a:xfrm>
            <a:off x="9298533" y="427939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13.7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(-53.3%)</a:t>
            </a:r>
          </a:p>
        </p:txBody>
      </p:sp>
      <p:sp>
        <p:nvSpPr>
          <p:cNvPr id="57" name="DL__chicken_flavor1__NV_XC03__202607"/>
          <p:cNvSpPr txBox="1"/>
          <p:nvPr/>
        </p:nvSpPr>
        <p:spPr>
          <a:xfrm>
            <a:off x="9755733" y="427939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13.9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(-51.3%)</a:t>
            </a:r>
          </a:p>
        </p:txBody>
      </p:sp>
      <p:sp>
        <p:nvSpPr>
          <p:cNvPr id="58" name="DL__chicken_flavor1__NV_XC03__202608"/>
          <p:cNvSpPr txBox="1"/>
          <p:nvPr/>
        </p:nvSpPr>
        <p:spPr>
          <a:xfrm>
            <a:off x="10212933" y="427939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13.0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(-51.8%)</a:t>
            </a:r>
          </a:p>
        </p:txBody>
      </p:sp>
      <p:sp>
        <p:nvSpPr>
          <p:cNvPr id="59" name="DL__chicken_flavor1__NV_XC03__202609"/>
          <p:cNvSpPr txBox="1"/>
          <p:nvPr/>
        </p:nvSpPr>
        <p:spPr>
          <a:xfrm>
            <a:off x="10670133" y="427939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11.7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(-48.6%)</a:t>
            </a:r>
          </a:p>
        </p:txBody>
      </p:sp>
      <p:sp>
        <p:nvSpPr>
          <p:cNvPr id="60" name="DL__chicken_flavor1__NV_XC03__202610"/>
          <p:cNvSpPr txBox="1"/>
          <p:nvPr/>
        </p:nvSpPr>
        <p:spPr>
          <a:xfrm>
            <a:off x="11127333" y="427939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11.8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(-48.1%)</a:t>
            </a:r>
          </a:p>
        </p:txBody>
      </p:sp>
      <p:sp>
        <p:nvSpPr>
          <p:cNvPr id="61" name="SWATCH_chicken_flavor1_NV_XC04"/>
          <p:cNvSpPr/>
          <p:nvPr/>
        </p:nvSpPr>
        <p:spPr>
          <a:xfrm>
            <a:off x="603504" y="4550968"/>
            <a:ext cx="91440" cy="32004"/>
          </a:xfrm>
          <a:prstGeom prst="rect">
            <a:avLst/>
          </a:prstGeom>
          <a:solidFill>
            <a:srgbClr val="7C6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SERIES_chicken_flavor1_NV_XC04"/>
          <p:cNvSpPr txBox="1"/>
          <p:nvPr/>
        </p:nvSpPr>
        <p:spPr>
          <a:xfrm>
            <a:off x="749808" y="4492447"/>
            <a:ext cx="923544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>
                <a:solidFill>
                  <a:srgbClr val="7C6C91"/>
                </a:solidFill>
                <a:latin typeface="맑은 고딕"/>
              </a:rPr>
              <a:t>파·파닭</a:t>
            </a:r>
          </a:p>
        </p:txBody>
      </p:sp>
      <p:sp>
        <p:nvSpPr>
          <p:cNvPr id="63" name="DL__chicken_flavor1__NV_XC04__202501"/>
          <p:cNvSpPr txBox="1"/>
          <p:nvPr/>
        </p:nvSpPr>
        <p:spPr>
          <a:xfrm>
            <a:off x="1526133" y="447598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37.6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(-16.8%)</a:t>
            </a:r>
          </a:p>
        </p:txBody>
      </p:sp>
      <p:sp>
        <p:nvSpPr>
          <p:cNvPr id="64" name="DL__chicken_flavor1__NV_XC04__202502"/>
          <p:cNvSpPr txBox="1"/>
          <p:nvPr/>
        </p:nvSpPr>
        <p:spPr>
          <a:xfrm>
            <a:off x="1983333" y="447598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37.2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(-20.4%)</a:t>
            </a:r>
          </a:p>
        </p:txBody>
      </p:sp>
      <p:sp>
        <p:nvSpPr>
          <p:cNvPr id="65" name="DL__chicken_flavor1__NV_XC04__202503"/>
          <p:cNvSpPr txBox="1"/>
          <p:nvPr/>
        </p:nvSpPr>
        <p:spPr>
          <a:xfrm>
            <a:off x="2440533" y="447598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35.2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(-13.3%)</a:t>
            </a:r>
          </a:p>
        </p:txBody>
      </p:sp>
      <p:sp>
        <p:nvSpPr>
          <p:cNvPr id="66" name="DL__chicken_flavor1__NV_XC04__202504"/>
          <p:cNvSpPr txBox="1"/>
          <p:nvPr/>
        </p:nvSpPr>
        <p:spPr>
          <a:xfrm>
            <a:off x="2897733" y="447598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35.8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(-3.9%)</a:t>
            </a:r>
          </a:p>
        </p:txBody>
      </p:sp>
      <p:sp>
        <p:nvSpPr>
          <p:cNvPr id="67" name="DL__chicken_flavor1__NV_XC04__202505"/>
          <p:cNvSpPr txBox="1"/>
          <p:nvPr/>
        </p:nvSpPr>
        <p:spPr>
          <a:xfrm>
            <a:off x="3354933" y="447598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34.2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(-14.5%)</a:t>
            </a:r>
          </a:p>
        </p:txBody>
      </p:sp>
      <p:sp>
        <p:nvSpPr>
          <p:cNvPr id="68" name="DL__chicken_flavor1__NV_XC04__202506"/>
          <p:cNvSpPr txBox="1"/>
          <p:nvPr/>
        </p:nvSpPr>
        <p:spPr>
          <a:xfrm>
            <a:off x="3812133" y="447598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34.6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(-11.8%)</a:t>
            </a:r>
          </a:p>
        </p:txBody>
      </p:sp>
      <p:sp>
        <p:nvSpPr>
          <p:cNvPr id="69" name="DL__chicken_flavor1__NV_XC04__202507"/>
          <p:cNvSpPr txBox="1"/>
          <p:nvPr/>
        </p:nvSpPr>
        <p:spPr>
          <a:xfrm>
            <a:off x="4269333" y="447598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34.5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(-10.6%)</a:t>
            </a:r>
          </a:p>
        </p:txBody>
      </p:sp>
      <p:sp>
        <p:nvSpPr>
          <p:cNvPr id="70" name="DL__chicken_flavor1__NV_XC04__202508"/>
          <p:cNvSpPr txBox="1"/>
          <p:nvPr/>
        </p:nvSpPr>
        <p:spPr>
          <a:xfrm>
            <a:off x="4726533" y="447598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31.9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(-20.9%)</a:t>
            </a:r>
          </a:p>
        </p:txBody>
      </p:sp>
      <p:sp>
        <p:nvSpPr>
          <p:cNvPr id="71" name="DL__chicken_flavor1__NV_XC04__202509"/>
          <p:cNvSpPr txBox="1"/>
          <p:nvPr/>
        </p:nvSpPr>
        <p:spPr>
          <a:xfrm>
            <a:off x="5183733" y="447598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29.8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(-28.1%)</a:t>
            </a:r>
          </a:p>
        </p:txBody>
      </p:sp>
      <p:sp>
        <p:nvSpPr>
          <p:cNvPr id="72" name="DL__chicken_flavor1__NV_XC04__202510"/>
          <p:cNvSpPr txBox="1"/>
          <p:nvPr/>
        </p:nvSpPr>
        <p:spPr>
          <a:xfrm>
            <a:off x="5640933" y="447598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32.5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(-16.3%)</a:t>
            </a:r>
          </a:p>
        </p:txBody>
      </p:sp>
      <p:sp>
        <p:nvSpPr>
          <p:cNvPr id="73" name="DL__chicken_flavor1__NV_XC04__202511"/>
          <p:cNvSpPr txBox="1"/>
          <p:nvPr/>
        </p:nvSpPr>
        <p:spPr>
          <a:xfrm>
            <a:off x="6098133" y="447598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31.4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(-14.3%)</a:t>
            </a:r>
          </a:p>
        </p:txBody>
      </p:sp>
      <p:sp>
        <p:nvSpPr>
          <p:cNvPr id="74" name="DL__chicken_flavor1__NV_XC04__202512"/>
          <p:cNvSpPr txBox="1"/>
          <p:nvPr/>
        </p:nvSpPr>
        <p:spPr>
          <a:xfrm>
            <a:off x="6555333" y="447598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27.5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(-20.7%)</a:t>
            </a:r>
          </a:p>
        </p:txBody>
      </p:sp>
      <p:sp>
        <p:nvSpPr>
          <p:cNvPr id="75" name="DL__chicken_flavor1__NV_XC04__202601"/>
          <p:cNvSpPr txBox="1"/>
          <p:nvPr/>
        </p:nvSpPr>
        <p:spPr>
          <a:xfrm>
            <a:off x="7012533" y="447598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28.3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(-24.7%)</a:t>
            </a:r>
          </a:p>
        </p:txBody>
      </p:sp>
      <p:sp>
        <p:nvSpPr>
          <p:cNvPr id="76" name="DL__chicken_flavor1__NV_XC04__202602"/>
          <p:cNvSpPr txBox="1"/>
          <p:nvPr/>
        </p:nvSpPr>
        <p:spPr>
          <a:xfrm>
            <a:off x="7469733" y="447598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25.6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(-31.2%)</a:t>
            </a:r>
          </a:p>
        </p:txBody>
      </p:sp>
      <p:sp>
        <p:nvSpPr>
          <p:cNvPr id="77" name="DL__chicken_flavor1__NV_XC04__202603"/>
          <p:cNvSpPr txBox="1"/>
          <p:nvPr/>
        </p:nvSpPr>
        <p:spPr>
          <a:xfrm>
            <a:off x="7926933" y="447598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27.1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(-23.1%)</a:t>
            </a:r>
          </a:p>
        </p:txBody>
      </p:sp>
      <p:sp>
        <p:nvSpPr>
          <p:cNvPr id="78" name="DL__chicken_flavor1__NV_XC04__202604"/>
          <p:cNvSpPr txBox="1"/>
          <p:nvPr/>
        </p:nvSpPr>
        <p:spPr>
          <a:xfrm>
            <a:off x="8384133" y="447598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29.7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(-17.0%)</a:t>
            </a:r>
          </a:p>
        </p:txBody>
      </p:sp>
      <p:sp>
        <p:nvSpPr>
          <p:cNvPr id="79" name="DL__chicken_flavor1__NV_XC04__202605"/>
          <p:cNvSpPr txBox="1"/>
          <p:nvPr/>
        </p:nvSpPr>
        <p:spPr>
          <a:xfrm>
            <a:off x="8841333" y="447598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30.3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(-11.4%)</a:t>
            </a:r>
          </a:p>
        </p:txBody>
      </p:sp>
      <p:sp>
        <p:nvSpPr>
          <p:cNvPr id="80" name="DL__chicken_flavor1__NV_XC04__202606"/>
          <p:cNvSpPr txBox="1"/>
          <p:nvPr/>
        </p:nvSpPr>
        <p:spPr>
          <a:xfrm>
            <a:off x="9298533" y="447598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28.8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(-16.8%)</a:t>
            </a:r>
          </a:p>
        </p:txBody>
      </p:sp>
      <p:sp>
        <p:nvSpPr>
          <p:cNvPr id="81" name="DL__chicken_flavor1__NV_XC04__202607"/>
          <p:cNvSpPr txBox="1"/>
          <p:nvPr/>
        </p:nvSpPr>
        <p:spPr>
          <a:xfrm>
            <a:off x="9755733" y="447598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34.1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(-1.2%)</a:t>
            </a:r>
          </a:p>
        </p:txBody>
      </p:sp>
      <p:sp>
        <p:nvSpPr>
          <p:cNvPr id="82" name="DL__chicken_flavor1__NV_XC04__202608"/>
          <p:cNvSpPr txBox="1"/>
          <p:nvPr/>
        </p:nvSpPr>
        <p:spPr>
          <a:xfrm>
            <a:off x="10212933" y="447598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30.9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(-3.1%)</a:t>
            </a:r>
          </a:p>
        </p:txBody>
      </p:sp>
      <p:sp>
        <p:nvSpPr>
          <p:cNvPr id="83" name="DL__chicken_flavor1__NV_XC04__202609"/>
          <p:cNvSpPr txBox="1"/>
          <p:nvPr/>
        </p:nvSpPr>
        <p:spPr>
          <a:xfrm>
            <a:off x="10670133" y="447598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24.6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(-17.2%)</a:t>
            </a:r>
          </a:p>
        </p:txBody>
      </p:sp>
      <p:sp>
        <p:nvSpPr>
          <p:cNvPr id="84" name="DL__chicken_flavor1__NV_XC04__202610"/>
          <p:cNvSpPr txBox="1"/>
          <p:nvPr/>
        </p:nvSpPr>
        <p:spPr>
          <a:xfrm>
            <a:off x="11127333" y="447598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24.0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(-26.7%)</a:t>
            </a:r>
          </a:p>
        </p:txBody>
      </p:sp>
      <p:sp>
        <p:nvSpPr>
          <p:cNvPr id="85" name="SWATCH_chicken_flavor1_NV_XC05"/>
          <p:cNvSpPr/>
          <p:nvPr/>
        </p:nvSpPr>
        <p:spPr>
          <a:xfrm>
            <a:off x="603504" y="4747564"/>
            <a:ext cx="91440" cy="32004"/>
          </a:xfrm>
          <a:prstGeom prst="rect">
            <a:avLst/>
          </a:prstGeom>
          <a:solidFill>
            <a:srgbClr val="637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SERIES_chicken_flavor1_NV_XC05"/>
          <p:cNvSpPr txBox="1"/>
          <p:nvPr/>
        </p:nvSpPr>
        <p:spPr>
          <a:xfrm>
            <a:off x="749808" y="4689043"/>
            <a:ext cx="923544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>
                <a:solidFill>
                  <a:srgbClr val="637E64"/>
                </a:solidFill>
                <a:latin typeface="맑은 고딕"/>
              </a:rPr>
              <a:t>마늘·갈릭</a:t>
            </a:r>
          </a:p>
        </p:txBody>
      </p:sp>
      <p:sp>
        <p:nvSpPr>
          <p:cNvPr id="87" name="DL__chicken_flavor1__NV_XC05__202501"/>
          <p:cNvSpPr txBox="1"/>
          <p:nvPr/>
        </p:nvSpPr>
        <p:spPr>
          <a:xfrm>
            <a:off x="1526133" y="4672583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13.5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(+81.4%)</a:t>
            </a:r>
          </a:p>
        </p:txBody>
      </p:sp>
      <p:sp>
        <p:nvSpPr>
          <p:cNvPr id="88" name="DL__chicken_flavor1__NV_XC05__202502"/>
          <p:cNvSpPr txBox="1"/>
          <p:nvPr/>
        </p:nvSpPr>
        <p:spPr>
          <a:xfrm>
            <a:off x="1983333" y="4672583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11.4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(+88.2%)</a:t>
            </a:r>
          </a:p>
        </p:txBody>
      </p:sp>
      <p:sp>
        <p:nvSpPr>
          <p:cNvPr id="89" name="DL__chicken_flavor1__NV_XC05__202503"/>
          <p:cNvSpPr txBox="1"/>
          <p:nvPr/>
        </p:nvSpPr>
        <p:spPr>
          <a:xfrm>
            <a:off x="2440533" y="4672583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10.6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(+45.0%)</a:t>
            </a:r>
          </a:p>
        </p:txBody>
      </p:sp>
      <p:sp>
        <p:nvSpPr>
          <p:cNvPr id="90" name="DL__chicken_flavor1__NV_XC05__202504"/>
          <p:cNvSpPr txBox="1"/>
          <p:nvPr/>
        </p:nvSpPr>
        <p:spPr>
          <a:xfrm>
            <a:off x="2897733" y="4672583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10.4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(+45.5%)</a:t>
            </a:r>
          </a:p>
        </p:txBody>
      </p:sp>
      <p:sp>
        <p:nvSpPr>
          <p:cNvPr id="91" name="DL__chicken_flavor1__NV_XC05__202505"/>
          <p:cNvSpPr txBox="1"/>
          <p:nvPr/>
        </p:nvSpPr>
        <p:spPr>
          <a:xfrm>
            <a:off x="3354933" y="4672583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10.1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(+34.0%)</a:t>
            </a:r>
          </a:p>
        </p:txBody>
      </p:sp>
      <p:sp>
        <p:nvSpPr>
          <p:cNvPr id="92" name="DL__chicken_flavor1__NV_XC05__202506"/>
          <p:cNvSpPr txBox="1"/>
          <p:nvPr/>
        </p:nvSpPr>
        <p:spPr>
          <a:xfrm>
            <a:off x="3812133" y="4672583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8.7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(+1.3%)</a:t>
            </a:r>
          </a:p>
        </p:txBody>
      </p:sp>
      <p:sp>
        <p:nvSpPr>
          <p:cNvPr id="93" name="DL__chicken_flavor1__NV_XC05__202507"/>
          <p:cNvSpPr txBox="1"/>
          <p:nvPr/>
        </p:nvSpPr>
        <p:spPr>
          <a:xfrm>
            <a:off x="4269333" y="4672583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9.0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(-14.2%)</a:t>
            </a:r>
          </a:p>
        </p:txBody>
      </p:sp>
      <p:sp>
        <p:nvSpPr>
          <p:cNvPr id="94" name="DL__chicken_flavor1__NV_XC05__202508"/>
          <p:cNvSpPr txBox="1"/>
          <p:nvPr/>
        </p:nvSpPr>
        <p:spPr>
          <a:xfrm>
            <a:off x="4726533" y="4672583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8.1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(-7.7%)</a:t>
            </a:r>
          </a:p>
        </p:txBody>
      </p:sp>
      <p:sp>
        <p:nvSpPr>
          <p:cNvPr id="95" name="DL__chicken_flavor1__NV_XC05__202509"/>
          <p:cNvSpPr txBox="1"/>
          <p:nvPr/>
        </p:nvSpPr>
        <p:spPr>
          <a:xfrm>
            <a:off x="5183733" y="4672583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7.7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(+22.6%)</a:t>
            </a:r>
          </a:p>
        </p:txBody>
      </p:sp>
      <p:sp>
        <p:nvSpPr>
          <p:cNvPr id="96" name="DL__chicken_flavor1__NV_XC05__202510"/>
          <p:cNvSpPr txBox="1"/>
          <p:nvPr/>
        </p:nvSpPr>
        <p:spPr>
          <a:xfrm>
            <a:off x="5640933" y="4672583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7.8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(-64.1%)</a:t>
            </a:r>
          </a:p>
        </p:txBody>
      </p:sp>
      <p:sp>
        <p:nvSpPr>
          <p:cNvPr id="97" name="DL__chicken_flavor1__NV_XC05__202511"/>
          <p:cNvSpPr txBox="1"/>
          <p:nvPr/>
        </p:nvSpPr>
        <p:spPr>
          <a:xfrm>
            <a:off x="6098133" y="4672583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8.5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(-68.1%)</a:t>
            </a:r>
          </a:p>
        </p:txBody>
      </p:sp>
      <p:sp>
        <p:nvSpPr>
          <p:cNvPr id="98" name="DL__chicken_flavor1__NV_XC05__202512"/>
          <p:cNvSpPr txBox="1"/>
          <p:nvPr/>
        </p:nvSpPr>
        <p:spPr>
          <a:xfrm>
            <a:off x="6555333" y="4672583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7.4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(-59.8%)</a:t>
            </a:r>
          </a:p>
        </p:txBody>
      </p:sp>
      <p:sp>
        <p:nvSpPr>
          <p:cNvPr id="99" name="DL__chicken_flavor1__NV_XC05__202601"/>
          <p:cNvSpPr txBox="1"/>
          <p:nvPr/>
        </p:nvSpPr>
        <p:spPr>
          <a:xfrm>
            <a:off x="7012533" y="4672583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6.1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(-54.6%)</a:t>
            </a:r>
          </a:p>
        </p:txBody>
      </p:sp>
      <p:sp>
        <p:nvSpPr>
          <p:cNvPr id="100" name="DL__chicken_flavor1__NV_XC05__202602"/>
          <p:cNvSpPr txBox="1"/>
          <p:nvPr/>
        </p:nvSpPr>
        <p:spPr>
          <a:xfrm>
            <a:off x="7469733" y="4672583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6.0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(-47.7%)</a:t>
            </a:r>
          </a:p>
        </p:txBody>
      </p:sp>
      <p:sp>
        <p:nvSpPr>
          <p:cNvPr id="101" name="DL__chicken_flavor1__NV_XC05__202603"/>
          <p:cNvSpPr txBox="1"/>
          <p:nvPr/>
        </p:nvSpPr>
        <p:spPr>
          <a:xfrm>
            <a:off x="7926933" y="4672583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5.6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(-47.6%)</a:t>
            </a:r>
          </a:p>
        </p:txBody>
      </p:sp>
      <p:sp>
        <p:nvSpPr>
          <p:cNvPr id="102" name="DL__chicken_flavor1__NV_XC05__202604"/>
          <p:cNvSpPr txBox="1"/>
          <p:nvPr/>
        </p:nvSpPr>
        <p:spPr>
          <a:xfrm>
            <a:off x="8384133" y="4672583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5.2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(-50.1%)</a:t>
            </a:r>
          </a:p>
        </p:txBody>
      </p:sp>
      <p:sp>
        <p:nvSpPr>
          <p:cNvPr id="103" name="DL__chicken_flavor1__NV_XC05__202605"/>
          <p:cNvSpPr txBox="1"/>
          <p:nvPr/>
        </p:nvSpPr>
        <p:spPr>
          <a:xfrm>
            <a:off x="8841333" y="4672583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5.1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(-49.1%)</a:t>
            </a:r>
          </a:p>
        </p:txBody>
      </p:sp>
      <p:sp>
        <p:nvSpPr>
          <p:cNvPr id="104" name="DL__chicken_flavor1__NV_XC05__202606"/>
          <p:cNvSpPr txBox="1"/>
          <p:nvPr/>
        </p:nvSpPr>
        <p:spPr>
          <a:xfrm>
            <a:off x="9298533" y="4672583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5.1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(-41.0%)</a:t>
            </a:r>
          </a:p>
        </p:txBody>
      </p:sp>
      <p:sp>
        <p:nvSpPr>
          <p:cNvPr id="105" name="DL__chicken_flavor1__NV_XC05__202607"/>
          <p:cNvSpPr txBox="1"/>
          <p:nvPr/>
        </p:nvSpPr>
        <p:spPr>
          <a:xfrm>
            <a:off x="9755733" y="4672583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17.6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(+94.7%)</a:t>
            </a:r>
          </a:p>
        </p:txBody>
      </p:sp>
      <p:sp>
        <p:nvSpPr>
          <p:cNvPr id="106" name="DL__chicken_flavor1__NV_XC05__202608"/>
          <p:cNvSpPr txBox="1"/>
          <p:nvPr/>
        </p:nvSpPr>
        <p:spPr>
          <a:xfrm>
            <a:off x="10212933" y="4672583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5.8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(-28.4%)</a:t>
            </a:r>
          </a:p>
        </p:txBody>
      </p:sp>
      <p:sp>
        <p:nvSpPr>
          <p:cNvPr id="107" name="DL__chicken_flavor1__NV_XC05__202609"/>
          <p:cNvSpPr txBox="1"/>
          <p:nvPr/>
        </p:nvSpPr>
        <p:spPr>
          <a:xfrm>
            <a:off x="10670133" y="4672583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4.2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(-45.9%)</a:t>
            </a:r>
          </a:p>
        </p:txBody>
      </p:sp>
      <p:sp>
        <p:nvSpPr>
          <p:cNvPr id="108" name="DL__chicken_flavor1__NV_XC05__202610"/>
          <p:cNvSpPr txBox="1"/>
          <p:nvPr/>
        </p:nvSpPr>
        <p:spPr>
          <a:xfrm>
            <a:off x="11127333" y="4672583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4.5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(-42.7%)</a:t>
            </a:r>
          </a:p>
        </p:txBody>
      </p:sp>
      <p:sp>
        <p:nvSpPr>
          <p:cNvPr id="109" name="SWATCH_chicken_flavor1_NV_XC09"/>
          <p:cNvSpPr/>
          <p:nvPr/>
        </p:nvSpPr>
        <p:spPr>
          <a:xfrm>
            <a:off x="603504" y="4944160"/>
            <a:ext cx="91440" cy="32004"/>
          </a:xfrm>
          <a:prstGeom prst="rect">
            <a:avLst/>
          </a:prstGeom>
          <a:solidFill>
            <a:srgbClr val="7D8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SERIES_chicken_flavor1_NV_XC09"/>
          <p:cNvSpPr txBox="1"/>
          <p:nvPr/>
        </p:nvSpPr>
        <p:spPr>
          <a:xfrm>
            <a:off x="749808" y="4885639"/>
            <a:ext cx="923544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>
                <a:solidFill>
                  <a:srgbClr val="7D8F51"/>
                </a:solidFill>
                <a:latin typeface="맑은 고딕"/>
              </a:rPr>
              <a:t>불닭</a:t>
            </a:r>
          </a:p>
        </p:txBody>
      </p:sp>
      <p:sp>
        <p:nvSpPr>
          <p:cNvPr id="111" name="DL__chicken_flavor1__NV_XC09__202501"/>
          <p:cNvSpPr txBox="1"/>
          <p:nvPr/>
        </p:nvSpPr>
        <p:spPr>
          <a:xfrm>
            <a:off x="15261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44.9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(-30.2%)</a:t>
            </a:r>
          </a:p>
        </p:txBody>
      </p:sp>
      <p:sp>
        <p:nvSpPr>
          <p:cNvPr id="112" name="DL__chicken_flavor1__NV_XC09__202502"/>
          <p:cNvSpPr txBox="1"/>
          <p:nvPr/>
        </p:nvSpPr>
        <p:spPr>
          <a:xfrm>
            <a:off x="19833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39.9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(-22.3%)</a:t>
            </a:r>
          </a:p>
        </p:txBody>
      </p:sp>
      <p:sp>
        <p:nvSpPr>
          <p:cNvPr id="113" name="DL__chicken_flavor1__NV_XC09__202503"/>
          <p:cNvSpPr txBox="1"/>
          <p:nvPr/>
        </p:nvSpPr>
        <p:spPr>
          <a:xfrm>
            <a:off x="24405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41.0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(-22.9%)</a:t>
            </a:r>
          </a:p>
        </p:txBody>
      </p:sp>
      <p:sp>
        <p:nvSpPr>
          <p:cNvPr id="114" name="DL__chicken_flavor1__NV_XC09__202504"/>
          <p:cNvSpPr txBox="1"/>
          <p:nvPr/>
        </p:nvSpPr>
        <p:spPr>
          <a:xfrm>
            <a:off x="28977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31.9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(-41.2%)</a:t>
            </a:r>
          </a:p>
        </p:txBody>
      </p:sp>
      <p:sp>
        <p:nvSpPr>
          <p:cNvPr id="115" name="DL__chicken_flavor1__NV_XC09__202505"/>
          <p:cNvSpPr txBox="1"/>
          <p:nvPr/>
        </p:nvSpPr>
        <p:spPr>
          <a:xfrm>
            <a:off x="33549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32.9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(-36.7%)</a:t>
            </a:r>
          </a:p>
        </p:txBody>
      </p:sp>
      <p:sp>
        <p:nvSpPr>
          <p:cNvPr id="116" name="DL__chicken_flavor1__NV_XC09__202506"/>
          <p:cNvSpPr txBox="1"/>
          <p:nvPr/>
        </p:nvSpPr>
        <p:spPr>
          <a:xfrm>
            <a:off x="38121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38.4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(-35.6%)</a:t>
            </a:r>
          </a:p>
        </p:txBody>
      </p:sp>
      <p:sp>
        <p:nvSpPr>
          <p:cNvPr id="117" name="DL__chicken_flavor1__NV_XC09__202507"/>
          <p:cNvSpPr txBox="1"/>
          <p:nvPr/>
        </p:nvSpPr>
        <p:spPr>
          <a:xfrm>
            <a:off x="42693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41.1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(-29.1%)</a:t>
            </a:r>
          </a:p>
        </p:txBody>
      </p:sp>
      <p:sp>
        <p:nvSpPr>
          <p:cNvPr id="118" name="DL__chicken_flavor1__NV_XC09__202508"/>
          <p:cNvSpPr txBox="1"/>
          <p:nvPr/>
        </p:nvSpPr>
        <p:spPr>
          <a:xfrm>
            <a:off x="47265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45.9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(-10.2%)</a:t>
            </a:r>
          </a:p>
        </p:txBody>
      </p:sp>
      <p:sp>
        <p:nvSpPr>
          <p:cNvPr id="119" name="DL__chicken_flavor1__NV_XC09__202509"/>
          <p:cNvSpPr txBox="1"/>
          <p:nvPr/>
        </p:nvSpPr>
        <p:spPr>
          <a:xfrm>
            <a:off x="51837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34.1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(-11.7%)</a:t>
            </a:r>
          </a:p>
        </p:txBody>
      </p:sp>
      <p:sp>
        <p:nvSpPr>
          <p:cNvPr id="120" name="DL__chicken_flavor1__NV_XC09__202510"/>
          <p:cNvSpPr txBox="1"/>
          <p:nvPr/>
        </p:nvSpPr>
        <p:spPr>
          <a:xfrm>
            <a:off x="56409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40.9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(-1.8%)</a:t>
            </a:r>
          </a:p>
        </p:txBody>
      </p:sp>
      <p:sp>
        <p:nvSpPr>
          <p:cNvPr id="121" name="DL__chicken_flavor1__NV_XC09__202511"/>
          <p:cNvSpPr txBox="1"/>
          <p:nvPr/>
        </p:nvSpPr>
        <p:spPr>
          <a:xfrm>
            <a:off x="60981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48.4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(+12.7%)</a:t>
            </a:r>
          </a:p>
        </p:txBody>
      </p:sp>
      <p:sp>
        <p:nvSpPr>
          <p:cNvPr id="122" name="DL__chicken_flavor1__NV_XC09__202512"/>
          <p:cNvSpPr txBox="1"/>
          <p:nvPr/>
        </p:nvSpPr>
        <p:spPr>
          <a:xfrm>
            <a:off x="65553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35.1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(-5.3%)</a:t>
            </a:r>
          </a:p>
        </p:txBody>
      </p:sp>
      <p:sp>
        <p:nvSpPr>
          <p:cNvPr id="123" name="DL__chicken_flavor1__NV_XC09__202601"/>
          <p:cNvSpPr txBox="1"/>
          <p:nvPr/>
        </p:nvSpPr>
        <p:spPr>
          <a:xfrm>
            <a:off x="70125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30.2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(-32.7%)</a:t>
            </a:r>
          </a:p>
        </p:txBody>
      </p:sp>
      <p:sp>
        <p:nvSpPr>
          <p:cNvPr id="124" name="DL__chicken_flavor1__NV_XC09__202602"/>
          <p:cNvSpPr txBox="1"/>
          <p:nvPr/>
        </p:nvSpPr>
        <p:spPr>
          <a:xfrm>
            <a:off x="74697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27.5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(-30.9%)</a:t>
            </a:r>
          </a:p>
        </p:txBody>
      </p:sp>
      <p:sp>
        <p:nvSpPr>
          <p:cNvPr id="125" name="DL__chicken_flavor1__NV_XC09__202603"/>
          <p:cNvSpPr txBox="1"/>
          <p:nvPr/>
        </p:nvSpPr>
        <p:spPr>
          <a:xfrm>
            <a:off x="79269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23.2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(-43.4%)</a:t>
            </a:r>
          </a:p>
        </p:txBody>
      </p:sp>
      <p:sp>
        <p:nvSpPr>
          <p:cNvPr id="126" name="DL__chicken_flavor1__NV_XC09__202604"/>
          <p:cNvSpPr txBox="1"/>
          <p:nvPr/>
        </p:nvSpPr>
        <p:spPr>
          <a:xfrm>
            <a:off x="83841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27.7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(-13.0%)</a:t>
            </a:r>
          </a:p>
        </p:txBody>
      </p:sp>
      <p:sp>
        <p:nvSpPr>
          <p:cNvPr id="127" name="DL__chicken_flavor1__NV_XC09__202605"/>
          <p:cNvSpPr txBox="1"/>
          <p:nvPr/>
        </p:nvSpPr>
        <p:spPr>
          <a:xfrm>
            <a:off x="88413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26.0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(-21.1%)</a:t>
            </a:r>
          </a:p>
        </p:txBody>
      </p:sp>
      <p:sp>
        <p:nvSpPr>
          <p:cNvPr id="128" name="DL__chicken_flavor1__NV_XC09__202606"/>
          <p:cNvSpPr txBox="1"/>
          <p:nvPr/>
        </p:nvSpPr>
        <p:spPr>
          <a:xfrm>
            <a:off x="92985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20.9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(-45.5%)</a:t>
            </a:r>
          </a:p>
        </p:txBody>
      </p:sp>
      <p:sp>
        <p:nvSpPr>
          <p:cNvPr id="129" name="DL__chicken_flavor1__NV_XC09__202607"/>
          <p:cNvSpPr txBox="1"/>
          <p:nvPr/>
        </p:nvSpPr>
        <p:spPr>
          <a:xfrm>
            <a:off x="97557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21.5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(-47.6%)</a:t>
            </a:r>
          </a:p>
        </p:txBody>
      </p:sp>
      <p:sp>
        <p:nvSpPr>
          <p:cNvPr id="130" name="DL__chicken_flavor1__NV_XC09__202608"/>
          <p:cNvSpPr txBox="1"/>
          <p:nvPr/>
        </p:nvSpPr>
        <p:spPr>
          <a:xfrm>
            <a:off x="102129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19.7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(-57.1%)</a:t>
            </a:r>
          </a:p>
        </p:txBody>
      </p:sp>
      <p:sp>
        <p:nvSpPr>
          <p:cNvPr id="131" name="DL__chicken_flavor1__NV_XC09__202609"/>
          <p:cNvSpPr txBox="1"/>
          <p:nvPr/>
        </p:nvSpPr>
        <p:spPr>
          <a:xfrm>
            <a:off x="106701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16.9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(-50.5%)</a:t>
            </a:r>
          </a:p>
        </p:txBody>
      </p:sp>
      <p:sp>
        <p:nvSpPr>
          <p:cNvPr id="132" name="DL__chicken_flavor1__NV_XC09__202610"/>
          <p:cNvSpPr txBox="1"/>
          <p:nvPr/>
        </p:nvSpPr>
        <p:spPr>
          <a:xfrm>
            <a:off x="111273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18.0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(-49.5%)</a:t>
            </a:r>
          </a:p>
        </p:txBody>
      </p:sp>
      <p:sp>
        <p:nvSpPr>
          <p:cNvPr id="133" name="SWATCH_chicken_flavor1_NV_XC11"/>
          <p:cNvSpPr/>
          <p:nvPr/>
        </p:nvSpPr>
        <p:spPr>
          <a:xfrm>
            <a:off x="603504" y="5140756"/>
            <a:ext cx="91440" cy="32004"/>
          </a:xfrm>
          <a:prstGeom prst="rect">
            <a:avLst/>
          </a:prstGeom>
          <a:solidFill>
            <a:srgbClr val="B65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SERIES_chicken_flavor1_NV_XC11"/>
          <p:cNvSpPr txBox="1"/>
          <p:nvPr/>
        </p:nvSpPr>
        <p:spPr>
          <a:xfrm>
            <a:off x="749808" y="5082235"/>
            <a:ext cx="923544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>
                <a:solidFill>
                  <a:srgbClr val="B65346"/>
                </a:solidFill>
                <a:latin typeface="맑은 고딕"/>
              </a:rPr>
              <a:t>시즈닝·분말</a:t>
            </a:r>
          </a:p>
        </p:txBody>
      </p:sp>
      <p:sp>
        <p:nvSpPr>
          <p:cNvPr id="135" name="DL__chicken_flavor1__NV_XC11__202501"/>
          <p:cNvSpPr txBox="1"/>
          <p:nvPr/>
        </p:nvSpPr>
        <p:spPr>
          <a:xfrm>
            <a:off x="15261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7.3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(-9.0%)</a:t>
            </a:r>
          </a:p>
        </p:txBody>
      </p:sp>
      <p:sp>
        <p:nvSpPr>
          <p:cNvPr id="136" name="DL__chicken_flavor1__NV_XC11__202502"/>
          <p:cNvSpPr txBox="1"/>
          <p:nvPr/>
        </p:nvSpPr>
        <p:spPr>
          <a:xfrm>
            <a:off x="19833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6.7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(-7.7%)</a:t>
            </a:r>
          </a:p>
        </p:txBody>
      </p:sp>
      <p:sp>
        <p:nvSpPr>
          <p:cNvPr id="137" name="DL__chicken_flavor1__NV_XC11__202503"/>
          <p:cNvSpPr txBox="1"/>
          <p:nvPr/>
        </p:nvSpPr>
        <p:spPr>
          <a:xfrm>
            <a:off x="24405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6.3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(-9.2%)</a:t>
            </a:r>
          </a:p>
        </p:txBody>
      </p:sp>
      <p:sp>
        <p:nvSpPr>
          <p:cNvPr id="138" name="DL__chicken_flavor1__NV_XC11__202504"/>
          <p:cNvSpPr txBox="1"/>
          <p:nvPr/>
        </p:nvSpPr>
        <p:spPr>
          <a:xfrm>
            <a:off x="28977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5.9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(-4.8%)</a:t>
            </a:r>
          </a:p>
        </p:txBody>
      </p:sp>
      <p:sp>
        <p:nvSpPr>
          <p:cNvPr id="139" name="DL__chicken_flavor1__NV_XC11__202505"/>
          <p:cNvSpPr txBox="1"/>
          <p:nvPr/>
        </p:nvSpPr>
        <p:spPr>
          <a:xfrm>
            <a:off x="33549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6.7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(+3.9%)</a:t>
            </a:r>
          </a:p>
        </p:txBody>
      </p:sp>
      <p:sp>
        <p:nvSpPr>
          <p:cNvPr id="140" name="DL__chicken_flavor1__NV_XC11__202506"/>
          <p:cNvSpPr txBox="1"/>
          <p:nvPr/>
        </p:nvSpPr>
        <p:spPr>
          <a:xfrm>
            <a:off x="38121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6.1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(+8.4%)</a:t>
            </a:r>
          </a:p>
        </p:txBody>
      </p:sp>
      <p:sp>
        <p:nvSpPr>
          <p:cNvPr id="141" name="DL__chicken_flavor1__NV_XC11__202507"/>
          <p:cNvSpPr txBox="1"/>
          <p:nvPr/>
        </p:nvSpPr>
        <p:spPr>
          <a:xfrm>
            <a:off x="42693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6.5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(+6.0%)</a:t>
            </a:r>
          </a:p>
        </p:txBody>
      </p:sp>
      <p:sp>
        <p:nvSpPr>
          <p:cNvPr id="142" name="DL__chicken_flavor1__NV_XC11__202508"/>
          <p:cNvSpPr txBox="1"/>
          <p:nvPr/>
        </p:nvSpPr>
        <p:spPr>
          <a:xfrm>
            <a:off x="47265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6.5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(-10.2%)</a:t>
            </a:r>
          </a:p>
        </p:txBody>
      </p:sp>
      <p:sp>
        <p:nvSpPr>
          <p:cNvPr id="143" name="DL__chicken_flavor1__NV_XC11__202509"/>
          <p:cNvSpPr txBox="1"/>
          <p:nvPr/>
        </p:nvSpPr>
        <p:spPr>
          <a:xfrm>
            <a:off x="51837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6.1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(+1.0%)</a:t>
            </a:r>
          </a:p>
        </p:txBody>
      </p:sp>
      <p:sp>
        <p:nvSpPr>
          <p:cNvPr id="144" name="DL__chicken_flavor1__NV_XC11__202510"/>
          <p:cNvSpPr txBox="1"/>
          <p:nvPr/>
        </p:nvSpPr>
        <p:spPr>
          <a:xfrm>
            <a:off x="56409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5.5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(-75.0%)</a:t>
            </a:r>
          </a:p>
        </p:txBody>
      </p:sp>
      <p:sp>
        <p:nvSpPr>
          <p:cNvPr id="145" name="DL__chicken_flavor1__NV_XC11__202511"/>
          <p:cNvSpPr txBox="1"/>
          <p:nvPr/>
        </p:nvSpPr>
        <p:spPr>
          <a:xfrm>
            <a:off x="60981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5.1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(-37.8%)</a:t>
            </a:r>
          </a:p>
        </p:txBody>
      </p:sp>
      <p:sp>
        <p:nvSpPr>
          <p:cNvPr id="146" name="DL__chicken_flavor1__NV_XC11__202512"/>
          <p:cNvSpPr txBox="1"/>
          <p:nvPr/>
        </p:nvSpPr>
        <p:spPr>
          <a:xfrm>
            <a:off x="65553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5.2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(-33.4%)</a:t>
            </a:r>
          </a:p>
        </p:txBody>
      </p:sp>
      <p:sp>
        <p:nvSpPr>
          <p:cNvPr id="147" name="DL__chicken_flavor1__NV_XC11__202601"/>
          <p:cNvSpPr txBox="1"/>
          <p:nvPr/>
        </p:nvSpPr>
        <p:spPr>
          <a:xfrm>
            <a:off x="70125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4.5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(-38.4%)</a:t>
            </a:r>
          </a:p>
        </p:txBody>
      </p:sp>
      <p:sp>
        <p:nvSpPr>
          <p:cNvPr id="148" name="DL__chicken_flavor1__NV_XC11__202602"/>
          <p:cNvSpPr txBox="1"/>
          <p:nvPr/>
        </p:nvSpPr>
        <p:spPr>
          <a:xfrm>
            <a:off x="74697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4.4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(-33.6%)</a:t>
            </a:r>
          </a:p>
        </p:txBody>
      </p:sp>
      <p:sp>
        <p:nvSpPr>
          <p:cNvPr id="149" name="DL__chicken_flavor1__NV_XC11__202603"/>
          <p:cNvSpPr txBox="1"/>
          <p:nvPr/>
        </p:nvSpPr>
        <p:spPr>
          <a:xfrm>
            <a:off x="79269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4.5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(-28.0%)</a:t>
            </a:r>
          </a:p>
        </p:txBody>
      </p:sp>
      <p:sp>
        <p:nvSpPr>
          <p:cNvPr id="150" name="DL__chicken_flavor1__NV_XC11__202604"/>
          <p:cNvSpPr txBox="1"/>
          <p:nvPr/>
        </p:nvSpPr>
        <p:spPr>
          <a:xfrm>
            <a:off x="83841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4.1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(-30.1%)</a:t>
            </a:r>
          </a:p>
        </p:txBody>
      </p:sp>
      <p:sp>
        <p:nvSpPr>
          <p:cNvPr id="151" name="DL__chicken_flavor1__NV_XC11__202605"/>
          <p:cNvSpPr txBox="1"/>
          <p:nvPr/>
        </p:nvSpPr>
        <p:spPr>
          <a:xfrm>
            <a:off x="88413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4.6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(-31.2%)</a:t>
            </a:r>
          </a:p>
        </p:txBody>
      </p:sp>
      <p:sp>
        <p:nvSpPr>
          <p:cNvPr id="152" name="DL__chicken_flavor1__NV_XC11__202606"/>
          <p:cNvSpPr txBox="1"/>
          <p:nvPr/>
        </p:nvSpPr>
        <p:spPr>
          <a:xfrm>
            <a:off x="92985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4.4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(-28.8%)</a:t>
            </a:r>
          </a:p>
        </p:txBody>
      </p:sp>
      <p:sp>
        <p:nvSpPr>
          <p:cNvPr id="153" name="DL__chicken_flavor1__NV_XC11__202607"/>
          <p:cNvSpPr txBox="1"/>
          <p:nvPr/>
        </p:nvSpPr>
        <p:spPr>
          <a:xfrm>
            <a:off x="97557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5.2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(-20.7%)</a:t>
            </a:r>
          </a:p>
        </p:txBody>
      </p:sp>
      <p:sp>
        <p:nvSpPr>
          <p:cNvPr id="154" name="DL__chicken_flavor1__NV_XC11__202608"/>
          <p:cNvSpPr txBox="1"/>
          <p:nvPr/>
        </p:nvSpPr>
        <p:spPr>
          <a:xfrm>
            <a:off x="102129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4.6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(-29.9%)</a:t>
            </a:r>
          </a:p>
        </p:txBody>
      </p:sp>
      <p:sp>
        <p:nvSpPr>
          <p:cNvPr id="155" name="DL__chicken_flavor1__NV_XC11__202609"/>
          <p:cNvSpPr txBox="1"/>
          <p:nvPr/>
        </p:nvSpPr>
        <p:spPr>
          <a:xfrm>
            <a:off x="106701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4.4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(-28.0%)</a:t>
            </a:r>
          </a:p>
        </p:txBody>
      </p:sp>
      <p:sp>
        <p:nvSpPr>
          <p:cNvPr id="156" name="DL__chicken_flavor1__NV_XC11__202610"/>
          <p:cNvSpPr txBox="1"/>
          <p:nvPr/>
        </p:nvSpPr>
        <p:spPr>
          <a:xfrm>
            <a:off x="111273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4.2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(-25.8%)</a:t>
            </a:r>
          </a:p>
        </p:txBody>
      </p:sp>
      <p:sp>
        <p:nvSpPr>
          <p:cNvPr id="157" name="SWATCH_chicken_flavor1_NV_XC13"/>
          <p:cNvSpPr/>
          <p:nvPr/>
        </p:nvSpPr>
        <p:spPr>
          <a:xfrm>
            <a:off x="603504" y="5337352"/>
            <a:ext cx="91440" cy="32004"/>
          </a:xfrm>
          <a:prstGeom prst="rect">
            <a:avLst/>
          </a:prstGeom>
          <a:solidFill>
            <a:srgbClr val="A68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SERIES_chicken_flavor1_NV_XC13"/>
          <p:cNvSpPr txBox="1"/>
          <p:nvPr/>
        </p:nvSpPr>
        <p:spPr>
          <a:xfrm>
            <a:off x="749808" y="5278831"/>
            <a:ext cx="923544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>
                <a:solidFill>
                  <a:srgbClr val="A68B46"/>
                </a:solidFill>
                <a:latin typeface="맑은 고딕"/>
              </a:rPr>
              <a:t>후추·페퍼</a:t>
            </a:r>
          </a:p>
        </p:txBody>
      </p:sp>
      <p:sp>
        <p:nvSpPr>
          <p:cNvPr id="159" name="DL__chicken_flavor1__NV_XC13__202501"/>
          <p:cNvSpPr txBox="1"/>
          <p:nvPr/>
        </p:nvSpPr>
        <p:spPr>
          <a:xfrm>
            <a:off x="15261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33.6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(-16.7%)</a:t>
            </a:r>
          </a:p>
        </p:txBody>
      </p:sp>
      <p:sp>
        <p:nvSpPr>
          <p:cNvPr id="160" name="DL__chicken_flavor1__NV_XC13__202502"/>
          <p:cNvSpPr txBox="1"/>
          <p:nvPr/>
        </p:nvSpPr>
        <p:spPr>
          <a:xfrm>
            <a:off x="19833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35.8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(-9.6%)</a:t>
            </a:r>
          </a:p>
        </p:txBody>
      </p:sp>
      <p:sp>
        <p:nvSpPr>
          <p:cNvPr id="161" name="DL__chicken_flavor1__NV_XC13__202503"/>
          <p:cNvSpPr txBox="1"/>
          <p:nvPr/>
        </p:nvSpPr>
        <p:spPr>
          <a:xfrm>
            <a:off x="24405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35.9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(-14.3%)</a:t>
            </a:r>
          </a:p>
        </p:txBody>
      </p:sp>
      <p:sp>
        <p:nvSpPr>
          <p:cNvPr id="162" name="DL__chicken_flavor1__NV_XC13__202504"/>
          <p:cNvSpPr txBox="1"/>
          <p:nvPr/>
        </p:nvSpPr>
        <p:spPr>
          <a:xfrm>
            <a:off x="28977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29.7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(-19.8%)</a:t>
            </a:r>
          </a:p>
        </p:txBody>
      </p:sp>
      <p:sp>
        <p:nvSpPr>
          <p:cNvPr id="163" name="DL__chicken_flavor1__NV_XC13__202505"/>
          <p:cNvSpPr txBox="1"/>
          <p:nvPr/>
        </p:nvSpPr>
        <p:spPr>
          <a:xfrm>
            <a:off x="33549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32.8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(-12.0%)</a:t>
            </a:r>
          </a:p>
        </p:txBody>
      </p:sp>
      <p:sp>
        <p:nvSpPr>
          <p:cNvPr id="164" name="DL__chicken_flavor1__NV_XC13__202506"/>
          <p:cNvSpPr txBox="1"/>
          <p:nvPr/>
        </p:nvSpPr>
        <p:spPr>
          <a:xfrm>
            <a:off x="38121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28.7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(-28.0%)</a:t>
            </a:r>
          </a:p>
        </p:txBody>
      </p:sp>
      <p:sp>
        <p:nvSpPr>
          <p:cNvPr id="165" name="DL__chicken_flavor1__NV_XC13__202507"/>
          <p:cNvSpPr txBox="1"/>
          <p:nvPr/>
        </p:nvSpPr>
        <p:spPr>
          <a:xfrm>
            <a:off x="42693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29.1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(-40.5%)</a:t>
            </a:r>
          </a:p>
        </p:txBody>
      </p:sp>
      <p:sp>
        <p:nvSpPr>
          <p:cNvPr id="166" name="DL__chicken_flavor1__NV_XC13__202508"/>
          <p:cNvSpPr txBox="1"/>
          <p:nvPr/>
        </p:nvSpPr>
        <p:spPr>
          <a:xfrm>
            <a:off x="47265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32.0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(-17.9%)</a:t>
            </a:r>
          </a:p>
        </p:txBody>
      </p:sp>
      <p:sp>
        <p:nvSpPr>
          <p:cNvPr id="167" name="DL__chicken_flavor1__NV_XC13__202509"/>
          <p:cNvSpPr txBox="1"/>
          <p:nvPr/>
        </p:nvSpPr>
        <p:spPr>
          <a:xfrm>
            <a:off x="51837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26.2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(-25.1%)</a:t>
            </a:r>
          </a:p>
        </p:txBody>
      </p:sp>
      <p:sp>
        <p:nvSpPr>
          <p:cNvPr id="168" name="DL__chicken_flavor1__NV_XC13__202510"/>
          <p:cNvSpPr txBox="1"/>
          <p:nvPr/>
        </p:nvSpPr>
        <p:spPr>
          <a:xfrm>
            <a:off x="56409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24.8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(-30.7%)</a:t>
            </a:r>
          </a:p>
        </p:txBody>
      </p:sp>
      <p:sp>
        <p:nvSpPr>
          <p:cNvPr id="169" name="DL__chicken_flavor1__NV_XC13__202511"/>
          <p:cNvSpPr txBox="1"/>
          <p:nvPr/>
        </p:nvSpPr>
        <p:spPr>
          <a:xfrm>
            <a:off x="60981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26.2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(-24.9%)</a:t>
            </a:r>
          </a:p>
        </p:txBody>
      </p:sp>
      <p:sp>
        <p:nvSpPr>
          <p:cNvPr id="170" name="DL__chicken_flavor1__NV_XC13__202512"/>
          <p:cNvSpPr txBox="1"/>
          <p:nvPr/>
        </p:nvSpPr>
        <p:spPr>
          <a:xfrm>
            <a:off x="65553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24.0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(-25.0%)</a:t>
            </a:r>
          </a:p>
        </p:txBody>
      </p:sp>
      <p:sp>
        <p:nvSpPr>
          <p:cNvPr id="171" name="DL__chicken_flavor1__NV_XC13__202601"/>
          <p:cNvSpPr txBox="1"/>
          <p:nvPr/>
        </p:nvSpPr>
        <p:spPr>
          <a:xfrm>
            <a:off x="70125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23.5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(-30.2%)</a:t>
            </a:r>
          </a:p>
        </p:txBody>
      </p:sp>
      <p:sp>
        <p:nvSpPr>
          <p:cNvPr id="172" name="DL__chicken_flavor1__NV_XC13__202602"/>
          <p:cNvSpPr txBox="1"/>
          <p:nvPr/>
        </p:nvSpPr>
        <p:spPr>
          <a:xfrm>
            <a:off x="74697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18.7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(-47.7%)</a:t>
            </a:r>
          </a:p>
        </p:txBody>
      </p:sp>
      <p:sp>
        <p:nvSpPr>
          <p:cNvPr id="173" name="DL__chicken_flavor1__NV_XC13__202603"/>
          <p:cNvSpPr txBox="1"/>
          <p:nvPr/>
        </p:nvSpPr>
        <p:spPr>
          <a:xfrm>
            <a:off x="79269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16.2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(-54.7%)</a:t>
            </a:r>
          </a:p>
        </p:txBody>
      </p:sp>
      <p:sp>
        <p:nvSpPr>
          <p:cNvPr id="174" name="DL__chicken_flavor1__NV_XC13__202604"/>
          <p:cNvSpPr txBox="1"/>
          <p:nvPr/>
        </p:nvSpPr>
        <p:spPr>
          <a:xfrm>
            <a:off x="83841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13.0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(-56.1%)</a:t>
            </a:r>
          </a:p>
        </p:txBody>
      </p:sp>
      <p:sp>
        <p:nvSpPr>
          <p:cNvPr id="175" name="DL__chicken_flavor1__NV_XC13__202605"/>
          <p:cNvSpPr txBox="1"/>
          <p:nvPr/>
        </p:nvSpPr>
        <p:spPr>
          <a:xfrm>
            <a:off x="88413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14.8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(-54.8%)</a:t>
            </a:r>
          </a:p>
        </p:txBody>
      </p:sp>
      <p:sp>
        <p:nvSpPr>
          <p:cNvPr id="176" name="DL__chicken_flavor1__NV_XC13__202606"/>
          <p:cNvSpPr txBox="1"/>
          <p:nvPr/>
        </p:nvSpPr>
        <p:spPr>
          <a:xfrm>
            <a:off x="92985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14.7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(-48.9%)</a:t>
            </a:r>
          </a:p>
        </p:txBody>
      </p:sp>
      <p:sp>
        <p:nvSpPr>
          <p:cNvPr id="177" name="DL__chicken_flavor1__NV_XC13__202607"/>
          <p:cNvSpPr txBox="1"/>
          <p:nvPr/>
        </p:nvSpPr>
        <p:spPr>
          <a:xfrm>
            <a:off x="97557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13.3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(-54.2%)</a:t>
            </a:r>
          </a:p>
        </p:txBody>
      </p:sp>
      <p:sp>
        <p:nvSpPr>
          <p:cNvPr id="178" name="DL__chicken_flavor1__NV_XC13__202608"/>
          <p:cNvSpPr txBox="1"/>
          <p:nvPr/>
        </p:nvSpPr>
        <p:spPr>
          <a:xfrm>
            <a:off x="102129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11.5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(-63.9%)</a:t>
            </a:r>
          </a:p>
        </p:txBody>
      </p:sp>
      <p:sp>
        <p:nvSpPr>
          <p:cNvPr id="179" name="DL__chicken_flavor1__NV_XC13__202609"/>
          <p:cNvSpPr txBox="1"/>
          <p:nvPr/>
        </p:nvSpPr>
        <p:spPr>
          <a:xfrm>
            <a:off x="106701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17.2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(-34.4%)</a:t>
            </a:r>
          </a:p>
        </p:txBody>
      </p:sp>
      <p:sp>
        <p:nvSpPr>
          <p:cNvPr id="180" name="DL__chicken_flavor1__NV_XC13__202610"/>
          <p:cNvSpPr txBox="1"/>
          <p:nvPr/>
        </p:nvSpPr>
        <p:spPr>
          <a:xfrm>
            <a:off x="111273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14.8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(-39.5%)</a:t>
            </a:r>
          </a:p>
        </p:txBody>
      </p:sp>
      <p:sp>
        <p:nvSpPr>
          <p:cNvPr id="181" name="SWATCH_chicken_flavor1_NV_XC14"/>
          <p:cNvSpPr/>
          <p:nvPr/>
        </p:nvSpPr>
        <p:spPr>
          <a:xfrm>
            <a:off x="603504" y="5533948"/>
            <a:ext cx="91440" cy="32004"/>
          </a:xfrm>
          <a:prstGeom prst="rect">
            <a:avLst/>
          </a:prstGeom>
          <a:solidFill>
            <a:srgbClr val="B65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SERIES_chicken_flavor1_NV_XC14"/>
          <p:cNvSpPr txBox="1"/>
          <p:nvPr/>
        </p:nvSpPr>
        <p:spPr>
          <a:xfrm>
            <a:off x="749808" y="5475427"/>
            <a:ext cx="923544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>
                <a:solidFill>
                  <a:srgbClr val="B65346"/>
                </a:solidFill>
                <a:latin typeface="맑은 고딕"/>
              </a:rPr>
              <a:t>매운맛</a:t>
            </a:r>
          </a:p>
        </p:txBody>
      </p:sp>
      <p:sp>
        <p:nvSpPr>
          <p:cNvPr id="183" name="DL__chicken_flavor1__NV_XC14__202501"/>
          <p:cNvSpPr txBox="1"/>
          <p:nvPr/>
        </p:nvSpPr>
        <p:spPr>
          <a:xfrm>
            <a:off x="15261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8.4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(-3.7%)</a:t>
            </a:r>
          </a:p>
        </p:txBody>
      </p:sp>
      <p:sp>
        <p:nvSpPr>
          <p:cNvPr id="184" name="DL__chicken_flavor1__NV_XC14__202502"/>
          <p:cNvSpPr txBox="1"/>
          <p:nvPr/>
        </p:nvSpPr>
        <p:spPr>
          <a:xfrm>
            <a:off x="19833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7.9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(-10.0%)</a:t>
            </a:r>
          </a:p>
        </p:txBody>
      </p:sp>
      <p:sp>
        <p:nvSpPr>
          <p:cNvPr id="185" name="DL__chicken_flavor1__NV_XC14__202503"/>
          <p:cNvSpPr txBox="1"/>
          <p:nvPr/>
        </p:nvSpPr>
        <p:spPr>
          <a:xfrm>
            <a:off x="24405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8.1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(-1.0%)</a:t>
            </a:r>
          </a:p>
        </p:txBody>
      </p:sp>
      <p:sp>
        <p:nvSpPr>
          <p:cNvPr id="186" name="DL__chicken_flavor1__NV_XC14__202504"/>
          <p:cNvSpPr txBox="1"/>
          <p:nvPr/>
        </p:nvSpPr>
        <p:spPr>
          <a:xfrm>
            <a:off x="28977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6.9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(-8.4%)</a:t>
            </a:r>
          </a:p>
        </p:txBody>
      </p:sp>
      <p:sp>
        <p:nvSpPr>
          <p:cNvPr id="187" name="DL__chicken_flavor1__NV_XC14__202505"/>
          <p:cNvSpPr txBox="1"/>
          <p:nvPr/>
        </p:nvSpPr>
        <p:spPr>
          <a:xfrm>
            <a:off x="33549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6.5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(-11.5%)</a:t>
            </a:r>
          </a:p>
        </p:txBody>
      </p:sp>
      <p:sp>
        <p:nvSpPr>
          <p:cNvPr id="188" name="DL__chicken_flavor1__NV_XC14__202506"/>
          <p:cNvSpPr txBox="1"/>
          <p:nvPr/>
        </p:nvSpPr>
        <p:spPr>
          <a:xfrm>
            <a:off x="38121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6.3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(-27.0%)</a:t>
            </a:r>
          </a:p>
        </p:txBody>
      </p:sp>
      <p:sp>
        <p:nvSpPr>
          <p:cNvPr id="189" name="DL__chicken_flavor1__NV_XC14__202507"/>
          <p:cNvSpPr txBox="1"/>
          <p:nvPr/>
        </p:nvSpPr>
        <p:spPr>
          <a:xfrm>
            <a:off x="42693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6.6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(-35.4%)</a:t>
            </a:r>
          </a:p>
        </p:txBody>
      </p:sp>
      <p:sp>
        <p:nvSpPr>
          <p:cNvPr id="190" name="DL__chicken_flavor1__NV_XC14__202508"/>
          <p:cNvSpPr txBox="1"/>
          <p:nvPr/>
        </p:nvSpPr>
        <p:spPr>
          <a:xfrm>
            <a:off x="47265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6.8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(-27.4%)</a:t>
            </a:r>
          </a:p>
        </p:txBody>
      </p:sp>
      <p:sp>
        <p:nvSpPr>
          <p:cNvPr id="191" name="DL__chicken_flavor1__NV_XC14__202509"/>
          <p:cNvSpPr txBox="1"/>
          <p:nvPr/>
        </p:nvSpPr>
        <p:spPr>
          <a:xfrm>
            <a:off x="51837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6.1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(-27.3%)</a:t>
            </a:r>
          </a:p>
        </p:txBody>
      </p:sp>
      <p:sp>
        <p:nvSpPr>
          <p:cNvPr id="192" name="DL__chicken_flavor1__NV_XC14__202510"/>
          <p:cNvSpPr txBox="1"/>
          <p:nvPr/>
        </p:nvSpPr>
        <p:spPr>
          <a:xfrm>
            <a:off x="56409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6.4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(-13.9%)</a:t>
            </a:r>
          </a:p>
        </p:txBody>
      </p:sp>
      <p:sp>
        <p:nvSpPr>
          <p:cNvPr id="193" name="DL__chicken_flavor1__NV_XC14__202511"/>
          <p:cNvSpPr txBox="1"/>
          <p:nvPr/>
        </p:nvSpPr>
        <p:spPr>
          <a:xfrm>
            <a:off x="60981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5.5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(-28.1%)</a:t>
            </a:r>
          </a:p>
        </p:txBody>
      </p:sp>
      <p:sp>
        <p:nvSpPr>
          <p:cNvPr id="194" name="DL__chicken_flavor1__NV_XC14__202512"/>
          <p:cNvSpPr txBox="1"/>
          <p:nvPr/>
        </p:nvSpPr>
        <p:spPr>
          <a:xfrm>
            <a:off x="65553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5.7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(-27.1%)</a:t>
            </a:r>
          </a:p>
        </p:txBody>
      </p:sp>
      <p:sp>
        <p:nvSpPr>
          <p:cNvPr id="195" name="DL__chicken_flavor1__NV_XC14__202601"/>
          <p:cNvSpPr txBox="1"/>
          <p:nvPr/>
        </p:nvSpPr>
        <p:spPr>
          <a:xfrm>
            <a:off x="70125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5.2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(-38.1%)</a:t>
            </a:r>
          </a:p>
        </p:txBody>
      </p:sp>
      <p:sp>
        <p:nvSpPr>
          <p:cNvPr id="196" name="DL__chicken_flavor1__NV_XC14__202602"/>
          <p:cNvSpPr txBox="1"/>
          <p:nvPr/>
        </p:nvSpPr>
        <p:spPr>
          <a:xfrm>
            <a:off x="74697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35.2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(+346.1%)</a:t>
            </a:r>
          </a:p>
        </p:txBody>
      </p:sp>
      <p:sp>
        <p:nvSpPr>
          <p:cNvPr id="197" name="DL__chicken_flavor1__NV_XC14__202603"/>
          <p:cNvSpPr txBox="1"/>
          <p:nvPr/>
        </p:nvSpPr>
        <p:spPr>
          <a:xfrm>
            <a:off x="79269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12.5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(+55.2%)</a:t>
            </a:r>
          </a:p>
        </p:txBody>
      </p:sp>
      <p:sp>
        <p:nvSpPr>
          <p:cNvPr id="198" name="DL__chicken_flavor1__NV_XC14__202604"/>
          <p:cNvSpPr txBox="1"/>
          <p:nvPr/>
        </p:nvSpPr>
        <p:spPr>
          <a:xfrm>
            <a:off x="83841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7.8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(+13.3%)</a:t>
            </a:r>
          </a:p>
        </p:txBody>
      </p:sp>
      <p:sp>
        <p:nvSpPr>
          <p:cNvPr id="199" name="DL__chicken_flavor1__NV_XC14__202605"/>
          <p:cNvSpPr txBox="1"/>
          <p:nvPr/>
        </p:nvSpPr>
        <p:spPr>
          <a:xfrm>
            <a:off x="88413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6.1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(-6.5%)</a:t>
            </a:r>
          </a:p>
        </p:txBody>
      </p:sp>
      <p:sp>
        <p:nvSpPr>
          <p:cNvPr id="200" name="DL__chicken_flavor1__NV_XC14__202606"/>
          <p:cNvSpPr txBox="1"/>
          <p:nvPr/>
        </p:nvSpPr>
        <p:spPr>
          <a:xfrm>
            <a:off x="92985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5.3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(-16.5%)</a:t>
            </a:r>
          </a:p>
        </p:txBody>
      </p:sp>
      <p:sp>
        <p:nvSpPr>
          <p:cNvPr id="201" name="DL__chicken_flavor1__NV_XC14__202607"/>
          <p:cNvSpPr txBox="1"/>
          <p:nvPr/>
        </p:nvSpPr>
        <p:spPr>
          <a:xfrm>
            <a:off x="97557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5.0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(-24.5%)</a:t>
            </a:r>
          </a:p>
        </p:txBody>
      </p:sp>
      <p:sp>
        <p:nvSpPr>
          <p:cNvPr id="202" name="DL__chicken_flavor1__NV_XC14__202608"/>
          <p:cNvSpPr txBox="1"/>
          <p:nvPr/>
        </p:nvSpPr>
        <p:spPr>
          <a:xfrm>
            <a:off x="102129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4.5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(-32.9%)</a:t>
            </a:r>
          </a:p>
        </p:txBody>
      </p:sp>
      <p:sp>
        <p:nvSpPr>
          <p:cNvPr id="203" name="DL__chicken_flavor1__NV_XC14__202609"/>
          <p:cNvSpPr txBox="1"/>
          <p:nvPr/>
        </p:nvSpPr>
        <p:spPr>
          <a:xfrm>
            <a:off x="106701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4.0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(-34.7%)</a:t>
            </a:r>
          </a:p>
        </p:txBody>
      </p:sp>
      <p:sp>
        <p:nvSpPr>
          <p:cNvPr id="204" name="DL__chicken_flavor1__NV_XC14__202610"/>
          <p:cNvSpPr txBox="1"/>
          <p:nvPr/>
        </p:nvSpPr>
        <p:spPr>
          <a:xfrm>
            <a:off x="111273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3.9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(-41.8%)</a:t>
            </a:r>
          </a:p>
        </p:txBody>
      </p:sp>
      <p:sp>
        <p:nvSpPr>
          <p:cNvPr id="205" name="SWATCH_chicken_flavor1_NV_XC15"/>
          <p:cNvSpPr/>
          <p:nvPr/>
        </p:nvSpPr>
        <p:spPr>
          <a:xfrm>
            <a:off x="603504" y="5730544"/>
            <a:ext cx="91440" cy="32004"/>
          </a:xfrm>
          <a:prstGeom prst="rect">
            <a:avLst/>
          </a:prstGeom>
          <a:solidFill>
            <a:srgbClr val="637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SERIES_chicken_flavor1_NV_XC15"/>
          <p:cNvSpPr txBox="1"/>
          <p:nvPr/>
        </p:nvSpPr>
        <p:spPr>
          <a:xfrm>
            <a:off x="749808" y="5672023"/>
            <a:ext cx="923544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>
                <a:solidFill>
                  <a:srgbClr val="637E64"/>
                </a:solidFill>
                <a:latin typeface="맑은 고딕"/>
              </a:rPr>
              <a:t>마라</a:t>
            </a:r>
          </a:p>
        </p:txBody>
      </p:sp>
      <p:sp>
        <p:nvSpPr>
          <p:cNvPr id="207" name="DL__chicken_flavor1__NV_XC15__202501"/>
          <p:cNvSpPr txBox="1"/>
          <p:nvPr/>
        </p:nvSpPr>
        <p:spPr>
          <a:xfrm>
            <a:off x="15261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3.5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(-57.4%)</a:t>
            </a:r>
          </a:p>
        </p:txBody>
      </p:sp>
      <p:sp>
        <p:nvSpPr>
          <p:cNvPr id="208" name="DL__chicken_flavor1__NV_XC15__202502"/>
          <p:cNvSpPr txBox="1"/>
          <p:nvPr/>
        </p:nvSpPr>
        <p:spPr>
          <a:xfrm>
            <a:off x="19833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3.3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(-67.7%)</a:t>
            </a:r>
          </a:p>
        </p:txBody>
      </p:sp>
      <p:sp>
        <p:nvSpPr>
          <p:cNvPr id="209" name="DL__chicken_flavor1__NV_XC15__202503"/>
          <p:cNvSpPr txBox="1"/>
          <p:nvPr/>
        </p:nvSpPr>
        <p:spPr>
          <a:xfrm>
            <a:off x="24405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3.0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(-57.0%)</a:t>
            </a:r>
          </a:p>
        </p:txBody>
      </p:sp>
      <p:sp>
        <p:nvSpPr>
          <p:cNvPr id="210" name="DL__chicken_flavor1__NV_XC15__202504"/>
          <p:cNvSpPr txBox="1"/>
          <p:nvPr/>
        </p:nvSpPr>
        <p:spPr>
          <a:xfrm>
            <a:off x="28977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11.1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(+77.4%)</a:t>
            </a:r>
          </a:p>
        </p:txBody>
      </p:sp>
      <p:sp>
        <p:nvSpPr>
          <p:cNvPr id="211" name="DL__chicken_flavor1__NV_XC15__202505"/>
          <p:cNvSpPr txBox="1"/>
          <p:nvPr/>
        </p:nvSpPr>
        <p:spPr>
          <a:xfrm>
            <a:off x="33549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9.4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(+40.3%)</a:t>
            </a:r>
          </a:p>
        </p:txBody>
      </p:sp>
      <p:sp>
        <p:nvSpPr>
          <p:cNvPr id="212" name="DL__chicken_flavor1__NV_XC15__202506"/>
          <p:cNvSpPr txBox="1"/>
          <p:nvPr/>
        </p:nvSpPr>
        <p:spPr>
          <a:xfrm>
            <a:off x="38121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9.2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(+37.4%)</a:t>
            </a:r>
          </a:p>
        </p:txBody>
      </p:sp>
      <p:sp>
        <p:nvSpPr>
          <p:cNvPr id="213" name="DL__chicken_flavor1__NV_XC15__202507"/>
          <p:cNvSpPr txBox="1"/>
          <p:nvPr/>
        </p:nvSpPr>
        <p:spPr>
          <a:xfrm>
            <a:off x="42693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10.3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(+52.9%)</a:t>
            </a:r>
          </a:p>
        </p:txBody>
      </p:sp>
      <p:sp>
        <p:nvSpPr>
          <p:cNvPr id="214" name="DL__chicken_flavor1__NV_XC15__202508"/>
          <p:cNvSpPr txBox="1"/>
          <p:nvPr/>
        </p:nvSpPr>
        <p:spPr>
          <a:xfrm>
            <a:off x="47265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9.2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(+58.4%)</a:t>
            </a:r>
          </a:p>
        </p:txBody>
      </p:sp>
      <p:sp>
        <p:nvSpPr>
          <p:cNvPr id="215" name="DL__chicken_flavor1__NV_XC15__202509"/>
          <p:cNvSpPr txBox="1"/>
          <p:nvPr/>
        </p:nvSpPr>
        <p:spPr>
          <a:xfrm>
            <a:off x="51837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7.8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(+60.5%)</a:t>
            </a:r>
          </a:p>
        </p:txBody>
      </p:sp>
      <p:sp>
        <p:nvSpPr>
          <p:cNvPr id="216" name="DL__chicken_flavor1__NV_XC15__202510"/>
          <p:cNvSpPr txBox="1"/>
          <p:nvPr/>
        </p:nvSpPr>
        <p:spPr>
          <a:xfrm>
            <a:off x="56409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5.1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(+14.5%)</a:t>
            </a:r>
          </a:p>
        </p:txBody>
      </p:sp>
      <p:sp>
        <p:nvSpPr>
          <p:cNvPr id="217" name="DL__chicken_flavor1__NV_XC15__202511"/>
          <p:cNvSpPr txBox="1"/>
          <p:nvPr/>
        </p:nvSpPr>
        <p:spPr>
          <a:xfrm>
            <a:off x="60981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4.8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(+14.8%)</a:t>
            </a:r>
          </a:p>
        </p:txBody>
      </p:sp>
      <p:sp>
        <p:nvSpPr>
          <p:cNvPr id="218" name="DL__chicken_flavor1__NV_XC15__202512"/>
          <p:cNvSpPr txBox="1"/>
          <p:nvPr/>
        </p:nvSpPr>
        <p:spPr>
          <a:xfrm>
            <a:off x="65553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4.5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(+23.8%)</a:t>
            </a:r>
          </a:p>
        </p:txBody>
      </p:sp>
      <p:sp>
        <p:nvSpPr>
          <p:cNvPr id="219" name="DL__chicken_flavor1__NV_XC15__202601"/>
          <p:cNvSpPr txBox="1"/>
          <p:nvPr/>
        </p:nvSpPr>
        <p:spPr>
          <a:xfrm>
            <a:off x="70125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4.5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(+30.3%)</a:t>
            </a:r>
          </a:p>
        </p:txBody>
      </p:sp>
      <p:sp>
        <p:nvSpPr>
          <p:cNvPr id="220" name="DL__chicken_flavor1__NV_XC15__202602"/>
          <p:cNvSpPr txBox="1"/>
          <p:nvPr/>
        </p:nvSpPr>
        <p:spPr>
          <a:xfrm>
            <a:off x="74697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4.0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(+18.3%)</a:t>
            </a:r>
          </a:p>
        </p:txBody>
      </p:sp>
      <p:sp>
        <p:nvSpPr>
          <p:cNvPr id="221" name="DL__chicken_flavor1__NV_XC15__202603"/>
          <p:cNvSpPr txBox="1"/>
          <p:nvPr/>
        </p:nvSpPr>
        <p:spPr>
          <a:xfrm>
            <a:off x="79269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3.4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(+13.6%)</a:t>
            </a:r>
          </a:p>
        </p:txBody>
      </p:sp>
      <p:sp>
        <p:nvSpPr>
          <p:cNvPr id="222" name="DL__chicken_flavor1__NV_XC15__202604"/>
          <p:cNvSpPr txBox="1"/>
          <p:nvPr/>
        </p:nvSpPr>
        <p:spPr>
          <a:xfrm>
            <a:off x="83841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2.9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(-73.9%)</a:t>
            </a:r>
          </a:p>
        </p:txBody>
      </p:sp>
      <p:sp>
        <p:nvSpPr>
          <p:cNvPr id="223" name="DL__chicken_flavor1__NV_XC15__202605"/>
          <p:cNvSpPr txBox="1"/>
          <p:nvPr/>
        </p:nvSpPr>
        <p:spPr>
          <a:xfrm>
            <a:off x="88413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3.1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(-67.2%)</a:t>
            </a:r>
          </a:p>
        </p:txBody>
      </p:sp>
      <p:sp>
        <p:nvSpPr>
          <p:cNvPr id="224" name="DL__chicken_flavor1__NV_XC15__202606"/>
          <p:cNvSpPr txBox="1"/>
          <p:nvPr/>
        </p:nvSpPr>
        <p:spPr>
          <a:xfrm>
            <a:off x="92985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2.9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(-68.6%)</a:t>
            </a:r>
          </a:p>
        </p:txBody>
      </p:sp>
      <p:sp>
        <p:nvSpPr>
          <p:cNvPr id="225" name="DL__chicken_flavor1__NV_XC15__202607"/>
          <p:cNvSpPr txBox="1"/>
          <p:nvPr/>
        </p:nvSpPr>
        <p:spPr>
          <a:xfrm>
            <a:off x="97557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17.4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(+68.8%)</a:t>
            </a:r>
          </a:p>
        </p:txBody>
      </p:sp>
      <p:sp>
        <p:nvSpPr>
          <p:cNvPr id="226" name="DL__chicken_flavor1__NV_XC15__202608"/>
          <p:cNvSpPr txBox="1"/>
          <p:nvPr/>
        </p:nvSpPr>
        <p:spPr>
          <a:xfrm>
            <a:off x="102129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9.9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(+7.4%)</a:t>
            </a:r>
          </a:p>
        </p:txBody>
      </p:sp>
      <p:sp>
        <p:nvSpPr>
          <p:cNvPr id="227" name="DL__chicken_flavor1__NV_XC15__202609"/>
          <p:cNvSpPr txBox="1"/>
          <p:nvPr/>
        </p:nvSpPr>
        <p:spPr>
          <a:xfrm>
            <a:off x="106701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5.2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(-33.4%)</a:t>
            </a:r>
          </a:p>
        </p:txBody>
      </p:sp>
      <p:sp>
        <p:nvSpPr>
          <p:cNvPr id="228" name="DL__chicken_flavor1__NV_XC15__202610"/>
          <p:cNvSpPr txBox="1"/>
          <p:nvPr/>
        </p:nvSpPr>
        <p:spPr>
          <a:xfrm>
            <a:off x="111273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6.0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(+20.3%)</a:t>
            </a:r>
          </a:p>
        </p:txBody>
      </p:sp>
      <p:sp>
        <p:nvSpPr>
          <p:cNvPr id="229" name="INSIGHT"/>
          <p:cNvSpPr txBox="1"/>
          <p:nvPr/>
        </p:nvSpPr>
        <p:spPr>
          <a:xfrm>
            <a:off x="704088" y="1188720"/>
            <a:ext cx="10908792" cy="5212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50"/>
              </a:lnSpc>
              <a:spcBef>
                <a:spcPts val="0"/>
              </a:spcBef>
              <a:spcAft>
                <a:spcPts val="0"/>
              </a:spcAft>
            </a:pPr>
            <a:r>
              <a:rPr sz="1750">
                <a:solidFill>
                  <a:srgbClr val="3A4147"/>
                </a:solidFill>
                <a:latin typeface="맑은 고딕"/>
              </a:rPr>
              <a:t>2026.10.1~19 전년비, 마라 5.0→6.0(+20.3%)로 상승,</a:t>
            </a:r>
          </a:p>
          <a:p>
            <a:pPr>
              <a:lnSpc>
                <a:spcPts val="1850"/>
              </a:lnSpc>
              <a:spcBef>
                <a:spcPts val="0"/>
              </a:spcBef>
              <a:spcAft>
                <a:spcPts val="0"/>
              </a:spcAft>
            </a:pPr>
            <a:r>
              <a:rPr sz="1750">
                <a:solidFill>
                  <a:srgbClr val="3A4147"/>
                </a:solidFill>
                <a:latin typeface="맑은 고딕"/>
              </a:rPr>
              <a:t>불닭 −49.5%·간장 −48.1%로 하락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CCENT"/>
          <p:cNvSpPr/>
          <p:nvPr/>
        </p:nvSpPr>
        <p:spPr>
          <a:xfrm>
            <a:off x="530352" y="731520"/>
            <a:ext cx="50292" cy="969264"/>
          </a:xfrm>
          <a:prstGeom prst="rect">
            <a:avLst/>
          </a:prstGeom>
          <a:solidFill>
            <a:srgbClr val="B65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ECTION"/>
          <p:cNvSpPr txBox="1"/>
          <p:nvPr/>
        </p:nvSpPr>
        <p:spPr>
          <a:xfrm>
            <a:off x="594360" y="274320"/>
            <a:ext cx="1097280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2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363B3D"/>
                </a:solidFill>
                <a:latin typeface="맑은 고딕"/>
              </a:rPr>
              <a:t>2026.10.22 시장·자사 분석 | 치킨 · 19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704088" y="722376"/>
            <a:ext cx="10908792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292D32"/>
                </a:solidFill>
                <a:latin typeface="맑은 고딕"/>
              </a:rPr>
              <a:t>치킨 맛별 검색관심 ② | 치즈·크림·커리 등</a:t>
            </a:r>
          </a:p>
        </p:txBody>
      </p:sp>
      <p:sp>
        <p:nvSpPr>
          <p:cNvPr id="6" name="FOOT_LINE"/>
          <p:cNvSpPr/>
          <p:nvPr/>
        </p:nvSpPr>
        <p:spPr>
          <a:xfrm>
            <a:off x="594360" y="6272784"/>
            <a:ext cx="11018520" cy="5486"/>
          </a:xfrm>
          <a:prstGeom prst="rect">
            <a:avLst/>
          </a:prstGeom>
          <a:solidFill>
            <a:srgbClr val="E4E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AGE"/>
          <p:cNvSpPr txBox="1"/>
          <p:nvPr/>
        </p:nvSpPr>
        <p:spPr>
          <a:xfrm>
            <a:off x="11173968" y="6391656"/>
            <a:ext cx="4114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63B3D"/>
                </a:solidFill>
                <a:latin typeface="맑은 고딕"/>
              </a:rPr>
              <a:t>19</a:t>
            </a:r>
          </a:p>
        </p:txBody>
      </p:sp>
      <p:sp>
        <p:nvSpPr>
          <p:cNvPr id="8" name="UNIT"/>
          <p:cNvSpPr txBox="1"/>
          <p:nvPr/>
        </p:nvSpPr>
        <p:spPr>
          <a:xfrm>
            <a:off x="594360" y="1810512"/>
            <a:ext cx="11018520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686E73"/>
                </a:solidFill>
                <a:latin typeface="맑은 고딕"/>
              </a:rPr>
              <a:t>월별 일평균 검색관심 | 25.01~26.10.19 · 24.01~26.10.19 각 묶음 최고일=100 · 레이블:값/(전년비)</a:t>
            </a:r>
          </a:p>
        </p:txBody>
      </p:sp>
      <p:sp>
        <p:nvSpPr>
          <p:cNvPr id="9" name="QUERY_SCOPE"/>
          <p:cNvSpPr txBox="1"/>
          <p:nvPr/>
        </p:nvSpPr>
        <p:spPr>
          <a:xfrm>
            <a:off x="594360" y="2103120"/>
            <a:ext cx="1101852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686E73"/>
                </a:solidFill>
                <a:latin typeface="맑은 고딕"/>
              </a:rPr>
              <a:t>검색어 예시 | 치즈:치즈치킨·나폴리 투움바 / 허니·꿀:허니치킨·커링클 / 양파·어니언:양파치킨·짱닭치킨 어니언 치킨 / 고추:고추치킨·맵시크 치킨 / 마요·마요네즈:마요치킨·마요피뇨 / 와사비:와사비치킨·wasabi chicken / 깐풍:깐풍치킨·맵싸한 깐풍 치킨 / 커리·카레:커리치킨·커링클 / 크림:크림치킨·커링클</a:t>
            </a:r>
          </a:p>
        </p:txBody>
      </p:sp>
      <p:sp>
        <p:nvSpPr>
          <p:cNvPr id="10" name="CAPTION"/>
          <p:cNvSpPr txBox="1"/>
          <p:nvPr/>
        </p:nvSpPr>
        <p:spPr>
          <a:xfrm>
            <a:off x="621792" y="5925312"/>
            <a:ext cx="10963656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86E73"/>
                </a:solidFill>
                <a:latin typeface="맑은 고딕"/>
              </a:rPr>
              <a:t>각 선의 최고 검색일=100이므로 선 높이로 검색규모·판매량을 비교하지 않습니다.26.10 전년비는 양쪽 모두10.1~19일입니다.</a:t>
            </a:r>
          </a:p>
          <a:p>
            <a:pPr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86E73"/>
                </a:solidFill>
                <a:latin typeface="맑은 고딕"/>
              </a:rPr>
              <a:t>(전년0)=비교 지수0으로 증감률 계산 불가.0은 검색이 없었다는 뜻으로 단정하지 않습니다.묶음은 중복될 수 있습니다.</a:t>
            </a:r>
          </a:p>
        </p:txBody>
      </p:sp>
      <p:sp>
        <p:nvSpPr>
          <p:cNvPr id="11" name="SOURCES"/>
          <p:cNvSpPr txBox="1"/>
          <p:nvPr/>
        </p:nvSpPr>
        <p:spPr>
          <a:xfrm>
            <a:off x="603504" y="6391656"/>
            <a:ext cx="1040587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686E73"/>
                </a:solidFill>
                <a:latin typeface="맑은 고딕"/>
              </a:rPr>
              <a:t>자료:네이버 데이터랩 | 일간·PC+모바일·성별/연령 전체 | 검색식·원값:근거Excel(Naver)</a:t>
            </a:r>
            <a:r>
              <a:rPr sz="900">
                <a:solidFill>
                  <a:srgbClr val="686E73"/>
                </a:solidFill>
                <a:latin typeface="맑은 고딕"/>
                <a:hlinkClick r:id="rId2"/>
              </a:rPr>
              <a:t> · 원본1</a:t>
            </a:r>
            <a:r>
              <a:rPr sz="900">
                <a:solidFill>
                  <a:srgbClr val="686E73"/>
                </a:solidFill>
                <a:latin typeface="맑은 고딕"/>
                <a:hlinkClick r:id="rId3"/>
              </a:rPr>
              <a:t> · 원본2</a:t>
            </a:r>
            <a:r>
              <a:rPr sz="900">
                <a:solidFill>
                  <a:srgbClr val="686E73"/>
                </a:solidFill>
                <a:latin typeface="맑은 고딕"/>
                <a:hlinkClick r:id="rId4"/>
              </a:rPr>
              <a:t> · 원본3</a:t>
            </a:r>
          </a:p>
        </p:txBody>
      </p:sp>
      <p:graphicFrame>
        <p:nvGraphicFramePr>
          <p:cNvPr id="12" name="DAILY_chicken_flavor2"/>
          <p:cNvGraphicFramePr>
            <a:graphicFrameLocks noGrp="1"/>
          </p:cNvGraphicFramePr>
          <p:nvPr/>
        </p:nvGraphicFramePr>
        <p:xfrm>
          <a:off x="548640" y="2505456"/>
          <a:ext cx="11064240" cy="1431036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3" name="SWATCH_chicken_flavor2_NV_XC17"/>
          <p:cNvSpPr/>
          <p:nvPr/>
        </p:nvSpPr>
        <p:spPr>
          <a:xfrm>
            <a:off x="603504" y="4157776"/>
            <a:ext cx="91440" cy="32004"/>
          </a:xfrm>
          <a:prstGeom prst="rect">
            <a:avLst/>
          </a:prstGeom>
          <a:solidFill>
            <a:srgbClr val="B58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ERIES_chicken_flavor2_NV_XC17"/>
          <p:cNvSpPr txBox="1"/>
          <p:nvPr/>
        </p:nvSpPr>
        <p:spPr>
          <a:xfrm>
            <a:off x="749808" y="4099255"/>
            <a:ext cx="923544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>
                <a:solidFill>
                  <a:srgbClr val="B58F38"/>
                </a:solidFill>
                <a:latin typeface="맑은 고딕"/>
              </a:rPr>
              <a:t>치즈</a:t>
            </a:r>
          </a:p>
        </p:txBody>
      </p:sp>
      <p:sp>
        <p:nvSpPr>
          <p:cNvPr id="15" name="DL__chicken_flavor2__NV_XC17__202501"/>
          <p:cNvSpPr txBox="1"/>
          <p:nvPr/>
        </p:nvSpPr>
        <p:spPr>
          <a:xfrm>
            <a:off x="1526133" y="408279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58F38"/>
                </a:solidFill>
                <a:latin typeface="맑은 고딕"/>
              </a:rPr>
              <a:t>5.0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58F38"/>
                </a:solidFill>
                <a:latin typeface="맑은 고딕"/>
              </a:rPr>
              <a:t>(+302.8%)</a:t>
            </a:r>
          </a:p>
        </p:txBody>
      </p:sp>
      <p:sp>
        <p:nvSpPr>
          <p:cNvPr id="16" name="DL__chicken_flavor2__NV_XC17__202502"/>
          <p:cNvSpPr txBox="1"/>
          <p:nvPr/>
        </p:nvSpPr>
        <p:spPr>
          <a:xfrm>
            <a:off x="1983333" y="408279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58F38"/>
                </a:solidFill>
                <a:latin typeface="맑은 고딕"/>
              </a:rPr>
              <a:t>4.0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58F38"/>
                </a:solidFill>
                <a:latin typeface="맑은 고딕"/>
              </a:rPr>
              <a:t>(+262.1%)</a:t>
            </a:r>
          </a:p>
        </p:txBody>
      </p:sp>
      <p:sp>
        <p:nvSpPr>
          <p:cNvPr id="17" name="DL__chicken_flavor2__NV_XC17__202503"/>
          <p:cNvSpPr txBox="1"/>
          <p:nvPr/>
        </p:nvSpPr>
        <p:spPr>
          <a:xfrm>
            <a:off x="2440533" y="408279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58F38"/>
                </a:solidFill>
                <a:latin typeface="맑은 고딕"/>
              </a:rPr>
              <a:t>9.5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58F38"/>
                </a:solidFill>
                <a:latin typeface="맑은 고딕"/>
              </a:rPr>
              <a:t>(+810.6%)</a:t>
            </a:r>
          </a:p>
        </p:txBody>
      </p:sp>
      <p:sp>
        <p:nvSpPr>
          <p:cNvPr id="18" name="DL__chicken_flavor2__NV_XC17__202504"/>
          <p:cNvSpPr txBox="1"/>
          <p:nvPr/>
        </p:nvSpPr>
        <p:spPr>
          <a:xfrm>
            <a:off x="2897733" y="408279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58F38"/>
                </a:solidFill>
                <a:latin typeface="맑은 고딕"/>
              </a:rPr>
              <a:t>16.2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58F38"/>
                </a:solidFill>
                <a:latin typeface="맑은 고딕"/>
              </a:rPr>
              <a:t>(+1567.9%)</a:t>
            </a:r>
          </a:p>
        </p:txBody>
      </p:sp>
      <p:sp>
        <p:nvSpPr>
          <p:cNvPr id="19" name="DL__chicken_flavor2__NV_XC17__202505"/>
          <p:cNvSpPr txBox="1"/>
          <p:nvPr/>
        </p:nvSpPr>
        <p:spPr>
          <a:xfrm>
            <a:off x="3354933" y="408279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58F38"/>
                </a:solidFill>
                <a:latin typeface="맑은 고딕"/>
              </a:rPr>
              <a:t>30.2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58F38"/>
                </a:solidFill>
                <a:latin typeface="맑은 고딕"/>
              </a:rPr>
              <a:t>(+3016.2%)</a:t>
            </a:r>
          </a:p>
        </p:txBody>
      </p:sp>
      <p:sp>
        <p:nvSpPr>
          <p:cNvPr id="20" name="DL__chicken_flavor2__NV_XC17__202506"/>
          <p:cNvSpPr txBox="1"/>
          <p:nvPr/>
        </p:nvSpPr>
        <p:spPr>
          <a:xfrm>
            <a:off x="3812133" y="408279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58F38"/>
                </a:solidFill>
                <a:latin typeface="맑은 고딕"/>
              </a:rPr>
              <a:t>29.7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58F38"/>
                </a:solidFill>
                <a:latin typeface="맑은 고딕"/>
              </a:rPr>
              <a:t>(+2491.8%)</a:t>
            </a:r>
          </a:p>
        </p:txBody>
      </p:sp>
      <p:sp>
        <p:nvSpPr>
          <p:cNvPr id="21" name="DL__chicken_flavor2__NV_XC17__202507"/>
          <p:cNvSpPr txBox="1"/>
          <p:nvPr/>
        </p:nvSpPr>
        <p:spPr>
          <a:xfrm>
            <a:off x="4269333" y="408279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58F38"/>
                </a:solidFill>
                <a:latin typeface="맑은 고딕"/>
              </a:rPr>
              <a:t>21.4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58F38"/>
                </a:solidFill>
                <a:latin typeface="맑은 고딕"/>
              </a:rPr>
              <a:t>(+1756.6%)</a:t>
            </a:r>
          </a:p>
        </p:txBody>
      </p:sp>
      <p:sp>
        <p:nvSpPr>
          <p:cNvPr id="22" name="DL__chicken_flavor2__NV_XC17__202508"/>
          <p:cNvSpPr txBox="1"/>
          <p:nvPr/>
        </p:nvSpPr>
        <p:spPr>
          <a:xfrm>
            <a:off x="4726533" y="408279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58F38"/>
                </a:solidFill>
                <a:latin typeface="맑은 고딕"/>
              </a:rPr>
              <a:t>14.6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58F38"/>
                </a:solidFill>
                <a:latin typeface="맑은 고딕"/>
              </a:rPr>
              <a:t>(+1433.6%)</a:t>
            </a:r>
          </a:p>
        </p:txBody>
      </p:sp>
      <p:sp>
        <p:nvSpPr>
          <p:cNvPr id="23" name="DL__chicken_flavor2__NV_XC17__202509"/>
          <p:cNvSpPr txBox="1"/>
          <p:nvPr/>
        </p:nvSpPr>
        <p:spPr>
          <a:xfrm>
            <a:off x="5183733" y="408279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58F38"/>
                </a:solidFill>
                <a:latin typeface="맑은 고딕"/>
              </a:rPr>
              <a:t>6.9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58F38"/>
                </a:solidFill>
                <a:latin typeface="맑은 고딕"/>
              </a:rPr>
              <a:t>(+864.1%)</a:t>
            </a:r>
          </a:p>
        </p:txBody>
      </p:sp>
      <p:sp>
        <p:nvSpPr>
          <p:cNvPr id="24" name="DL__chicken_flavor2__NV_XC17__202510"/>
          <p:cNvSpPr txBox="1"/>
          <p:nvPr/>
        </p:nvSpPr>
        <p:spPr>
          <a:xfrm>
            <a:off x="5640933" y="408279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58F38"/>
                </a:solidFill>
                <a:latin typeface="맑은 고딕"/>
              </a:rPr>
              <a:t>6.3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58F38"/>
                </a:solidFill>
                <a:latin typeface="맑은 고딕"/>
              </a:rPr>
              <a:t>(-28.7%)</a:t>
            </a:r>
          </a:p>
        </p:txBody>
      </p:sp>
      <p:sp>
        <p:nvSpPr>
          <p:cNvPr id="25" name="DL__chicken_flavor2__NV_XC17__202511"/>
          <p:cNvSpPr txBox="1"/>
          <p:nvPr/>
        </p:nvSpPr>
        <p:spPr>
          <a:xfrm>
            <a:off x="6098133" y="408279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58F38"/>
                </a:solidFill>
                <a:latin typeface="맑은 고딕"/>
              </a:rPr>
              <a:t>5.3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58F38"/>
                </a:solidFill>
                <a:latin typeface="맑은 고딕"/>
              </a:rPr>
              <a:t>(-71.8%)</a:t>
            </a:r>
          </a:p>
        </p:txBody>
      </p:sp>
      <p:sp>
        <p:nvSpPr>
          <p:cNvPr id="26" name="DL__chicken_flavor2__NV_XC17__202512"/>
          <p:cNvSpPr txBox="1"/>
          <p:nvPr/>
        </p:nvSpPr>
        <p:spPr>
          <a:xfrm>
            <a:off x="6555333" y="408279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58F38"/>
                </a:solidFill>
                <a:latin typeface="맑은 고딕"/>
              </a:rPr>
              <a:t>4.5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58F38"/>
                </a:solidFill>
                <a:latin typeface="맑은 고딕"/>
              </a:rPr>
              <a:t>(-62.8%)</a:t>
            </a:r>
          </a:p>
        </p:txBody>
      </p:sp>
      <p:sp>
        <p:nvSpPr>
          <p:cNvPr id="27" name="DL__chicken_flavor2__NV_XC17__202601"/>
          <p:cNvSpPr txBox="1"/>
          <p:nvPr/>
        </p:nvSpPr>
        <p:spPr>
          <a:xfrm>
            <a:off x="7012533" y="408279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58F38"/>
                </a:solidFill>
                <a:latin typeface="맑은 고딕"/>
              </a:rPr>
              <a:t>3.8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58F38"/>
                </a:solidFill>
                <a:latin typeface="맑은 고딕"/>
              </a:rPr>
              <a:t>(-24.5%)</a:t>
            </a:r>
          </a:p>
        </p:txBody>
      </p:sp>
      <p:sp>
        <p:nvSpPr>
          <p:cNvPr id="28" name="DL__chicken_flavor2__NV_XC17__202602"/>
          <p:cNvSpPr txBox="1"/>
          <p:nvPr/>
        </p:nvSpPr>
        <p:spPr>
          <a:xfrm>
            <a:off x="7469733" y="408279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58F38"/>
                </a:solidFill>
                <a:latin typeface="맑은 고딕"/>
              </a:rPr>
              <a:t>3.4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58F38"/>
                </a:solidFill>
                <a:latin typeface="맑은 고딕"/>
              </a:rPr>
              <a:t>(-13.4%)</a:t>
            </a:r>
          </a:p>
        </p:txBody>
      </p:sp>
      <p:sp>
        <p:nvSpPr>
          <p:cNvPr id="29" name="DL__chicken_flavor2__NV_XC17__202603"/>
          <p:cNvSpPr txBox="1"/>
          <p:nvPr/>
        </p:nvSpPr>
        <p:spPr>
          <a:xfrm>
            <a:off x="7926933" y="408279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58F38"/>
                </a:solidFill>
                <a:latin typeface="맑은 고딕"/>
              </a:rPr>
              <a:t>3.1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58F38"/>
                </a:solidFill>
                <a:latin typeface="맑은 고딕"/>
              </a:rPr>
              <a:t>(-67.0%)</a:t>
            </a:r>
          </a:p>
        </p:txBody>
      </p:sp>
      <p:sp>
        <p:nvSpPr>
          <p:cNvPr id="30" name="DL__chicken_flavor2__NV_XC17__202604"/>
          <p:cNvSpPr txBox="1"/>
          <p:nvPr/>
        </p:nvSpPr>
        <p:spPr>
          <a:xfrm>
            <a:off x="8384133" y="408279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58F38"/>
                </a:solidFill>
                <a:latin typeface="맑은 고딕"/>
              </a:rPr>
              <a:t>2.4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58F38"/>
                </a:solidFill>
                <a:latin typeface="맑은 고딕"/>
              </a:rPr>
              <a:t>(-85.1%)</a:t>
            </a:r>
          </a:p>
        </p:txBody>
      </p:sp>
      <p:sp>
        <p:nvSpPr>
          <p:cNvPr id="31" name="DL__chicken_flavor2__NV_XC17__202605"/>
          <p:cNvSpPr txBox="1"/>
          <p:nvPr/>
        </p:nvSpPr>
        <p:spPr>
          <a:xfrm>
            <a:off x="8841333" y="408279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58F38"/>
                </a:solidFill>
                <a:latin typeface="맑은 고딕"/>
              </a:rPr>
              <a:t>2.2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58F38"/>
                </a:solidFill>
                <a:latin typeface="맑은 고딕"/>
              </a:rPr>
              <a:t>(-92.9%)</a:t>
            </a:r>
          </a:p>
        </p:txBody>
      </p:sp>
      <p:sp>
        <p:nvSpPr>
          <p:cNvPr id="32" name="DL__chicken_flavor2__NV_XC17__202606"/>
          <p:cNvSpPr txBox="1"/>
          <p:nvPr/>
        </p:nvSpPr>
        <p:spPr>
          <a:xfrm>
            <a:off x="9298533" y="408279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58F38"/>
                </a:solidFill>
                <a:latin typeface="맑은 고딕"/>
              </a:rPr>
              <a:t>2.2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58F38"/>
                </a:solidFill>
                <a:latin typeface="맑은 고딕"/>
              </a:rPr>
              <a:t>(-92.6%)</a:t>
            </a:r>
          </a:p>
        </p:txBody>
      </p:sp>
      <p:sp>
        <p:nvSpPr>
          <p:cNvPr id="33" name="DL__chicken_flavor2__NV_XC17__202607"/>
          <p:cNvSpPr txBox="1"/>
          <p:nvPr/>
        </p:nvSpPr>
        <p:spPr>
          <a:xfrm>
            <a:off x="9755733" y="408279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58F38"/>
                </a:solidFill>
                <a:latin typeface="맑은 고딕"/>
              </a:rPr>
              <a:t>1.9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58F38"/>
                </a:solidFill>
                <a:latin typeface="맑은 고딕"/>
              </a:rPr>
              <a:t>(-91.1%)</a:t>
            </a:r>
          </a:p>
        </p:txBody>
      </p:sp>
      <p:sp>
        <p:nvSpPr>
          <p:cNvPr id="34" name="DL__chicken_flavor2__NV_XC17__202608"/>
          <p:cNvSpPr txBox="1"/>
          <p:nvPr/>
        </p:nvSpPr>
        <p:spPr>
          <a:xfrm>
            <a:off x="10212933" y="408279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58F38"/>
                </a:solidFill>
                <a:latin typeface="맑은 고딕"/>
              </a:rPr>
              <a:t>2.0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58F38"/>
                </a:solidFill>
                <a:latin typeface="맑은 고딕"/>
              </a:rPr>
              <a:t>(-86.6%)</a:t>
            </a:r>
          </a:p>
        </p:txBody>
      </p:sp>
      <p:sp>
        <p:nvSpPr>
          <p:cNvPr id="35" name="DL__chicken_flavor2__NV_XC17__202609"/>
          <p:cNvSpPr txBox="1"/>
          <p:nvPr/>
        </p:nvSpPr>
        <p:spPr>
          <a:xfrm>
            <a:off x="10670133" y="408279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58F38"/>
                </a:solidFill>
                <a:latin typeface="맑은 고딕"/>
              </a:rPr>
              <a:t>2.6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58F38"/>
                </a:solidFill>
                <a:latin typeface="맑은 고딕"/>
              </a:rPr>
              <a:t>(-62.2%)</a:t>
            </a:r>
          </a:p>
        </p:txBody>
      </p:sp>
      <p:sp>
        <p:nvSpPr>
          <p:cNvPr id="36" name="DL__chicken_flavor2__NV_XC17__202610"/>
          <p:cNvSpPr txBox="1"/>
          <p:nvPr/>
        </p:nvSpPr>
        <p:spPr>
          <a:xfrm>
            <a:off x="11127333" y="408279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58F38"/>
                </a:solidFill>
                <a:latin typeface="맑은 고딕"/>
              </a:rPr>
              <a:t>4.3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58F38"/>
                </a:solidFill>
                <a:latin typeface="맑은 고딕"/>
              </a:rPr>
              <a:t>(-37.8%)</a:t>
            </a:r>
          </a:p>
        </p:txBody>
      </p:sp>
      <p:sp>
        <p:nvSpPr>
          <p:cNvPr id="37" name="SWATCH_chicken_flavor2_NV_XC18"/>
          <p:cNvSpPr/>
          <p:nvPr/>
        </p:nvSpPr>
        <p:spPr>
          <a:xfrm>
            <a:off x="603504" y="4354372"/>
            <a:ext cx="91440" cy="32004"/>
          </a:xfrm>
          <a:prstGeom prst="rect">
            <a:avLst/>
          </a:prstGeom>
          <a:solidFill>
            <a:srgbClr val="9B6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ERIES_chicken_flavor2_NV_XC18"/>
          <p:cNvSpPr txBox="1"/>
          <p:nvPr/>
        </p:nvSpPr>
        <p:spPr>
          <a:xfrm>
            <a:off x="749808" y="4295851"/>
            <a:ext cx="923544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>
                <a:solidFill>
                  <a:srgbClr val="9B696E"/>
                </a:solidFill>
                <a:latin typeface="맑은 고딕"/>
              </a:rPr>
              <a:t>허니·꿀</a:t>
            </a:r>
          </a:p>
        </p:txBody>
      </p:sp>
      <p:sp>
        <p:nvSpPr>
          <p:cNvPr id="39" name="DL__chicken_flavor2__NV_XC18__202501"/>
          <p:cNvSpPr txBox="1"/>
          <p:nvPr/>
        </p:nvSpPr>
        <p:spPr>
          <a:xfrm>
            <a:off x="1526133" y="427939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0.7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(+4.6%)</a:t>
            </a:r>
          </a:p>
        </p:txBody>
      </p:sp>
      <p:sp>
        <p:nvSpPr>
          <p:cNvPr id="40" name="DL__chicken_flavor2__NV_XC18__202502"/>
          <p:cNvSpPr txBox="1"/>
          <p:nvPr/>
        </p:nvSpPr>
        <p:spPr>
          <a:xfrm>
            <a:off x="1983333" y="427939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0.8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(+49.8%)</a:t>
            </a:r>
          </a:p>
        </p:txBody>
      </p:sp>
      <p:sp>
        <p:nvSpPr>
          <p:cNvPr id="41" name="DL__chicken_flavor2__NV_XC18__202503"/>
          <p:cNvSpPr txBox="1"/>
          <p:nvPr/>
        </p:nvSpPr>
        <p:spPr>
          <a:xfrm>
            <a:off x="2440533" y="427939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0.8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(+45.3%)</a:t>
            </a:r>
          </a:p>
        </p:txBody>
      </p:sp>
      <p:sp>
        <p:nvSpPr>
          <p:cNvPr id="42" name="DL__chicken_flavor2__NV_XC18__202504"/>
          <p:cNvSpPr txBox="1"/>
          <p:nvPr/>
        </p:nvSpPr>
        <p:spPr>
          <a:xfrm>
            <a:off x="2897733" y="427939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0.8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(+57.8%)</a:t>
            </a:r>
          </a:p>
        </p:txBody>
      </p:sp>
      <p:sp>
        <p:nvSpPr>
          <p:cNvPr id="43" name="DL__chicken_flavor2__NV_XC18__202505"/>
          <p:cNvSpPr txBox="1"/>
          <p:nvPr/>
        </p:nvSpPr>
        <p:spPr>
          <a:xfrm>
            <a:off x="3354933" y="427939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0.6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(+4.4%)</a:t>
            </a:r>
          </a:p>
        </p:txBody>
      </p:sp>
      <p:sp>
        <p:nvSpPr>
          <p:cNvPr id="44" name="DL__chicken_flavor2__NV_XC18__202506"/>
          <p:cNvSpPr txBox="1"/>
          <p:nvPr/>
        </p:nvSpPr>
        <p:spPr>
          <a:xfrm>
            <a:off x="3812133" y="427939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0.5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(+7.9%)</a:t>
            </a:r>
          </a:p>
        </p:txBody>
      </p:sp>
      <p:sp>
        <p:nvSpPr>
          <p:cNvPr id="45" name="DL__chicken_flavor2__NV_XC18__202507"/>
          <p:cNvSpPr txBox="1"/>
          <p:nvPr/>
        </p:nvSpPr>
        <p:spPr>
          <a:xfrm>
            <a:off x="4269333" y="427939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0.7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(+34.8%)</a:t>
            </a:r>
          </a:p>
        </p:txBody>
      </p:sp>
      <p:sp>
        <p:nvSpPr>
          <p:cNvPr id="46" name="DL__chicken_flavor2__NV_XC18__202508"/>
          <p:cNvSpPr txBox="1"/>
          <p:nvPr/>
        </p:nvSpPr>
        <p:spPr>
          <a:xfrm>
            <a:off x="4726533" y="427939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0.6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(+37.1%)</a:t>
            </a:r>
          </a:p>
        </p:txBody>
      </p:sp>
      <p:sp>
        <p:nvSpPr>
          <p:cNvPr id="47" name="DL__chicken_flavor2__NV_XC18__202509"/>
          <p:cNvSpPr txBox="1"/>
          <p:nvPr/>
        </p:nvSpPr>
        <p:spPr>
          <a:xfrm>
            <a:off x="5183733" y="427939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0.5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(+9.3%)</a:t>
            </a:r>
          </a:p>
        </p:txBody>
      </p:sp>
      <p:sp>
        <p:nvSpPr>
          <p:cNvPr id="48" name="DL__chicken_flavor2__NV_XC18__202510"/>
          <p:cNvSpPr txBox="1"/>
          <p:nvPr/>
        </p:nvSpPr>
        <p:spPr>
          <a:xfrm>
            <a:off x="5640933" y="427939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0.7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(+61.9%)</a:t>
            </a:r>
          </a:p>
        </p:txBody>
      </p:sp>
      <p:sp>
        <p:nvSpPr>
          <p:cNvPr id="49" name="DL__chicken_flavor2__NV_XC18__202511"/>
          <p:cNvSpPr txBox="1"/>
          <p:nvPr/>
        </p:nvSpPr>
        <p:spPr>
          <a:xfrm>
            <a:off x="6098133" y="427939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0.6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(+27.4%)</a:t>
            </a:r>
          </a:p>
        </p:txBody>
      </p:sp>
      <p:sp>
        <p:nvSpPr>
          <p:cNvPr id="50" name="DL__chicken_flavor2__NV_XC18__202512"/>
          <p:cNvSpPr txBox="1"/>
          <p:nvPr/>
        </p:nvSpPr>
        <p:spPr>
          <a:xfrm>
            <a:off x="6555333" y="427939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0.4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(-54.7%)</a:t>
            </a:r>
          </a:p>
        </p:txBody>
      </p:sp>
      <p:sp>
        <p:nvSpPr>
          <p:cNvPr id="51" name="DL__chicken_flavor2__NV_XC18__202601"/>
          <p:cNvSpPr txBox="1"/>
          <p:nvPr/>
        </p:nvSpPr>
        <p:spPr>
          <a:xfrm>
            <a:off x="7012533" y="427939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0.4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(-37.6%)</a:t>
            </a:r>
          </a:p>
        </p:txBody>
      </p:sp>
      <p:sp>
        <p:nvSpPr>
          <p:cNvPr id="52" name="DL__chicken_flavor2__NV_XC18__202602"/>
          <p:cNvSpPr txBox="1"/>
          <p:nvPr/>
        </p:nvSpPr>
        <p:spPr>
          <a:xfrm>
            <a:off x="7469733" y="427939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0.5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(-42.4%)</a:t>
            </a:r>
          </a:p>
        </p:txBody>
      </p:sp>
      <p:sp>
        <p:nvSpPr>
          <p:cNvPr id="53" name="DL__chicken_flavor2__NV_XC18__202603"/>
          <p:cNvSpPr txBox="1"/>
          <p:nvPr/>
        </p:nvSpPr>
        <p:spPr>
          <a:xfrm>
            <a:off x="7926933" y="427939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0.3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(-67.0%)</a:t>
            </a:r>
          </a:p>
        </p:txBody>
      </p:sp>
      <p:sp>
        <p:nvSpPr>
          <p:cNvPr id="54" name="DL__chicken_flavor2__NV_XC18__202604"/>
          <p:cNvSpPr txBox="1"/>
          <p:nvPr/>
        </p:nvSpPr>
        <p:spPr>
          <a:xfrm>
            <a:off x="8384133" y="427939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0.2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(-68.0%)</a:t>
            </a:r>
          </a:p>
        </p:txBody>
      </p:sp>
      <p:sp>
        <p:nvSpPr>
          <p:cNvPr id="55" name="DL__chicken_flavor2__NV_XC18__202605"/>
          <p:cNvSpPr txBox="1"/>
          <p:nvPr/>
        </p:nvSpPr>
        <p:spPr>
          <a:xfrm>
            <a:off x="8841333" y="427939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0.2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(-58.8%)</a:t>
            </a:r>
          </a:p>
        </p:txBody>
      </p:sp>
      <p:sp>
        <p:nvSpPr>
          <p:cNvPr id="56" name="DL__chicken_flavor2__NV_XC18__202606"/>
          <p:cNvSpPr txBox="1"/>
          <p:nvPr/>
        </p:nvSpPr>
        <p:spPr>
          <a:xfrm>
            <a:off x="9298533" y="427939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0.2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(-58.0%)</a:t>
            </a:r>
          </a:p>
        </p:txBody>
      </p:sp>
      <p:sp>
        <p:nvSpPr>
          <p:cNvPr id="57" name="DL__chicken_flavor2__NV_XC18__202607"/>
          <p:cNvSpPr txBox="1"/>
          <p:nvPr/>
        </p:nvSpPr>
        <p:spPr>
          <a:xfrm>
            <a:off x="9755733" y="427939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24.9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(+3549.7%)</a:t>
            </a:r>
          </a:p>
        </p:txBody>
      </p:sp>
      <p:sp>
        <p:nvSpPr>
          <p:cNvPr id="58" name="DL__chicken_flavor2__NV_XC18__202608"/>
          <p:cNvSpPr txBox="1"/>
          <p:nvPr/>
        </p:nvSpPr>
        <p:spPr>
          <a:xfrm>
            <a:off x="10212933" y="427939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11.5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(+1744.4%)</a:t>
            </a:r>
          </a:p>
        </p:txBody>
      </p:sp>
      <p:sp>
        <p:nvSpPr>
          <p:cNvPr id="59" name="DL__chicken_flavor2__NV_XC18__202609"/>
          <p:cNvSpPr txBox="1"/>
          <p:nvPr/>
        </p:nvSpPr>
        <p:spPr>
          <a:xfrm>
            <a:off x="10670133" y="427939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5.0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(+1007.8%)</a:t>
            </a:r>
          </a:p>
        </p:txBody>
      </p:sp>
      <p:sp>
        <p:nvSpPr>
          <p:cNvPr id="60" name="DL__chicken_flavor2__NV_XC18__202610"/>
          <p:cNvSpPr txBox="1"/>
          <p:nvPr/>
        </p:nvSpPr>
        <p:spPr>
          <a:xfrm>
            <a:off x="11127333" y="427939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3.4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9B696E"/>
                </a:solidFill>
                <a:latin typeface="맑은 고딕"/>
              </a:rPr>
              <a:t>(+415.5%)</a:t>
            </a:r>
          </a:p>
        </p:txBody>
      </p:sp>
      <p:sp>
        <p:nvSpPr>
          <p:cNvPr id="61" name="SWATCH_chicken_flavor2_NV_XC19"/>
          <p:cNvSpPr/>
          <p:nvPr/>
        </p:nvSpPr>
        <p:spPr>
          <a:xfrm>
            <a:off x="603504" y="4550968"/>
            <a:ext cx="91440" cy="32004"/>
          </a:xfrm>
          <a:prstGeom prst="rect">
            <a:avLst/>
          </a:prstGeom>
          <a:solidFill>
            <a:srgbClr val="7D8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SERIES_chicken_flavor2_NV_XC19"/>
          <p:cNvSpPr txBox="1"/>
          <p:nvPr/>
        </p:nvSpPr>
        <p:spPr>
          <a:xfrm>
            <a:off x="749808" y="4492447"/>
            <a:ext cx="923544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>
                <a:solidFill>
                  <a:srgbClr val="7D8F51"/>
                </a:solidFill>
                <a:latin typeface="맑은 고딕"/>
              </a:rPr>
              <a:t>양파·어니언</a:t>
            </a:r>
          </a:p>
        </p:txBody>
      </p:sp>
      <p:sp>
        <p:nvSpPr>
          <p:cNvPr id="63" name="DL__chicken_flavor2__NV_XC19__202501"/>
          <p:cNvSpPr txBox="1"/>
          <p:nvPr/>
        </p:nvSpPr>
        <p:spPr>
          <a:xfrm>
            <a:off x="1526133" y="447598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40.9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(-11.7%)</a:t>
            </a:r>
          </a:p>
        </p:txBody>
      </p:sp>
      <p:sp>
        <p:nvSpPr>
          <p:cNvPr id="64" name="DL__chicken_flavor2__NV_XC19__202502"/>
          <p:cNvSpPr txBox="1"/>
          <p:nvPr/>
        </p:nvSpPr>
        <p:spPr>
          <a:xfrm>
            <a:off x="1983333" y="447598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41.5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(-11.5%)</a:t>
            </a:r>
          </a:p>
        </p:txBody>
      </p:sp>
      <p:sp>
        <p:nvSpPr>
          <p:cNvPr id="65" name="DL__chicken_flavor2__NV_XC19__202503"/>
          <p:cNvSpPr txBox="1"/>
          <p:nvPr/>
        </p:nvSpPr>
        <p:spPr>
          <a:xfrm>
            <a:off x="2440533" y="447598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39.4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(-15.5%)</a:t>
            </a:r>
          </a:p>
        </p:txBody>
      </p:sp>
      <p:sp>
        <p:nvSpPr>
          <p:cNvPr id="66" name="DL__chicken_flavor2__NV_XC19__202504"/>
          <p:cNvSpPr txBox="1"/>
          <p:nvPr/>
        </p:nvSpPr>
        <p:spPr>
          <a:xfrm>
            <a:off x="2897733" y="447598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36.8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(-6.5%)</a:t>
            </a:r>
          </a:p>
        </p:txBody>
      </p:sp>
      <p:sp>
        <p:nvSpPr>
          <p:cNvPr id="67" name="DL__chicken_flavor2__NV_XC19__202505"/>
          <p:cNvSpPr txBox="1"/>
          <p:nvPr/>
        </p:nvSpPr>
        <p:spPr>
          <a:xfrm>
            <a:off x="3354933" y="447598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36.9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(-10.3%)</a:t>
            </a:r>
          </a:p>
        </p:txBody>
      </p:sp>
      <p:sp>
        <p:nvSpPr>
          <p:cNvPr id="68" name="DL__chicken_flavor2__NV_XC19__202506"/>
          <p:cNvSpPr txBox="1"/>
          <p:nvPr/>
        </p:nvSpPr>
        <p:spPr>
          <a:xfrm>
            <a:off x="3812133" y="447598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36.5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(-20.5%)</a:t>
            </a:r>
          </a:p>
        </p:txBody>
      </p:sp>
      <p:sp>
        <p:nvSpPr>
          <p:cNvPr id="69" name="DL__chicken_flavor2__NV_XC19__202507"/>
          <p:cNvSpPr txBox="1"/>
          <p:nvPr/>
        </p:nvSpPr>
        <p:spPr>
          <a:xfrm>
            <a:off x="4269333" y="447598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35.7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(-25.0%)</a:t>
            </a:r>
          </a:p>
        </p:txBody>
      </p:sp>
      <p:sp>
        <p:nvSpPr>
          <p:cNvPr id="70" name="DL__chicken_flavor2__NV_XC19__202508"/>
          <p:cNvSpPr txBox="1"/>
          <p:nvPr/>
        </p:nvSpPr>
        <p:spPr>
          <a:xfrm>
            <a:off x="4726533" y="447598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37.1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(-26.7%)</a:t>
            </a:r>
          </a:p>
        </p:txBody>
      </p:sp>
      <p:sp>
        <p:nvSpPr>
          <p:cNvPr id="71" name="DL__chicken_flavor2__NV_XC19__202509"/>
          <p:cNvSpPr txBox="1"/>
          <p:nvPr/>
        </p:nvSpPr>
        <p:spPr>
          <a:xfrm>
            <a:off x="5183733" y="447598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34.3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(-29.9%)</a:t>
            </a:r>
          </a:p>
        </p:txBody>
      </p:sp>
      <p:sp>
        <p:nvSpPr>
          <p:cNvPr id="72" name="DL__chicken_flavor2__NV_XC19__202510"/>
          <p:cNvSpPr txBox="1"/>
          <p:nvPr/>
        </p:nvSpPr>
        <p:spPr>
          <a:xfrm>
            <a:off x="5640933" y="447598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37.9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(-17.2%)</a:t>
            </a:r>
          </a:p>
        </p:txBody>
      </p:sp>
      <p:sp>
        <p:nvSpPr>
          <p:cNvPr id="73" name="DL__chicken_flavor2__NV_XC19__202511"/>
          <p:cNvSpPr txBox="1"/>
          <p:nvPr/>
        </p:nvSpPr>
        <p:spPr>
          <a:xfrm>
            <a:off x="6098133" y="447598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30.7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(-29.1%)</a:t>
            </a:r>
          </a:p>
        </p:txBody>
      </p:sp>
      <p:sp>
        <p:nvSpPr>
          <p:cNvPr id="74" name="DL__chicken_flavor2__NV_XC19__202512"/>
          <p:cNvSpPr txBox="1"/>
          <p:nvPr/>
        </p:nvSpPr>
        <p:spPr>
          <a:xfrm>
            <a:off x="6555333" y="447598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28.4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(-35.3%)</a:t>
            </a:r>
          </a:p>
        </p:txBody>
      </p:sp>
      <p:sp>
        <p:nvSpPr>
          <p:cNvPr id="75" name="DL__chicken_flavor2__NV_XC19__202601"/>
          <p:cNvSpPr txBox="1"/>
          <p:nvPr/>
        </p:nvSpPr>
        <p:spPr>
          <a:xfrm>
            <a:off x="7012533" y="447598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32.1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(-21.6%)</a:t>
            </a:r>
          </a:p>
        </p:txBody>
      </p:sp>
      <p:sp>
        <p:nvSpPr>
          <p:cNvPr id="76" name="DL__chicken_flavor2__NV_XC19__202602"/>
          <p:cNvSpPr txBox="1"/>
          <p:nvPr/>
        </p:nvSpPr>
        <p:spPr>
          <a:xfrm>
            <a:off x="7469733" y="447598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27.7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(-33.2%)</a:t>
            </a:r>
          </a:p>
        </p:txBody>
      </p:sp>
      <p:sp>
        <p:nvSpPr>
          <p:cNvPr id="77" name="DL__chicken_flavor2__NV_XC19__202603"/>
          <p:cNvSpPr txBox="1"/>
          <p:nvPr/>
        </p:nvSpPr>
        <p:spPr>
          <a:xfrm>
            <a:off x="7926933" y="447598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25.0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(-36.6%)</a:t>
            </a:r>
          </a:p>
        </p:txBody>
      </p:sp>
      <p:sp>
        <p:nvSpPr>
          <p:cNvPr id="78" name="DL__chicken_flavor2__NV_XC19__202604"/>
          <p:cNvSpPr txBox="1"/>
          <p:nvPr/>
        </p:nvSpPr>
        <p:spPr>
          <a:xfrm>
            <a:off x="8384133" y="447598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29.6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(-19.6%)</a:t>
            </a:r>
          </a:p>
        </p:txBody>
      </p:sp>
      <p:sp>
        <p:nvSpPr>
          <p:cNvPr id="79" name="DL__chicken_flavor2__NV_XC19__202605"/>
          <p:cNvSpPr txBox="1"/>
          <p:nvPr/>
        </p:nvSpPr>
        <p:spPr>
          <a:xfrm>
            <a:off x="8841333" y="447598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28.4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(-23.1%)</a:t>
            </a:r>
          </a:p>
        </p:txBody>
      </p:sp>
      <p:sp>
        <p:nvSpPr>
          <p:cNvPr id="80" name="DL__chicken_flavor2__NV_XC19__202606"/>
          <p:cNvSpPr txBox="1"/>
          <p:nvPr/>
        </p:nvSpPr>
        <p:spPr>
          <a:xfrm>
            <a:off x="9298533" y="447598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27.5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(-24.6%)</a:t>
            </a:r>
          </a:p>
        </p:txBody>
      </p:sp>
      <p:sp>
        <p:nvSpPr>
          <p:cNvPr id="81" name="DL__chicken_flavor2__NV_XC19__202607"/>
          <p:cNvSpPr txBox="1"/>
          <p:nvPr/>
        </p:nvSpPr>
        <p:spPr>
          <a:xfrm>
            <a:off x="9755733" y="447598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27.8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(-22.0%)</a:t>
            </a:r>
          </a:p>
        </p:txBody>
      </p:sp>
      <p:sp>
        <p:nvSpPr>
          <p:cNvPr id="82" name="DL__chicken_flavor2__NV_XC19__202608"/>
          <p:cNvSpPr txBox="1"/>
          <p:nvPr/>
        </p:nvSpPr>
        <p:spPr>
          <a:xfrm>
            <a:off x="10212933" y="447598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26.8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(-27.8%)</a:t>
            </a:r>
          </a:p>
        </p:txBody>
      </p:sp>
      <p:sp>
        <p:nvSpPr>
          <p:cNvPr id="83" name="DL__chicken_flavor2__NV_XC19__202609"/>
          <p:cNvSpPr txBox="1"/>
          <p:nvPr/>
        </p:nvSpPr>
        <p:spPr>
          <a:xfrm>
            <a:off x="10670133" y="447598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17.7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(-48.4%)</a:t>
            </a:r>
          </a:p>
        </p:txBody>
      </p:sp>
      <p:sp>
        <p:nvSpPr>
          <p:cNvPr id="84" name="DL__chicken_flavor2__NV_XC19__202610"/>
          <p:cNvSpPr txBox="1"/>
          <p:nvPr/>
        </p:nvSpPr>
        <p:spPr>
          <a:xfrm>
            <a:off x="11127333" y="447598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23.5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D8F51"/>
                </a:solidFill>
                <a:latin typeface="맑은 고딕"/>
              </a:rPr>
              <a:t>(-36.7%)</a:t>
            </a:r>
          </a:p>
        </p:txBody>
      </p:sp>
      <p:sp>
        <p:nvSpPr>
          <p:cNvPr id="85" name="SWATCH_chicken_flavor2_NV_XC21"/>
          <p:cNvSpPr/>
          <p:nvPr/>
        </p:nvSpPr>
        <p:spPr>
          <a:xfrm>
            <a:off x="603504" y="4747564"/>
            <a:ext cx="91440" cy="32004"/>
          </a:xfrm>
          <a:prstGeom prst="rect">
            <a:avLst/>
          </a:prstGeom>
          <a:solidFill>
            <a:srgbClr val="B65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SERIES_chicken_flavor2_NV_XC21"/>
          <p:cNvSpPr txBox="1"/>
          <p:nvPr/>
        </p:nvSpPr>
        <p:spPr>
          <a:xfrm>
            <a:off x="749808" y="4689043"/>
            <a:ext cx="923544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>
                <a:solidFill>
                  <a:srgbClr val="B65346"/>
                </a:solidFill>
                <a:latin typeface="맑은 고딕"/>
              </a:rPr>
              <a:t>고추</a:t>
            </a:r>
          </a:p>
        </p:txBody>
      </p:sp>
      <p:sp>
        <p:nvSpPr>
          <p:cNvPr id="87" name="DL__chicken_flavor2__NV_XC21__202501"/>
          <p:cNvSpPr txBox="1"/>
          <p:nvPr/>
        </p:nvSpPr>
        <p:spPr>
          <a:xfrm>
            <a:off x="1526133" y="4672583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30.1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(+81.4%)</a:t>
            </a:r>
          </a:p>
        </p:txBody>
      </p:sp>
      <p:sp>
        <p:nvSpPr>
          <p:cNvPr id="88" name="DL__chicken_flavor2__NV_XC21__202502"/>
          <p:cNvSpPr txBox="1"/>
          <p:nvPr/>
        </p:nvSpPr>
        <p:spPr>
          <a:xfrm>
            <a:off x="1983333" y="4672583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17.7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(-66.6%)</a:t>
            </a:r>
          </a:p>
        </p:txBody>
      </p:sp>
      <p:sp>
        <p:nvSpPr>
          <p:cNvPr id="89" name="DL__chicken_flavor2__NV_XC21__202503"/>
          <p:cNvSpPr txBox="1"/>
          <p:nvPr/>
        </p:nvSpPr>
        <p:spPr>
          <a:xfrm>
            <a:off x="2440533" y="4672583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15.0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(-60.9%)</a:t>
            </a:r>
          </a:p>
        </p:txBody>
      </p:sp>
      <p:sp>
        <p:nvSpPr>
          <p:cNvPr id="90" name="DL__chicken_flavor2__NV_XC21__202504"/>
          <p:cNvSpPr txBox="1"/>
          <p:nvPr/>
        </p:nvSpPr>
        <p:spPr>
          <a:xfrm>
            <a:off x="2897733" y="4672583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14.6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(-22.8%)</a:t>
            </a:r>
          </a:p>
        </p:txBody>
      </p:sp>
      <p:sp>
        <p:nvSpPr>
          <p:cNvPr id="91" name="DL__chicken_flavor2__NV_XC21__202505"/>
          <p:cNvSpPr txBox="1"/>
          <p:nvPr/>
        </p:nvSpPr>
        <p:spPr>
          <a:xfrm>
            <a:off x="3354933" y="4672583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16.1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(+0.2%)</a:t>
            </a:r>
          </a:p>
        </p:txBody>
      </p:sp>
      <p:sp>
        <p:nvSpPr>
          <p:cNvPr id="92" name="DL__chicken_flavor2__NV_XC21__202506"/>
          <p:cNvSpPr txBox="1"/>
          <p:nvPr/>
        </p:nvSpPr>
        <p:spPr>
          <a:xfrm>
            <a:off x="3812133" y="4672583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17.1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(+4.3%)</a:t>
            </a:r>
          </a:p>
        </p:txBody>
      </p:sp>
      <p:sp>
        <p:nvSpPr>
          <p:cNvPr id="93" name="DL__chicken_flavor2__NV_XC21__202507"/>
          <p:cNvSpPr txBox="1"/>
          <p:nvPr/>
        </p:nvSpPr>
        <p:spPr>
          <a:xfrm>
            <a:off x="4269333" y="4672583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31.3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(+85.4%)</a:t>
            </a:r>
          </a:p>
        </p:txBody>
      </p:sp>
      <p:sp>
        <p:nvSpPr>
          <p:cNvPr id="94" name="DL__chicken_flavor2__NV_XC21__202508"/>
          <p:cNvSpPr txBox="1"/>
          <p:nvPr/>
        </p:nvSpPr>
        <p:spPr>
          <a:xfrm>
            <a:off x="4726533" y="4672583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37.8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(+162.4%)</a:t>
            </a:r>
          </a:p>
        </p:txBody>
      </p:sp>
      <p:sp>
        <p:nvSpPr>
          <p:cNvPr id="95" name="DL__chicken_flavor2__NV_XC21__202509"/>
          <p:cNvSpPr txBox="1"/>
          <p:nvPr/>
        </p:nvSpPr>
        <p:spPr>
          <a:xfrm>
            <a:off x="5183733" y="4672583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24.4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(-9.6%)</a:t>
            </a:r>
          </a:p>
        </p:txBody>
      </p:sp>
      <p:sp>
        <p:nvSpPr>
          <p:cNvPr id="96" name="DL__chicken_flavor2__NV_XC21__202510"/>
          <p:cNvSpPr txBox="1"/>
          <p:nvPr/>
        </p:nvSpPr>
        <p:spPr>
          <a:xfrm>
            <a:off x="5640933" y="4672583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23.1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(+32.2%)</a:t>
            </a:r>
          </a:p>
        </p:txBody>
      </p:sp>
      <p:sp>
        <p:nvSpPr>
          <p:cNvPr id="97" name="DL__chicken_flavor2__NV_XC21__202511"/>
          <p:cNvSpPr txBox="1"/>
          <p:nvPr/>
        </p:nvSpPr>
        <p:spPr>
          <a:xfrm>
            <a:off x="6098133" y="4672583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33.4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(+107.4%)</a:t>
            </a:r>
          </a:p>
        </p:txBody>
      </p:sp>
      <p:sp>
        <p:nvSpPr>
          <p:cNvPr id="98" name="DL__chicken_flavor2__NV_XC21__202512"/>
          <p:cNvSpPr txBox="1"/>
          <p:nvPr/>
        </p:nvSpPr>
        <p:spPr>
          <a:xfrm>
            <a:off x="6555333" y="4672583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46.5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(+91.3%)</a:t>
            </a:r>
          </a:p>
        </p:txBody>
      </p:sp>
      <p:sp>
        <p:nvSpPr>
          <p:cNvPr id="99" name="DL__chicken_flavor2__NV_XC21__202601"/>
          <p:cNvSpPr txBox="1"/>
          <p:nvPr/>
        </p:nvSpPr>
        <p:spPr>
          <a:xfrm>
            <a:off x="7012533" y="4672583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19.1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(-36.5%)</a:t>
            </a:r>
          </a:p>
        </p:txBody>
      </p:sp>
      <p:sp>
        <p:nvSpPr>
          <p:cNvPr id="100" name="DL__chicken_flavor2__NV_XC21__202602"/>
          <p:cNvSpPr txBox="1"/>
          <p:nvPr/>
        </p:nvSpPr>
        <p:spPr>
          <a:xfrm>
            <a:off x="7469733" y="4672583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12.2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(-31.0%)</a:t>
            </a:r>
          </a:p>
        </p:txBody>
      </p:sp>
      <p:sp>
        <p:nvSpPr>
          <p:cNvPr id="101" name="DL__chicken_flavor2__NV_XC21__202603"/>
          <p:cNvSpPr txBox="1"/>
          <p:nvPr/>
        </p:nvSpPr>
        <p:spPr>
          <a:xfrm>
            <a:off x="7926933" y="4672583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6.7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(-55.4%)</a:t>
            </a:r>
          </a:p>
        </p:txBody>
      </p:sp>
      <p:sp>
        <p:nvSpPr>
          <p:cNvPr id="102" name="DL__chicken_flavor2__NV_XC21__202604"/>
          <p:cNvSpPr txBox="1"/>
          <p:nvPr/>
        </p:nvSpPr>
        <p:spPr>
          <a:xfrm>
            <a:off x="8384133" y="4672583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12.6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(-13.5%)</a:t>
            </a:r>
          </a:p>
        </p:txBody>
      </p:sp>
      <p:sp>
        <p:nvSpPr>
          <p:cNvPr id="103" name="DL__chicken_flavor2__NV_XC21__202605"/>
          <p:cNvSpPr txBox="1"/>
          <p:nvPr/>
        </p:nvSpPr>
        <p:spPr>
          <a:xfrm>
            <a:off x="8841333" y="4672583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21.8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(+35.2%)</a:t>
            </a:r>
          </a:p>
        </p:txBody>
      </p:sp>
      <p:sp>
        <p:nvSpPr>
          <p:cNvPr id="104" name="DL__chicken_flavor2__NV_XC21__202606"/>
          <p:cNvSpPr txBox="1"/>
          <p:nvPr/>
        </p:nvSpPr>
        <p:spPr>
          <a:xfrm>
            <a:off x="9298533" y="4672583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28.2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(+65.1%)</a:t>
            </a:r>
          </a:p>
        </p:txBody>
      </p:sp>
      <p:sp>
        <p:nvSpPr>
          <p:cNvPr id="105" name="DL__chicken_flavor2__NV_XC21__202607"/>
          <p:cNvSpPr txBox="1"/>
          <p:nvPr/>
        </p:nvSpPr>
        <p:spPr>
          <a:xfrm>
            <a:off x="9755733" y="4672583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17.0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(-45.7%)</a:t>
            </a:r>
          </a:p>
        </p:txBody>
      </p:sp>
      <p:sp>
        <p:nvSpPr>
          <p:cNvPr id="106" name="DL__chicken_flavor2__NV_XC21__202608"/>
          <p:cNvSpPr txBox="1"/>
          <p:nvPr/>
        </p:nvSpPr>
        <p:spPr>
          <a:xfrm>
            <a:off x="10212933" y="4672583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15.7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(-58.5%)</a:t>
            </a:r>
          </a:p>
        </p:txBody>
      </p:sp>
      <p:sp>
        <p:nvSpPr>
          <p:cNvPr id="107" name="DL__chicken_flavor2__NV_XC21__202609"/>
          <p:cNvSpPr txBox="1"/>
          <p:nvPr/>
        </p:nvSpPr>
        <p:spPr>
          <a:xfrm>
            <a:off x="10670133" y="4672583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14.4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(-40.8%)</a:t>
            </a:r>
          </a:p>
        </p:txBody>
      </p:sp>
      <p:sp>
        <p:nvSpPr>
          <p:cNvPr id="108" name="DL__chicken_flavor2__NV_XC21__202610"/>
          <p:cNvSpPr txBox="1"/>
          <p:nvPr/>
        </p:nvSpPr>
        <p:spPr>
          <a:xfrm>
            <a:off x="11127333" y="4672583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20.3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B65346"/>
                </a:solidFill>
                <a:latin typeface="맑은 고딕"/>
              </a:rPr>
              <a:t>(-17.3%)</a:t>
            </a:r>
          </a:p>
        </p:txBody>
      </p:sp>
      <p:sp>
        <p:nvSpPr>
          <p:cNvPr id="109" name="SWATCH_chicken_flavor2_NV_XC22"/>
          <p:cNvSpPr/>
          <p:nvPr/>
        </p:nvSpPr>
        <p:spPr>
          <a:xfrm>
            <a:off x="603504" y="4944160"/>
            <a:ext cx="91440" cy="32004"/>
          </a:xfrm>
          <a:prstGeom prst="rect">
            <a:avLst/>
          </a:prstGeom>
          <a:solidFill>
            <a:srgbClr val="3E8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SERIES_chicken_flavor2_NV_XC22"/>
          <p:cNvSpPr txBox="1"/>
          <p:nvPr/>
        </p:nvSpPr>
        <p:spPr>
          <a:xfrm>
            <a:off x="749808" y="4885639"/>
            <a:ext cx="923544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>
                <a:solidFill>
                  <a:srgbClr val="3E8490"/>
                </a:solidFill>
                <a:latin typeface="맑은 고딕"/>
              </a:rPr>
              <a:t>마요·마요네즈</a:t>
            </a:r>
          </a:p>
        </p:txBody>
      </p:sp>
      <p:sp>
        <p:nvSpPr>
          <p:cNvPr id="111" name="DL__chicken_flavor2__NV_XC22__202501"/>
          <p:cNvSpPr txBox="1"/>
          <p:nvPr/>
        </p:nvSpPr>
        <p:spPr>
          <a:xfrm>
            <a:off x="15261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12.1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(+220.7%)</a:t>
            </a:r>
          </a:p>
        </p:txBody>
      </p:sp>
      <p:sp>
        <p:nvSpPr>
          <p:cNvPr id="112" name="DL__chicken_flavor2__NV_XC22__202502"/>
          <p:cNvSpPr txBox="1"/>
          <p:nvPr/>
        </p:nvSpPr>
        <p:spPr>
          <a:xfrm>
            <a:off x="19833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5.4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(-77.3%)</a:t>
            </a:r>
          </a:p>
        </p:txBody>
      </p:sp>
      <p:sp>
        <p:nvSpPr>
          <p:cNvPr id="113" name="DL__chicken_flavor2__NV_XC22__202503"/>
          <p:cNvSpPr txBox="1"/>
          <p:nvPr/>
        </p:nvSpPr>
        <p:spPr>
          <a:xfrm>
            <a:off x="24405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4.2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(-74.4%)</a:t>
            </a:r>
          </a:p>
        </p:txBody>
      </p:sp>
      <p:sp>
        <p:nvSpPr>
          <p:cNvPr id="114" name="DL__chicken_flavor2__NV_XC22__202504"/>
          <p:cNvSpPr txBox="1"/>
          <p:nvPr/>
        </p:nvSpPr>
        <p:spPr>
          <a:xfrm>
            <a:off x="28977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3.4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(-40.4%)</a:t>
            </a:r>
          </a:p>
        </p:txBody>
      </p:sp>
      <p:sp>
        <p:nvSpPr>
          <p:cNvPr id="115" name="DL__chicken_flavor2__NV_XC22__202505"/>
          <p:cNvSpPr txBox="1"/>
          <p:nvPr/>
        </p:nvSpPr>
        <p:spPr>
          <a:xfrm>
            <a:off x="33549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5.1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(+14.9%)</a:t>
            </a:r>
          </a:p>
        </p:txBody>
      </p:sp>
      <p:sp>
        <p:nvSpPr>
          <p:cNvPr id="116" name="DL__chicken_flavor2__NV_XC22__202506"/>
          <p:cNvSpPr txBox="1"/>
          <p:nvPr/>
        </p:nvSpPr>
        <p:spPr>
          <a:xfrm>
            <a:off x="38121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3.0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(-10.0%)</a:t>
            </a:r>
          </a:p>
        </p:txBody>
      </p:sp>
      <p:sp>
        <p:nvSpPr>
          <p:cNvPr id="117" name="DL__chicken_flavor2__NV_XC22__202507"/>
          <p:cNvSpPr txBox="1"/>
          <p:nvPr/>
        </p:nvSpPr>
        <p:spPr>
          <a:xfrm>
            <a:off x="42693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2.9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(-8.2%)</a:t>
            </a:r>
          </a:p>
        </p:txBody>
      </p:sp>
      <p:sp>
        <p:nvSpPr>
          <p:cNvPr id="118" name="DL__chicken_flavor2__NV_XC22__202508"/>
          <p:cNvSpPr txBox="1"/>
          <p:nvPr/>
        </p:nvSpPr>
        <p:spPr>
          <a:xfrm>
            <a:off x="47265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3.2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(+9.7%)</a:t>
            </a:r>
          </a:p>
        </p:txBody>
      </p:sp>
      <p:sp>
        <p:nvSpPr>
          <p:cNvPr id="119" name="DL__chicken_flavor2__NV_XC22__202509"/>
          <p:cNvSpPr txBox="1"/>
          <p:nvPr/>
        </p:nvSpPr>
        <p:spPr>
          <a:xfrm>
            <a:off x="51837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2.0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(-80.6%)</a:t>
            </a:r>
          </a:p>
        </p:txBody>
      </p:sp>
      <p:sp>
        <p:nvSpPr>
          <p:cNvPr id="120" name="DL__chicken_flavor2__NV_XC22__202510"/>
          <p:cNvSpPr txBox="1"/>
          <p:nvPr/>
        </p:nvSpPr>
        <p:spPr>
          <a:xfrm>
            <a:off x="56409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2.2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(-60.0%)</a:t>
            </a:r>
          </a:p>
        </p:txBody>
      </p:sp>
      <p:sp>
        <p:nvSpPr>
          <p:cNvPr id="121" name="DL__chicken_flavor2__NV_XC22__202511"/>
          <p:cNvSpPr txBox="1"/>
          <p:nvPr/>
        </p:nvSpPr>
        <p:spPr>
          <a:xfrm>
            <a:off x="60981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11.7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(+128.6%)</a:t>
            </a:r>
          </a:p>
        </p:txBody>
      </p:sp>
      <p:sp>
        <p:nvSpPr>
          <p:cNvPr id="122" name="DL__chicken_flavor2__NV_XC22__202512"/>
          <p:cNvSpPr txBox="1"/>
          <p:nvPr/>
        </p:nvSpPr>
        <p:spPr>
          <a:xfrm>
            <a:off x="65553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20.4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(+109.6%)</a:t>
            </a:r>
          </a:p>
        </p:txBody>
      </p:sp>
      <p:sp>
        <p:nvSpPr>
          <p:cNvPr id="123" name="DL__chicken_flavor2__NV_XC22__202601"/>
          <p:cNvSpPr txBox="1"/>
          <p:nvPr/>
        </p:nvSpPr>
        <p:spPr>
          <a:xfrm>
            <a:off x="70125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6.2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(-48.8%)</a:t>
            </a:r>
          </a:p>
        </p:txBody>
      </p:sp>
      <p:sp>
        <p:nvSpPr>
          <p:cNvPr id="124" name="DL__chicken_flavor2__NV_XC22__202602"/>
          <p:cNvSpPr txBox="1"/>
          <p:nvPr/>
        </p:nvSpPr>
        <p:spPr>
          <a:xfrm>
            <a:off x="74697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34.0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(+528.4%)</a:t>
            </a:r>
          </a:p>
        </p:txBody>
      </p:sp>
      <p:sp>
        <p:nvSpPr>
          <p:cNvPr id="125" name="DL__chicken_flavor2__NV_XC22__202603"/>
          <p:cNvSpPr txBox="1"/>
          <p:nvPr/>
        </p:nvSpPr>
        <p:spPr>
          <a:xfrm>
            <a:off x="79269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9.3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(+122.3%)</a:t>
            </a:r>
          </a:p>
        </p:txBody>
      </p:sp>
      <p:sp>
        <p:nvSpPr>
          <p:cNvPr id="126" name="DL__chicken_flavor2__NV_XC22__202604"/>
          <p:cNvSpPr txBox="1"/>
          <p:nvPr/>
        </p:nvSpPr>
        <p:spPr>
          <a:xfrm>
            <a:off x="83841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7.8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(+129.4%)</a:t>
            </a:r>
          </a:p>
        </p:txBody>
      </p:sp>
      <p:sp>
        <p:nvSpPr>
          <p:cNvPr id="127" name="DL__chicken_flavor2__NV_XC22__202605"/>
          <p:cNvSpPr txBox="1"/>
          <p:nvPr/>
        </p:nvSpPr>
        <p:spPr>
          <a:xfrm>
            <a:off x="88413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5.8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(+13.9%)</a:t>
            </a:r>
          </a:p>
        </p:txBody>
      </p:sp>
      <p:sp>
        <p:nvSpPr>
          <p:cNvPr id="128" name="DL__chicken_flavor2__NV_XC22__202606"/>
          <p:cNvSpPr txBox="1"/>
          <p:nvPr/>
        </p:nvSpPr>
        <p:spPr>
          <a:xfrm>
            <a:off x="92985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2.7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(-9.9%)</a:t>
            </a:r>
          </a:p>
        </p:txBody>
      </p:sp>
      <p:sp>
        <p:nvSpPr>
          <p:cNvPr id="129" name="DL__chicken_flavor2__NV_XC22__202607"/>
          <p:cNvSpPr txBox="1"/>
          <p:nvPr/>
        </p:nvSpPr>
        <p:spPr>
          <a:xfrm>
            <a:off x="97557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2.1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(-25.1%)</a:t>
            </a:r>
          </a:p>
        </p:txBody>
      </p:sp>
      <p:sp>
        <p:nvSpPr>
          <p:cNvPr id="130" name="DL__chicken_flavor2__NV_XC22__202608"/>
          <p:cNvSpPr txBox="1"/>
          <p:nvPr/>
        </p:nvSpPr>
        <p:spPr>
          <a:xfrm>
            <a:off x="102129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1.8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(-41.9%)</a:t>
            </a:r>
          </a:p>
        </p:txBody>
      </p:sp>
      <p:sp>
        <p:nvSpPr>
          <p:cNvPr id="131" name="DL__chicken_flavor2__NV_XC22__202609"/>
          <p:cNvSpPr txBox="1"/>
          <p:nvPr/>
        </p:nvSpPr>
        <p:spPr>
          <a:xfrm>
            <a:off x="106701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1.6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(-20.2%)</a:t>
            </a:r>
          </a:p>
        </p:txBody>
      </p:sp>
      <p:sp>
        <p:nvSpPr>
          <p:cNvPr id="132" name="DL__chicken_flavor2__NV_XC22__202610"/>
          <p:cNvSpPr txBox="1"/>
          <p:nvPr/>
        </p:nvSpPr>
        <p:spPr>
          <a:xfrm>
            <a:off x="11127333" y="4869180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1.6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3E8490"/>
                </a:solidFill>
                <a:latin typeface="맑은 고딕"/>
              </a:rPr>
              <a:t>(-36.7%)</a:t>
            </a:r>
          </a:p>
        </p:txBody>
      </p:sp>
      <p:sp>
        <p:nvSpPr>
          <p:cNvPr id="133" name="SWATCH_chicken_flavor2_NV_XC23"/>
          <p:cNvSpPr/>
          <p:nvPr/>
        </p:nvSpPr>
        <p:spPr>
          <a:xfrm>
            <a:off x="603504" y="5140756"/>
            <a:ext cx="91440" cy="32004"/>
          </a:xfrm>
          <a:prstGeom prst="rect">
            <a:avLst/>
          </a:prstGeom>
          <a:solidFill>
            <a:srgbClr val="A68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SERIES_chicken_flavor2_NV_XC23"/>
          <p:cNvSpPr txBox="1"/>
          <p:nvPr/>
        </p:nvSpPr>
        <p:spPr>
          <a:xfrm>
            <a:off x="749808" y="5082235"/>
            <a:ext cx="923544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>
                <a:solidFill>
                  <a:srgbClr val="A68B46"/>
                </a:solidFill>
                <a:latin typeface="맑은 고딕"/>
              </a:rPr>
              <a:t>와사비</a:t>
            </a:r>
          </a:p>
        </p:txBody>
      </p:sp>
      <p:sp>
        <p:nvSpPr>
          <p:cNvPr id="135" name="DL__chicken_flavor2__NV_XC23__202501"/>
          <p:cNvSpPr txBox="1"/>
          <p:nvPr/>
        </p:nvSpPr>
        <p:spPr>
          <a:xfrm>
            <a:off x="15261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7.6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(-60.0%)</a:t>
            </a:r>
          </a:p>
        </p:txBody>
      </p:sp>
      <p:sp>
        <p:nvSpPr>
          <p:cNvPr id="136" name="DL__chicken_flavor2__NV_XC23__202502"/>
          <p:cNvSpPr txBox="1"/>
          <p:nvPr/>
        </p:nvSpPr>
        <p:spPr>
          <a:xfrm>
            <a:off x="19833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8.1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(-69.2%)</a:t>
            </a:r>
          </a:p>
        </p:txBody>
      </p:sp>
      <p:sp>
        <p:nvSpPr>
          <p:cNvPr id="137" name="DL__chicken_flavor2__NV_XC23__202503"/>
          <p:cNvSpPr txBox="1"/>
          <p:nvPr/>
        </p:nvSpPr>
        <p:spPr>
          <a:xfrm>
            <a:off x="24405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6.0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(-72.4%)</a:t>
            </a:r>
          </a:p>
        </p:txBody>
      </p:sp>
      <p:sp>
        <p:nvSpPr>
          <p:cNvPr id="138" name="DL__chicken_flavor2__NV_XC23__202504"/>
          <p:cNvSpPr txBox="1"/>
          <p:nvPr/>
        </p:nvSpPr>
        <p:spPr>
          <a:xfrm>
            <a:off x="28977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3.0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(-74.7%)</a:t>
            </a:r>
          </a:p>
        </p:txBody>
      </p:sp>
      <p:sp>
        <p:nvSpPr>
          <p:cNvPr id="139" name="DL__chicken_flavor2__NV_XC23__202505"/>
          <p:cNvSpPr txBox="1"/>
          <p:nvPr/>
        </p:nvSpPr>
        <p:spPr>
          <a:xfrm>
            <a:off x="33549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8.6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(-52.7%)</a:t>
            </a:r>
          </a:p>
        </p:txBody>
      </p:sp>
      <p:sp>
        <p:nvSpPr>
          <p:cNvPr id="140" name="DL__chicken_flavor2__NV_XC23__202506"/>
          <p:cNvSpPr txBox="1"/>
          <p:nvPr/>
        </p:nvSpPr>
        <p:spPr>
          <a:xfrm>
            <a:off x="38121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5.2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(-29.4%)</a:t>
            </a:r>
          </a:p>
        </p:txBody>
      </p:sp>
      <p:sp>
        <p:nvSpPr>
          <p:cNvPr id="141" name="DL__chicken_flavor2__NV_XC23__202507"/>
          <p:cNvSpPr txBox="1"/>
          <p:nvPr/>
        </p:nvSpPr>
        <p:spPr>
          <a:xfrm>
            <a:off x="42693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3.6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(-48.0%)</a:t>
            </a:r>
          </a:p>
        </p:txBody>
      </p:sp>
      <p:sp>
        <p:nvSpPr>
          <p:cNvPr id="142" name="DL__chicken_flavor2__NV_XC23__202508"/>
          <p:cNvSpPr txBox="1"/>
          <p:nvPr/>
        </p:nvSpPr>
        <p:spPr>
          <a:xfrm>
            <a:off x="47265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4.8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(-45.2%)</a:t>
            </a:r>
          </a:p>
        </p:txBody>
      </p:sp>
      <p:sp>
        <p:nvSpPr>
          <p:cNvPr id="143" name="DL__chicken_flavor2__NV_XC23__202509"/>
          <p:cNvSpPr txBox="1"/>
          <p:nvPr/>
        </p:nvSpPr>
        <p:spPr>
          <a:xfrm>
            <a:off x="51837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5.4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(-30.2%)</a:t>
            </a:r>
          </a:p>
        </p:txBody>
      </p:sp>
      <p:sp>
        <p:nvSpPr>
          <p:cNvPr id="144" name="DL__chicken_flavor2__NV_XC23__202510"/>
          <p:cNvSpPr txBox="1"/>
          <p:nvPr/>
        </p:nvSpPr>
        <p:spPr>
          <a:xfrm>
            <a:off x="56409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6.9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(-2.0%)</a:t>
            </a:r>
          </a:p>
        </p:txBody>
      </p:sp>
      <p:sp>
        <p:nvSpPr>
          <p:cNvPr id="145" name="DL__chicken_flavor2__NV_XC23__202511"/>
          <p:cNvSpPr txBox="1"/>
          <p:nvPr/>
        </p:nvSpPr>
        <p:spPr>
          <a:xfrm>
            <a:off x="60981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9.7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(+21.8%)</a:t>
            </a:r>
          </a:p>
        </p:txBody>
      </p:sp>
      <p:sp>
        <p:nvSpPr>
          <p:cNvPr id="146" name="DL__chicken_flavor2__NV_XC23__202512"/>
          <p:cNvSpPr txBox="1"/>
          <p:nvPr/>
        </p:nvSpPr>
        <p:spPr>
          <a:xfrm>
            <a:off x="65553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8.4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(-20.0%)</a:t>
            </a:r>
          </a:p>
        </p:txBody>
      </p:sp>
      <p:sp>
        <p:nvSpPr>
          <p:cNvPr id="147" name="DL__chicken_flavor2__NV_XC23__202601"/>
          <p:cNvSpPr txBox="1"/>
          <p:nvPr/>
        </p:nvSpPr>
        <p:spPr>
          <a:xfrm>
            <a:off x="70125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3.4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(-55.6%)</a:t>
            </a:r>
          </a:p>
        </p:txBody>
      </p:sp>
      <p:sp>
        <p:nvSpPr>
          <p:cNvPr id="148" name="DL__chicken_flavor2__NV_XC23__202602"/>
          <p:cNvSpPr txBox="1"/>
          <p:nvPr/>
        </p:nvSpPr>
        <p:spPr>
          <a:xfrm>
            <a:off x="74697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5.1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(-36.5%)</a:t>
            </a:r>
          </a:p>
        </p:txBody>
      </p:sp>
      <p:sp>
        <p:nvSpPr>
          <p:cNvPr id="149" name="DL__chicken_flavor2__NV_XC23__202603"/>
          <p:cNvSpPr txBox="1"/>
          <p:nvPr/>
        </p:nvSpPr>
        <p:spPr>
          <a:xfrm>
            <a:off x="79269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2.9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(-51.2%)</a:t>
            </a:r>
          </a:p>
        </p:txBody>
      </p:sp>
      <p:sp>
        <p:nvSpPr>
          <p:cNvPr id="150" name="DL__chicken_flavor2__NV_XC23__202604"/>
          <p:cNvSpPr txBox="1"/>
          <p:nvPr/>
        </p:nvSpPr>
        <p:spPr>
          <a:xfrm>
            <a:off x="83841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4.2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(+38.1%)</a:t>
            </a:r>
          </a:p>
        </p:txBody>
      </p:sp>
      <p:sp>
        <p:nvSpPr>
          <p:cNvPr id="151" name="DL__chicken_flavor2__NV_XC23__202605"/>
          <p:cNvSpPr txBox="1"/>
          <p:nvPr/>
        </p:nvSpPr>
        <p:spPr>
          <a:xfrm>
            <a:off x="88413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3.2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(-62.3%)</a:t>
            </a:r>
          </a:p>
        </p:txBody>
      </p:sp>
      <p:sp>
        <p:nvSpPr>
          <p:cNvPr id="152" name="DL__chicken_flavor2__NV_XC23__202606"/>
          <p:cNvSpPr txBox="1"/>
          <p:nvPr/>
        </p:nvSpPr>
        <p:spPr>
          <a:xfrm>
            <a:off x="92985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4.8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(-8.3%)</a:t>
            </a:r>
          </a:p>
        </p:txBody>
      </p:sp>
      <p:sp>
        <p:nvSpPr>
          <p:cNvPr id="153" name="DL__chicken_flavor2__NV_XC23__202607"/>
          <p:cNvSpPr txBox="1"/>
          <p:nvPr/>
        </p:nvSpPr>
        <p:spPr>
          <a:xfrm>
            <a:off x="97557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4.5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(+23.1%)</a:t>
            </a:r>
          </a:p>
        </p:txBody>
      </p:sp>
      <p:sp>
        <p:nvSpPr>
          <p:cNvPr id="154" name="DL__chicken_flavor2__NV_XC23__202608"/>
          <p:cNvSpPr txBox="1"/>
          <p:nvPr/>
        </p:nvSpPr>
        <p:spPr>
          <a:xfrm>
            <a:off x="102129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3.5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(-26.5%)</a:t>
            </a:r>
          </a:p>
        </p:txBody>
      </p:sp>
      <p:sp>
        <p:nvSpPr>
          <p:cNvPr id="155" name="DL__chicken_flavor2__NV_XC23__202609"/>
          <p:cNvSpPr txBox="1"/>
          <p:nvPr/>
        </p:nvSpPr>
        <p:spPr>
          <a:xfrm>
            <a:off x="106701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2.6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(-51.4%)</a:t>
            </a:r>
          </a:p>
        </p:txBody>
      </p:sp>
      <p:sp>
        <p:nvSpPr>
          <p:cNvPr id="156" name="DL__chicken_flavor2__NV_XC23__202610"/>
          <p:cNvSpPr txBox="1"/>
          <p:nvPr/>
        </p:nvSpPr>
        <p:spPr>
          <a:xfrm>
            <a:off x="11127333" y="5065776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0.0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68B46"/>
                </a:solidFill>
                <a:latin typeface="맑은 고딕"/>
              </a:rPr>
              <a:t>(-100.0%)</a:t>
            </a:r>
          </a:p>
        </p:txBody>
      </p:sp>
      <p:sp>
        <p:nvSpPr>
          <p:cNvPr id="157" name="SWATCH_chicken_flavor2_NV_XC24"/>
          <p:cNvSpPr/>
          <p:nvPr/>
        </p:nvSpPr>
        <p:spPr>
          <a:xfrm>
            <a:off x="603504" y="5337352"/>
            <a:ext cx="91440" cy="32004"/>
          </a:xfrm>
          <a:prstGeom prst="rect">
            <a:avLst/>
          </a:prstGeom>
          <a:solidFill>
            <a:srgbClr val="7C6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SERIES_chicken_flavor2_NV_XC24"/>
          <p:cNvSpPr txBox="1"/>
          <p:nvPr/>
        </p:nvSpPr>
        <p:spPr>
          <a:xfrm>
            <a:off x="749808" y="5278831"/>
            <a:ext cx="923544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>
                <a:solidFill>
                  <a:srgbClr val="7C6C91"/>
                </a:solidFill>
                <a:latin typeface="맑은 고딕"/>
              </a:rPr>
              <a:t>깐풍</a:t>
            </a:r>
          </a:p>
        </p:txBody>
      </p:sp>
      <p:sp>
        <p:nvSpPr>
          <p:cNvPr id="159" name="DL__chicken_flavor2__NV_XC24__202501"/>
          <p:cNvSpPr txBox="1"/>
          <p:nvPr/>
        </p:nvSpPr>
        <p:spPr>
          <a:xfrm>
            <a:off x="15261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47.1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(-11.7%)</a:t>
            </a:r>
          </a:p>
        </p:txBody>
      </p:sp>
      <p:sp>
        <p:nvSpPr>
          <p:cNvPr id="160" name="DL__chicken_flavor2__NV_XC24__202502"/>
          <p:cNvSpPr txBox="1"/>
          <p:nvPr/>
        </p:nvSpPr>
        <p:spPr>
          <a:xfrm>
            <a:off x="19833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46.7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(-10.9%)</a:t>
            </a:r>
          </a:p>
        </p:txBody>
      </p:sp>
      <p:sp>
        <p:nvSpPr>
          <p:cNvPr id="161" name="DL__chicken_flavor2__NV_XC24__202503"/>
          <p:cNvSpPr txBox="1"/>
          <p:nvPr/>
        </p:nvSpPr>
        <p:spPr>
          <a:xfrm>
            <a:off x="24405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44.8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(-11.9%)</a:t>
            </a:r>
          </a:p>
        </p:txBody>
      </p:sp>
      <p:sp>
        <p:nvSpPr>
          <p:cNvPr id="162" name="DL__chicken_flavor2__NV_XC24__202504"/>
          <p:cNvSpPr txBox="1"/>
          <p:nvPr/>
        </p:nvSpPr>
        <p:spPr>
          <a:xfrm>
            <a:off x="28977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41.2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(-14.4%)</a:t>
            </a:r>
          </a:p>
        </p:txBody>
      </p:sp>
      <p:sp>
        <p:nvSpPr>
          <p:cNvPr id="163" name="DL__chicken_flavor2__NV_XC24__202505"/>
          <p:cNvSpPr txBox="1"/>
          <p:nvPr/>
        </p:nvSpPr>
        <p:spPr>
          <a:xfrm>
            <a:off x="33549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44.9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(-10.9%)</a:t>
            </a:r>
          </a:p>
        </p:txBody>
      </p:sp>
      <p:sp>
        <p:nvSpPr>
          <p:cNvPr id="164" name="DL__chicken_flavor2__NV_XC24__202506"/>
          <p:cNvSpPr txBox="1"/>
          <p:nvPr/>
        </p:nvSpPr>
        <p:spPr>
          <a:xfrm>
            <a:off x="38121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41.9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(-8.7%)</a:t>
            </a:r>
          </a:p>
        </p:txBody>
      </p:sp>
      <p:sp>
        <p:nvSpPr>
          <p:cNvPr id="165" name="DL__chicken_flavor2__NV_XC24__202507"/>
          <p:cNvSpPr txBox="1"/>
          <p:nvPr/>
        </p:nvSpPr>
        <p:spPr>
          <a:xfrm>
            <a:off x="42693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47.5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(+7.5%)</a:t>
            </a:r>
          </a:p>
        </p:txBody>
      </p:sp>
      <p:sp>
        <p:nvSpPr>
          <p:cNvPr id="166" name="DL__chicken_flavor2__NV_XC24__202508"/>
          <p:cNvSpPr txBox="1"/>
          <p:nvPr/>
        </p:nvSpPr>
        <p:spPr>
          <a:xfrm>
            <a:off x="47265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49.1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(+6.4%)</a:t>
            </a:r>
          </a:p>
        </p:txBody>
      </p:sp>
      <p:sp>
        <p:nvSpPr>
          <p:cNvPr id="167" name="DL__chicken_flavor2__NV_XC24__202509"/>
          <p:cNvSpPr txBox="1"/>
          <p:nvPr/>
        </p:nvSpPr>
        <p:spPr>
          <a:xfrm>
            <a:off x="51837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42.2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(-3.6%)</a:t>
            </a:r>
          </a:p>
        </p:txBody>
      </p:sp>
      <p:sp>
        <p:nvSpPr>
          <p:cNvPr id="168" name="DL__chicken_flavor2__NV_XC24__202510"/>
          <p:cNvSpPr txBox="1"/>
          <p:nvPr/>
        </p:nvSpPr>
        <p:spPr>
          <a:xfrm>
            <a:off x="56409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41.3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(-17.8%)</a:t>
            </a:r>
          </a:p>
        </p:txBody>
      </p:sp>
      <p:sp>
        <p:nvSpPr>
          <p:cNvPr id="169" name="DL__chicken_flavor2__NV_XC24__202511"/>
          <p:cNvSpPr txBox="1"/>
          <p:nvPr/>
        </p:nvSpPr>
        <p:spPr>
          <a:xfrm>
            <a:off x="60981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41.1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(-19.6%)</a:t>
            </a:r>
          </a:p>
        </p:txBody>
      </p:sp>
      <p:sp>
        <p:nvSpPr>
          <p:cNvPr id="170" name="DL__chicken_flavor2__NV_XC24__202512"/>
          <p:cNvSpPr txBox="1"/>
          <p:nvPr/>
        </p:nvSpPr>
        <p:spPr>
          <a:xfrm>
            <a:off x="65553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52.7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(+9.2%)</a:t>
            </a:r>
          </a:p>
        </p:txBody>
      </p:sp>
      <p:sp>
        <p:nvSpPr>
          <p:cNvPr id="171" name="DL__chicken_flavor2__NV_XC24__202601"/>
          <p:cNvSpPr txBox="1"/>
          <p:nvPr/>
        </p:nvSpPr>
        <p:spPr>
          <a:xfrm>
            <a:off x="70125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49.4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(+4.8%)</a:t>
            </a:r>
          </a:p>
        </p:txBody>
      </p:sp>
      <p:sp>
        <p:nvSpPr>
          <p:cNvPr id="172" name="DL__chicken_flavor2__NV_XC24__202602"/>
          <p:cNvSpPr txBox="1"/>
          <p:nvPr/>
        </p:nvSpPr>
        <p:spPr>
          <a:xfrm>
            <a:off x="74697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40.5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(-13.4%)</a:t>
            </a:r>
          </a:p>
        </p:txBody>
      </p:sp>
      <p:sp>
        <p:nvSpPr>
          <p:cNvPr id="173" name="DL__chicken_flavor2__NV_XC24__202603"/>
          <p:cNvSpPr txBox="1"/>
          <p:nvPr/>
        </p:nvSpPr>
        <p:spPr>
          <a:xfrm>
            <a:off x="79269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37.1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(-17.2%)</a:t>
            </a:r>
          </a:p>
        </p:txBody>
      </p:sp>
      <p:sp>
        <p:nvSpPr>
          <p:cNvPr id="174" name="DL__chicken_flavor2__NV_XC24__202604"/>
          <p:cNvSpPr txBox="1"/>
          <p:nvPr/>
        </p:nvSpPr>
        <p:spPr>
          <a:xfrm>
            <a:off x="83841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35.5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(-13.7%)</a:t>
            </a:r>
          </a:p>
        </p:txBody>
      </p:sp>
      <p:sp>
        <p:nvSpPr>
          <p:cNvPr id="175" name="DL__chicken_flavor2__NV_XC24__202605"/>
          <p:cNvSpPr txBox="1"/>
          <p:nvPr/>
        </p:nvSpPr>
        <p:spPr>
          <a:xfrm>
            <a:off x="88413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36.3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(-19.1%)</a:t>
            </a:r>
          </a:p>
        </p:txBody>
      </p:sp>
      <p:sp>
        <p:nvSpPr>
          <p:cNvPr id="176" name="DL__chicken_flavor2__NV_XC24__202606"/>
          <p:cNvSpPr txBox="1"/>
          <p:nvPr/>
        </p:nvSpPr>
        <p:spPr>
          <a:xfrm>
            <a:off x="92985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32.5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(-22.4%)</a:t>
            </a:r>
          </a:p>
        </p:txBody>
      </p:sp>
      <p:sp>
        <p:nvSpPr>
          <p:cNvPr id="177" name="DL__chicken_flavor2__NV_XC24__202607"/>
          <p:cNvSpPr txBox="1"/>
          <p:nvPr/>
        </p:nvSpPr>
        <p:spPr>
          <a:xfrm>
            <a:off x="97557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32.8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(-31.0%)</a:t>
            </a:r>
          </a:p>
        </p:txBody>
      </p:sp>
      <p:sp>
        <p:nvSpPr>
          <p:cNvPr id="178" name="DL__chicken_flavor2__NV_XC24__202608"/>
          <p:cNvSpPr txBox="1"/>
          <p:nvPr/>
        </p:nvSpPr>
        <p:spPr>
          <a:xfrm>
            <a:off x="102129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31.7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(-35.4%)</a:t>
            </a:r>
          </a:p>
        </p:txBody>
      </p:sp>
      <p:sp>
        <p:nvSpPr>
          <p:cNvPr id="179" name="DL__chicken_flavor2__NV_XC24__202609"/>
          <p:cNvSpPr txBox="1"/>
          <p:nvPr/>
        </p:nvSpPr>
        <p:spPr>
          <a:xfrm>
            <a:off x="106701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28.2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(-33.2%)</a:t>
            </a:r>
          </a:p>
        </p:txBody>
      </p:sp>
      <p:sp>
        <p:nvSpPr>
          <p:cNvPr id="180" name="DL__chicken_flavor2__NV_XC24__202610"/>
          <p:cNvSpPr txBox="1"/>
          <p:nvPr/>
        </p:nvSpPr>
        <p:spPr>
          <a:xfrm>
            <a:off x="11127333" y="5262372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27.0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7C6C91"/>
                </a:solidFill>
                <a:latin typeface="맑은 고딕"/>
              </a:rPr>
              <a:t>(-31.8%)</a:t>
            </a:r>
          </a:p>
        </p:txBody>
      </p:sp>
      <p:sp>
        <p:nvSpPr>
          <p:cNvPr id="181" name="SWATCH_chicken_flavor2_NV_XC25"/>
          <p:cNvSpPr/>
          <p:nvPr/>
        </p:nvSpPr>
        <p:spPr>
          <a:xfrm>
            <a:off x="603504" y="5533948"/>
            <a:ext cx="91440" cy="32004"/>
          </a:xfrm>
          <a:prstGeom prst="rect">
            <a:avLst/>
          </a:prstGeom>
          <a:solidFill>
            <a:srgbClr val="637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SERIES_chicken_flavor2_NV_XC25"/>
          <p:cNvSpPr txBox="1"/>
          <p:nvPr/>
        </p:nvSpPr>
        <p:spPr>
          <a:xfrm>
            <a:off x="749808" y="5475427"/>
            <a:ext cx="923544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>
                <a:solidFill>
                  <a:srgbClr val="637E64"/>
                </a:solidFill>
                <a:latin typeface="맑은 고딕"/>
              </a:rPr>
              <a:t>커리·카레</a:t>
            </a:r>
          </a:p>
        </p:txBody>
      </p:sp>
      <p:sp>
        <p:nvSpPr>
          <p:cNvPr id="183" name="DL__chicken_flavor2__NV_XC25__202501"/>
          <p:cNvSpPr txBox="1"/>
          <p:nvPr/>
        </p:nvSpPr>
        <p:spPr>
          <a:xfrm>
            <a:off x="15261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0.5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(+6.2%)</a:t>
            </a:r>
          </a:p>
        </p:txBody>
      </p:sp>
      <p:sp>
        <p:nvSpPr>
          <p:cNvPr id="184" name="DL__chicken_flavor2__NV_XC25__202502"/>
          <p:cNvSpPr txBox="1"/>
          <p:nvPr/>
        </p:nvSpPr>
        <p:spPr>
          <a:xfrm>
            <a:off x="19833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0.5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(+6.4%)</a:t>
            </a:r>
          </a:p>
        </p:txBody>
      </p:sp>
      <p:sp>
        <p:nvSpPr>
          <p:cNvPr id="185" name="DL__chicken_flavor2__NV_XC25__202503"/>
          <p:cNvSpPr txBox="1"/>
          <p:nvPr/>
        </p:nvSpPr>
        <p:spPr>
          <a:xfrm>
            <a:off x="24405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0.4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(-11.4%)</a:t>
            </a:r>
          </a:p>
        </p:txBody>
      </p:sp>
      <p:sp>
        <p:nvSpPr>
          <p:cNvPr id="186" name="DL__chicken_flavor2__NV_XC25__202504"/>
          <p:cNvSpPr txBox="1"/>
          <p:nvPr/>
        </p:nvSpPr>
        <p:spPr>
          <a:xfrm>
            <a:off x="28977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0.4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(-15.3%)</a:t>
            </a:r>
          </a:p>
        </p:txBody>
      </p:sp>
      <p:sp>
        <p:nvSpPr>
          <p:cNvPr id="187" name="DL__chicken_flavor2__NV_XC25__202505"/>
          <p:cNvSpPr txBox="1"/>
          <p:nvPr/>
        </p:nvSpPr>
        <p:spPr>
          <a:xfrm>
            <a:off x="33549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0.4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(-27.9%)</a:t>
            </a:r>
          </a:p>
        </p:txBody>
      </p:sp>
      <p:sp>
        <p:nvSpPr>
          <p:cNvPr id="188" name="DL__chicken_flavor2__NV_XC25__202506"/>
          <p:cNvSpPr txBox="1"/>
          <p:nvPr/>
        </p:nvSpPr>
        <p:spPr>
          <a:xfrm>
            <a:off x="38121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0.4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(-26.9%)</a:t>
            </a:r>
          </a:p>
        </p:txBody>
      </p:sp>
      <p:sp>
        <p:nvSpPr>
          <p:cNvPr id="189" name="DL__chicken_flavor2__NV_XC25__202507"/>
          <p:cNvSpPr txBox="1"/>
          <p:nvPr/>
        </p:nvSpPr>
        <p:spPr>
          <a:xfrm>
            <a:off x="42693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0.4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(-26.5%)</a:t>
            </a:r>
          </a:p>
        </p:txBody>
      </p:sp>
      <p:sp>
        <p:nvSpPr>
          <p:cNvPr id="190" name="DL__chicken_flavor2__NV_XC25__202508"/>
          <p:cNvSpPr txBox="1"/>
          <p:nvPr/>
        </p:nvSpPr>
        <p:spPr>
          <a:xfrm>
            <a:off x="47265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0.4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(-29.1%)</a:t>
            </a:r>
          </a:p>
        </p:txBody>
      </p:sp>
      <p:sp>
        <p:nvSpPr>
          <p:cNvPr id="191" name="DL__chicken_flavor2__NV_XC25__202509"/>
          <p:cNvSpPr txBox="1"/>
          <p:nvPr/>
        </p:nvSpPr>
        <p:spPr>
          <a:xfrm>
            <a:off x="51837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0.3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(-41.9%)</a:t>
            </a:r>
          </a:p>
        </p:txBody>
      </p:sp>
      <p:sp>
        <p:nvSpPr>
          <p:cNvPr id="192" name="DL__chicken_flavor2__NV_XC25__202510"/>
          <p:cNvSpPr txBox="1"/>
          <p:nvPr/>
        </p:nvSpPr>
        <p:spPr>
          <a:xfrm>
            <a:off x="56409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0.3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(-38.1%)</a:t>
            </a:r>
          </a:p>
        </p:txBody>
      </p:sp>
      <p:sp>
        <p:nvSpPr>
          <p:cNvPr id="193" name="DL__chicken_flavor2__NV_XC25__202511"/>
          <p:cNvSpPr txBox="1"/>
          <p:nvPr/>
        </p:nvSpPr>
        <p:spPr>
          <a:xfrm>
            <a:off x="60981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0.3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(-26.9%)</a:t>
            </a:r>
          </a:p>
        </p:txBody>
      </p:sp>
      <p:sp>
        <p:nvSpPr>
          <p:cNvPr id="194" name="DL__chicken_flavor2__NV_XC25__202512"/>
          <p:cNvSpPr txBox="1"/>
          <p:nvPr/>
        </p:nvSpPr>
        <p:spPr>
          <a:xfrm>
            <a:off x="65553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0.3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(-32.0%)</a:t>
            </a:r>
          </a:p>
        </p:txBody>
      </p:sp>
      <p:sp>
        <p:nvSpPr>
          <p:cNvPr id="195" name="DL__chicken_flavor2__NV_XC25__202601"/>
          <p:cNvSpPr txBox="1"/>
          <p:nvPr/>
        </p:nvSpPr>
        <p:spPr>
          <a:xfrm>
            <a:off x="70125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0.5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(-7.7%)</a:t>
            </a:r>
          </a:p>
        </p:txBody>
      </p:sp>
      <p:sp>
        <p:nvSpPr>
          <p:cNvPr id="196" name="DL__chicken_flavor2__NV_XC25__202602"/>
          <p:cNvSpPr txBox="1"/>
          <p:nvPr/>
        </p:nvSpPr>
        <p:spPr>
          <a:xfrm>
            <a:off x="74697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0.3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(-31.7%)</a:t>
            </a:r>
          </a:p>
        </p:txBody>
      </p:sp>
      <p:sp>
        <p:nvSpPr>
          <p:cNvPr id="197" name="DL__chicken_flavor2__NV_XC25__202603"/>
          <p:cNvSpPr txBox="1"/>
          <p:nvPr/>
        </p:nvSpPr>
        <p:spPr>
          <a:xfrm>
            <a:off x="79269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0.4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(-0.7%)</a:t>
            </a:r>
          </a:p>
        </p:txBody>
      </p:sp>
      <p:sp>
        <p:nvSpPr>
          <p:cNvPr id="198" name="DL__chicken_flavor2__NV_XC25__202604"/>
          <p:cNvSpPr txBox="1"/>
          <p:nvPr/>
        </p:nvSpPr>
        <p:spPr>
          <a:xfrm>
            <a:off x="83841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0.4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(-4.8%)</a:t>
            </a:r>
          </a:p>
        </p:txBody>
      </p:sp>
      <p:sp>
        <p:nvSpPr>
          <p:cNvPr id="199" name="DL__chicken_flavor2__NV_XC25__202605"/>
          <p:cNvSpPr txBox="1"/>
          <p:nvPr/>
        </p:nvSpPr>
        <p:spPr>
          <a:xfrm>
            <a:off x="88413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0.3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(-25.8%)</a:t>
            </a:r>
          </a:p>
        </p:txBody>
      </p:sp>
      <p:sp>
        <p:nvSpPr>
          <p:cNvPr id="200" name="DL__chicken_flavor2__NV_XC25__202606"/>
          <p:cNvSpPr txBox="1"/>
          <p:nvPr/>
        </p:nvSpPr>
        <p:spPr>
          <a:xfrm>
            <a:off x="92985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0.3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(-22.8%)</a:t>
            </a:r>
          </a:p>
        </p:txBody>
      </p:sp>
      <p:sp>
        <p:nvSpPr>
          <p:cNvPr id="201" name="DL__chicken_flavor2__NV_XC25__202607"/>
          <p:cNvSpPr txBox="1"/>
          <p:nvPr/>
        </p:nvSpPr>
        <p:spPr>
          <a:xfrm>
            <a:off x="97557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25.2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(+5969.0%)</a:t>
            </a:r>
          </a:p>
        </p:txBody>
      </p:sp>
      <p:sp>
        <p:nvSpPr>
          <p:cNvPr id="202" name="DL__chicken_flavor2__NV_XC25__202608"/>
          <p:cNvSpPr txBox="1"/>
          <p:nvPr/>
        </p:nvSpPr>
        <p:spPr>
          <a:xfrm>
            <a:off x="102129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11.8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(+2602.3%)</a:t>
            </a:r>
          </a:p>
        </p:txBody>
      </p:sp>
      <p:sp>
        <p:nvSpPr>
          <p:cNvPr id="203" name="DL__chicken_flavor2__NV_XC25__202609"/>
          <p:cNvSpPr txBox="1"/>
          <p:nvPr/>
        </p:nvSpPr>
        <p:spPr>
          <a:xfrm>
            <a:off x="106701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5.2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(+1423.3%)</a:t>
            </a:r>
          </a:p>
        </p:txBody>
      </p:sp>
      <p:sp>
        <p:nvSpPr>
          <p:cNvPr id="204" name="DL__chicken_flavor2__NV_XC25__202610"/>
          <p:cNvSpPr txBox="1"/>
          <p:nvPr/>
        </p:nvSpPr>
        <p:spPr>
          <a:xfrm>
            <a:off x="11127333" y="5458968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3.7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637E64"/>
                </a:solidFill>
                <a:latin typeface="맑은 고딕"/>
              </a:rPr>
              <a:t>(+965.4%)</a:t>
            </a:r>
          </a:p>
        </p:txBody>
      </p:sp>
      <p:sp>
        <p:nvSpPr>
          <p:cNvPr id="205" name="SWATCH_chicken_flavor2_NV_XC26"/>
          <p:cNvSpPr/>
          <p:nvPr/>
        </p:nvSpPr>
        <p:spPr>
          <a:xfrm>
            <a:off x="603504" y="5730544"/>
            <a:ext cx="91440" cy="32004"/>
          </a:xfrm>
          <a:prstGeom prst="rect">
            <a:avLst/>
          </a:prstGeom>
          <a:solidFill>
            <a:srgbClr val="AC7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SERIES_chicken_flavor2_NV_XC26"/>
          <p:cNvSpPr txBox="1"/>
          <p:nvPr/>
        </p:nvSpPr>
        <p:spPr>
          <a:xfrm>
            <a:off x="749808" y="5672023"/>
            <a:ext cx="923544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>
                <a:solidFill>
                  <a:srgbClr val="AC7858"/>
                </a:solidFill>
                <a:latin typeface="맑은 고딕"/>
              </a:rPr>
              <a:t>크림</a:t>
            </a:r>
          </a:p>
        </p:txBody>
      </p:sp>
      <p:sp>
        <p:nvSpPr>
          <p:cNvPr id="207" name="DL__chicken_flavor2__NV_XC26__202501"/>
          <p:cNvSpPr txBox="1"/>
          <p:nvPr/>
        </p:nvSpPr>
        <p:spPr>
          <a:xfrm>
            <a:off x="15261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0.1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(-16.2%)</a:t>
            </a:r>
          </a:p>
        </p:txBody>
      </p:sp>
      <p:sp>
        <p:nvSpPr>
          <p:cNvPr id="208" name="DL__chicken_flavor2__NV_XC26__202502"/>
          <p:cNvSpPr txBox="1"/>
          <p:nvPr/>
        </p:nvSpPr>
        <p:spPr>
          <a:xfrm>
            <a:off x="19833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0.1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(-19.6%)</a:t>
            </a:r>
          </a:p>
        </p:txBody>
      </p:sp>
      <p:sp>
        <p:nvSpPr>
          <p:cNvPr id="209" name="DL__chicken_flavor2__NV_XC26__202503"/>
          <p:cNvSpPr txBox="1"/>
          <p:nvPr/>
        </p:nvSpPr>
        <p:spPr>
          <a:xfrm>
            <a:off x="24405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0.1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(-4.9%)</a:t>
            </a:r>
          </a:p>
        </p:txBody>
      </p:sp>
      <p:sp>
        <p:nvSpPr>
          <p:cNvPr id="210" name="DL__chicken_flavor2__NV_XC26__202504"/>
          <p:cNvSpPr txBox="1"/>
          <p:nvPr/>
        </p:nvSpPr>
        <p:spPr>
          <a:xfrm>
            <a:off x="28977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0.1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(-36.2%)</a:t>
            </a:r>
          </a:p>
        </p:txBody>
      </p:sp>
      <p:sp>
        <p:nvSpPr>
          <p:cNvPr id="211" name="DL__chicken_flavor2__NV_XC26__202505"/>
          <p:cNvSpPr txBox="1"/>
          <p:nvPr/>
        </p:nvSpPr>
        <p:spPr>
          <a:xfrm>
            <a:off x="33549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0.1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(+11.2%)</a:t>
            </a:r>
          </a:p>
        </p:txBody>
      </p:sp>
      <p:sp>
        <p:nvSpPr>
          <p:cNvPr id="212" name="DL__chicken_flavor2__NV_XC26__202506"/>
          <p:cNvSpPr txBox="1"/>
          <p:nvPr/>
        </p:nvSpPr>
        <p:spPr>
          <a:xfrm>
            <a:off x="38121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0.1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(-21.8%)</a:t>
            </a:r>
          </a:p>
        </p:txBody>
      </p:sp>
      <p:sp>
        <p:nvSpPr>
          <p:cNvPr id="213" name="DL__chicken_flavor2__NV_XC26__202507"/>
          <p:cNvSpPr txBox="1"/>
          <p:nvPr/>
        </p:nvSpPr>
        <p:spPr>
          <a:xfrm>
            <a:off x="42693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0.1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(-26.3%)</a:t>
            </a:r>
          </a:p>
        </p:txBody>
      </p:sp>
      <p:sp>
        <p:nvSpPr>
          <p:cNvPr id="214" name="DL__chicken_flavor2__NV_XC26__202508"/>
          <p:cNvSpPr txBox="1"/>
          <p:nvPr/>
        </p:nvSpPr>
        <p:spPr>
          <a:xfrm>
            <a:off x="47265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0.1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(-5.7%)</a:t>
            </a:r>
          </a:p>
        </p:txBody>
      </p:sp>
      <p:sp>
        <p:nvSpPr>
          <p:cNvPr id="215" name="DL__chicken_flavor2__NV_XC26__202509"/>
          <p:cNvSpPr txBox="1"/>
          <p:nvPr/>
        </p:nvSpPr>
        <p:spPr>
          <a:xfrm>
            <a:off x="51837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0.1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(-70.7%)</a:t>
            </a:r>
          </a:p>
        </p:txBody>
      </p:sp>
      <p:sp>
        <p:nvSpPr>
          <p:cNvPr id="216" name="DL__chicken_flavor2__NV_XC26__202510"/>
          <p:cNvSpPr txBox="1"/>
          <p:nvPr/>
        </p:nvSpPr>
        <p:spPr>
          <a:xfrm>
            <a:off x="56409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0.1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(-17.4%)</a:t>
            </a:r>
          </a:p>
        </p:txBody>
      </p:sp>
      <p:sp>
        <p:nvSpPr>
          <p:cNvPr id="217" name="DL__chicken_flavor2__NV_XC26__202511"/>
          <p:cNvSpPr txBox="1"/>
          <p:nvPr/>
        </p:nvSpPr>
        <p:spPr>
          <a:xfrm>
            <a:off x="60981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0.1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(+4.3%)</a:t>
            </a:r>
          </a:p>
        </p:txBody>
      </p:sp>
      <p:sp>
        <p:nvSpPr>
          <p:cNvPr id="218" name="DL__chicken_flavor2__NV_XC26__202512"/>
          <p:cNvSpPr txBox="1"/>
          <p:nvPr/>
        </p:nvSpPr>
        <p:spPr>
          <a:xfrm>
            <a:off x="65553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0.2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(+14.9%)</a:t>
            </a:r>
          </a:p>
        </p:txBody>
      </p:sp>
      <p:sp>
        <p:nvSpPr>
          <p:cNvPr id="219" name="DL__chicken_flavor2__NV_XC26__202601"/>
          <p:cNvSpPr txBox="1"/>
          <p:nvPr/>
        </p:nvSpPr>
        <p:spPr>
          <a:xfrm>
            <a:off x="70125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0.2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(+52.5%)</a:t>
            </a:r>
          </a:p>
        </p:txBody>
      </p:sp>
      <p:sp>
        <p:nvSpPr>
          <p:cNvPr id="220" name="DL__chicken_flavor2__NV_XC26__202602"/>
          <p:cNvSpPr txBox="1"/>
          <p:nvPr/>
        </p:nvSpPr>
        <p:spPr>
          <a:xfrm>
            <a:off x="74697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8.1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(+7424.0%)</a:t>
            </a:r>
          </a:p>
        </p:txBody>
      </p:sp>
      <p:sp>
        <p:nvSpPr>
          <p:cNvPr id="221" name="DL__chicken_flavor2__NV_XC26__202603"/>
          <p:cNvSpPr txBox="1"/>
          <p:nvPr/>
        </p:nvSpPr>
        <p:spPr>
          <a:xfrm>
            <a:off x="79269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2.2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(+1945.3%)</a:t>
            </a:r>
          </a:p>
        </p:txBody>
      </p:sp>
      <p:sp>
        <p:nvSpPr>
          <p:cNvPr id="222" name="DL__chicken_flavor2__NV_XC26__202604"/>
          <p:cNvSpPr txBox="1"/>
          <p:nvPr/>
        </p:nvSpPr>
        <p:spPr>
          <a:xfrm>
            <a:off x="83841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1.1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(+1255.0%)</a:t>
            </a:r>
          </a:p>
        </p:txBody>
      </p:sp>
      <p:sp>
        <p:nvSpPr>
          <p:cNvPr id="223" name="DL__chicken_flavor2__NV_XC26__202605"/>
          <p:cNvSpPr txBox="1"/>
          <p:nvPr/>
        </p:nvSpPr>
        <p:spPr>
          <a:xfrm>
            <a:off x="88413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0.7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(+437.7%)</a:t>
            </a:r>
          </a:p>
        </p:txBody>
      </p:sp>
      <p:sp>
        <p:nvSpPr>
          <p:cNvPr id="224" name="DL__chicken_flavor2__NV_XC26__202606"/>
          <p:cNvSpPr txBox="1"/>
          <p:nvPr/>
        </p:nvSpPr>
        <p:spPr>
          <a:xfrm>
            <a:off x="92985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0.5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(+553.7%)</a:t>
            </a:r>
          </a:p>
        </p:txBody>
      </p:sp>
      <p:sp>
        <p:nvSpPr>
          <p:cNvPr id="225" name="DL__chicken_flavor2__NV_XC26__202607"/>
          <p:cNvSpPr txBox="1"/>
          <p:nvPr/>
        </p:nvSpPr>
        <p:spPr>
          <a:xfrm>
            <a:off x="97557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25.0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(+37710.2%)</a:t>
            </a:r>
          </a:p>
        </p:txBody>
      </p:sp>
      <p:sp>
        <p:nvSpPr>
          <p:cNvPr id="226" name="DL__chicken_flavor2__NV_XC26__202608"/>
          <p:cNvSpPr txBox="1"/>
          <p:nvPr/>
        </p:nvSpPr>
        <p:spPr>
          <a:xfrm>
            <a:off x="102129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11.6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(+17285.7%)</a:t>
            </a:r>
          </a:p>
        </p:txBody>
      </p:sp>
      <p:sp>
        <p:nvSpPr>
          <p:cNvPr id="227" name="DL__chicken_flavor2__NV_XC26__202609"/>
          <p:cNvSpPr txBox="1"/>
          <p:nvPr/>
        </p:nvSpPr>
        <p:spPr>
          <a:xfrm>
            <a:off x="106701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5.2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(+6503.2%)</a:t>
            </a:r>
          </a:p>
        </p:txBody>
      </p:sp>
      <p:sp>
        <p:nvSpPr>
          <p:cNvPr id="228" name="DL__chicken_flavor2__NV_XC26__202610"/>
          <p:cNvSpPr txBox="1"/>
          <p:nvPr/>
        </p:nvSpPr>
        <p:spPr>
          <a:xfrm>
            <a:off x="11127333" y="5655564"/>
            <a:ext cx="422452" cy="19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3.6</a:t>
            </a:r>
          </a:p>
          <a:p>
            <a:pPr>
              <a:lnSpc>
                <a:spcPts val="764"/>
              </a:lnSpc>
              <a:spcBef>
                <a:spcPts val="0"/>
              </a:spcBef>
              <a:spcAft>
                <a:spcPts val="0"/>
              </a:spcAft>
            </a:pPr>
            <a:r>
              <a:rPr sz="734">
                <a:solidFill>
                  <a:srgbClr val="AC7858"/>
                </a:solidFill>
                <a:latin typeface="맑은 고딕"/>
              </a:rPr>
              <a:t>(+4196.6%)</a:t>
            </a:r>
          </a:p>
        </p:txBody>
      </p:sp>
      <p:sp>
        <p:nvSpPr>
          <p:cNvPr id="229" name="INSIGHT"/>
          <p:cNvSpPr txBox="1"/>
          <p:nvPr/>
        </p:nvSpPr>
        <p:spPr>
          <a:xfrm>
            <a:off x="704088" y="1188720"/>
            <a:ext cx="10908792" cy="5212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50"/>
              </a:lnSpc>
              <a:spcBef>
                <a:spcPts val="0"/>
              </a:spcBef>
              <a:spcAft>
                <a:spcPts val="0"/>
              </a:spcAft>
            </a:pPr>
            <a:r>
              <a:rPr sz="1750">
                <a:solidFill>
                  <a:srgbClr val="3A4147"/>
                </a:solidFill>
                <a:latin typeface="맑은 고딕"/>
              </a:rPr>
              <a:t>2026.10.1~19 전년비, 크림 0.08→3.59(+4,196.6%),</a:t>
            </a:r>
          </a:p>
          <a:p>
            <a:pPr>
              <a:lnSpc>
                <a:spcPts val="1850"/>
              </a:lnSpc>
              <a:spcBef>
                <a:spcPts val="0"/>
              </a:spcBef>
              <a:spcAft>
                <a:spcPts val="0"/>
              </a:spcAft>
            </a:pPr>
            <a:r>
              <a:rPr sz="1750">
                <a:solidFill>
                  <a:srgbClr val="3A4147"/>
                </a:solidFill>
                <a:latin typeface="맑은 고딕"/>
              </a:rPr>
              <a:t>낮은 전년지수 기준의 상승·커리 +965.4%·치즈 −37.8%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19</Slides>
  <Notes>19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외식시장 및 자사 전사·채널 동기간 분석</dc:title>
  <dc:subject>검색·자사 최신2026.10.1~19 / 브랜드언급2026.1~9완전월</dc:subject>
  <dc:creator>Aside</dc:creator>
  <cp:keywords>시장, 소비자, 치킨 형태, 닭고기 부위, 경쟁, 검토 가설, 2027</cp:keywords>
  <dc:description>경영계획 제언 미포함. 장표별 데이터명·원문링크. 실제 렌더링 미검증.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